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charts/chart1.xml" ContentType="application/vnd.openxmlformats-officedocument.drawingml.chart+xml"/>
  <Override PartName="/ppt/notesSlides/notesSlide340.xml" ContentType="application/vnd.openxmlformats-officedocument.presentationml.notesSlide+xml"/>
  <Override PartName="/ppt/charts/chart2.xml" ContentType="application/vnd.openxmlformats-officedocument.drawingml.chart+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tags/tag1.xml" ContentType="application/vnd.openxmlformats-officedocument.presentationml.tags+xml"/>
  <Override PartName="/ppt/notesSlides/notesSlide408.xml" ContentType="application/vnd.openxmlformats-officedocument.presentationml.notesSlide+xml"/>
  <Override PartName="/ppt/tags/tag2.xml" ContentType="application/vnd.openxmlformats-officedocument.presentationml.tags+xml"/>
  <Override PartName="/ppt/notesSlides/notesSlide409.xml" ContentType="application/vnd.openxmlformats-officedocument.presentationml.notesSlide+xml"/>
  <Override PartName="/ppt/tags/tag3.xml" ContentType="application/vnd.openxmlformats-officedocument.presentationml.tags+xml"/>
  <Override PartName="/ppt/notesSlides/notesSlide410.xml" ContentType="application/vnd.openxmlformats-officedocument.presentationml.notesSlide+xml"/>
  <Override PartName="/ppt/tags/tag4.xml" ContentType="application/vnd.openxmlformats-officedocument.presentationml.tags+xml"/>
  <Override PartName="/ppt/notesSlides/notesSlide411.xml" ContentType="application/vnd.openxmlformats-officedocument.presentationml.notesSlide+xml"/>
  <Override PartName="/ppt/tags/tag5.xml" ContentType="application/vnd.openxmlformats-officedocument.presentationml.tags+xml"/>
  <Override PartName="/ppt/notesSlides/notesSlide412.xml" ContentType="application/vnd.openxmlformats-officedocument.presentationml.notesSlide+xml"/>
  <Override PartName="/ppt/tags/tag6.xml" ContentType="application/vnd.openxmlformats-officedocument.presentationml.tags+xml"/>
  <Override PartName="/ppt/notesSlides/notesSlide413.xml" ContentType="application/vnd.openxmlformats-officedocument.presentationml.notesSlide+xml"/>
  <Override PartName="/ppt/tags/tag7.xml" ContentType="application/vnd.openxmlformats-officedocument.presentationml.tags+xml"/>
  <Override PartName="/ppt/notesSlides/notesSlide414.xml" ContentType="application/vnd.openxmlformats-officedocument.presentationml.notesSlide+xml"/>
  <Override PartName="/ppt/tags/tag8.xml" ContentType="application/vnd.openxmlformats-officedocument.presentationml.tags+xml"/>
  <Override PartName="/ppt/notesSlides/notesSlide415.xml" ContentType="application/vnd.openxmlformats-officedocument.presentationml.notesSlide+xml"/>
  <Override PartName="/ppt/tags/tag9.xml" ContentType="application/vnd.openxmlformats-officedocument.presentationml.tags+xml"/>
  <Override PartName="/ppt/notesSlides/notesSlide416.xml" ContentType="application/vnd.openxmlformats-officedocument.presentationml.notesSlide+xml"/>
  <Override PartName="/ppt/tags/tag10.xml" ContentType="application/vnd.openxmlformats-officedocument.presentationml.tags+xml"/>
  <Override PartName="/ppt/notesSlides/notesSlide417.xml" ContentType="application/vnd.openxmlformats-officedocument.presentationml.notesSlide+xml"/>
  <Override PartName="/ppt/tags/tag11.xml" ContentType="application/vnd.openxmlformats-officedocument.presentationml.tags+xml"/>
  <Override PartName="/ppt/notesSlides/notesSlide418.xml" ContentType="application/vnd.openxmlformats-officedocument.presentationml.notesSlide+xml"/>
  <Override PartName="/ppt/tags/tag12.xml" ContentType="application/vnd.openxmlformats-officedocument.presentationml.tags+xml"/>
  <Override PartName="/ppt/notesSlides/notesSlide419.xml" ContentType="application/vnd.openxmlformats-officedocument.presentationml.notesSlide+xml"/>
  <Override PartName="/ppt/tags/tag13.xml" ContentType="application/vnd.openxmlformats-officedocument.presentationml.tags+xml"/>
  <Override PartName="/ppt/notesSlides/notesSlide420.xml" ContentType="application/vnd.openxmlformats-officedocument.presentationml.notesSlide+xml"/>
  <Override PartName="/ppt/tags/tag14.xml" ContentType="application/vnd.openxmlformats-officedocument.presentationml.tags+xml"/>
  <Override PartName="/ppt/notesSlides/notesSlide421.xml" ContentType="application/vnd.openxmlformats-officedocument.presentationml.notesSlide+xml"/>
  <Override PartName="/ppt/tags/tag15.xml" ContentType="application/vnd.openxmlformats-officedocument.presentationml.tags+xml"/>
  <Override PartName="/ppt/notesSlides/notesSlide422.xml" ContentType="application/vnd.openxmlformats-officedocument.presentationml.notesSlide+xml"/>
  <Override PartName="/ppt/tags/tag16.xml" ContentType="application/vnd.openxmlformats-officedocument.presentationml.tags+xml"/>
  <Override PartName="/ppt/notesSlides/notesSlide423.xml" ContentType="application/vnd.openxmlformats-officedocument.presentationml.notesSlide+xml"/>
  <Override PartName="/ppt/tags/tag17.xml" ContentType="application/vnd.openxmlformats-officedocument.presentationml.tags+xml"/>
  <Override PartName="/ppt/notesSlides/notesSlide424.xml" ContentType="application/vnd.openxmlformats-officedocument.presentationml.notesSlide+xml"/>
  <Override PartName="/ppt/tags/tag18.xml" ContentType="application/vnd.openxmlformats-officedocument.presentationml.tags+xml"/>
  <Override PartName="/ppt/notesSlides/notesSlide425.xml" ContentType="application/vnd.openxmlformats-officedocument.presentationml.notesSlide+xml"/>
  <Override PartName="/ppt/tags/tag19.xml" ContentType="application/vnd.openxmlformats-officedocument.presentationml.tags+xml"/>
  <Override PartName="/ppt/notesSlides/notesSlide426.xml" ContentType="application/vnd.openxmlformats-officedocument.presentationml.notesSlide+xml"/>
  <Override PartName="/ppt/tags/tag20.xml" ContentType="application/vnd.openxmlformats-officedocument.presentationml.tags+xml"/>
  <Override PartName="/ppt/notesSlides/notesSlide427.xml" ContentType="application/vnd.openxmlformats-officedocument.presentationml.notesSlide+xml"/>
  <Override PartName="/ppt/charts/chart3.xml" ContentType="application/vnd.openxmlformats-officedocument.drawingml.chart+xml"/>
  <Override PartName="/ppt/charts/style1.xml" ContentType="application/vnd.ms-office.chartstyle+xml"/>
  <Override PartName="/ppt/charts/colors1.xml" ContentType="application/vnd.ms-office.chartcolorstyle+xml"/>
  <Override PartName="/ppt/tags/tag21.xml" ContentType="application/vnd.openxmlformats-officedocument.presentationml.tags+xml"/>
  <Override PartName="/ppt/notesSlides/notesSlide428.xml" ContentType="application/vnd.openxmlformats-officedocument.presentationml.notesSlide+xml"/>
  <Override PartName="/ppt/tags/tag22.xml" ContentType="application/vnd.openxmlformats-officedocument.presentationml.tags+xml"/>
  <Override PartName="/ppt/notesSlides/notesSlide429.xml" ContentType="application/vnd.openxmlformats-officedocument.presentationml.notesSlide+xml"/>
  <Override PartName="/ppt/tags/tag23.xml" ContentType="application/vnd.openxmlformats-officedocument.presentationml.tags+xml"/>
  <Override PartName="/ppt/notesSlides/notesSlide430.xml" ContentType="application/vnd.openxmlformats-officedocument.presentationml.notesSlide+xml"/>
  <Override PartName="/ppt/tags/tag24.xml" ContentType="application/vnd.openxmlformats-officedocument.presentationml.tags+xml"/>
  <Override PartName="/ppt/notesSlides/notesSlide431.xml" ContentType="application/vnd.openxmlformats-officedocument.presentationml.notesSlide+xml"/>
  <Override PartName="/ppt/tags/tag25.xml" ContentType="application/vnd.openxmlformats-officedocument.presentationml.tags+xml"/>
  <Override PartName="/ppt/notesSlides/notesSlide432.xml" ContentType="application/vnd.openxmlformats-officedocument.presentationml.notesSlide+xml"/>
  <Override PartName="/ppt/tags/tag26.xml" ContentType="application/vnd.openxmlformats-officedocument.presentationml.tags+xml"/>
  <Override PartName="/ppt/notesSlides/notesSlide433.xml" ContentType="application/vnd.openxmlformats-officedocument.presentationml.notesSlide+xml"/>
  <Override PartName="/ppt/tags/tag27.xml" ContentType="application/vnd.openxmlformats-officedocument.presentationml.tags+xml"/>
  <Override PartName="/ppt/notesSlides/notesSlide434.xml" ContentType="application/vnd.openxmlformats-officedocument.presentationml.notesSlide+xml"/>
  <Override PartName="/ppt/tags/tag28.xml" ContentType="application/vnd.openxmlformats-officedocument.presentationml.tags+xml"/>
  <Override PartName="/ppt/notesSlides/notesSlide435.xml" ContentType="application/vnd.openxmlformats-officedocument.presentationml.notesSlide+xml"/>
  <Override PartName="/ppt/tags/tag29.xml" ContentType="application/vnd.openxmlformats-officedocument.presentationml.tags+xml"/>
  <Override PartName="/ppt/notesSlides/notesSlide436.xml" ContentType="application/vnd.openxmlformats-officedocument.presentationml.notesSlide+xml"/>
  <Override PartName="/ppt/tags/tag30.xml" ContentType="application/vnd.openxmlformats-officedocument.presentationml.tags+xml"/>
  <Override PartName="/ppt/notesSlides/notesSlide437.xml" ContentType="application/vnd.openxmlformats-officedocument.presentationml.notesSlide+xml"/>
  <Override PartName="/ppt/tags/tag31.xml" ContentType="application/vnd.openxmlformats-officedocument.presentationml.tags+xml"/>
  <Override PartName="/ppt/notesSlides/notesSlide438.xml" ContentType="application/vnd.openxmlformats-officedocument.presentationml.notesSlide+xml"/>
  <Override PartName="/ppt/tags/tag32.xml" ContentType="application/vnd.openxmlformats-officedocument.presentationml.tags+xml"/>
  <Override PartName="/ppt/notesSlides/notesSlide439.xml" ContentType="application/vnd.openxmlformats-officedocument.presentationml.notesSlide+xml"/>
  <Override PartName="/ppt/tags/tag33.xml" ContentType="application/vnd.openxmlformats-officedocument.presentationml.tags+xml"/>
  <Override PartName="/ppt/notesSlides/notesSlide440.xml" ContentType="application/vnd.openxmlformats-officedocument.presentationml.notesSlide+xml"/>
  <Override PartName="/ppt/tags/tag34.xml" ContentType="application/vnd.openxmlformats-officedocument.presentationml.tags+xml"/>
  <Override PartName="/ppt/notesSlides/notesSlide441.xml" ContentType="application/vnd.openxmlformats-officedocument.presentationml.notesSlide+xml"/>
  <Override PartName="/ppt/tags/tag35.xml" ContentType="application/vnd.openxmlformats-officedocument.presentationml.tags+xml"/>
  <Override PartName="/ppt/notesSlides/notesSlide442.xml" ContentType="application/vnd.openxmlformats-officedocument.presentationml.notesSlide+xml"/>
  <Override PartName="/ppt/tags/tag36.xml" ContentType="application/vnd.openxmlformats-officedocument.presentationml.tags+xml"/>
  <Override PartName="/ppt/notesSlides/notesSlide443.xml" ContentType="application/vnd.openxmlformats-officedocument.presentationml.notesSlide+xml"/>
  <Override PartName="/ppt/tags/tag37.xml" ContentType="application/vnd.openxmlformats-officedocument.presentationml.tags+xml"/>
  <Override PartName="/ppt/notesSlides/notesSlide444.xml" ContentType="application/vnd.openxmlformats-officedocument.presentationml.notesSlide+xml"/>
  <Override PartName="/ppt/tags/tag38.xml" ContentType="application/vnd.openxmlformats-officedocument.presentationml.tags+xml"/>
  <Override PartName="/ppt/notesSlides/notesSlide445.xml" ContentType="application/vnd.openxmlformats-officedocument.presentationml.notesSlide+xml"/>
  <Override PartName="/ppt/tags/tag39.xml" ContentType="application/vnd.openxmlformats-officedocument.presentationml.tags+xml"/>
  <Override PartName="/ppt/notesSlides/notesSlide446.xml" ContentType="application/vnd.openxmlformats-officedocument.presentationml.notesSlide+xml"/>
  <Override PartName="/ppt/tags/tag40.xml" ContentType="application/vnd.openxmlformats-officedocument.presentationml.tags+xml"/>
  <Override PartName="/ppt/notesSlides/notesSlide447.xml" ContentType="application/vnd.openxmlformats-officedocument.presentationml.notesSlide+xml"/>
  <Override PartName="/ppt/tags/tag41.xml" ContentType="application/vnd.openxmlformats-officedocument.presentationml.tags+xml"/>
  <Override PartName="/ppt/notesSlides/notesSlide448.xml" ContentType="application/vnd.openxmlformats-officedocument.presentationml.notesSlide+xml"/>
  <Override PartName="/ppt/tags/tag42.xml" ContentType="application/vnd.openxmlformats-officedocument.presentationml.tags+xml"/>
  <Override PartName="/ppt/notesSlides/notesSlide449.xml" ContentType="application/vnd.openxmlformats-officedocument.presentationml.notesSlide+xml"/>
  <Override PartName="/ppt/tags/tag43.xml" ContentType="application/vnd.openxmlformats-officedocument.presentationml.tags+xml"/>
  <Override PartName="/ppt/notesSlides/notesSlide450.xml" ContentType="application/vnd.openxmlformats-officedocument.presentationml.notesSlide+xml"/>
  <Override PartName="/ppt/tags/tag44.xml" ContentType="application/vnd.openxmlformats-officedocument.presentationml.tags+xml"/>
  <Override PartName="/ppt/notesSlides/notesSlide451.xml" ContentType="application/vnd.openxmlformats-officedocument.presentationml.notesSlide+xml"/>
  <Override PartName="/ppt/tags/tag45.xml" ContentType="application/vnd.openxmlformats-officedocument.presentationml.tags+xml"/>
  <Override PartName="/ppt/notesSlides/notesSlide452.xml" ContentType="application/vnd.openxmlformats-officedocument.presentationml.notesSlide+xml"/>
  <Override PartName="/ppt/tags/tag46.xml" ContentType="application/vnd.openxmlformats-officedocument.presentationml.tags+xml"/>
  <Override PartName="/ppt/notesSlides/notesSlide453.xml" ContentType="application/vnd.openxmlformats-officedocument.presentationml.notesSlide+xml"/>
  <Override PartName="/ppt/tags/tag47.xml" ContentType="application/vnd.openxmlformats-officedocument.presentationml.tags+xml"/>
  <Override PartName="/ppt/notesSlides/notesSlide454.xml" ContentType="application/vnd.openxmlformats-officedocument.presentationml.notesSlide+xml"/>
  <Override PartName="/ppt/tags/tag48.xml" ContentType="application/vnd.openxmlformats-officedocument.presentationml.tags+xml"/>
  <Override PartName="/ppt/notesSlides/notesSlide455.xml" ContentType="application/vnd.openxmlformats-officedocument.presentationml.notesSlide+xml"/>
  <Override PartName="/ppt/tags/tag49.xml" ContentType="application/vnd.openxmlformats-officedocument.presentationml.tags+xml"/>
  <Override PartName="/ppt/notesSlides/notesSlide456.xml" ContentType="application/vnd.openxmlformats-officedocument.presentationml.notesSlide+xml"/>
  <Override PartName="/ppt/tags/tag50.xml" ContentType="application/vnd.openxmlformats-officedocument.presentationml.tags+xml"/>
  <Override PartName="/ppt/notesSlides/notesSlide457.xml" ContentType="application/vnd.openxmlformats-officedocument.presentationml.notesSlide+xml"/>
  <Override PartName="/ppt/tags/tag51.xml" ContentType="application/vnd.openxmlformats-officedocument.presentationml.tags+xml"/>
  <Override PartName="/ppt/notesSlides/notesSlide458.xml" ContentType="application/vnd.openxmlformats-officedocument.presentationml.notesSlide+xml"/>
  <Override PartName="/ppt/tags/tag52.xml" ContentType="application/vnd.openxmlformats-officedocument.presentationml.tags+xml"/>
  <Override PartName="/ppt/notesSlides/notesSlide459.xml" ContentType="application/vnd.openxmlformats-officedocument.presentationml.notesSlide+xml"/>
  <Override PartName="/ppt/tags/tag53.xml" ContentType="application/vnd.openxmlformats-officedocument.presentationml.tags+xml"/>
  <Override PartName="/ppt/notesSlides/notesSlide460.xml" ContentType="application/vnd.openxmlformats-officedocument.presentationml.notesSlide+xml"/>
  <Override PartName="/ppt/tags/tag54.xml" ContentType="application/vnd.openxmlformats-officedocument.presentationml.tags+xml"/>
  <Override PartName="/ppt/notesSlides/notesSlide461.xml" ContentType="application/vnd.openxmlformats-officedocument.presentationml.notesSlide+xml"/>
  <Override PartName="/ppt/tags/tag55.xml" ContentType="application/vnd.openxmlformats-officedocument.presentationml.tags+xml"/>
  <Override PartName="/ppt/notesSlides/notesSlide462.xml" ContentType="application/vnd.openxmlformats-officedocument.presentationml.notesSlide+xml"/>
  <Override PartName="/ppt/tags/tag56.xml" ContentType="application/vnd.openxmlformats-officedocument.presentationml.tags+xml"/>
  <Override PartName="/ppt/notesSlides/notesSlide463.xml" ContentType="application/vnd.openxmlformats-officedocument.presentationml.notesSlide+xml"/>
  <Override PartName="/ppt/tags/tag57.xml" ContentType="application/vnd.openxmlformats-officedocument.presentationml.tags+xml"/>
  <Override PartName="/ppt/notesSlides/notesSlide464.xml" ContentType="application/vnd.openxmlformats-officedocument.presentationml.notesSlide+xml"/>
  <Override PartName="/ppt/tags/tag58.xml" ContentType="application/vnd.openxmlformats-officedocument.presentationml.tags+xml"/>
  <Override PartName="/ppt/notesSlides/notesSlide465.xml" ContentType="application/vnd.openxmlformats-officedocument.presentationml.notesSlide+xml"/>
  <Override PartName="/ppt/tags/tag59.xml" ContentType="application/vnd.openxmlformats-officedocument.presentationml.tags+xml"/>
  <Override PartName="/ppt/notesSlides/notesSlide466.xml" ContentType="application/vnd.openxmlformats-officedocument.presentationml.notesSlide+xml"/>
  <Override PartName="/ppt/tags/tag60.xml" ContentType="application/vnd.openxmlformats-officedocument.presentationml.tags+xml"/>
  <Override PartName="/ppt/notesSlides/notesSlide467.xml" ContentType="application/vnd.openxmlformats-officedocument.presentationml.notesSlide+xml"/>
  <Override PartName="/ppt/tags/tag61.xml" ContentType="application/vnd.openxmlformats-officedocument.presentationml.tags+xml"/>
  <Override PartName="/ppt/notesSlides/notesSlide468.xml" ContentType="application/vnd.openxmlformats-officedocument.presentationml.notesSlide+xml"/>
  <Override PartName="/ppt/tags/tag62.xml" ContentType="application/vnd.openxmlformats-officedocument.presentationml.tags+xml"/>
  <Override PartName="/ppt/notesSlides/notesSlide469.xml" ContentType="application/vnd.openxmlformats-officedocument.presentationml.notesSlide+xml"/>
  <Override PartName="/ppt/tags/tag63.xml" ContentType="application/vnd.openxmlformats-officedocument.presentationml.tags+xml"/>
  <Override PartName="/ppt/notesSlides/notesSlide470.xml" ContentType="application/vnd.openxmlformats-officedocument.presentationml.notesSlide+xml"/>
  <Override PartName="/ppt/tags/tag64.xml" ContentType="application/vnd.openxmlformats-officedocument.presentationml.tags+xml"/>
  <Override PartName="/ppt/notesSlides/notesSlide471.xml" ContentType="application/vnd.openxmlformats-officedocument.presentationml.notesSlide+xml"/>
  <Override PartName="/ppt/tags/tag65.xml" ContentType="application/vnd.openxmlformats-officedocument.presentationml.tags+xml"/>
  <Override PartName="/ppt/notesSlides/notesSlide472.xml" ContentType="application/vnd.openxmlformats-officedocument.presentationml.notesSlide+xml"/>
  <Override PartName="/ppt/tags/tag66.xml" ContentType="application/vnd.openxmlformats-officedocument.presentationml.tags+xml"/>
  <Override PartName="/ppt/notesSlides/notesSlide473.xml" ContentType="application/vnd.openxmlformats-officedocument.presentationml.notesSlide+xml"/>
  <Override PartName="/ppt/tags/tag67.xml" ContentType="application/vnd.openxmlformats-officedocument.presentationml.tags+xml"/>
  <Override PartName="/ppt/notesSlides/notesSlide474.xml" ContentType="application/vnd.openxmlformats-officedocument.presentationml.notesSlide+xml"/>
  <Override PartName="/ppt/tags/tag68.xml" ContentType="application/vnd.openxmlformats-officedocument.presentationml.tags+xml"/>
  <Override PartName="/ppt/notesSlides/notesSlide475.xml" ContentType="application/vnd.openxmlformats-officedocument.presentationml.notesSlide+xml"/>
  <Override PartName="/ppt/tags/tag69.xml" ContentType="application/vnd.openxmlformats-officedocument.presentationml.tags+xml"/>
  <Override PartName="/ppt/notesSlides/notesSlide476.xml" ContentType="application/vnd.openxmlformats-officedocument.presentationml.notesSlide+xml"/>
  <Override PartName="/ppt/tags/tag70.xml" ContentType="application/vnd.openxmlformats-officedocument.presentationml.tags+xml"/>
  <Override PartName="/ppt/notesSlides/notesSlide477.xml" ContentType="application/vnd.openxmlformats-officedocument.presentationml.notesSlide+xml"/>
  <Override PartName="/ppt/tags/tag71.xml" ContentType="application/vnd.openxmlformats-officedocument.presentationml.tags+xml"/>
  <Override PartName="/ppt/notesSlides/notesSlide478.xml" ContentType="application/vnd.openxmlformats-officedocument.presentationml.notesSlide+xml"/>
  <Override PartName="/ppt/tags/tag72.xml" ContentType="application/vnd.openxmlformats-officedocument.presentationml.tags+xml"/>
  <Override PartName="/ppt/notesSlides/notesSlide479.xml" ContentType="application/vnd.openxmlformats-officedocument.presentationml.notesSlide+xml"/>
  <Override PartName="/ppt/tags/tag73.xml" ContentType="application/vnd.openxmlformats-officedocument.presentationml.tags+xml"/>
  <Override PartName="/ppt/notesSlides/notesSlide480.xml" ContentType="application/vnd.openxmlformats-officedocument.presentationml.notesSlide+xml"/>
  <Override PartName="/ppt/tags/tag74.xml" ContentType="application/vnd.openxmlformats-officedocument.presentationml.tags+xml"/>
  <Override PartName="/ppt/notesSlides/notesSlide481.xml" ContentType="application/vnd.openxmlformats-officedocument.presentationml.notesSlide+xml"/>
  <Override PartName="/ppt/tags/tag75.xml" ContentType="application/vnd.openxmlformats-officedocument.presentationml.tags+xml"/>
  <Override PartName="/ppt/notesSlides/notesSlide482.xml" ContentType="application/vnd.openxmlformats-officedocument.presentationml.notesSlide+xml"/>
  <Override PartName="/ppt/tags/tag76.xml" ContentType="application/vnd.openxmlformats-officedocument.presentationml.tags+xml"/>
  <Override PartName="/ppt/notesSlides/notesSlide483.xml" ContentType="application/vnd.openxmlformats-officedocument.presentationml.notesSlide+xml"/>
  <Override PartName="/ppt/tags/tag77.xml" ContentType="application/vnd.openxmlformats-officedocument.presentationml.tags+xml"/>
  <Override PartName="/ppt/notesSlides/notesSlide484.xml" ContentType="application/vnd.openxmlformats-officedocument.presentationml.notesSlide+xml"/>
  <Override PartName="/ppt/tags/tag78.xml" ContentType="application/vnd.openxmlformats-officedocument.presentationml.tags+xml"/>
  <Override PartName="/ppt/notesSlides/notesSlide485.xml" ContentType="application/vnd.openxmlformats-officedocument.presentationml.notesSlide+xml"/>
  <Override PartName="/ppt/tags/tag79.xml" ContentType="application/vnd.openxmlformats-officedocument.presentationml.tags+xml"/>
  <Override PartName="/ppt/notesSlides/notesSlide486.xml" ContentType="application/vnd.openxmlformats-officedocument.presentationml.notesSlide+xml"/>
  <Override PartName="/ppt/tags/tag80.xml" ContentType="application/vnd.openxmlformats-officedocument.presentationml.tags+xml"/>
  <Override PartName="/ppt/notesSlides/notesSlide487.xml" ContentType="application/vnd.openxmlformats-officedocument.presentationml.notesSlide+xml"/>
  <Override PartName="/ppt/tags/tag81.xml" ContentType="application/vnd.openxmlformats-officedocument.presentationml.tags+xml"/>
  <Override PartName="/ppt/notesSlides/notesSlide488.xml" ContentType="application/vnd.openxmlformats-officedocument.presentationml.notesSlide+xml"/>
  <Override PartName="/ppt/tags/tag82.xml" ContentType="application/vnd.openxmlformats-officedocument.presentationml.tags+xml"/>
  <Override PartName="/ppt/notesSlides/notesSlide489.xml" ContentType="application/vnd.openxmlformats-officedocument.presentationml.notesSlide+xml"/>
  <Override PartName="/ppt/tags/tag83.xml" ContentType="application/vnd.openxmlformats-officedocument.presentationml.tags+xml"/>
  <Override PartName="/ppt/notesSlides/notesSlide490.xml" ContentType="application/vnd.openxmlformats-officedocument.presentationml.notesSlide+xml"/>
  <Override PartName="/ppt/tags/tag84.xml" ContentType="application/vnd.openxmlformats-officedocument.presentationml.tags+xml"/>
  <Override PartName="/ppt/notesSlides/notesSlide491.xml" ContentType="application/vnd.openxmlformats-officedocument.presentationml.notesSlide+xml"/>
  <Override PartName="/ppt/tags/tag85.xml" ContentType="application/vnd.openxmlformats-officedocument.presentationml.tags+xml"/>
  <Override PartName="/ppt/notesSlides/notesSlide492.xml" ContentType="application/vnd.openxmlformats-officedocument.presentationml.notesSlide+xml"/>
  <Override PartName="/ppt/tags/tag86.xml" ContentType="application/vnd.openxmlformats-officedocument.presentationml.tags+xml"/>
  <Override PartName="/ppt/notesSlides/notesSlide493.xml" ContentType="application/vnd.openxmlformats-officedocument.presentationml.notesSlide+xml"/>
  <Override PartName="/ppt/tags/tag87.xml" ContentType="application/vnd.openxmlformats-officedocument.presentationml.tags+xml"/>
  <Override PartName="/ppt/notesSlides/notesSlide494.xml" ContentType="application/vnd.openxmlformats-officedocument.presentationml.notesSlide+xml"/>
  <Override PartName="/ppt/tags/tag88.xml" ContentType="application/vnd.openxmlformats-officedocument.presentationml.tags+xml"/>
  <Override PartName="/ppt/notesSlides/notesSlide495.xml" ContentType="application/vnd.openxmlformats-officedocument.presentationml.notesSlide+xml"/>
  <Override PartName="/ppt/tags/tag89.xml" ContentType="application/vnd.openxmlformats-officedocument.presentationml.tags+xml"/>
  <Override PartName="/ppt/notesSlides/notesSlide496.xml" ContentType="application/vnd.openxmlformats-officedocument.presentationml.notesSlide+xml"/>
  <Override PartName="/ppt/tags/tag90.xml" ContentType="application/vnd.openxmlformats-officedocument.presentationml.tags+xml"/>
  <Override PartName="/ppt/notesSlides/notesSlide497.xml" ContentType="application/vnd.openxmlformats-officedocument.presentationml.notesSlide+xml"/>
  <Override PartName="/ppt/tags/tag91.xml" ContentType="application/vnd.openxmlformats-officedocument.presentationml.tags+xml"/>
  <Override PartName="/ppt/notesSlides/notesSlide498.xml" ContentType="application/vnd.openxmlformats-officedocument.presentationml.notesSlide+xml"/>
  <Override PartName="/ppt/tags/tag92.xml" ContentType="application/vnd.openxmlformats-officedocument.presentationml.tags+xml"/>
  <Override PartName="/ppt/notesSlides/notesSlide499.xml" ContentType="application/vnd.openxmlformats-officedocument.presentationml.notesSlide+xml"/>
  <Override PartName="/ppt/tags/tag93.xml" ContentType="application/vnd.openxmlformats-officedocument.presentationml.tags+xml"/>
  <Override PartName="/ppt/notesSlides/notesSlide500.xml" ContentType="application/vnd.openxmlformats-officedocument.presentationml.notesSlide+xml"/>
  <Override PartName="/ppt/tags/tag94.xml" ContentType="application/vnd.openxmlformats-officedocument.presentationml.tags+xml"/>
  <Override PartName="/ppt/notesSlides/notesSlide501.xml" ContentType="application/vnd.openxmlformats-officedocument.presentationml.notesSlide+xml"/>
  <Override PartName="/ppt/tags/tag95.xml" ContentType="application/vnd.openxmlformats-officedocument.presentationml.tags+xml"/>
  <Override PartName="/ppt/notesSlides/notesSlide502.xml" ContentType="application/vnd.openxmlformats-officedocument.presentationml.notesSlide+xml"/>
  <Override PartName="/ppt/tags/tag96.xml" ContentType="application/vnd.openxmlformats-officedocument.presentationml.tags+xml"/>
  <Override PartName="/ppt/notesSlides/notesSlide503.xml" ContentType="application/vnd.openxmlformats-officedocument.presentationml.notesSlide+xml"/>
  <Override PartName="/ppt/tags/tag97.xml" ContentType="application/vnd.openxmlformats-officedocument.presentationml.tags+xml"/>
  <Override PartName="/ppt/notesSlides/notesSlide504.xml" ContentType="application/vnd.openxmlformats-officedocument.presentationml.notesSlide+xml"/>
  <Override PartName="/ppt/tags/tag98.xml" ContentType="application/vnd.openxmlformats-officedocument.presentationml.tags+xml"/>
  <Override PartName="/ppt/notesSlides/notesSlide505.xml" ContentType="application/vnd.openxmlformats-officedocument.presentationml.notesSlide+xml"/>
  <Override PartName="/ppt/tags/tag99.xml" ContentType="application/vnd.openxmlformats-officedocument.presentationml.tags+xml"/>
  <Override PartName="/ppt/notesSlides/notesSlide506.xml" ContentType="application/vnd.openxmlformats-officedocument.presentationml.notesSlide+xml"/>
  <Override PartName="/ppt/tags/tag100.xml" ContentType="application/vnd.openxmlformats-officedocument.presentationml.tags+xml"/>
  <Override PartName="/ppt/notesSlides/notesSlide507.xml" ContentType="application/vnd.openxmlformats-officedocument.presentationml.notesSlide+xml"/>
  <Override PartName="/ppt/tags/tag101.xml" ContentType="application/vnd.openxmlformats-officedocument.presentationml.tags+xml"/>
  <Override PartName="/ppt/notesSlides/notesSlide508.xml" ContentType="application/vnd.openxmlformats-officedocument.presentationml.notesSlide+xml"/>
  <Override PartName="/ppt/tags/tag102.xml" ContentType="application/vnd.openxmlformats-officedocument.presentationml.tags+xml"/>
  <Override PartName="/ppt/notesSlides/notesSlide509.xml" ContentType="application/vnd.openxmlformats-officedocument.presentationml.notesSlide+xml"/>
  <Override PartName="/ppt/tags/tag103.xml" ContentType="application/vnd.openxmlformats-officedocument.presentationml.tags+xml"/>
  <Override PartName="/ppt/notesSlides/notesSlide510.xml" ContentType="application/vnd.openxmlformats-officedocument.presentationml.notesSlide+xml"/>
  <Override PartName="/ppt/tags/tag104.xml" ContentType="application/vnd.openxmlformats-officedocument.presentationml.tags+xml"/>
  <Override PartName="/ppt/notesSlides/notesSlide511.xml" ContentType="application/vnd.openxmlformats-officedocument.presentationml.notesSlide+xml"/>
  <Override PartName="/ppt/tags/tag105.xml" ContentType="application/vnd.openxmlformats-officedocument.presentationml.tags+xml"/>
  <Override PartName="/ppt/notesSlides/notesSlide512.xml" ContentType="application/vnd.openxmlformats-officedocument.presentationml.notesSlide+xml"/>
  <Override PartName="/ppt/tags/tag106.xml" ContentType="application/vnd.openxmlformats-officedocument.presentationml.tags+xml"/>
  <Override PartName="/ppt/notesSlides/notesSlide513.xml" ContentType="application/vnd.openxmlformats-officedocument.presentationml.notesSlide+xml"/>
  <Override PartName="/ppt/tags/tag107.xml" ContentType="application/vnd.openxmlformats-officedocument.presentationml.tags+xml"/>
  <Override PartName="/ppt/notesSlides/notesSlide514.xml" ContentType="application/vnd.openxmlformats-officedocument.presentationml.notesSlide+xml"/>
  <Override PartName="/ppt/tags/tag108.xml" ContentType="application/vnd.openxmlformats-officedocument.presentationml.tags+xml"/>
  <Override PartName="/ppt/notesSlides/notesSlide515.xml" ContentType="application/vnd.openxmlformats-officedocument.presentationml.notesSlide+xml"/>
  <Override PartName="/ppt/tags/tag109.xml" ContentType="application/vnd.openxmlformats-officedocument.presentationml.tags+xml"/>
  <Override PartName="/ppt/tags/tag110.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1"/>
    <p:sldMasterId id="2147483709" r:id="rId2"/>
  </p:sldMasterIdLst>
  <p:notesMasterIdLst>
    <p:notesMasterId r:id="rId520"/>
  </p:notesMasterIdLst>
  <p:sldIdLst>
    <p:sldId id="291" r:id="rId3"/>
    <p:sldId id="2252" r:id="rId4"/>
    <p:sldId id="2282" r:id="rId5"/>
    <p:sldId id="2363" r:id="rId6"/>
    <p:sldId id="2826" r:id="rId7"/>
    <p:sldId id="2897" r:id="rId8"/>
    <p:sldId id="2827" r:id="rId9"/>
    <p:sldId id="2896" r:id="rId10"/>
    <p:sldId id="2828" r:id="rId11"/>
    <p:sldId id="2829" r:id="rId12"/>
    <p:sldId id="2830" r:id="rId13"/>
    <p:sldId id="2898" r:id="rId14"/>
    <p:sldId id="2899" r:id="rId15"/>
    <p:sldId id="2900" r:id="rId16"/>
    <p:sldId id="2901" r:id="rId17"/>
    <p:sldId id="2902" r:id="rId18"/>
    <p:sldId id="2903" r:id="rId19"/>
    <p:sldId id="2904" r:id="rId20"/>
    <p:sldId id="2905" r:id="rId21"/>
    <p:sldId id="2839" r:id="rId22"/>
    <p:sldId id="2840" r:id="rId23"/>
    <p:sldId id="2841" r:id="rId24"/>
    <p:sldId id="2906" r:id="rId25"/>
    <p:sldId id="2844" r:id="rId26"/>
    <p:sldId id="2845" r:id="rId27"/>
    <p:sldId id="2907" r:id="rId28"/>
    <p:sldId id="2847" r:id="rId29"/>
    <p:sldId id="2389" r:id="rId30"/>
    <p:sldId id="2823" r:id="rId31"/>
    <p:sldId id="2849" r:id="rId32"/>
    <p:sldId id="2850" r:id="rId33"/>
    <p:sldId id="2851" r:id="rId34"/>
    <p:sldId id="2852" r:id="rId35"/>
    <p:sldId id="2853" r:id="rId36"/>
    <p:sldId id="2854" r:id="rId37"/>
    <p:sldId id="2855" r:id="rId38"/>
    <p:sldId id="2856" r:id="rId39"/>
    <p:sldId id="2857" r:id="rId40"/>
    <p:sldId id="2858" r:id="rId41"/>
    <p:sldId id="2859" r:id="rId42"/>
    <p:sldId id="2860" r:id="rId43"/>
    <p:sldId id="2861" r:id="rId44"/>
    <p:sldId id="2862" r:id="rId45"/>
    <p:sldId id="2864" r:id="rId46"/>
    <p:sldId id="2865" r:id="rId47"/>
    <p:sldId id="2866" r:id="rId48"/>
    <p:sldId id="2867" r:id="rId49"/>
    <p:sldId id="2869" r:id="rId50"/>
    <p:sldId id="2868" r:id="rId51"/>
    <p:sldId id="2870" r:id="rId52"/>
    <p:sldId id="2871" r:id="rId53"/>
    <p:sldId id="2872" r:id="rId54"/>
    <p:sldId id="2873" r:id="rId55"/>
    <p:sldId id="2874" r:id="rId56"/>
    <p:sldId id="2875" r:id="rId57"/>
    <p:sldId id="2876" r:id="rId58"/>
    <p:sldId id="2877" r:id="rId59"/>
    <p:sldId id="2878" r:id="rId60"/>
    <p:sldId id="2879" r:id="rId61"/>
    <p:sldId id="2880" r:id="rId62"/>
    <p:sldId id="2881" r:id="rId63"/>
    <p:sldId id="2882" r:id="rId64"/>
    <p:sldId id="2883" r:id="rId65"/>
    <p:sldId id="2908" r:id="rId66"/>
    <p:sldId id="2885" r:id="rId67"/>
    <p:sldId id="2886" r:id="rId68"/>
    <p:sldId id="2887" r:id="rId69"/>
    <p:sldId id="2888" r:id="rId70"/>
    <p:sldId id="2889" r:id="rId71"/>
    <p:sldId id="2890" r:id="rId72"/>
    <p:sldId id="2891" r:id="rId73"/>
    <p:sldId id="2892" r:id="rId74"/>
    <p:sldId id="2893" r:id="rId75"/>
    <p:sldId id="3207" r:id="rId76"/>
    <p:sldId id="2894" r:id="rId77"/>
    <p:sldId id="2895" r:id="rId78"/>
    <p:sldId id="2909" r:id="rId79"/>
    <p:sldId id="2910" r:id="rId80"/>
    <p:sldId id="2911" r:id="rId81"/>
    <p:sldId id="2912" r:id="rId82"/>
    <p:sldId id="2913" r:id="rId83"/>
    <p:sldId id="2914" r:id="rId84"/>
    <p:sldId id="2915" r:id="rId85"/>
    <p:sldId id="2916" r:id="rId86"/>
    <p:sldId id="2917" r:id="rId87"/>
    <p:sldId id="2918" r:id="rId88"/>
    <p:sldId id="2919" r:id="rId89"/>
    <p:sldId id="2920" r:id="rId90"/>
    <p:sldId id="2921" r:id="rId91"/>
    <p:sldId id="2922" r:id="rId92"/>
    <p:sldId id="2923" r:id="rId93"/>
    <p:sldId id="2924" r:id="rId94"/>
    <p:sldId id="2925" r:id="rId95"/>
    <p:sldId id="2926" r:id="rId96"/>
    <p:sldId id="2927" r:id="rId97"/>
    <p:sldId id="2928" r:id="rId98"/>
    <p:sldId id="2929" r:id="rId99"/>
    <p:sldId id="2930" r:id="rId100"/>
    <p:sldId id="2931" r:id="rId101"/>
    <p:sldId id="2932" r:id="rId102"/>
    <p:sldId id="2933" r:id="rId103"/>
    <p:sldId id="2934" r:id="rId104"/>
    <p:sldId id="2935" r:id="rId105"/>
    <p:sldId id="2936" r:id="rId106"/>
    <p:sldId id="2937" r:id="rId107"/>
    <p:sldId id="2938" r:id="rId108"/>
    <p:sldId id="2940" r:id="rId109"/>
    <p:sldId id="2941" r:id="rId110"/>
    <p:sldId id="2942" r:id="rId111"/>
    <p:sldId id="2943" r:id="rId112"/>
    <p:sldId id="3204" r:id="rId113"/>
    <p:sldId id="2410" r:id="rId114"/>
    <p:sldId id="3208" r:id="rId115"/>
    <p:sldId id="2944" r:id="rId116"/>
    <p:sldId id="2945" r:id="rId117"/>
    <p:sldId id="2946" r:id="rId118"/>
    <p:sldId id="2947" r:id="rId119"/>
    <p:sldId id="2948" r:id="rId120"/>
    <p:sldId id="2949" r:id="rId121"/>
    <p:sldId id="3206" r:id="rId122"/>
    <p:sldId id="2951" r:id="rId123"/>
    <p:sldId id="2952" r:id="rId124"/>
    <p:sldId id="2953" r:id="rId125"/>
    <p:sldId id="2954" r:id="rId126"/>
    <p:sldId id="2955" r:id="rId127"/>
    <p:sldId id="2956" r:id="rId128"/>
    <p:sldId id="2957" r:id="rId129"/>
    <p:sldId id="2958" r:id="rId130"/>
    <p:sldId id="2959" r:id="rId131"/>
    <p:sldId id="2960" r:id="rId132"/>
    <p:sldId id="2961" r:id="rId133"/>
    <p:sldId id="2962" r:id="rId134"/>
    <p:sldId id="2963" r:id="rId135"/>
    <p:sldId id="2964" r:id="rId136"/>
    <p:sldId id="2965" r:id="rId137"/>
    <p:sldId id="2433" r:id="rId138"/>
    <p:sldId id="2434" r:id="rId139"/>
    <p:sldId id="2966" r:id="rId140"/>
    <p:sldId id="2967" r:id="rId141"/>
    <p:sldId id="2968" r:id="rId142"/>
    <p:sldId id="2969" r:id="rId143"/>
    <p:sldId id="2970" r:id="rId144"/>
    <p:sldId id="2971" r:id="rId145"/>
    <p:sldId id="2972" r:id="rId146"/>
    <p:sldId id="2973" r:id="rId147"/>
    <p:sldId id="2454" r:id="rId148"/>
    <p:sldId id="2457" r:id="rId149"/>
    <p:sldId id="2974" r:id="rId150"/>
    <p:sldId id="2975" r:id="rId151"/>
    <p:sldId id="3425" r:id="rId152"/>
    <p:sldId id="2459" r:id="rId153"/>
    <p:sldId id="2976" r:id="rId154"/>
    <p:sldId id="2977" r:id="rId155"/>
    <p:sldId id="2978" r:id="rId156"/>
    <p:sldId id="2979" r:id="rId157"/>
    <p:sldId id="2980" r:id="rId158"/>
    <p:sldId id="2981" r:id="rId159"/>
    <p:sldId id="2982" r:id="rId160"/>
    <p:sldId id="2983" r:id="rId161"/>
    <p:sldId id="2984" r:id="rId162"/>
    <p:sldId id="2985" r:id="rId163"/>
    <p:sldId id="2988" r:id="rId164"/>
    <p:sldId id="3205" r:id="rId165"/>
    <p:sldId id="2987" r:id="rId166"/>
    <p:sldId id="2989" r:id="rId167"/>
    <p:sldId id="2990" r:id="rId168"/>
    <p:sldId id="2991" r:id="rId169"/>
    <p:sldId id="2992" r:id="rId170"/>
    <p:sldId id="2993" r:id="rId171"/>
    <p:sldId id="2995" r:id="rId172"/>
    <p:sldId id="2996" r:id="rId173"/>
    <p:sldId id="2994" r:id="rId174"/>
    <p:sldId id="2997" r:id="rId175"/>
    <p:sldId id="2998" r:id="rId176"/>
    <p:sldId id="2999" r:id="rId177"/>
    <p:sldId id="3000" r:id="rId178"/>
    <p:sldId id="3001" r:id="rId179"/>
    <p:sldId id="3002" r:id="rId180"/>
    <p:sldId id="3003" r:id="rId181"/>
    <p:sldId id="3004" r:id="rId182"/>
    <p:sldId id="3005" r:id="rId183"/>
    <p:sldId id="3006" r:id="rId184"/>
    <p:sldId id="3007" r:id="rId185"/>
    <p:sldId id="3008" r:id="rId186"/>
    <p:sldId id="3009" r:id="rId187"/>
    <p:sldId id="3010" r:id="rId188"/>
    <p:sldId id="3011" r:id="rId189"/>
    <p:sldId id="3012" r:id="rId190"/>
    <p:sldId id="3013" r:id="rId191"/>
    <p:sldId id="3014" r:id="rId192"/>
    <p:sldId id="3015" r:id="rId193"/>
    <p:sldId id="3016" r:id="rId194"/>
    <p:sldId id="3017" r:id="rId195"/>
    <p:sldId id="3018" r:id="rId196"/>
    <p:sldId id="3019" r:id="rId197"/>
    <p:sldId id="3020" r:id="rId198"/>
    <p:sldId id="3021" r:id="rId199"/>
    <p:sldId id="3022" r:id="rId200"/>
    <p:sldId id="3023" r:id="rId201"/>
    <p:sldId id="3024" r:id="rId202"/>
    <p:sldId id="3025" r:id="rId203"/>
    <p:sldId id="3026" r:id="rId204"/>
    <p:sldId id="3027" r:id="rId205"/>
    <p:sldId id="3028" r:id="rId206"/>
    <p:sldId id="3029" r:id="rId207"/>
    <p:sldId id="3030" r:id="rId208"/>
    <p:sldId id="3031" r:id="rId209"/>
    <p:sldId id="3032" r:id="rId210"/>
    <p:sldId id="3033" r:id="rId211"/>
    <p:sldId id="3034" r:id="rId212"/>
    <p:sldId id="3035" r:id="rId213"/>
    <p:sldId id="3036" r:id="rId214"/>
    <p:sldId id="3037" r:id="rId215"/>
    <p:sldId id="3038" r:id="rId216"/>
    <p:sldId id="3039" r:id="rId217"/>
    <p:sldId id="3040" r:id="rId218"/>
    <p:sldId id="3041" r:id="rId219"/>
    <p:sldId id="3042" r:id="rId220"/>
    <p:sldId id="3043" r:id="rId221"/>
    <p:sldId id="3044" r:id="rId222"/>
    <p:sldId id="3045" r:id="rId223"/>
    <p:sldId id="3046" r:id="rId224"/>
    <p:sldId id="3047" r:id="rId225"/>
    <p:sldId id="3048" r:id="rId226"/>
    <p:sldId id="3049" r:id="rId227"/>
    <p:sldId id="3050" r:id="rId228"/>
    <p:sldId id="3051" r:id="rId229"/>
    <p:sldId id="3052" r:id="rId230"/>
    <p:sldId id="3053" r:id="rId231"/>
    <p:sldId id="3054" r:id="rId232"/>
    <p:sldId id="3055" r:id="rId233"/>
    <p:sldId id="3056" r:id="rId234"/>
    <p:sldId id="3057" r:id="rId235"/>
    <p:sldId id="3058" r:id="rId236"/>
    <p:sldId id="3059" r:id="rId237"/>
    <p:sldId id="3060" r:id="rId238"/>
    <p:sldId id="3061" r:id="rId239"/>
    <p:sldId id="3062" r:id="rId240"/>
    <p:sldId id="3063" r:id="rId241"/>
    <p:sldId id="3064" r:id="rId242"/>
    <p:sldId id="3065" r:id="rId243"/>
    <p:sldId id="3066" r:id="rId244"/>
    <p:sldId id="3067" r:id="rId245"/>
    <p:sldId id="3068" r:id="rId246"/>
    <p:sldId id="3069" r:id="rId247"/>
    <p:sldId id="3070" r:id="rId248"/>
    <p:sldId id="3071" r:id="rId249"/>
    <p:sldId id="3072" r:id="rId250"/>
    <p:sldId id="3073" r:id="rId251"/>
    <p:sldId id="3074" r:id="rId252"/>
    <p:sldId id="3075" r:id="rId253"/>
    <p:sldId id="3076" r:id="rId254"/>
    <p:sldId id="3077" r:id="rId255"/>
    <p:sldId id="3078" r:id="rId256"/>
    <p:sldId id="3079" r:id="rId257"/>
    <p:sldId id="3080" r:id="rId258"/>
    <p:sldId id="3081" r:id="rId259"/>
    <p:sldId id="3082" r:id="rId260"/>
    <p:sldId id="3083" r:id="rId261"/>
    <p:sldId id="3084" r:id="rId262"/>
    <p:sldId id="3085" r:id="rId263"/>
    <p:sldId id="3086" r:id="rId264"/>
    <p:sldId id="3087" r:id="rId265"/>
    <p:sldId id="3088" r:id="rId266"/>
    <p:sldId id="3089" r:id="rId267"/>
    <p:sldId id="3090" r:id="rId268"/>
    <p:sldId id="3091" r:id="rId269"/>
    <p:sldId id="3092" r:id="rId270"/>
    <p:sldId id="3093" r:id="rId271"/>
    <p:sldId id="3095" r:id="rId272"/>
    <p:sldId id="3096" r:id="rId273"/>
    <p:sldId id="3097" r:id="rId274"/>
    <p:sldId id="3098" r:id="rId275"/>
    <p:sldId id="3099" r:id="rId276"/>
    <p:sldId id="3100" r:id="rId277"/>
    <p:sldId id="3101" r:id="rId278"/>
    <p:sldId id="3102" r:id="rId279"/>
    <p:sldId id="3103" r:id="rId280"/>
    <p:sldId id="2481" r:id="rId281"/>
    <p:sldId id="2534" r:id="rId282"/>
    <p:sldId id="3426" r:id="rId283"/>
    <p:sldId id="2536" r:id="rId284"/>
    <p:sldId id="2537" r:id="rId285"/>
    <p:sldId id="2538" r:id="rId286"/>
    <p:sldId id="2539" r:id="rId287"/>
    <p:sldId id="2540" r:id="rId288"/>
    <p:sldId id="2541" r:id="rId289"/>
    <p:sldId id="2542" r:id="rId290"/>
    <p:sldId id="2543" r:id="rId291"/>
    <p:sldId id="2544" r:id="rId292"/>
    <p:sldId id="2545" r:id="rId293"/>
    <p:sldId id="2546" r:id="rId294"/>
    <p:sldId id="2547" r:id="rId295"/>
    <p:sldId id="3161" r:id="rId296"/>
    <p:sldId id="3210" r:id="rId297"/>
    <p:sldId id="3162" r:id="rId298"/>
    <p:sldId id="3163" r:id="rId299"/>
    <p:sldId id="3164" r:id="rId300"/>
    <p:sldId id="3165" r:id="rId301"/>
    <p:sldId id="3166" r:id="rId302"/>
    <p:sldId id="3167" r:id="rId303"/>
    <p:sldId id="3168" r:id="rId304"/>
    <p:sldId id="3169" r:id="rId305"/>
    <p:sldId id="3170" r:id="rId306"/>
    <p:sldId id="3171" r:id="rId307"/>
    <p:sldId id="3172" r:id="rId308"/>
    <p:sldId id="3173" r:id="rId309"/>
    <p:sldId id="3174" r:id="rId310"/>
    <p:sldId id="3175" r:id="rId311"/>
    <p:sldId id="3176" r:id="rId312"/>
    <p:sldId id="3177" r:id="rId313"/>
    <p:sldId id="2749" r:id="rId314"/>
    <p:sldId id="2548" r:id="rId315"/>
    <p:sldId id="3427" r:id="rId316"/>
    <p:sldId id="2550" r:id="rId317"/>
    <p:sldId id="2551" r:id="rId318"/>
    <p:sldId id="3212" r:id="rId319"/>
    <p:sldId id="2747" r:id="rId320"/>
    <p:sldId id="3428" r:id="rId321"/>
    <p:sldId id="3104" r:id="rId322"/>
    <p:sldId id="3193" r:id="rId323"/>
    <p:sldId id="3194" r:id="rId324"/>
    <p:sldId id="3195" r:id="rId325"/>
    <p:sldId id="3196" r:id="rId326"/>
    <p:sldId id="3197" r:id="rId327"/>
    <p:sldId id="3198" r:id="rId328"/>
    <p:sldId id="3199" r:id="rId329"/>
    <p:sldId id="3200" r:id="rId330"/>
    <p:sldId id="3201" r:id="rId331"/>
    <p:sldId id="3202" r:id="rId332"/>
    <p:sldId id="3203" r:id="rId333"/>
    <p:sldId id="2557" r:id="rId334"/>
    <p:sldId id="3214" r:id="rId335"/>
    <p:sldId id="2565" r:id="rId336"/>
    <p:sldId id="3215" r:id="rId337"/>
    <p:sldId id="2572" r:id="rId338"/>
    <p:sldId id="2757" r:id="rId339"/>
    <p:sldId id="3216" r:id="rId340"/>
    <p:sldId id="3217" r:id="rId341"/>
    <p:sldId id="3218" r:id="rId342"/>
    <p:sldId id="3219" r:id="rId343"/>
    <p:sldId id="3220" r:id="rId344"/>
    <p:sldId id="3221" r:id="rId345"/>
    <p:sldId id="3222" r:id="rId346"/>
    <p:sldId id="3223" r:id="rId347"/>
    <p:sldId id="3224" r:id="rId348"/>
    <p:sldId id="3225" r:id="rId349"/>
    <p:sldId id="3226" r:id="rId350"/>
    <p:sldId id="3227" r:id="rId351"/>
    <p:sldId id="3229" r:id="rId352"/>
    <p:sldId id="3230" r:id="rId353"/>
    <p:sldId id="3231" r:id="rId354"/>
    <p:sldId id="3232" r:id="rId355"/>
    <p:sldId id="3233" r:id="rId356"/>
    <p:sldId id="3234" r:id="rId357"/>
    <p:sldId id="3236" r:id="rId358"/>
    <p:sldId id="3238" r:id="rId359"/>
    <p:sldId id="3240" r:id="rId360"/>
    <p:sldId id="3241" r:id="rId361"/>
    <p:sldId id="3242" r:id="rId362"/>
    <p:sldId id="3243" r:id="rId363"/>
    <p:sldId id="3244" r:id="rId364"/>
    <p:sldId id="3245" r:id="rId365"/>
    <p:sldId id="3246" r:id="rId366"/>
    <p:sldId id="3247" r:id="rId367"/>
    <p:sldId id="3248" r:id="rId368"/>
    <p:sldId id="3249" r:id="rId369"/>
    <p:sldId id="3250" r:id="rId370"/>
    <p:sldId id="3251" r:id="rId371"/>
    <p:sldId id="3252" r:id="rId372"/>
    <p:sldId id="3253" r:id="rId373"/>
    <p:sldId id="3254" r:id="rId374"/>
    <p:sldId id="3255" r:id="rId375"/>
    <p:sldId id="3256" r:id="rId376"/>
    <p:sldId id="3257" r:id="rId377"/>
    <p:sldId id="3258" r:id="rId378"/>
    <p:sldId id="3259" r:id="rId379"/>
    <p:sldId id="3260" r:id="rId380"/>
    <p:sldId id="3261" r:id="rId381"/>
    <p:sldId id="3264" r:id="rId382"/>
    <p:sldId id="3265" r:id="rId383"/>
    <p:sldId id="3266" r:id="rId384"/>
    <p:sldId id="3267" r:id="rId385"/>
    <p:sldId id="3268" r:id="rId386"/>
    <p:sldId id="3269" r:id="rId387"/>
    <p:sldId id="3271" r:id="rId388"/>
    <p:sldId id="3273" r:id="rId389"/>
    <p:sldId id="3274" r:id="rId390"/>
    <p:sldId id="3275" r:id="rId391"/>
    <p:sldId id="3311" r:id="rId392"/>
    <p:sldId id="3312" r:id="rId393"/>
    <p:sldId id="3281" r:id="rId394"/>
    <p:sldId id="3313" r:id="rId395"/>
    <p:sldId id="3288" r:id="rId396"/>
    <p:sldId id="3289" r:id="rId397"/>
    <p:sldId id="3290" r:id="rId398"/>
    <p:sldId id="3292" r:id="rId399"/>
    <p:sldId id="3294" r:id="rId400"/>
    <p:sldId id="3296" r:id="rId401"/>
    <p:sldId id="3297" r:id="rId402"/>
    <p:sldId id="3300" r:id="rId403"/>
    <p:sldId id="3303" r:id="rId404"/>
    <p:sldId id="3304" r:id="rId405"/>
    <p:sldId id="3306" r:id="rId406"/>
    <p:sldId id="3307" r:id="rId407"/>
    <p:sldId id="3309" r:id="rId408"/>
    <p:sldId id="3310" r:id="rId409"/>
    <p:sldId id="3314" r:id="rId410"/>
    <p:sldId id="3315" r:id="rId411"/>
    <p:sldId id="3316" r:id="rId412"/>
    <p:sldId id="3317" r:id="rId413"/>
    <p:sldId id="3318" r:id="rId414"/>
    <p:sldId id="3319" r:id="rId415"/>
    <p:sldId id="3320" r:id="rId416"/>
    <p:sldId id="3321" r:id="rId417"/>
    <p:sldId id="3322" r:id="rId418"/>
    <p:sldId id="3323" r:id="rId419"/>
    <p:sldId id="3324" r:id="rId420"/>
    <p:sldId id="3325" r:id="rId421"/>
    <p:sldId id="3326" r:id="rId422"/>
    <p:sldId id="3327" r:id="rId423"/>
    <p:sldId id="3328" r:id="rId424"/>
    <p:sldId id="3329" r:id="rId425"/>
    <p:sldId id="3330" r:id="rId426"/>
    <p:sldId id="3331" r:id="rId427"/>
    <p:sldId id="3332" r:id="rId428"/>
    <p:sldId id="3333" r:id="rId429"/>
    <p:sldId id="3334" r:id="rId430"/>
    <p:sldId id="3335" r:id="rId431"/>
    <p:sldId id="3336" r:id="rId432"/>
    <p:sldId id="3337" r:id="rId433"/>
    <p:sldId id="3338" r:id="rId434"/>
    <p:sldId id="3339" r:id="rId435"/>
    <p:sldId id="3340" r:id="rId436"/>
    <p:sldId id="3341" r:id="rId437"/>
    <p:sldId id="3342" r:id="rId438"/>
    <p:sldId id="3343" r:id="rId439"/>
    <p:sldId id="3344" r:id="rId440"/>
    <p:sldId id="3345" r:id="rId441"/>
    <p:sldId id="3346" r:id="rId442"/>
    <p:sldId id="3347" r:id="rId443"/>
    <p:sldId id="3348" r:id="rId444"/>
    <p:sldId id="3349" r:id="rId445"/>
    <p:sldId id="3350" r:id="rId446"/>
    <p:sldId id="3351" r:id="rId447"/>
    <p:sldId id="3352" r:id="rId448"/>
    <p:sldId id="3353" r:id="rId449"/>
    <p:sldId id="3354" r:id="rId450"/>
    <p:sldId id="3355" r:id="rId451"/>
    <p:sldId id="3356" r:id="rId452"/>
    <p:sldId id="3357" r:id="rId453"/>
    <p:sldId id="3358" r:id="rId454"/>
    <p:sldId id="3359" r:id="rId455"/>
    <p:sldId id="3360" r:id="rId456"/>
    <p:sldId id="3361" r:id="rId457"/>
    <p:sldId id="3362" r:id="rId458"/>
    <p:sldId id="3363" r:id="rId459"/>
    <p:sldId id="3364" r:id="rId460"/>
    <p:sldId id="3365" r:id="rId461"/>
    <p:sldId id="3366" r:id="rId462"/>
    <p:sldId id="3367" r:id="rId463"/>
    <p:sldId id="3368" r:id="rId464"/>
    <p:sldId id="3369" r:id="rId465"/>
    <p:sldId id="3370" r:id="rId466"/>
    <p:sldId id="3371" r:id="rId467"/>
    <p:sldId id="3372" r:id="rId468"/>
    <p:sldId id="3373" r:id="rId469"/>
    <p:sldId id="3374" r:id="rId470"/>
    <p:sldId id="3375" r:id="rId471"/>
    <p:sldId id="3376" r:id="rId472"/>
    <p:sldId id="3377" r:id="rId473"/>
    <p:sldId id="3378" r:id="rId474"/>
    <p:sldId id="3379" r:id="rId475"/>
    <p:sldId id="3380" r:id="rId476"/>
    <p:sldId id="3381" r:id="rId477"/>
    <p:sldId id="3382" r:id="rId478"/>
    <p:sldId id="3383" r:id="rId479"/>
    <p:sldId id="3384" r:id="rId480"/>
    <p:sldId id="3385" r:id="rId481"/>
    <p:sldId id="3386" r:id="rId482"/>
    <p:sldId id="3387" r:id="rId483"/>
    <p:sldId id="3388" r:id="rId484"/>
    <p:sldId id="3389" r:id="rId485"/>
    <p:sldId id="3390" r:id="rId486"/>
    <p:sldId id="3391" r:id="rId487"/>
    <p:sldId id="3392" r:id="rId488"/>
    <p:sldId id="3393" r:id="rId489"/>
    <p:sldId id="3394" r:id="rId490"/>
    <p:sldId id="3395" r:id="rId491"/>
    <p:sldId id="3396" r:id="rId492"/>
    <p:sldId id="3397" r:id="rId493"/>
    <p:sldId id="3398" r:id="rId494"/>
    <p:sldId id="3399" r:id="rId495"/>
    <p:sldId id="3400" r:id="rId496"/>
    <p:sldId id="3401" r:id="rId497"/>
    <p:sldId id="3402" r:id="rId498"/>
    <p:sldId id="3403" r:id="rId499"/>
    <p:sldId id="3404" r:id="rId500"/>
    <p:sldId id="3405" r:id="rId501"/>
    <p:sldId id="3406" r:id="rId502"/>
    <p:sldId id="3407" r:id="rId503"/>
    <p:sldId id="3408" r:id="rId504"/>
    <p:sldId id="3409" r:id="rId505"/>
    <p:sldId id="3410" r:id="rId506"/>
    <p:sldId id="3411" r:id="rId507"/>
    <p:sldId id="3412" r:id="rId508"/>
    <p:sldId id="3413" r:id="rId509"/>
    <p:sldId id="3414" r:id="rId510"/>
    <p:sldId id="3415" r:id="rId511"/>
    <p:sldId id="3416" r:id="rId512"/>
    <p:sldId id="3417" r:id="rId513"/>
    <p:sldId id="3418" r:id="rId514"/>
    <p:sldId id="3419" r:id="rId515"/>
    <p:sldId id="3420" r:id="rId516"/>
    <p:sldId id="3421" r:id="rId517"/>
    <p:sldId id="3423" r:id="rId518"/>
    <p:sldId id="3424" r:id="rId519"/>
  </p:sldIdLst>
  <p:sldSz cx="9902825" cy="6858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924A65B7-4FCF-4E22-BC70-62D475D2EF02}">
          <p14:sldIdLst>
            <p14:sldId id="291"/>
            <p14:sldId id="2252"/>
            <p14:sldId id="2282"/>
          </p14:sldIdLst>
        </p14:section>
        <p14:section name="Unit 1" id="{0FF23291-DE9E-4E12-9D45-A2C40881402E}">
          <p14:sldIdLst>
            <p14:sldId id="2363"/>
            <p14:sldId id="2826"/>
            <p14:sldId id="2897"/>
            <p14:sldId id="2827"/>
            <p14:sldId id="2896"/>
            <p14:sldId id="2828"/>
            <p14:sldId id="2829"/>
            <p14:sldId id="2830"/>
            <p14:sldId id="2898"/>
            <p14:sldId id="2899"/>
            <p14:sldId id="2900"/>
            <p14:sldId id="2901"/>
            <p14:sldId id="2902"/>
            <p14:sldId id="2903"/>
            <p14:sldId id="2904"/>
            <p14:sldId id="2905"/>
            <p14:sldId id="2839"/>
            <p14:sldId id="2840"/>
            <p14:sldId id="2841"/>
            <p14:sldId id="2906"/>
            <p14:sldId id="2844"/>
            <p14:sldId id="2845"/>
            <p14:sldId id="2907"/>
            <p14:sldId id="2847"/>
            <p14:sldId id="2389"/>
            <p14:sldId id="2823"/>
            <p14:sldId id="2849"/>
            <p14:sldId id="2850"/>
            <p14:sldId id="2851"/>
            <p14:sldId id="2852"/>
            <p14:sldId id="2853"/>
            <p14:sldId id="2854"/>
            <p14:sldId id="2855"/>
            <p14:sldId id="2856"/>
            <p14:sldId id="2857"/>
            <p14:sldId id="2858"/>
            <p14:sldId id="2859"/>
            <p14:sldId id="2860"/>
            <p14:sldId id="2861"/>
            <p14:sldId id="2862"/>
            <p14:sldId id="2864"/>
            <p14:sldId id="2865"/>
            <p14:sldId id="2866"/>
            <p14:sldId id="2867"/>
            <p14:sldId id="2869"/>
            <p14:sldId id="2868"/>
            <p14:sldId id="2870"/>
            <p14:sldId id="2871"/>
            <p14:sldId id="2872"/>
            <p14:sldId id="2873"/>
            <p14:sldId id="2874"/>
            <p14:sldId id="2875"/>
            <p14:sldId id="2876"/>
            <p14:sldId id="2877"/>
            <p14:sldId id="2878"/>
            <p14:sldId id="2879"/>
            <p14:sldId id="2880"/>
            <p14:sldId id="2881"/>
            <p14:sldId id="2882"/>
            <p14:sldId id="2883"/>
            <p14:sldId id="2908"/>
            <p14:sldId id="2885"/>
            <p14:sldId id="2886"/>
            <p14:sldId id="2887"/>
            <p14:sldId id="2888"/>
            <p14:sldId id="2889"/>
            <p14:sldId id="2890"/>
            <p14:sldId id="2891"/>
            <p14:sldId id="2892"/>
            <p14:sldId id="2893"/>
            <p14:sldId id="3207"/>
            <p14:sldId id="2894"/>
            <p14:sldId id="2895"/>
            <p14:sldId id="2909"/>
            <p14:sldId id="2910"/>
            <p14:sldId id="2911"/>
            <p14:sldId id="2912"/>
            <p14:sldId id="2913"/>
            <p14:sldId id="2914"/>
            <p14:sldId id="2915"/>
            <p14:sldId id="2916"/>
            <p14:sldId id="2917"/>
            <p14:sldId id="2918"/>
            <p14:sldId id="2919"/>
            <p14:sldId id="2920"/>
            <p14:sldId id="2921"/>
            <p14:sldId id="2922"/>
            <p14:sldId id="2923"/>
            <p14:sldId id="2924"/>
            <p14:sldId id="2925"/>
            <p14:sldId id="2926"/>
            <p14:sldId id="2927"/>
            <p14:sldId id="2928"/>
            <p14:sldId id="2929"/>
            <p14:sldId id="2930"/>
            <p14:sldId id="2931"/>
            <p14:sldId id="2932"/>
            <p14:sldId id="2933"/>
            <p14:sldId id="2934"/>
            <p14:sldId id="2935"/>
            <p14:sldId id="2936"/>
            <p14:sldId id="2937"/>
            <p14:sldId id="2938"/>
            <p14:sldId id="2940"/>
            <p14:sldId id="2941"/>
            <p14:sldId id="2942"/>
            <p14:sldId id="2943"/>
            <p14:sldId id="3204"/>
            <p14:sldId id="2410"/>
            <p14:sldId id="3208"/>
            <p14:sldId id="2944"/>
            <p14:sldId id="2945"/>
            <p14:sldId id="2946"/>
            <p14:sldId id="2947"/>
            <p14:sldId id="2948"/>
            <p14:sldId id="2949"/>
            <p14:sldId id="3206"/>
            <p14:sldId id="2951"/>
            <p14:sldId id="2952"/>
            <p14:sldId id="2953"/>
            <p14:sldId id="2954"/>
            <p14:sldId id="2955"/>
            <p14:sldId id="2956"/>
            <p14:sldId id="2957"/>
            <p14:sldId id="2958"/>
            <p14:sldId id="2959"/>
            <p14:sldId id="2960"/>
            <p14:sldId id="2961"/>
            <p14:sldId id="2962"/>
            <p14:sldId id="2963"/>
            <p14:sldId id="2964"/>
            <p14:sldId id="2965"/>
            <p14:sldId id="2433"/>
            <p14:sldId id="2434"/>
            <p14:sldId id="2966"/>
            <p14:sldId id="2967"/>
            <p14:sldId id="2968"/>
            <p14:sldId id="2969"/>
            <p14:sldId id="2970"/>
            <p14:sldId id="2971"/>
            <p14:sldId id="2972"/>
            <p14:sldId id="2973"/>
            <p14:sldId id="2454"/>
          </p14:sldIdLst>
        </p14:section>
        <p14:section name="Unit 2" id="{296498FD-5CAC-4EA8-82AF-2834F10AFADB}">
          <p14:sldIdLst>
            <p14:sldId id="2457"/>
            <p14:sldId id="2974"/>
            <p14:sldId id="2975"/>
            <p14:sldId id="3425"/>
            <p14:sldId id="2459"/>
            <p14:sldId id="2976"/>
            <p14:sldId id="2977"/>
            <p14:sldId id="2978"/>
            <p14:sldId id="2979"/>
            <p14:sldId id="2980"/>
            <p14:sldId id="2981"/>
            <p14:sldId id="2982"/>
            <p14:sldId id="2983"/>
            <p14:sldId id="2984"/>
            <p14:sldId id="2985"/>
            <p14:sldId id="2988"/>
            <p14:sldId id="3205"/>
            <p14:sldId id="2987"/>
            <p14:sldId id="2989"/>
            <p14:sldId id="2990"/>
            <p14:sldId id="2991"/>
            <p14:sldId id="2992"/>
            <p14:sldId id="2993"/>
            <p14:sldId id="2995"/>
            <p14:sldId id="2996"/>
            <p14:sldId id="2994"/>
            <p14:sldId id="2997"/>
            <p14:sldId id="2998"/>
            <p14:sldId id="2999"/>
            <p14:sldId id="3000"/>
            <p14:sldId id="3001"/>
            <p14:sldId id="3002"/>
            <p14:sldId id="3003"/>
            <p14:sldId id="3004"/>
            <p14:sldId id="3005"/>
            <p14:sldId id="3006"/>
            <p14:sldId id="3007"/>
            <p14:sldId id="3008"/>
            <p14:sldId id="3009"/>
            <p14:sldId id="3010"/>
            <p14:sldId id="3011"/>
            <p14:sldId id="3012"/>
            <p14:sldId id="3013"/>
            <p14:sldId id="3014"/>
            <p14:sldId id="3015"/>
            <p14:sldId id="3016"/>
            <p14:sldId id="3017"/>
            <p14:sldId id="3018"/>
            <p14:sldId id="3019"/>
            <p14:sldId id="3020"/>
            <p14:sldId id="3021"/>
            <p14:sldId id="3022"/>
            <p14:sldId id="3023"/>
            <p14:sldId id="3024"/>
            <p14:sldId id="3025"/>
            <p14:sldId id="3026"/>
            <p14:sldId id="3027"/>
            <p14:sldId id="3028"/>
            <p14:sldId id="3029"/>
            <p14:sldId id="3030"/>
            <p14:sldId id="3031"/>
            <p14:sldId id="3032"/>
            <p14:sldId id="3033"/>
            <p14:sldId id="3034"/>
            <p14:sldId id="3035"/>
            <p14:sldId id="3036"/>
            <p14:sldId id="3037"/>
            <p14:sldId id="3038"/>
            <p14:sldId id="3039"/>
            <p14:sldId id="3040"/>
            <p14:sldId id="3041"/>
            <p14:sldId id="3042"/>
            <p14:sldId id="3043"/>
            <p14:sldId id="3044"/>
            <p14:sldId id="3045"/>
            <p14:sldId id="3046"/>
            <p14:sldId id="3047"/>
            <p14:sldId id="3048"/>
            <p14:sldId id="3049"/>
            <p14:sldId id="3050"/>
            <p14:sldId id="3051"/>
            <p14:sldId id="3052"/>
            <p14:sldId id="3053"/>
            <p14:sldId id="3054"/>
            <p14:sldId id="3055"/>
            <p14:sldId id="3056"/>
            <p14:sldId id="3057"/>
            <p14:sldId id="3058"/>
            <p14:sldId id="3059"/>
            <p14:sldId id="3060"/>
            <p14:sldId id="3061"/>
            <p14:sldId id="3062"/>
            <p14:sldId id="3063"/>
            <p14:sldId id="3064"/>
            <p14:sldId id="3065"/>
            <p14:sldId id="3066"/>
            <p14:sldId id="3067"/>
            <p14:sldId id="3068"/>
            <p14:sldId id="3069"/>
            <p14:sldId id="3070"/>
            <p14:sldId id="3071"/>
            <p14:sldId id="3072"/>
            <p14:sldId id="3073"/>
            <p14:sldId id="3074"/>
            <p14:sldId id="3075"/>
            <p14:sldId id="3076"/>
            <p14:sldId id="3077"/>
            <p14:sldId id="3078"/>
            <p14:sldId id="3079"/>
            <p14:sldId id="3080"/>
            <p14:sldId id="3081"/>
            <p14:sldId id="3082"/>
            <p14:sldId id="3083"/>
            <p14:sldId id="3084"/>
            <p14:sldId id="3085"/>
            <p14:sldId id="3086"/>
            <p14:sldId id="3087"/>
            <p14:sldId id="3088"/>
            <p14:sldId id="3089"/>
            <p14:sldId id="3090"/>
            <p14:sldId id="3091"/>
            <p14:sldId id="3092"/>
            <p14:sldId id="3093"/>
            <p14:sldId id="3095"/>
            <p14:sldId id="3096"/>
            <p14:sldId id="3097"/>
            <p14:sldId id="3098"/>
            <p14:sldId id="3099"/>
            <p14:sldId id="3100"/>
            <p14:sldId id="3101"/>
            <p14:sldId id="3102"/>
            <p14:sldId id="3103"/>
            <p14:sldId id="2481"/>
            <p14:sldId id="2534"/>
            <p14:sldId id="3426"/>
            <p14:sldId id="2536"/>
            <p14:sldId id="2537"/>
            <p14:sldId id="2538"/>
            <p14:sldId id="2539"/>
            <p14:sldId id="2540"/>
            <p14:sldId id="2541"/>
            <p14:sldId id="2542"/>
            <p14:sldId id="2543"/>
            <p14:sldId id="2544"/>
            <p14:sldId id="2545"/>
            <p14:sldId id="2546"/>
            <p14:sldId id="2547"/>
            <p14:sldId id="3161"/>
            <p14:sldId id="3210"/>
            <p14:sldId id="3162"/>
            <p14:sldId id="3163"/>
            <p14:sldId id="3164"/>
            <p14:sldId id="3165"/>
            <p14:sldId id="3166"/>
            <p14:sldId id="3167"/>
            <p14:sldId id="3168"/>
            <p14:sldId id="3169"/>
            <p14:sldId id="3170"/>
            <p14:sldId id="3171"/>
            <p14:sldId id="3172"/>
            <p14:sldId id="3173"/>
            <p14:sldId id="3174"/>
            <p14:sldId id="3175"/>
            <p14:sldId id="3176"/>
            <p14:sldId id="3177"/>
            <p14:sldId id="2749"/>
            <p14:sldId id="2548"/>
            <p14:sldId id="3427"/>
            <p14:sldId id="2550"/>
            <p14:sldId id="2551"/>
            <p14:sldId id="3212"/>
            <p14:sldId id="2747"/>
            <p14:sldId id="3428"/>
            <p14:sldId id="3104"/>
            <p14:sldId id="3193"/>
            <p14:sldId id="3194"/>
            <p14:sldId id="3195"/>
            <p14:sldId id="3196"/>
            <p14:sldId id="3197"/>
            <p14:sldId id="3198"/>
            <p14:sldId id="3199"/>
            <p14:sldId id="3200"/>
            <p14:sldId id="3201"/>
            <p14:sldId id="3202"/>
            <p14:sldId id="3203"/>
            <p14:sldId id="2557"/>
            <p14:sldId id="3214"/>
            <p14:sldId id="2565"/>
            <p14:sldId id="3215"/>
            <p14:sldId id="2572"/>
            <p14:sldId id="2757"/>
          </p14:sldIdLst>
        </p14:section>
        <p14:section name="Unit 3" id="{D3914D59-C95F-4617-9419-B47B6A409A6A}">
          <p14:sldIdLst>
            <p14:sldId id="3216"/>
            <p14:sldId id="3217"/>
            <p14:sldId id="3218"/>
            <p14:sldId id="3219"/>
            <p14:sldId id="3220"/>
            <p14:sldId id="3221"/>
            <p14:sldId id="3222"/>
            <p14:sldId id="3223"/>
            <p14:sldId id="3224"/>
            <p14:sldId id="3225"/>
            <p14:sldId id="3226"/>
            <p14:sldId id="3227"/>
            <p14:sldId id="3229"/>
            <p14:sldId id="3230"/>
            <p14:sldId id="3231"/>
            <p14:sldId id="3232"/>
            <p14:sldId id="3233"/>
            <p14:sldId id="3234"/>
            <p14:sldId id="3236"/>
            <p14:sldId id="3238"/>
            <p14:sldId id="3240"/>
            <p14:sldId id="3241"/>
            <p14:sldId id="3242"/>
            <p14:sldId id="3243"/>
            <p14:sldId id="3244"/>
            <p14:sldId id="3245"/>
            <p14:sldId id="3246"/>
            <p14:sldId id="3247"/>
            <p14:sldId id="3248"/>
            <p14:sldId id="3249"/>
            <p14:sldId id="3250"/>
            <p14:sldId id="3251"/>
            <p14:sldId id="3252"/>
            <p14:sldId id="3253"/>
            <p14:sldId id="3254"/>
            <p14:sldId id="3255"/>
            <p14:sldId id="3256"/>
            <p14:sldId id="3257"/>
            <p14:sldId id="3258"/>
            <p14:sldId id="3259"/>
            <p14:sldId id="3260"/>
            <p14:sldId id="3261"/>
            <p14:sldId id="3264"/>
            <p14:sldId id="3265"/>
            <p14:sldId id="3266"/>
            <p14:sldId id="3267"/>
            <p14:sldId id="3268"/>
            <p14:sldId id="3269"/>
            <p14:sldId id="3271"/>
            <p14:sldId id="3273"/>
            <p14:sldId id="3274"/>
            <p14:sldId id="3275"/>
            <p14:sldId id="3311"/>
            <p14:sldId id="3312"/>
            <p14:sldId id="3281"/>
            <p14:sldId id="3313"/>
            <p14:sldId id="3288"/>
            <p14:sldId id="3289"/>
            <p14:sldId id="3290"/>
            <p14:sldId id="3292"/>
            <p14:sldId id="3294"/>
            <p14:sldId id="3296"/>
            <p14:sldId id="3297"/>
            <p14:sldId id="3300"/>
            <p14:sldId id="3303"/>
            <p14:sldId id="3304"/>
            <p14:sldId id="3306"/>
            <p14:sldId id="3307"/>
            <p14:sldId id="3309"/>
            <p14:sldId id="3310"/>
          </p14:sldIdLst>
        </p14:section>
        <p14:section name="Unit 4" id="{796F0C7F-462A-46D6-AB3E-B225F896A693}">
          <p14:sldIdLst>
            <p14:sldId id="3314"/>
            <p14:sldId id="3315"/>
            <p14:sldId id="3316"/>
            <p14:sldId id="3317"/>
            <p14:sldId id="3318"/>
            <p14:sldId id="3319"/>
            <p14:sldId id="3320"/>
            <p14:sldId id="3321"/>
            <p14:sldId id="3322"/>
            <p14:sldId id="3323"/>
            <p14:sldId id="3324"/>
            <p14:sldId id="3325"/>
            <p14:sldId id="3326"/>
            <p14:sldId id="3327"/>
            <p14:sldId id="3328"/>
            <p14:sldId id="3329"/>
            <p14:sldId id="3330"/>
            <p14:sldId id="3331"/>
            <p14:sldId id="3332"/>
            <p14:sldId id="3333"/>
            <p14:sldId id="3334"/>
            <p14:sldId id="3335"/>
            <p14:sldId id="3336"/>
            <p14:sldId id="3337"/>
            <p14:sldId id="3338"/>
            <p14:sldId id="3339"/>
            <p14:sldId id="3340"/>
            <p14:sldId id="3341"/>
            <p14:sldId id="3342"/>
            <p14:sldId id="3343"/>
            <p14:sldId id="3344"/>
            <p14:sldId id="3345"/>
            <p14:sldId id="3346"/>
            <p14:sldId id="3347"/>
            <p14:sldId id="3348"/>
            <p14:sldId id="3349"/>
            <p14:sldId id="3350"/>
            <p14:sldId id="3351"/>
            <p14:sldId id="3352"/>
            <p14:sldId id="3353"/>
            <p14:sldId id="3354"/>
            <p14:sldId id="3355"/>
            <p14:sldId id="3356"/>
            <p14:sldId id="3357"/>
            <p14:sldId id="3358"/>
            <p14:sldId id="3359"/>
            <p14:sldId id="3360"/>
            <p14:sldId id="3361"/>
            <p14:sldId id="3362"/>
            <p14:sldId id="3363"/>
            <p14:sldId id="3364"/>
            <p14:sldId id="3365"/>
            <p14:sldId id="3366"/>
            <p14:sldId id="3367"/>
            <p14:sldId id="3368"/>
            <p14:sldId id="3369"/>
            <p14:sldId id="3370"/>
            <p14:sldId id="3371"/>
            <p14:sldId id="3372"/>
            <p14:sldId id="3373"/>
            <p14:sldId id="3374"/>
            <p14:sldId id="3375"/>
            <p14:sldId id="3376"/>
            <p14:sldId id="3377"/>
            <p14:sldId id="3378"/>
            <p14:sldId id="3379"/>
            <p14:sldId id="3380"/>
            <p14:sldId id="3381"/>
            <p14:sldId id="3382"/>
            <p14:sldId id="3383"/>
            <p14:sldId id="3384"/>
            <p14:sldId id="3385"/>
            <p14:sldId id="3386"/>
            <p14:sldId id="3387"/>
            <p14:sldId id="3388"/>
            <p14:sldId id="3389"/>
            <p14:sldId id="3390"/>
            <p14:sldId id="3391"/>
            <p14:sldId id="3392"/>
            <p14:sldId id="3393"/>
            <p14:sldId id="3394"/>
            <p14:sldId id="3395"/>
            <p14:sldId id="3396"/>
            <p14:sldId id="3397"/>
            <p14:sldId id="3398"/>
            <p14:sldId id="3399"/>
            <p14:sldId id="3400"/>
            <p14:sldId id="3401"/>
            <p14:sldId id="3402"/>
            <p14:sldId id="3403"/>
            <p14:sldId id="3404"/>
            <p14:sldId id="3405"/>
            <p14:sldId id="3406"/>
            <p14:sldId id="3407"/>
            <p14:sldId id="3408"/>
            <p14:sldId id="3409"/>
            <p14:sldId id="3410"/>
            <p14:sldId id="3411"/>
            <p14:sldId id="3412"/>
            <p14:sldId id="3413"/>
            <p14:sldId id="3414"/>
            <p14:sldId id="3415"/>
            <p14:sldId id="3416"/>
            <p14:sldId id="3417"/>
            <p14:sldId id="3418"/>
            <p14:sldId id="3419"/>
            <p14:sldId id="3420"/>
            <p14:sldId id="3421"/>
            <p14:sldId id="3423"/>
            <p14:sldId id="3424"/>
          </p14:sldIdLst>
        </p14:section>
      </p14:sectionLst>
    </p:ext>
    <p:ext uri="{EFAFB233-063F-42B5-8137-9DF3F51BA10A}">
      <p15:sldGuideLst xmlns:p15="http://schemas.microsoft.com/office/powerpoint/2012/main">
        <p15:guide id="2" orient="horz" pos="794" userDrawn="1">
          <p15:clr>
            <a:srgbClr val="A4A3A4"/>
          </p15:clr>
        </p15:guide>
        <p15:guide id="3" orient="horz" pos="1023" userDrawn="1">
          <p15:clr>
            <a:srgbClr val="A4A3A4"/>
          </p15:clr>
        </p15:guide>
        <p15:guide id="4" pos="3119">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Microsoft 계정" initials="M계" lastIdx="2" clrIdx="0">
    <p:extLst>
      <p:ext uri="{19B8F6BF-5375-455C-9EA6-DF929625EA0E}">
        <p15:presenceInfo xmlns:p15="http://schemas.microsoft.com/office/powerpoint/2012/main" userId="4502cc2f324a9fdd"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429A0"/>
    <a:srgbClr val="F5F5F5"/>
    <a:srgbClr val="D9EDFD"/>
    <a:srgbClr val="007671"/>
    <a:srgbClr val="C2BB9E"/>
    <a:srgbClr val="E6EFEE"/>
    <a:srgbClr val="B8151E"/>
    <a:srgbClr val="F7F7F7"/>
    <a:srgbClr val="193EB0"/>
    <a:srgbClr val="FFF2C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93296810-A885-4BE3-A3E7-6D5BEEA58F35}" styleName="보통 스타일 2 - 강조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2D5ABB26-0587-4C30-8999-92F81FD0307C}" styleName="스타일 없음, 눈금 없음">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841" autoAdjust="0"/>
    <p:restoredTop sz="96683" autoAdjust="0"/>
  </p:normalViewPr>
  <p:slideViewPr>
    <p:cSldViewPr>
      <p:cViewPr>
        <p:scale>
          <a:sx n="125" d="100"/>
          <a:sy n="125" d="100"/>
        </p:scale>
        <p:origin x="304" y="1824"/>
      </p:cViewPr>
      <p:guideLst>
        <p:guide orient="horz" pos="794"/>
        <p:guide orient="horz" pos="1023"/>
        <p:guide pos="3119"/>
      </p:guideLst>
    </p:cSldViewPr>
  </p:slideViewPr>
  <p:outlineViewPr>
    <p:cViewPr>
      <p:scale>
        <a:sx n="33" d="100"/>
        <a:sy n="33" d="100"/>
      </p:scale>
      <p:origin x="0" y="-568"/>
    </p:cViewPr>
  </p:outlineViewPr>
  <p:notesTextViewPr>
    <p:cViewPr>
      <p:scale>
        <a:sx n="100" d="100"/>
        <a:sy n="100" d="100"/>
      </p:scale>
      <p:origin x="0" y="0"/>
    </p:cViewPr>
  </p:notesTextViewPr>
  <p:sorterViewPr>
    <p:cViewPr>
      <p:scale>
        <a:sx n="84" d="100"/>
        <a:sy n="84" d="100"/>
      </p:scale>
      <p:origin x="0" y="-104002"/>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1" Type="http://schemas.openxmlformats.org/officeDocument/2006/relationships/slide" Target="slides/slide19.xml"/><Relationship Id="rId324" Type="http://schemas.openxmlformats.org/officeDocument/2006/relationships/slide" Target="slides/slide322.xml"/><Relationship Id="rId170" Type="http://schemas.openxmlformats.org/officeDocument/2006/relationships/slide" Target="slides/slide168.xml"/><Relationship Id="rId268" Type="http://schemas.openxmlformats.org/officeDocument/2006/relationships/slide" Target="slides/slide266.xml"/><Relationship Id="rId475" Type="http://schemas.openxmlformats.org/officeDocument/2006/relationships/slide" Target="slides/slide473.xml"/><Relationship Id="rId32" Type="http://schemas.openxmlformats.org/officeDocument/2006/relationships/slide" Target="slides/slide30.xml"/><Relationship Id="rId74" Type="http://schemas.openxmlformats.org/officeDocument/2006/relationships/slide" Target="slides/slide72.xml"/><Relationship Id="rId128" Type="http://schemas.openxmlformats.org/officeDocument/2006/relationships/slide" Target="slides/slide126.xml"/><Relationship Id="rId335" Type="http://schemas.openxmlformats.org/officeDocument/2006/relationships/slide" Target="slides/slide333.xml"/><Relationship Id="rId377" Type="http://schemas.openxmlformats.org/officeDocument/2006/relationships/slide" Target="slides/slide375.xml"/><Relationship Id="rId500" Type="http://schemas.openxmlformats.org/officeDocument/2006/relationships/slide" Target="slides/slide498.xml"/><Relationship Id="rId5" Type="http://schemas.openxmlformats.org/officeDocument/2006/relationships/slide" Target="slides/slide3.xml"/><Relationship Id="rId181" Type="http://schemas.openxmlformats.org/officeDocument/2006/relationships/slide" Target="slides/slide179.xml"/><Relationship Id="rId237" Type="http://schemas.openxmlformats.org/officeDocument/2006/relationships/slide" Target="slides/slide235.xml"/><Relationship Id="rId402" Type="http://schemas.openxmlformats.org/officeDocument/2006/relationships/slide" Target="slides/slide400.xml"/><Relationship Id="rId279" Type="http://schemas.openxmlformats.org/officeDocument/2006/relationships/slide" Target="slides/slide277.xml"/><Relationship Id="rId444" Type="http://schemas.openxmlformats.org/officeDocument/2006/relationships/slide" Target="slides/slide442.xml"/><Relationship Id="rId486" Type="http://schemas.openxmlformats.org/officeDocument/2006/relationships/slide" Target="slides/slide484.xml"/><Relationship Id="rId43" Type="http://schemas.openxmlformats.org/officeDocument/2006/relationships/slide" Target="slides/slide41.xml"/><Relationship Id="rId139" Type="http://schemas.openxmlformats.org/officeDocument/2006/relationships/slide" Target="slides/slide137.xml"/><Relationship Id="rId290" Type="http://schemas.openxmlformats.org/officeDocument/2006/relationships/slide" Target="slides/slide288.xml"/><Relationship Id="rId304" Type="http://schemas.openxmlformats.org/officeDocument/2006/relationships/slide" Target="slides/slide302.xml"/><Relationship Id="rId346" Type="http://schemas.openxmlformats.org/officeDocument/2006/relationships/slide" Target="slides/slide344.xml"/><Relationship Id="rId388" Type="http://schemas.openxmlformats.org/officeDocument/2006/relationships/slide" Target="slides/slide386.xml"/><Relationship Id="rId511" Type="http://schemas.openxmlformats.org/officeDocument/2006/relationships/slide" Target="slides/slide509.xml"/><Relationship Id="rId85" Type="http://schemas.openxmlformats.org/officeDocument/2006/relationships/slide" Target="slides/slide83.xml"/><Relationship Id="rId150" Type="http://schemas.openxmlformats.org/officeDocument/2006/relationships/slide" Target="slides/slide148.xml"/><Relationship Id="rId192" Type="http://schemas.openxmlformats.org/officeDocument/2006/relationships/slide" Target="slides/slide190.xml"/><Relationship Id="rId206" Type="http://schemas.openxmlformats.org/officeDocument/2006/relationships/slide" Target="slides/slide204.xml"/><Relationship Id="rId413" Type="http://schemas.openxmlformats.org/officeDocument/2006/relationships/slide" Target="slides/slide411.xml"/><Relationship Id="rId248" Type="http://schemas.openxmlformats.org/officeDocument/2006/relationships/slide" Target="slides/slide246.xml"/><Relationship Id="rId455" Type="http://schemas.openxmlformats.org/officeDocument/2006/relationships/slide" Target="slides/slide453.xml"/><Relationship Id="rId497" Type="http://schemas.openxmlformats.org/officeDocument/2006/relationships/slide" Target="slides/slide495.xml"/><Relationship Id="rId12" Type="http://schemas.openxmlformats.org/officeDocument/2006/relationships/slide" Target="slides/slide10.xml"/><Relationship Id="rId108" Type="http://schemas.openxmlformats.org/officeDocument/2006/relationships/slide" Target="slides/slide106.xml"/><Relationship Id="rId315" Type="http://schemas.openxmlformats.org/officeDocument/2006/relationships/slide" Target="slides/slide313.xml"/><Relationship Id="rId357" Type="http://schemas.openxmlformats.org/officeDocument/2006/relationships/slide" Target="slides/slide355.xml"/><Relationship Id="rId522" Type="http://schemas.openxmlformats.org/officeDocument/2006/relationships/presProps" Target="presProps.xml"/><Relationship Id="rId54" Type="http://schemas.openxmlformats.org/officeDocument/2006/relationships/slide" Target="slides/slide52.xml"/><Relationship Id="rId96" Type="http://schemas.openxmlformats.org/officeDocument/2006/relationships/slide" Target="slides/slide94.xml"/><Relationship Id="rId161" Type="http://schemas.openxmlformats.org/officeDocument/2006/relationships/slide" Target="slides/slide159.xml"/><Relationship Id="rId217" Type="http://schemas.openxmlformats.org/officeDocument/2006/relationships/slide" Target="slides/slide215.xml"/><Relationship Id="rId399" Type="http://schemas.openxmlformats.org/officeDocument/2006/relationships/slide" Target="slides/slide397.xml"/><Relationship Id="rId259" Type="http://schemas.openxmlformats.org/officeDocument/2006/relationships/slide" Target="slides/slide257.xml"/><Relationship Id="rId424" Type="http://schemas.openxmlformats.org/officeDocument/2006/relationships/slide" Target="slides/slide422.xml"/><Relationship Id="rId466" Type="http://schemas.openxmlformats.org/officeDocument/2006/relationships/slide" Target="slides/slide464.xml"/><Relationship Id="rId23" Type="http://schemas.openxmlformats.org/officeDocument/2006/relationships/slide" Target="slides/slide21.xml"/><Relationship Id="rId119" Type="http://schemas.openxmlformats.org/officeDocument/2006/relationships/slide" Target="slides/slide117.xml"/><Relationship Id="rId270" Type="http://schemas.openxmlformats.org/officeDocument/2006/relationships/slide" Target="slides/slide268.xml"/><Relationship Id="rId326" Type="http://schemas.openxmlformats.org/officeDocument/2006/relationships/slide" Target="slides/slide324.xml"/><Relationship Id="rId65" Type="http://schemas.openxmlformats.org/officeDocument/2006/relationships/slide" Target="slides/slide63.xml"/><Relationship Id="rId130" Type="http://schemas.openxmlformats.org/officeDocument/2006/relationships/slide" Target="slides/slide128.xml"/><Relationship Id="rId368" Type="http://schemas.openxmlformats.org/officeDocument/2006/relationships/slide" Target="slides/slide366.xml"/><Relationship Id="rId172" Type="http://schemas.openxmlformats.org/officeDocument/2006/relationships/slide" Target="slides/slide170.xml"/><Relationship Id="rId228" Type="http://schemas.openxmlformats.org/officeDocument/2006/relationships/slide" Target="slides/slide226.xml"/><Relationship Id="rId435" Type="http://schemas.openxmlformats.org/officeDocument/2006/relationships/slide" Target="slides/slide433.xml"/><Relationship Id="rId477" Type="http://schemas.openxmlformats.org/officeDocument/2006/relationships/slide" Target="slides/slide475.xml"/><Relationship Id="rId281" Type="http://schemas.openxmlformats.org/officeDocument/2006/relationships/slide" Target="slides/slide279.xml"/><Relationship Id="rId337" Type="http://schemas.openxmlformats.org/officeDocument/2006/relationships/slide" Target="slides/slide335.xml"/><Relationship Id="rId502" Type="http://schemas.openxmlformats.org/officeDocument/2006/relationships/slide" Target="slides/slide500.xml"/><Relationship Id="rId34" Type="http://schemas.openxmlformats.org/officeDocument/2006/relationships/slide" Target="slides/slide32.xml"/><Relationship Id="rId76" Type="http://schemas.openxmlformats.org/officeDocument/2006/relationships/slide" Target="slides/slide74.xml"/><Relationship Id="rId141" Type="http://schemas.openxmlformats.org/officeDocument/2006/relationships/slide" Target="slides/slide139.xml"/><Relationship Id="rId379" Type="http://schemas.openxmlformats.org/officeDocument/2006/relationships/slide" Target="slides/slide377.xml"/><Relationship Id="rId7" Type="http://schemas.openxmlformats.org/officeDocument/2006/relationships/slide" Target="slides/slide5.xml"/><Relationship Id="rId183" Type="http://schemas.openxmlformats.org/officeDocument/2006/relationships/slide" Target="slides/slide181.xml"/><Relationship Id="rId239" Type="http://schemas.openxmlformats.org/officeDocument/2006/relationships/slide" Target="slides/slide237.xml"/><Relationship Id="rId390" Type="http://schemas.openxmlformats.org/officeDocument/2006/relationships/slide" Target="slides/slide388.xml"/><Relationship Id="rId404" Type="http://schemas.openxmlformats.org/officeDocument/2006/relationships/slide" Target="slides/slide402.xml"/><Relationship Id="rId446" Type="http://schemas.openxmlformats.org/officeDocument/2006/relationships/slide" Target="slides/slide444.xml"/><Relationship Id="rId250" Type="http://schemas.openxmlformats.org/officeDocument/2006/relationships/slide" Target="slides/slide248.xml"/><Relationship Id="rId292" Type="http://schemas.openxmlformats.org/officeDocument/2006/relationships/slide" Target="slides/slide290.xml"/><Relationship Id="rId306" Type="http://schemas.openxmlformats.org/officeDocument/2006/relationships/slide" Target="slides/slide304.xml"/><Relationship Id="rId488" Type="http://schemas.openxmlformats.org/officeDocument/2006/relationships/slide" Target="slides/slide486.xml"/><Relationship Id="rId45" Type="http://schemas.openxmlformats.org/officeDocument/2006/relationships/slide" Target="slides/slide43.xml"/><Relationship Id="rId87" Type="http://schemas.openxmlformats.org/officeDocument/2006/relationships/slide" Target="slides/slide85.xml"/><Relationship Id="rId110" Type="http://schemas.openxmlformats.org/officeDocument/2006/relationships/slide" Target="slides/slide108.xml"/><Relationship Id="rId348" Type="http://schemas.openxmlformats.org/officeDocument/2006/relationships/slide" Target="slides/slide346.xml"/><Relationship Id="rId513" Type="http://schemas.openxmlformats.org/officeDocument/2006/relationships/slide" Target="slides/slide511.xml"/><Relationship Id="rId152" Type="http://schemas.openxmlformats.org/officeDocument/2006/relationships/slide" Target="slides/slide150.xml"/><Relationship Id="rId194" Type="http://schemas.openxmlformats.org/officeDocument/2006/relationships/slide" Target="slides/slide192.xml"/><Relationship Id="rId208" Type="http://schemas.openxmlformats.org/officeDocument/2006/relationships/slide" Target="slides/slide206.xml"/><Relationship Id="rId415" Type="http://schemas.openxmlformats.org/officeDocument/2006/relationships/slide" Target="slides/slide413.xml"/><Relationship Id="rId457" Type="http://schemas.openxmlformats.org/officeDocument/2006/relationships/slide" Target="slides/slide455.xml"/><Relationship Id="rId261" Type="http://schemas.openxmlformats.org/officeDocument/2006/relationships/slide" Target="slides/slide259.xml"/><Relationship Id="rId499" Type="http://schemas.openxmlformats.org/officeDocument/2006/relationships/slide" Target="slides/slide497.xml"/><Relationship Id="rId14" Type="http://schemas.openxmlformats.org/officeDocument/2006/relationships/slide" Target="slides/slide12.xml"/><Relationship Id="rId56" Type="http://schemas.openxmlformats.org/officeDocument/2006/relationships/slide" Target="slides/slide54.xml"/><Relationship Id="rId317" Type="http://schemas.openxmlformats.org/officeDocument/2006/relationships/slide" Target="slides/slide315.xml"/><Relationship Id="rId359" Type="http://schemas.openxmlformats.org/officeDocument/2006/relationships/slide" Target="slides/slide357.xml"/><Relationship Id="rId524" Type="http://schemas.openxmlformats.org/officeDocument/2006/relationships/theme" Target="theme/theme1.xml"/><Relationship Id="rId98" Type="http://schemas.openxmlformats.org/officeDocument/2006/relationships/slide" Target="slides/slide96.xml"/><Relationship Id="rId121" Type="http://schemas.openxmlformats.org/officeDocument/2006/relationships/slide" Target="slides/slide119.xml"/><Relationship Id="rId163" Type="http://schemas.openxmlformats.org/officeDocument/2006/relationships/slide" Target="slides/slide161.xml"/><Relationship Id="rId219" Type="http://schemas.openxmlformats.org/officeDocument/2006/relationships/slide" Target="slides/slide217.xml"/><Relationship Id="rId370" Type="http://schemas.openxmlformats.org/officeDocument/2006/relationships/slide" Target="slides/slide368.xml"/><Relationship Id="rId426" Type="http://schemas.openxmlformats.org/officeDocument/2006/relationships/slide" Target="slides/slide424.xml"/><Relationship Id="rId230" Type="http://schemas.openxmlformats.org/officeDocument/2006/relationships/slide" Target="slides/slide228.xml"/><Relationship Id="rId468" Type="http://schemas.openxmlformats.org/officeDocument/2006/relationships/slide" Target="slides/slide466.xml"/><Relationship Id="rId25" Type="http://schemas.openxmlformats.org/officeDocument/2006/relationships/slide" Target="slides/slide23.xml"/><Relationship Id="rId67" Type="http://schemas.openxmlformats.org/officeDocument/2006/relationships/slide" Target="slides/slide65.xml"/><Relationship Id="rId272" Type="http://schemas.openxmlformats.org/officeDocument/2006/relationships/slide" Target="slides/slide270.xml"/><Relationship Id="rId328" Type="http://schemas.openxmlformats.org/officeDocument/2006/relationships/slide" Target="slides/slide326.xml"/><Relationship Id="rId132" Type="http://schemas.openxmlformats.org/officeDocument/2006/relationships/slide" Target="slides/slide130.xml"/><Relationship Id="rId174" Type="http://schemas.openxmlformats.org/officeDocument/2006/relationships/slide" Target="slides/slide172.xml"/><Relationship Id="rId381" Type="http://schemas.openxmlformats.org/officeDocument/2006/relationships/slide" Target="slides/slide379.xml"/><Relationship Id="rId241" Type="http://schemas.openxmlformats.org/officeDocument/2006/relationships/slide" Target="slides/slide239.xml"/><Relationship Id="rId437" Type="http://schemas.openxmlformats.org/officeDocument/2006/relationships/slide" Target="slides/slide435.xml"/><Relationship Id="rId479" Type="http://schemas.openxmlformats.org/officeDocument/2006/relationships/slide" Target="slides/slide477.xml"/><Relationship Id="rId36" Type="http://schemas.openxmlformats.org/officeDocument/2006/relationships/slide" Target="slides/slide34.xml"/><Relationship Id="rId283" Type="http://schemas.openxmlformats.org/officeDocument/2006/relationships/slide" Target="slides/slide281.xml"/><Relationship Id="rId339" Type="http://schemas.openxmlformats.org/officeDocument/2006/relationships/slide" Target="slides/slide337.xml"/><Relationship Id="rId490" Type="http://schemas.openxmlformats.org/officeDocument/2006/relationships/slide" Target="slides/slide488.xml"/><Relationship Id="rId504" Type="http://schemas.openxmlformats.org/officeDocument/2006/relationships/slide" Target="slides/slide502.xml"/><Relationship Id="rId78" Type="http://schemas.openxmlformats.org/officeDocument/2006/relationships/slide" Target="slides/slide76.xml"/><Relationship Id="rId101" Type="http://schemas.openxmlformats.org/officeDocument/2006/relationships/slide" Target="slides/slide99.xml"/><Relationship Id="rId143" Type="http://schemas.openxmlformats.org/officeDocument/2006/relationships/slide" Target="slides/slide141.xml"/><Relationship Id="rId185" Type="http://schemas.openxmlformats.org/officeDocument/2006/relationships/slide" Target="slides/slide183.xml"/><Relationship Id="rId350" Type="http://schemas.openxmlformats.org/officeDocument/2006/relationships/slide" Target="slides/slide348.xml"/><Relationship Id="rId406" Type="http://schemas.openxmlformats.org/officeDocument/2006/relationships/slide" Target="slides/slide404.xml"/><Relationship Id="rId9" Type="http://schemas.openxmlformats.org/officeDocument/2006/relationships/slide" Target="slides/slide7.xml"/><Relationship Id="rId210" Type="http://schemas.openxmlformats.org/officeDocument/2006/relationships/slide" Target="slides/slide208.xml"/><Relationship Id="rId392" Type="http://schemas.openxmlformats.org/officeDocument/2006/relationships/slide" Target="slides/slide390.xml"/><Relationship Id="rId448" Type="http://schemas.openxmlformats.org/officeDocument/2006/relationships/slide" Target="slides/slide446.xml"/><Relationship Id="rId252" Type="http://schemas.openxmlformats.org/officeDocument/2006/relationships/slide" Target="slides/slide250.xml"/><Relationship Id="rId294" Type="http://schemas.openxmlformats.org/officeDocument/2006/relationships/slide" Target="slides/slide292.xml"/><Relationship Id="rId308" Type="http://schemas.openxmlformats.org/officeDocument/2006/relationships/slide" Target="slides/slide306.xml"/><Relationship Id="rId515" Type="http://schemas.openxmlformats.org/officeDocument/2006/relationships/slide" Target="slides/slide513.xml"/><Relationship Id="rId47" Type="http://schemas.openxmlformats.org/officeDocument/2006/relationships/slide" Target="slides/slide45.xml"/><Relationship Id="rId89" Type="http://schemas.openxmlformats.org/officeDocument/2006/relationships/slide" Target="slides/slide87.xml"/><Relationship Id="rId112" Type="http://schemas.openxmlformats.org/officeDocument/2006/relationships/slide" Target="slides/slide110.xml"/><Relationship Id="rId154" Type="http://schemas.openxmlformats.org/officeDocument/2006/relationships/slide" Target="slides/slide152.xml"/><Relationship Id="rId361" Type="http://schemas.openxmlformats.org/officeDocument/2006/relationships/slide" Target="slides/slide359.xml"/><Relationship Id="rId196" Type="http://schemas.openxmlformats.org/officeDocument/2006/relationships/slide" Target="slides/slide194.xml"/><Relationship Id="rId417" Type="http://schemas.openxmlformats.org/officeDocument/2006/relationships/slide" Target="slides/slide415.xml"/><Relationship Id="rId459" Type="http://schemas.openxmlformats.org/officeDocument/2006/relationships/slide" Target="slides/slide457.xml"/><Relationship Id="rId16" Type="http://schemas.openxmlformats.org/officeDocument/2006/relationships/slide" Target="slides/slide14.xml"/><Relationship Id="rId221" Type="http://schemas.openxmlformats.org/officeDocument/2006/relationships/slide" Target="slides/slide219.xml"/><Relationship Id="rId263" Type="http://schemas.openxmlformats.org/officeDocument/2006/relationships/slide" Target="slides/slide261.xml"/><Relationship Id="rId319" Type="http://schemas.openxmlformats.org/officeDocument/2006/relationships/slide" Target="slides/slide317.xml"/><Relationship Id="rId470" Type="http://schemas.openxmlformats.org/officeDocument/2006/relationships/slide" Target="slides/slide468.xml"/><Relationship Id="rId58" Type="http://schemas.openxmlformats.org/officeDocument/2006/relationships/slide" Target="slides/slide56.xml"/><Relationship Id="rId123" Type="http://schemas.openxmlformats.org/officeDocument/2006/relationships/slide" Target="slides/slide121.xml"/><Relationship Id="rId330" Type="http://schemas.openxmlformats.org/officeDocument/2006/relationships/slide" Target="slides/slide328.xml"/><Relationship Id="rId165" Type="http://schemas.openxmlformats.org/officeDocument/2006/relationships/slide" Target="slides/slide163.xml"/><Relationship Id="rId372" Type="http://schemas.openxmlformats.org/officeDocument/2006/relationships/slide" Target="slides/slide370.xml"/><Relationship Id="rId428" Type="http://schemas.openxmlformats.org/officeDocument/2006/relationships/slide" Target="slides/slide426.xml"/><Relationship Id="rId232" Type="http://schemas.openxmlformats.org/officeDocument/2006/relationships/slide" Target="slides/slide230.xml"/><Relationship Id="rId274" Type="http://schemas.openxmlformats.org/officeDocument/2006/relationships/slide" Target="slides/slide272.xml"/><Relationship Id="rId481" Type="http://schemas.openxmlformats.org/officeDocument/2006/relationships/slide" Target="slides/slide479.xml"/><Relationship Id="rId27" Type="http://schemas.openxmlformats.org/officeDocument/2006/relationships/slide" Target="slides/slide25.xml"/><Relationship Id="rId69" Type="http://schemas.openxmlformats.org/officeDocument/2006/relationships/slide" Target="slides/slide67.xml"/><Relationship Id="rId134" Type="http://schemas.openxmlformats.org/officeDocument/2006/relationships/slide" Target="slides/slide132.xml"/><Relationship Id="rId80" Type="http://schemas.openxmlformats.org/officeDocument/2006/relationships/slide" Target="slides/slide78.xml"/><Relationship Id="rId176" Type="http://schemas.openxmlformats.org/officeDocument/2006/relationships/slide" Target="slides/slide174.xml"/><Relationship Id="rId341" Type="http://schemas.openxmlformats.org/officeDocument/2006/relationships/slide" Target="slides/slide339.xml"/><Relationship Id="rId383" Type="http://schemas.openxmlformats.org/officeDocument/2006/relationships/slide" Target="slides/slide381.xml"/><Relationship Id="rId439" Type="http://schemas.openxmlformats.org/officeDocument/2006/relationships/slide" Target="slides/slide437.xml"/><Relationship Id="rId201" Type="http://schemas.openxmlformats.org/officeDocument/2006/relationships/slide" Target="slides/slide199.xml"/><Relationship Id="rId243" Type="http://schemas.openxmlformats.org/officeDocument/2006/relationships/slide" Target="slides/slide241.xml"/><Relationship Id="rId285" Type="http://schemas.openxmlformats.org/officeDocument/2006/relationships/slide" Target="slides/slide283.xml"/><Relationship Id="rId450" Type="http://schemas.openxmlformats.org/officeDocument/2006/relationships/slide" Target="slides/slide448.xml"/><Relationship Id="rId506" Type="http://schemas.openxmlformats.org/officeDocument/2006/relationships/slide" Target="slides/slide504.xml"/><Relationship Id="rId38" Type="http://schemas.openxmlformats.org/officeDocument/2006/relationships/slide" Target="slides/slide36.xml"/><Relationship Id="rId103" Type="http://schemas.openxmlformats.org/officeDocument/2006/relationships/slide" Target="slides/slide101.xml"/><Relationship Id="rId310" Type="http://schemas.openxmlformats.org/officeDocument/2006/relationships/slide" Target="slides/slide308.xml"/><Relationship Id="rId492" Type="http://schemas.openxmlformats.org/officeDocument/2006/relationships/slide" Target="slides/slide490.xml"/><Relationship Id="rId91" Type="http://schemas.openxmlformats.org/officeDocument/2006/relationships/slide" Target="slides/slide89.xml"/><Relationship Id="rId145" Type="http://schemas.openxmlformats.org/officeDocument/2006/relationships/slide" Target="slides/slide143.xml"/><Relationship Id="rId187" Type="http://schemas.openxmlformats.org/officeDocument/2006/relationships/slide" Target="slides/slide185.xml"/><Relationship Id="rId352" Type="http://schemas.openxmlformats.org/officeDocument/2006/relationships/slide" Target="slides/slide350.xml"/><Relationship Id="rId394" Type="http://schemas.openxmlformats.org/officeDocument/2006/relationships/slide" Target="slides/slide392.xml"/><Relationship Id="rId408" Type="http://schemas.openxmlformats.org/officeDocument/2006/relationships/slide" Target="slides/slide406.xml"/><Relationship Id="rId212" Type="http://schemas.openxmlformats.org/officeDocument/2006/relationships/slide" Target="slides/slide210.xml"/><Relationship Id="rId254" Type="http://schemas.openxmlformats.org/officeDocument/2006/relationships/slide" Target="slides/slide252.xml"/><Relationship Id="rId49" Type="http://schemas.openxmlformats.org/officeDocument/2006/relationships/slide" Target="slides/slide47.xml"/><Relationship Id="rId114" Type="http://schemas.openxmlformats.org/officeDocument/2006/relationships/slide" Target="slides/slide112.xml"/><Relationship Id="rId296" Type="http://schemas.openxmlformats.org/officeDocument/2006/relationships/slide" Target="slides/slide294.xml"/><Relationship Id="rId461" Type="http://schemas.openxmlformats.org/officeDocument/2006/relationships/slide" Target="slides/slide459.xml"/><Relationship Id="rId517" Type="http://schemas.openxmlformats.org/officeDocument/2006/relationships/slide" Target="slides/slide515.xml"/><Relationship Id="rId60" Type="http://schemas.openxmlformats.org/officeDocument/2006/relationships/slide" Target="slides/slide58.xml"/><Relationship Id="rId156" Type="http://schemas.openxmlformats.org/officeDocument/2006/relationships/slide" Target="slides/slide154.xml"/><Relationship Id="rId198" Type="http://schemas.openxmlformats.org/officeDocument/2006/relationships/slide" Target="slides/slide196.xml"/><Relationship Id="rId321" Type="http://schemas.openxmlformats.org/officeDocument/2006/relationships/slide" Target="slides/slide319.xml"/><Relationship Id="rId363" Type="http://schemas.openxmlformats.org/officeDocument/2006/relationships/slide" Target="slides/slide361.xml"/><Relationship Id="rId419" Type="http://schemas.openxmlformats.org/officeDocument/2006/relationships/slide" Target="slides/slide417.xml"/><Relationship Id="rId223" Type="http://schemas.openxmlformats.org/officeDocument/2006/relationships/slide" Target="slides/slide221.xml"/><Relationship Id="rId430" Type="http://schemas.openxmlformats.org/officeDocument/2006/relationships/slide" Target="slides/slide428.xml"/><Relationship Id="rId18" Type="http://schemas.openxmlformats.org/officeDocument/2006/relationships/slide" Target="slides/slide16.xml"/><Relationship Id="rId265" Type="http://schemas.openxmlformats.org/officeDocument/2006/relationships/slide" Target="slides/slide263.xml"/><Relationship Id="rId472" Type="http://schemas.openxmlformats.org/officeDocument/2006/relationships/slide" Target="slides/slide470.xml"/><Relationship Id="rId125" Type="http://schemas.openxmlformats.org/officeDocument/2006/relationships/slide" Target="slides/slide123.xml"/><Relationship Id="rId167" Type="http://schemas.openxmlformats.org/officeDocument/2006/relationships/slide" Target="slides/slide165.xml"/><Relationship Id="rId332" Type="http://schemas.openxmlformats.org/officeDocument/2006/relationships/slide" Target="slides/slide330.xml"/><Relationship Id="rId374" Type="http://schemas.openxmlformats.org/officeDocument/2006/relationships/slide" Target="slides/slide372.xml"/><Relationship Id="rId71" Type="http://schemas.openxmlformats.org/officeDocument/2006/relationships/slide" Target="slides/slide69.xml"/><Relationship Id="rId234" Type="http://schemas.openxmlformats.org/officeDocument/2006/relationships/slide" Target="slides/slide232.xml"/><Relationship Id="rId2" Type="http://schemas.openxmlformats.org/officeDocument/2006/relationships/slideMaster" Target="slideMasters/slideMaster2.xml"/><Relationship Id="rId29" Type="http://schemas.openxmlformats.org/officeDocument/2006/relationships/slide" Target="slides/slide27.xml"/><Relationship Id="rId276" Type="http://schemas.openxmlformats.org/officeDocument/2006/relationships/slide" Target="slides/slide274.xml"/><Relationship Id="rId441" Type="http://schemas.openxmlformats.org/officeDocument/2006/relationships/slide" Target="slides/slide439.xml"/><Relationship Id="rId483" Type="http://schemas.openxmlformats.org/officeDocument/2006/relationships/slide" Target="slides/slide481.xml"/><Relationship Id="rId40" Type="http://schemas.openxmlformats.org/officeDocument/2006/relationships/slide" Target="slides/slide38.xml"/><Relationship Id="rId136" Type="http://schemas.openxmlformats.org/officeDocument/2006/relationships/slide" Target="slides/slide134.xml"/><Relationship Id="rId178" Type="http://schemas.openxmlformats.org/officeDocument/2006/relationships/slide" Target="slides/slide176.xml"/><Relationship Id="rId301" Type="http://schemas.openxmlformats.org/officeDocument/2006/relationships/slide" Target="slides/slide299.xml"/><Relationship Id="rId343" Type="http://schemas.openxmlformats.org/officeDocument/2006/relationships/slide" Target="slides/slide341.xml"/><Relationship Id="rId82" Type="http://schemas.openxmlformats.org/officeDocument/2006/relationships/slide" Target="slides/slide80.xml"/><Relationship Id="rId203" Type="http://schemas.openxmlformats.org/officeDocument/2006/relationships/slide" Target="slides/slide201.xml"/><Relationship Id="rId385" Type="http://schemas.openxmlformats.org/officeDocument/2006/relationships/slide" Target="slides/slide383.xml"/><Relationship Id="rId245" Type="http://schemas.openxmlformats.org/officeDocument/2006/relationships/slide" Target="slides/slide243.xml"/><Relationship Id="rId287" Type="http://schemas.openxmlformats.org/officeDocument/2006/relationships/slide" Target="slides/slide285.xml"/><Relationship Id="rId410" Type="http://schemas.openxmlformats.org/officeDocument/2006/relationships/slide" Target="slides/slide408.xml"/><Relationship Id="rId452" Type="http://schemas.openxmlformats.org/officeDocument/2006/relationships/slide" Target="slides/slide450.xml"/><Relationship Id="rId494" Type="http://schemas.openxmlformats.org/officeDocument/2006/relationships/slide" Target="slides/slide492.xml"/><Relationship Id="rId508" Type="http://schemas.openxmlformats.org/officeDocument/2006/relationships/slide" Target="slides/slide506.xml"/><Relationship Id="rId105" Type="http://schemas.openxmlformats.org/officeDocument/2006/relationships/slide" Target="slides/slide103.xml"/><Relationship Id="rId147" Type="http://schemas.openxmlformats.org/officeDocument/2006/relationships/slide" Target="slides/slide145.xml"/><Relationship Id="rId312" Type="http://schemas.openxmlformats.org/officeDocument/2006/relationships/slide" Target="slides/slide310.xml"/><Relationship Id="rId354" Type="http://schemas.openxmlformats.org/officeDocument/2006/relationships/slide" Target="slides/slide352.xml"/><Relationship Id="rId51" Type="http://schemas.openxmlformats.org/officeDocument/2006/relationships/slide" Target="slides/slide49.xml"/><Relationship Id="rId93" Type="http://schemas.openxmlformats.org/officeDocument/2006/relationships/slide" Target="slides/slide91.xml"/><Relationship Id="rId189" Type="http://schemas.openxmlformats.org/officeDocument/2006/relationships/slide" Target="slides/slide187.xml"/><Relationship Id="rId396" Type="http://schemas.openxmlformats.org/officeDocument/2006/relationships/slide" Target="slides/slide394.xml"/><Relationship Id="rId214" Type="http://schemas.openxmlformats.org/officeDocument/2006/relationships/slide" Target="slides/slide212.xml"/><Relationship Id="rId256" Type="http://schemas.openxmlformats.org/officeDocument/2006/relationships/slide" Target="slides/slide254.xml"/><Relationship Id="rId298" Type="http://schemas.openxmlformats.org/officeDocument/2006/relationships/slide" Target="slides/slide296.xml"/><Relationship Id="rId421" Type="http://schemas.openxmlformats.org/officeDocument/2006/relationships/slide" Target="slides/slide419.xml"/><Relationship Id="rId463" Type="http://schemas.openxmlformats.org/officeDocument/2006/relationships/slide" Target="slides/slide461.xml"/><Relationship Id="rId519" Type="http://schemas.openxmlformats.org/officeDocument/2006/relationships/slide" Target="slides/slide517.xml"/><Relationship Id="rId116" Type="http://schemas.openxmlformats.org/officeDocument/2006/relationships/slide" Target="slides/slide114.xml"/><Relationship Id="rId158" Type="http://schemas.openxmlformats.org/officeDocument/2006/relationships/slide" Target="slides/slide156.xml"/><Relationship Id="rId323" Type="http://schemas.openxmlformats.org/officeDocument/2006/relationships/slide" Target="slides/slide321.xml"/><Relationship Id="rId20" Type="http://schemas.openxmlformats.org/officeDocument/2006/relationships/slide" Target="slides/slide18.xml"/><Relationship Id="rId62" Type="http://schemas.openxmlformats.org/officeDocument/2006/relationships/slide" Target="slides/slide60.xml"/><Relationship Id="rId365" Type="http://schemas.openxmlformats.org/officeDocument/2006/relationships/slide" Target="slides/slide363.xml"/><Relationship Id="rId225" Type="http://schemas.openxmlformats.org/officeDocument/2006/relationships/slide" Target="slides/slide223.xml"/><Relationship Id="rId267" Type="http://schemas.openxmlformats.org/officeDocument/2006/relationships/slide" Target="slides/slide265.xml"/><Relationship Id="rId432" Type="http://schemas.openxmlformats.org/officeDocument/2006/relationships/slide" Target="slides/slide430.xml"/><Relationship Id="rId474" Type="http://schemas.openxmlformats.org/officeDocument/2006/relationships/slide" Target="slides/slide472.xml"/><Relationship Id="rId127" Type="http://schemas.openxmlformats.org/officeDocument/2006/relationships/slide" Target="slides/slide125.xml"/><Relationship Id="rId31" Type="http://schemas.openxmlformats.org/officeDocument/2006/relationships/slide" Target="slides/slide29.xml"/><Relationship Id="rId73" Type="http://schemas.openxmlformats.org/officeDocument/2006/relationships/slide" Target="slides/slide71.xml"/><Relationship Id="rId169" Type="http://schemas.openxmlformats.org/officeDocument/2006/relationships/slide" Target="slides/slide167.xml"/><Relationship Id="rId334" Type="http://schemas.openxmlformats.org/officeDocument/2006/relationships/slide" Target="slides/slide332.xml"/><Relationship Id="rId376" Type="http://schemas.openxmlformats.org/officeDocument/2006/relationships/slide" Target="slides/slide374.xml"/><Relationship Id="rId4" Type="http://schemas.openxmlformats.org/officeDocument/2006/relationships/slide" Target="slides/slide2.xml"/><Relationship Id="rId180" Type="http://schemas.openxmlformats.org/officeDocument/2006/relationships/slide" Target="slides/slide178.xml"/><Relationship Id="rId236" Type="http://schemas.openxmlformats.org/officeDocument/2006/relationships/slide" Target="slides/slide234.xml"/><Relationship Id="rId278" Type="http://schemas.openxmlformats.org/officeDocument/2006/relationships/slide" Target="slides/slide276.xml"/><Relationship Id="rId401" Type="http://schemas.openxmlformats.org/officeDocument/2006/relationships/slide" Target="slides/slide399.xml"/><Relationship Id="rId443" Type="http://schemas.openxmlformats.org/officeDocument/2006/relationships/slide" Target="slides/slide441.xml"/><Relationship Id="rId303" Type="http://schemas.openxmlformats.org/officeDocument/2006/relationships/slide" Target="slides/slide301.xml"/><Relationship Id="rId485" Type="http://schemas.openxmlformats.org/officeDocument/2006/relationships/slide" Target="slides/slide483.xml"/><Relationship Id="rId42" Type="http://schemas.openxmlformats.org/officeDocument/2006/relationships/slide" Target="slides/slide40.xml"/><Relationship Id="rId84" Type="http://schemas.openxmlformats.org/officeDocument/2006/relationships/slide" Target="slides/slide82.xml"/><Relationship Id="rId138" Type="http://schemas.openxmlformats.org/officeDocument/2006/relationships/slide" Target="slides/slide136.xml"/><Relationship Id="rId345" Type="http://schemas.openxmlformats.org/officeDocument/2006/relationships/slide" Target="slides/slide343.xml"/><Relationship Id="rId387" Type="http://schemas.openxmlformats.org/officeDocument/2006/relationships/slide" Target="slides/slide385.xml"/><Relationship Id="rId510" Type="http://schemas.openxmlformats.org/officeDocument/2006/relationships/slide" Target="slides/slide508.xml"/><Relationship Id="rId191" Type="http://schemas.openxmlformats.org/officeDocument/2006/relationships/slide" Target="slides/slide189.xml"/><Relationship Id="rId205" Type="http://schemas.openxmlformats.org/officeDocument/2006/relationships/slide" Target="slides/slide203.xml"/><Relationship Id="rId247" Type="http://schemas.openxmlformats.org/officeDocument/2006/relationships/slide" Target="slides/slide245.xml"/><Relationship Id="rId412" Type="http://schemas.openxmlformats.org/officeDocument/2006/relationships/slide" Target="slides/slide410.xml"/><Relationship Id="rId107" Type="http://schemas.openxmlformats.org/officeDocument/2006/relationships/slide" Target="slides/slide105.xml"/><Relationship Id="rId289" Type="http://schemas.openxmlformats.org/officeDocument/2006/relationships/slide" Target="slides/slide287.xml"/><Relationship Id="rId454" Type="http://schemas.openxmlformats.org/officeDocument/2006/relationships/slide" Target="slides/slide452.xml"/><Relationship Id="rId496" Type="http://schemas.openxmlformats.org/officeDocument/2006/relationships/slide" Target="slides/slide494.xml"/><Relationship Id="rId11" Type="http://schemas.openxmlformats.org/officeDocument/2006/relationships/slide" Target="slides/slide9.xml"/><Relationship Id="rId53" Type="http://schemas.openxmlformats.org/officeDocument/2006/relationships/slide" Target="slides/slide51.xml"/><Relationship Id="rId149" Type="http://schemas.openxmlformats.org/officeDocument/2006/relationships/slide" Target="slides/slide147.xml"/><Relationship Id="rId314" Type="http://schemas.openxmlformats.org/officeDocument/2006/relationships/slide" Target="slides/slide312.xml"/><Relationship Id="rId356" Type="http://schemas.openxmlformats.org/officeDocument/2006/relationships/slide" Target="slides/slide354.xml"/><Relationship Id="rId398" Type="http://schemas.openxmlformats.org/officeDocument/2006/relationships/slide" Target="slides/slide396.xml"/><Relationship Id="rId521" Type="http://schemas.openxmlformats.org/officeDocument/2006/relationships/commentAuthors" Target="commentAuthors.xml"/><Relationship Id="rId95" Type="http://schemas.openxmlformats.org/officeDocument/2006/relationships/slide" Target="slides/slide93.xml"/><Relationship Id="rId160" Type="http://schemas.openxmlformats.org/officeDocument/2006/relationships/slide" Target="slides/slide158.xml"/><Relationship Id="rId216" Type="http://schemas.openxmlformats.org/officeDocument/2006/relationships/slide" Target="slides/slide214.xml"/><Relationship Id="rId423" Type="http://schemas.openxmlformats.org/officeDocument/2006/relationships/slide" Target="slides/slide421.xml"/><Relationship Id="rId258" Type="http://schemas.openxmlformats.org/officeDocument/2006/relationships/slide" Target="slides/slide256.xml"/><Relationship Id="rId465" Type="http://schemas.openxmlformats.org/officeDocument/2006/relationships/slide" Target="slides/slide463.xml"/><Relationship Id="rId22" Type="http://schemas.openxmlformats.org/officeDocument/2006/relationships/slide" Target="slides/slide20.xml"/><Relationship Id="rId64" Type="http://schemas.openxmlformats.org/officeDocument/2006/relationships/slide" Target="slides/slide62.xml"/><Relationship Id="rId118" Type="http://schemas.openxmlformats.org/officeDocument/2006/relationships/slide" Target="slides/slide116.xml"/><Relationship Id="rId325" Type="http://schemas.openxmlformats.org/officeDocument/2006/relationships/slide" Target="slides/slide323.xml"/><Relationship Id="rId367" Type="http://schemas.openxmlformats.org/officeDocument/2006/relationships/slide" Target="slides/slide365.xml"/><Relationship Id="rId171" Type="http://schemas.openxmlformats.org/officeDocument/2006/relationships/slide" Target="slides/slide169.xml"/><Relationship Id="rId227" Type="http://schemas.openxmlformats.org/officeDocument/2006/relationships/slide" Target="slides/slide225.xml"/><Relationship Id="rId269" Type="http://schemas.openxmlformats.org/officeDocument/2006/relationships/slide" Target="slides/slide267.xml"/><Relationship Id="rId434" Type="http://schemas.openxmlformats.org/officeDocument/2006/relationships/slide" Target="slides/slide432.xml"/><Relationship Id="rId476" Type="http://schemas.openxmlformats.org/officeDocument/2006/relationships/slide" Target="slides/slide474.xml"/><Relationship Id="rId33" Type="http://schemas.openxmlformats.org/officeDocument/2006/relationships/slide" Target="slides/slide31.xml"/><Relationship Id="rId129" Type="http://schemas.openxmlformats.org/officeDocument/2006/relationships/slide" Target="slides/slide127.xml"/><Relationship Id="rId280" Type="http://schemas.openxmlformats.org/officeDocument/2006/relationships/slide" Target="slides/slide278.xml"/><Relationship Id="rId336" Type="http://schemas.openxmlformats.org/officeDocument/2006/relationships/slide" Target="slides/slide334.xml"/><Relationship Id="rId501" Type="http://schemas.openxmlformats.org/officeDocument/2006/relationships/slide" Target="slides/slide499.xml"/><Relationship Id="rId75" Type="http://schemas.openxmlformats.org/officeDocument/2006/relationships/slide" Target="slides/slide73.xml"/><Relationship Id="rId140" Type="http://schemas.openxmlformats.org/officeDocument/2006/relationships/slide" Target="slides/slide138.xml"/><Relationship Id="rId182" Type="http://schemas.openxmlformats.org/officeDocument/2006/relationships/slide" Target="slides/slide180.xml"/><Relationship Id="rId378" Type="http://schemas.openxmlformats.org/officeDocument/2006/relationships/slide" Target="slides/slide376.xml"/><Relationship Id="rId403" Type="http://schemas.openxmlformats.org/officeDocument/2006/relationships/slide" Target="slides/slide401.xml"/><Relationship Id="rId6" Type="http://schemas.openxmlformats.org/officeDocument/2006/relationships/slide" Target="slides/slide4.xml"/><Relationship Id="rId238" Type="http://schemas.openxmlformats.org/officeDocument/2006/relationships/slide" Target="slides/slide236.xml"/><Relationship Id="rId445" Type="http://schemas.openxmlformats.org/officeDocument/2006/relationships/slide" Target="slides/slide443.xml"/><Relationship Id="rId487" Type="http://schemas.openxmlformats.org/officeDocument/2006/relationships/slide" Target="slides/slide485.xml"/><Relationship Id="rId291" Type="http://schemas.openxmlformats.org/officeDocument/2006/relationships/slide" Target="slides/slide289.xml"/><Relationship Id="rId305" Type="http://schemas.openxmlformats.org/officeDocument/2006/relationships/slide" Target="slides/slide303.xml"/><Relationship Id="rId347" Type="http://schemas.openxmlformats.org/officeDocument/2006/relationships/slide" Target="slides/slide345.xml"/><Relationship Id="rId512" Type="http://schemas.openxmlformats.org/officeDocument/2006/relationships/slide" Target="slides/slide510.xml"/><Relationship Id="rId44" Type="http://schemas.openxmlformats.org/officeDocument/2006/relationships/slide" Target="slides/slide42.xml"/><Relationship Id="rId86" Type="http://schemas.openxmlformats.org/officeDocument/2006/relationships/slide" Target="slides/slide84.xml"/><Relationship Id="rId151" Type="http://schemas.openxmlformats.org/officeDocument/2006/relationships/slide" Target="slides/slide149.xml"/><Relationship Id="rId389" Type="http://schemas.openxmlformats.org/officeDocument/2006/relationships/slide" Target="slides/slide387.xml"/><Relationship Id="rId193" Type="http://schemas.openxmlformats.org/officeDocument/2006/relationships/slide" Target="slides/slide191.xml"/><Relationship Id="rId207" Type="http://schemas.openxmlformats.org/officeDocument/2006/relationships/slide" Target="slides/slide205.xml"/><Relationship Id="rId249" Type="http://schemas.openxmlformats.org/officeDocument/2006/relationships/slide" Target="slides/slide247.xml"/><Relationship Id="rId414" Type="http://schemas.openxmlformats.org/officeDocument/2006/relationships/slide" Target="slides/slide412.xml"/><Relationship Id="rId456" Type="http://schemas.openxmlformats.org/officeDocument/2006/relationships/slide" Target="slides/slide454.xml"/><Relationship Id="rId498" Type="http://schemas.openxmlformats.org/officeDocument/2006/relationships/slide" Target="slides/slide496.xml"/><Relationship Id="rId13" Type="http://schemas.openxmlformats.org/officeDocument/2006/relationships/slide" Target="slides/slide11.xml"/><Relationship Id="rId109" Type="http://schemas.openxmlformats.org/officeDocument/2006/relationships/slide" Target="slides/slide107.xml"/><Relationship Id="rId260" Type="http://schemas.openxmlformats.org/officeDocument/2006/relationships/slide" Target="slides/slide258.xml"/><Relationship Id="rId316" Type="http://schemas.openxmlformats.org/officeDocument/2006/relationships/slide" Target="slides/slide314.xml"/><Relationship Id="rId523" Type="http://schemas.openxmlformats.org/officeDocument/2006/relationships/viewProps" Target="viewProps.xml"/><Relationship Id="rId55" Type="http://schemas.openxmlformats.org/officeDocument/2006/relationships/slide" Target="slides/slide53.xml"/><Relationship Id="rId97" Type="http://schemas.openxmlformats.org/officeDocument/2006/relationships/slide" Target="slides/slide95.xml"/><Relationship Id="rId120" Type="http://schemas.openxmlformats.org/officeDocument/2006/relationships/slide" Target="slides/slide118.xml"/><Relationship Id="rId358" Type="http://schemas.openxmlformats.org/officeDocument/2006/relationships/slide" Target="slides/slide356.xml"/><Relationship Id="rId162" Type="http://schemas.openxmlformats.org/officeDocument/2006/relationships/slide" Target="slides/slide160.xml"/><Relationship Id="rId218" Type="http://schemas.openxmlformats.org/officeDocument/2006/relationships/slide" Target="slides/slide216.xml"/><Relationship Id="rId425" Type="http://schemas.openxmlformats.org/officeDocument/2006/relationships/slide" Target="slides/slide423.xml"/><Relationship Id="rId467" Type="http://schemas.openxmlformats.org/officeDocument/2006/relationships/slide" Target="slides/slide465.xml"/><Relationship Id="rId271" Type="http://schemas.openxmlformats.org/officeDocument/2006/relationships/slide" Target="slides/slide269.xml"/><Relationship Id="rId24" Type="http://schemas.openxmlformats.org/officeDocument/2006/relationships/slide" Target="slides/slide22.xml"/><Relationship Id="rId66" Type="http://schemas.openxmlformats.org/officeDocument/2006/relationships/slide" Target="slides/slide64.xml"/><Relationship Id="rId131" Type="http://schemas.openxmlformats.org/officeDocument/2006/relationships/slide" Target="slides/slide129.xml"/><Relationship Id="rId327" Type="http://schemas.openxmlformats.org/officeDocument/2006/relationships/slide" Target="slides/slide325.xml"/><Relationship Id="rId369" Type="http://schemas.openxmlformats.org/officeDocument/2006/relationships/slide" Target="slides/slide367.xml"/><Relationship Id="rId173" Type="http://schemas.openxmlformats.org/officeDocument/2006/relationships/slide" Target="slides/slide171.xml"/><Relationship Id="rId229" Type="http://schemas.openxmlformats.org/officeDocument/2006/relationships/slide" Target="slides/slide227.xml"/><Relationship Id="rId380" Type="http://schemas.openxmlformats.org/officeDocument/2006/relationships/slide" Target="slides/slide378.xml"/><Relationship Id="rId436" Type="http://schemas.openxmlformats.org/officeDocument/2006/relationships/slide" Target="slides/slide434.xml"/><Relationship Id="rId240" Type="http://schemas.openxmlformats.org/officeDocument/2006/relationships/slide" Target="slides/slide238.xml"/><Relationship Id="rId478" Type="http://schemas.openxmlformats.org/officeDocument/2006/relationships/slide" Target="slides/slide476.xml"/><Relationship Id="rId35" Type="http://schemas.openxmlformats.org/officeDocument/2006/relationships/slide" Target="slides/slide33.xml"/><Relationship Id="rId77" Type="http://schemas.openxmlformats.org/officeDocument/2006/relationships/slide" Target="slides/slide75.xml"/><Relationship Id="rId100" Type="http://schemas.openxmlformats.org/officeDocument/2006/relationships/slide" Target="slides/slide98.xml"/><Relationship Id="rId282" Type="http://schemas.openxmlformats.org/officeDocument/2006/relationships/slide" Target="slides/slide280.xml"/><Relationship Id="rId338" Type="http://schemas.openxmlformats.org/officeDocument/2006/relationships/slide" Target="slides/slide336.xml"/><Relationship Id="rId503" Type="http://schemas.openxmlformats.org/officeDocument/2006/relationships/slide" Target="slides/slide501.xml"/><Relationship Id="rId8" Type="http://schemas.openxmlformats.org/officeDocument/2006/relationships/slide" Target="slides/slide6.xml"/><Relationship Id="rId142" Type="http://schemas.openxmlformats.org/officeDocument/2006/relationships/slide" Target="slides/slide140.xml"/><Relationship Id="rId184" Type="http://schemas.openxmlformats.org/officeDocument/2006/relationships/slide" Target="slides/slide182.xml"/><Relationship Id="rId391" Type="http://schemas.openxmlformats.org/officeDocument/2006/relationships/slide" Target="slides/slide389.xml"/><Relationship Id="rId405" Type="http://schemas.openxmlformats.org/officeDocument/2006/relationships/slide" Target="slides/slide403.xml"/><Relationship Id="rId447" Type="http://schemas.openxmlformats.org/officeDocument/2006/relationships/slide" Target="slides/slide445.xml"/><Relationship Id="rId251" Type="http://schemas.openxmlformats.org/officeDocument/2006/relationships/slide" Target="slides/slide249.xml"/><Relationship Id="rId489" Type="http://schemas.openxmlformats.org/officeDocument/2006/relationships/slide" Target="slides/slide487.xml"/><Relationship Id="rId46" Type="http://schemas.openxmlformats.org/officeDocument/2006/relationships/slide" Target="slides/slide44.xml"/><Relationship Id="rId293" Type="http://schemas.openxmlformats.org/officeDocument/2006/relationships/slide" Target="slides/slide291.xml"/><Relationship Id="rId307" Type="http://schemas.openxmlformats.org/officeDocument/2006/relationships/slide" Target="slides/slide305.xml"/><Relationship Id="rId349" Type="http://schemas.openxmlformats.org/officeDocument/2006/relationships/slide" Target="slides/slide347.xml"/><Relationship Id="rId514" Type="http://schemas.openxmlformats.org/officeDocument/2006/relationships/slide" Target="slides/slide512.xml"/><Relationship Id="rId88" Type="http://schemas.openxmlformats.org/officeDocument/2006/relationships/slide" Target="slides/slide86.xml"/><Relationship Id="rId111" Type="http://schemas.openxmlformats.org/officeDocument/2006/relationships/slide" Target="slides/slide109.xml"/><Relationship Id="rId153" Type="http://schemas.openxmlformats.org/officeDocument/2006/relationships/slide" Target="slides/slide151.xml"/><Relationship Id="rId195" Type="http://schemas.openxmlformats.org/officeDocument/2006/relationships/slide" Target="slides/slide193.xml"/><Relationship Id="rId209" Type="http://schemas.openxmlformats.org/officeDocument/2006/relationships/slide" Target="slides/slide207.xml"/><Relationship Id="rId360" Type="http://schemas.openxmlformats.org/officeDocument/2006/relationships/slide" Target="slides/slide358.xml"/><Relationship Id="rId416" Type="http://schemas.openxmlformats.org/officeDocument/2006/relationships/slide" Target="slides/slide414.xml"/><Relationship Id="rId220" Type="http://schemas.openxmlformats.org/officeDocument/2006/relationships/slide" Target="slides/slide218.xml"/><Relationship Id="rId458" Type="http://schemas.openxmlformats.org/officeDocument/2006/relationships/slide" Target="slides/slide456.xml"/><Relationship Id="rId15" Type="http://schemas.openxmlformats.org/officeDocument/2006/relationships/slide" Target="slides/slide13.xml"/><Relationship Id="rId57" Type="http://schemas.openxmlformats.org/officeDocument/2006/relationships/slide" Target="slides/slide55.xml"/><Relationship Id="rId262" Type="http://schemas.openxmlformats.org/officeDocument/2006/relationships/slide" Target="slides/slide260.xml"/><Relationship Id="rId318" Type="http://schemas.openxmlformats.org/officeDocument/2006/relationships/slide" Target="slides/slide316.xml"/><Relationship Id="rId525" Type="http://schemas.openxmlformats.org/officeDocument/2006/relationships/tableStyles" Target="tableStyles.xml"/><Relationship Id="rId99" Type="http://schemas.openxmlformats.org/officeDocument/2006/relationships/slide" Target="slides/slide97.xml"/><Relationship Id="rId122" Type="http://schemas.openxmlformats.org/officeDocument/2006/relationships/slide" Target="slides/slide120.xml"/><Relationship Id="rId164" Type="http://schemas.openxmlformats.org/officeDocument/2006/relationships/slide" Target="slides/slide162.xml"/><Relationship Id="rId371" Type="http://schemas.openxmlformats.org/officeDocument/2006/relationships/slide" Target="slides/slide369.xml"/><Relationship Id="rId427" Type="http://schemas.openxmlformats.org/officeDocument/2006/relationships/slide" Target="slides/slide425.xml"/><Relationship Id="rId469" Type="http://schemas.openxmlformats.org/officeDocument/2006/relationships/slide" Target="slides/slide467.xml"/><Relationship Id="rId26" Type="http://schemas.openxmlformats.org/officeDocument/2006/relationships/slide" Target="slides/slide24.xml"/><Relationship Id="rId231" Type="http://schemas.openxmlformats.org/officeDocument/2006/relationships/slide" Target="slides/slide229.xml"/><Relationship Id="rId273" Type="http://schemas.openxmlformats.org/officeDocument/2006/relationships/slide" Target="slides/slide271.xml"/><Relationship Id="rId329" Type="http://schemas.openxmlformats.org/officeDocument/2006/relationships/slide" Target="slides/slide327.xml"/><Relationship Id="rId480" Type="http://schemas.openxmlformats.org/officeDocument/2006/relationships/slide" Target="slides/slide478.xml"/><Relationship Id="rId68" Type="http://schemas.openxmlformats.org/officeDocument/2006/relationships/slide" Target="slides/slide66.xml"/><Relationship Id="rId133" Type="http://schemas.openxmlformats.org/officeDocument/2006/relationships/slide" Target="slides/slide131.xml"/><Relationship Id="rId175" Type="http://schemas.openxmlformats.org/officeDocument/2006/relationships/slide" Target="slides/slide173.xml"/><Relationship Id="rId340" Type="http://schemas.openxmlformats.org/officeDocument/2006/relationships/slide" Target="slides/slide338.xml"/><Relationship Id="rId200" Type="http://schemas.openxmlformats.org/officeDocument/2006/relationships/slide" Target="slides/slide198.xml"/><Relationship Id="rId382" Type="http://schemas.openxmlformats.org/officeDocument/2006/relationships/slide" Target="slides/slide380.xml"/><Relationship Id="rId438" Type="http://schemas.openxmlformats.org/officeDocument/2006/relationships/slide" Target="slides/slide436.xml"/><Relationship Id="rId242" Type="http://schemas.openxmlformats.org/officeDocument/2006/relationships/slide" Target="slides/slide240.xml"/><Relationship Id="rId284" Type="http://schemas.openxmlformats.org/officeDocument/2006/relationships/slide" Target="slides/slide282.xml"/><Relationship Id="rId491" Type="http://schemas.openxmlformats.org/officeDocument/2006/relationships/slide" Target="slides/slide489.xml"/><Relationship Id="rId505" Type="http://schemas.openxmlformats.org/officeDocument/2006/relationships/slide" Target="slides/slide503.xml"/><Relationship Id="rId37" Type="http://schemas.openxmlformats.org/officeDocument/2006/relationships/slide" Target="slides/slide35.xml"/><Relationship Id="rId79" Type="http://schemas.openxmlformats.org/officeDocument/2006/relationships/slide" Target="slides/slide77.xml"/><Relationship Id="rId102" Type="http://schemas.openxmlformats.org/officeDocument/2006/relationships/slide" Target="slides/slide100.xml"/><Relationship Id="rId144" Type="http://schemas.openxmlformats.org/officeDocument/2006/relationships/slide" Target="slides/slide142.xml"/><Relationship Id="rId90" Type="http://schemas.openxmlformats.org/officeDocument/2006/relationships/slide" Target="slides/slide88.xml"/><Relationship Id="rId186" Type="http://schemas.openxmlformats.org/officeDocument/2006/relationships/slide" Target="slides/slide184.xml"/><Relationship Id="rId351" Type="http://schemas.openxmlformats.org/officeDocument/2006/relationships/slide" Target="slides/slide349.xml"/><Relationship Id="rId393" Type="http://schemas.openxmlformats.org/officeDocument/2006/relationships/slide" Target="slides/slide391.xml"/><Relationship Id="rId407" Type="http://schemas.openxmlformats.org/officeDocument/2006/relationships/slide" Target="slides/slide405.xml"/><Relationship Id="rId449" Type="http://schemas.openxmlformats.org/officeDocument/2006/relationships/slide" Target="slides/slide447.xml"/><Relationship Id="rId211" Type="http://schemas.openxmlformats.org/officeDocument/2006/relationships/slide" Target="slides/slide209.xml"/><Relationship Id="rId253" Type="http://schemas.openxmlformats.org/officeDocument/2006/relationships/slide" Target="slides/slide251.xml"/><Relationship Id="rId295" Type="http://schemas.openxmlformats.org/officeDocument/2006/relationships/slide" Target="slides/slide293.xml"/><Relationship Id="rId309" Type="http://schemas.openxmlformats.org/officeDocument/2006/relationships/slide" Target="slides/slide307.xml"/><Relationship Id="rId460" Type="http://schemas.openxmlformats.org/officeDocument/2006/relationships/slide" Target="slides/slide458.xml"/><Relationship Id="rId516" Type="http://schemas.openxmlformats.org/officeDocument/2006/relationships/slide" Target="slides/slide514.xml"/><Relationship Id="rId48" Type="http://schemas.openxmlformats.org/officeDocument/2006/relationships/slide" Target="slides/slide46.xml"/><Relationship Id="rId113" Type="http://schemas.openxmlformats.org/officeDocument/2006/relationships/slide" Target="slides/slide111.xml"/><Relationship Id="rId320" Type="http://schemas.openxmlformats.org/officeDocument/2006/relationships/slide" Target="slides/slide318.xml"/><Relationship Id="rId155" Type="http://schemas.openxmlformats.org/officeDocument/2006/relationships/slide" Target="slides/slide153.xml"/><Relationship Id="rId197" Type="http://schemas.openxmlformats.org/officeDocument/2006/relationships/slide" Target="slides/slide195.xml"/><Relationship Id="rId362" Type="http://schemas.openxmlformats.org/officeDocument/2006/relationships/slide" Target="slides/slide360.xml"/><Relationship Id="rId418" Type="http://schemas.openxmlformats.org/officeDocument/2006/relationships/slide" Target="slides/slide416.xml"/><Relationship Id="rId222" Type="http://schemas.openxmlformats.org/officeDocument/2006/relationships/slide" Target="slides/slide220.xml"/><Relationship Id="rId264" Type="http://schemas.openxmlformats.org/officeDocument/2006/relationships/slide" Target="slides/slide262.xml"/><Relationship Id="rId471" Type="http://schemas.openxmlformats.org/officeDocument/2006/relationships/slide" Target="slides/slide469.xml"/><Relationship Id="rId17" Type="http://schemas.openxmlformats.org/officeDocument/2006/relationships/slide" Target="slides/slide15.xml"/><Relationship Id="rId59" Type="http://schemas.openxmlformats.org/officeDocument/2006/relationships/slide" Target="slides/slide57.xml"/><Relationship Id="rId124" Type="http://schemas.openxmlformats.org/officeDocument/2006/relationships/slide" Target="slides/slide122.xml"/><Relationship Id="rId70" Type="http://schemas.openxmlformats.org/officeDocument/2006/relationships/slide" Target="slides/slide68.xml"/><Relationship Id="rId166" Type="http://schemas.openxmlformats.org/officeDocument/2006/relationships/slide" Target="slides/slide164.xml"/><Relationship Id="rId331" Type="http://schemas.openxmlformats.org/officeDocument/2006/relationships/slide" Target="slides/slide329.xml"/><Relationship Id="rId373" Type="http://schemas.openxmlformats.org/officeDocument/2006/relationships/slide" Target="slides/slide371.xml"/><Relationship Id="rId429" Type="http://schemas.openxmlformats.org/officeDocument/2006/relationships/slide" Target="slides/slide427.xml"/><Relationship Id="rId1" Type="http://schemas.openxmlformats.org/officeDocument/2006/relationships/slideMaster" Target="slideMasters/slideMaster1.xml"/><Relationship Id="rId233" Type="http://schemas.openxmlformats.org/officeDocument/2006/relationships/slide" Target="slides/slide231.xml"/><Relationship Id="rId440" Type="http://schemas.openxmlformats.org/officeDocument/2006/relationships/slide" Target="slides/slide438.xml"/><Relationship Id="rId28" Type="http://schemas.openxmlformats.org/officeDocument/2006/relationships/slide" Target="slides/slide26.xml"/><Relationship Id="rId275" Type="http://schemas.openxmlformats.org/officeDocument/2006/relationships/slide" Target="slides/slide273.xml"/><Relationship Id="rId300" Type="http://schemas.openxmlformats.org/officeDocument/2006/relationships/slide" Target="slides/slide298.xml"/><Relationship Id="rId482" Type="http://schemas.openxmlformats.org/officeDocument/2006/relationships/slide" Target="slides/slide480.xml"/><Relationship Id="rId81" Type="http://schemas.openxmlformats.org/officeDocument/2006/relationships/slide" Target="slides/slide79.xml"/><Relationship Id="rId135" Type="http://schemas.openxmlformats.org/officeDocument/2006/relationships/slide" Target="slides/slide133.xml"/><Relationship Id="rId177" Type="http://schemas.openxmlformats.org/officeDocument/2006/relationships/slide" Target="slides/slide175.xml"/><Relationship Id="rId342" Type="http://schemas.openxmlformats.org/officeDocument/2006/relationships/slide" Target="slides/slide340.xml"/><Relationship Id="rId384" Type="http://schemas.openxmlformats.org/officeDocument/2006/relationships/slide" Target="slides/slide382.xml"/><Relationship Id="rId202" Type="http://schemas.openxmlformats.org/officeDocument/2006/relationships/slide" Target="slides/slide200.xml"/><Relationship Id="rId244" Type="http://schemas.openxmlformats.org/officeDocument/2006/relationships/slide" Target="slides/slide242.xml"/><Relationship Id="rId39" Type="http://schemas.openxmlformats.org/officeDocument/2006/relationships/slide" Target="slides/slide37.xml"/><Relationship Id="rId286" Type="http://schemas.openxmlformats.org/officeDocument/2006/relationships/slide" Target="slides/slide284.xml"/><Relationship Id="rId451" Type="http://schemas.openxmlformats.org/officeDocument/2006/relationships/slide" Target="slides/slide449.xml"/><Relationship Id="rId493" Type="http://schemas.openxmlformats.org/officeDocument/2006/relationships/slide" Target="slides/slide491.xml"/><Relationship Id="rId507" Type="http://schemas.openxmlformats.org/officeDocument/2006/relationships/slide" Target="slides/slide505.xml"/><Relationship Id="rId50" Type="http://schemas.openxmlformats.org/officeDocument/2006/relationships/slide" Target="slides/slide48.xml"/><Relationship Id="rId104" Type="http://schemas.openxmlformats.org/officeDocument/2006/relationships/slide" Target="slides/slide102.xml"/><Relationship Id="rId146" Type="http://schemas.openxmlformats.org/officeDocument/2006/relationships/slide" Target="slides/slide144.xml"/><Relationship Id="rId188" Type="http://schemas.openxmlformats.org/officeDocument/2006/relationships/slide" Target="slides/slide186.xml"/><Relationship Id="rId311" Type="http://schemas.openxmlformats.org/officeDocument/2006/relationships/slide" Target="slides/slide309.xml"/><Relationship Id="rId353" Type="http://schemas.openxmlformats.org/officeDocument/2006/relationships/slide" Target="slides/slide351.xml"/><Relationship Id="rId395" Type="http://schemas.openxmlformats.org/officeDocument/2006/relationships/slide" Target="slides/slide393.xml"/><Relationship Id="rId409" Type="http://schemas.openxmlformats.org/officeDocument/2006/relationships/slide" Target="slides/slide407.xml"/><Relationship Id="rId92" Type="http://schemas.openxmlformats.org/officeDocument/2006/relationships/slide" Target="slides/slide90.xml"/><Relationship Id="rId213" Type="http://schemas.openxmlformats.org/officeDocument/2006/relationships/slide" Target="slides/slide211.xml"/><Relationship Id="rId420" Type="http://schemas.openxmlformats.org/officeDocument/2006/relationships/slide" Target="slides/slide418.xml"/><Relationship Id="rId255" Type="http://schemas.openxmlformats.org/officeDocument/2006/relationships/slide" Target="slides/slide253.xml"/><Relationship Id="rId297" Type="http://schemas.openxmlformats.org/officeDocument/2006/relationships/slide" Target="slides/slide295.xml"/><Relationship Id="rId462" Type="http://schemas.openxmlformats.org/officeDocument/2006/relationships/slide" Target="slides/slide460.xml"/><Relationship Id="rId518" Type="http://schemas.openxmlformats.org/officeDocument/2006/relationships/slide" Target="slides/slide516.xml"/><Relationship Id="rId115" Type="http://schemas.openxmlformats.org/officeDocument/2006/relationships/slide" Target="slides/slide113.xml"/><Relationship Id="rId157" Type="http://schemas.openxmlformats.org/officeDocument/2006/relationships/slide" Target="slides/slide155.xml"/><Relationship Id="rId322" Type="http://schemas.openxmlformats.org/officeDocument/2006/relationships/slide" Target="slides/slide320.xml"/><Relationship Id="rId364" Type="http://schemas.openxmlformats.org/officeDocument/2006/relationships/slide" Target="slides/slide362.xml"/><Relationship Id="rId61" Type="http://schemas.openxmlformats.org/officeDocument/2006/relationships/slide" Target="slides/slide59.xml"/><Relationship Id="rId199" Type="http://schemas.openxmlformats.org/officeDocument/2006/relationships/slide" Target="slides/slide197.xml"/><Relationship Id="rId19" Type="http://schemas.openxmlformats.org/officeDocument/2006/relationships/slide" Target="slides/slide17.xml"/><Relationship Id="rId224" Type="http://schemas.openxmlformats.org/officeDocument/2006/relationships/slide" Target="slides/slide222.xml"/><Relationship Id="rId266" Type="http://schemas.openxmlformats.org/officeDocument/2006/relationships/slide" Target="slides/slide264.xml"/><Relationship Id="rId431" Type="http://schemas.openxmlformats.org/officeDocument/2006/relationships/slide" Target="slides/slide429.xml"/><Relationship Id="rId473" Type="http://schemas.openxmlformats.org/officeDocument/2006/relationships/slide" Target="slides/slide471.xml"/><Relationship Id="rId30" Type="http://schemas.openxmlformats.org/officeDocument/2006/relationships/slide" Target="slides/slide28.xml"/><Relationship Id="rId126" Type="http://schemas.openxmlformats.org/officeDocument/2006/relationships/slide" Target="slides/slide124.xml"/><Relationship Id="rId168" Type="http://schemas.openxmlformats.org/officeDocument/2006/relationships/slide" Target="slides/slide166.xml"/><Relationship Id="rId333" Type="http://schemas.openxmlformats.org/officeDocument/2006/relationships/slide" Target="slides/slide331.xml"/><Relationship Id="rId72" Type="http://schemas.openxmlformats.org/officeDocument/2006/relationships/slide" Target="slides/slide70.xml"/><Relationship Id="rId375" Type="http://schemas.openxmlformats.org/officeDocument/2006/relationships/slide" Target="slides/slide373.xml"/><Relationship Id="rId3" Type="http://schemas.openxmlformats.org/officeDocument/2006/relationships/slide" Target="slides/slide1.xml"/><Relationship Id="rId235" Type="http://schemas.openxmlformats.org/officeDocument/2006/relationships/slide" Target="slides/slide233.xml"/><Relationship Id="rId277" Type="http://schemas.openxmlformats.org/officeDocument/2006/relationships/slide" Target="slides/slide275.xml"/><Relationship Id="rId400" Type="http://schemas.openxmlformats.org/officeDocument/2006/relationships/slide" Target="slides/slide398.xml"/><Relationship Id="rId442" Type="http://schemas.openxmlformats.org/officeDocument/2006/relationships/slide" Target="slides/slide440.xml"/><Relationship Id="rId484" Type="http://schemas.openxmlformats.org/officeDocument/2006/relationships/slide" Target="slides/slide482.xml"/><Relationship Id="rId137" Type="http://schemas.openxmlformats.org/officeDocument/2006/relationships/slide" Target="slides/slide135.xml"/><Relationship Id="rId302" Type="http://schemas.openxmlformats.org/officeDocument/2006/relationships/slide" Target="slides/slide300.xml"/><Relationship Id="rId344" Type="http://schemas.openxmlformats.org/officeDocument/2006/relationships/slide" Target="slides/slide342.xml"/><Relationship Id="rId41" Type="http://schemas.openxmlformats.org/officeDocument/2006/relationships/slide" Target="slides/slide39.xml"/><Relationship Id="rId83" Type="http://schemas.openxmlformats.org/officeDocument/2006/relationships/slide" Target="slides/slide81.xml"/><Relationship Id="rId179" Type="http://schemas.openxmlformats.org/officeDocument/2006/relationships/slide" Target="slides/slide177.xml"/><Relationship Id="rId386" Type="http://schemas.openxmlformats.org/officeDocument/2006/relationships/slide" Target="slides/slide384.xml"/><Relationship Id="rId190" Type="http://schemas.openxmlformats.org/officeDocument/2006/relationships/slide" Target="slides/slide188.xml"/><Relationship Id="rId204" Type="http://schemas.openxmlformats.org/officeDocument/2006/relationships/slide" Target="slides/slide202.xml"/><Relationship Id="rId246" Type="http://schemas.openxmlformats.org/officeDocument/2006/relationships/slide" Target="slides/slide244.xml"/><Relationship Id="rId288" Type="http://schemas.openxmlformats.org/officeDocument/2006/relationships/slide" Target="slides/slide286.xml"/><Relationship Id="rId411" Type="http://schemas.openxmlformats.org/officeDocument/2006/relationships/slide" Target="slides/slide409.xml"/><Relationship Id="rId453" Type="http://schemas.openxmlformats.org/officeDocument/2006/relationships/slide" Target="slides/slide451.xml"/><Relationship Id="rId509" Type="http://schemas.openxmlformats.org/officeDocument/2006/relationships/slide" Target="slides/slide507.xml"/><Relationship Id="rId106" Type="http://schemas.openxmlformats.org/officeDocument/2006/relationships/slide" Target="slides/slide104.xml"/><Relationship Id="rId313" Type="http://schemas.openxmlformats.org/officeDocument/2006/relationships/slide" Target="slides/slide311.xml"/><Relationship Id="rId495" Type="http://schemas.openxmlformats.org/officeDocument/2006/relationships/slide" Target="slides/slide493.xml"/><Relationship Id="rId10" Type="http://schemas.openxmlformats.org/officeDocument/2006/relationships/slide" Target="slides/slide8.xml"/><Relationship Id="rId52" Type="http://schemas.openxmlformats.org/officeDocument/2006/relationships/slide" Target="slides/slide50.xml"/><Relationship Id="rId94" Type="http://schemas.openxmlformats.org/officeDocument/2006/relationships/slide" Target="slides/slide92.xml"/><Relationship Id="rId148" Type="http://schemas.openxmlformats.org/officeDocument/2006/relationships/slide" Target="slides/slide146.xml"/><Relationship Id="rId355" Type="http://schemas.openxmlformats.org/officeDocument/2006/relationships/slide" Target="slides/slide353.xml"/><Relationship Id="rId397" Type="http://schemas.openxmlformats.org/officeDocument/2006/relationships/slide" Target="slides/slide395.xml"/><Relationship Id="rId520" Type="http://schemas.openxmlformats.org/officeDocument/2006/relationships/notesMaster" Target="notesMasters/notesMaster1.xml"/><Relationship Id="rId215" Type="http://schemas.openxmlformats.org/officeDocument/2006/relationships/slide" Target="slides/slide213.xml"/><Relationship Id="rId257" Type="http://schemas.openxmlformats.org/officeDocument/2006/relationships/slide" Target="slides/slide255.xml"/><Relationship Id="rId422" Type="http://schemas.openxmlformats.org/officeDocument/2006/relationships/slide" Target="slides/slide420.xml"/><Relationship Id="rId464" Type="http://schemas.openxmlformats.org/officeDocument/2006/relationships/slide" Target="slides/slide462.xml"/><Relationship Id="rId299" Type="http://schemas.openxmlformats.org/officeDocument/2006/relationships/slide" Target="slides/slide297.xml"/><Relationship Id="rId63" Type="http://schemas.openxmlformats.org/officeDocument/2006/relationships/slide" Target="slides/slide61.xml"/><Relationship Id="rId159" Type="http://schemas.openxmlformats.org/officeDocument/2006/relationships/slide" Target="slides/slide157.xml"/><Relationship Id="rId366" Type="http://schemas.openxmlformats.org/officeDocument/2006/relationships/slide" Target="slides/slide364.xml"/><Relationship Id="rId226" Type="http://schemas.openxmlformats.org/officeDocument/2006/relationships/slide" Target="slides/slide224.xml"/><Relationship Id="rId433" Type="http://schemas.openxmlformats.org/officeDocument/2006/relationships/slide" Target="slides/slide43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1.xml"/><Relationship Id="rId1" Type="http://schemas.microsoft.com/office/2011/relationships/chartStyle" Target="style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판매</c:v>
                </c:pt>
              </c:strCache>
            </c:strRef>
          </c:tx>
          <c:spPr>
            <a:effectLst>
              <a:outerShdw blurRad="63500" dist="25400" dir="2700000" algn="tl" rotWithShape="0">
                <a:prstClr val="black">
                  <a:alpha val="40000"/>
                </a:prstClr>
              </a:outerShdw>
            </a:effectLst>
          </c:spPr>
          <c:dPt>
            <c:idx val="0"/>
            <c:bubble3D val="0"/>
            <c:spPr>
              <a:solidFill>
                <a:srgbClr val="0033CC"/>
              </a:solidFill>
              <a:effectLst>
                <a:outerShdw blurRad="63500" dist="25400" dir="2700000" algn="tl" rotWithShape="0">
                  <a:prstClr val="black">
                    <a:alpha val="40000"/>
                  </a:prstClr>
                </a:outerShdw>
              </a:effectLst>
            </c:spPr>
            <c:extLst>
              <c:ext xmlns:c16="http://schemas.microsoft.com/office/drawing/2014/chart" uri="{C3380CC4-5D6E-409C-BE32-E72D297353CC}">
                <c16:uniqueId val="{00000001-DD15-436F-9C13-DA3F9C804E98}"/>
              </c:ext>
            </c:extLst>
          </c:dPt>
          <c:dPt>
            <c:idx val="1"/>
            <c:bubble3D val="0"/>
            <c:spPr>
              <a:solidFill>
                <a:srgbClr val="D4D9DA"/>
              </a:solidFill>
              <a:effectLst>
                <a:outerShdw blurRad="63500" dist="25400" dir="2700000" algn="tl" rotWithShape="0">
                  <a:prstClr val="black">
                    <a:alpha val="40000"/>
                  </a:prstClr>
                </a:outerShdw>
              </a:effectLst>
            </c:spPr>
            <c:extLst>
              <c:ext xmlns:c16="http://schemas.microsoft.com/office/drawing/2014/chart" uri="{C3380CC4-5D6E-409C-BE32-E72D297353CC}">
                <c16:uniqueId val="{00000003-DD15-436F-9C13-DA3F9C804E98}"/>
              </c:ext>
            </c:extLst>
          </c:dPt>
          <c:dPt>
            <c:idx val="2"/>
            <c:bubble3D val="0"/>
            <c:spPr>
              <a:solidFill>
                <a:srgbClr val="B4BBBD"/>
              </a:solidFill>
              <a:effectLst>
                <a:outerShdw blurRad="63500" dist="25400" dir="2700000" algn="tl" rotWithShape="0">
                  <a:prstClr val="black">
                    <a:alpha val="40000"/>
                  </a:prstClr>
                </a:outerShdw>
              </a:effectLst>
            </c:spPr>
            <c:extLst>
              <c:ext xmlns:c16="http://schemas.microsoft.com/office/drawing/2014/chart" uri="{C3380CC4-5D6E-409C-BE32-E72D297353CC}">
                <c16:uniqueId val="{00000005-DD15-436F-9C13-DA3F9C804E98}"/>
              </c:ext>
            </c:extLst>
          </c:dPt>
          <c:dPt>
            <c:idx val="3"/>
            <c:bubble3D val="0"/>
            <c:spPr>
              <a:solidFill>
                <a:srgbClr val="9FA8AB"/>
              </a:solidFill>
              <a:effectLst>
                <a:outerShdw blurRad="63500" dist="25400" dir="2700000" algn="tl" rotWithShape="0">
                  <a:prstClr val="black">
                    <a:alpha val="40000"/>
                  </a:prstClr>
                </a:outerShdw>
              </a:effectLst>
            </c:spPr>
            <c:extLst>
              <c:ext xmlns:c16="http://schemas.microsoft.com/office/drawing/2014/chart" uri="{C3380CC4-5D6E-409C-BE32-E72D297353CC}">
                <c16:uniqueId val="{00000007-DD15-436F-9C13-DA3F9C804E98}"/>
              </c:ext>
            </c:extLst>
          </c:dPt>
          <c:dPt>
            <c:idx val="4"/>
            <c:bubble3D val="0"/>
            <c:spPr>
              <a:solidFill>
                <a:srgbClr val="8D989B"/>
              </a:solidFill>
              <a:effectLst>
                <a:outerShdw blurRad="63500" dist="25400" dir="2700000" algn="tl" rotWithShape="0">
                  <a:prstClr val="black">
                    <a:alpha val="40000"/>
                  </a:prstClr>
                </a:outerShdw>
              </a:effectLst>
            </c:spPr>
            <c:extLst>
              <c:ext xmlns:c16="http://schemas.microsoft.com/office/drawing/2014/chart" uri="{C3380CC4-5D6E-409C-BE32-E72D297353CC}">
                <c16:uniqueId val="{00000008-DD15-436F-9C13-DA3F9C804E98}"/>
              </c:ext>
            </c:extLst>
          </c:dPt>
          <c:dPt>
            <c:idx val="5"/>
            <c:bubble3D val="0"/>
            <c:spPr>
              <a:solidFill>
                <a:srgbClr val="0077C8"/>
              </a:solidFill>
              <a:effectLst>
                <a:outerShdw blurRad="63500" dist="25400" dir="2700000" algn="tl" rotWithShape="0">
                  <a:prstClr val="black">
                    <a:alpha val="40000"/>
                  </a:prstClr>
                </a:outerShdw>
              </a:effectLst>
            </c:spPr>
            <c:extLst>
              <c:ext xmlns:c16="http://schemas.microsoft.com/office/drawing/2014/chart" uri="{C3380CC4-5D6E-409C-BE32-E72D297353CC}">
                <c16:uniqueId val="{00000009-DD15-436F-9C13-DA3F9C804E98}"/>
              </c:ext>
            </c:extLst>
          </c:dPt>
          <c:cat>
            <c:strRef>
              <c:f>Sheet1!$A$2:$A$7</c:f>
              <c:strCache>
                <c:ptCount val="3"/>
                <c:pt idx="0">
                  <c:v>Spring</c:v>
                </c:pt>
                <c:pt idx="1">
                  <c:v>Summer</c:v>
                </c:pt>
                <c:pt idx="2">
                  <c:v>Autumn</c:v>
                </c:pt>
              </c:strCache>
            </c:strRef>
          </c:cat>
          <c:val>
            <c:numRef>
              <c:f>Sheet1!$B$2:$B$7</c:f>
              <c:numCache>
                <c:formatCode>General</c:formatCode>
                <c:ptCount val="6"/>
                <c:pt idx="0">
                  <c:v>60</c:v>
                </c:pt>
                <c:pt idx="1">
                  <c:v>5</c:v>
                </c:pt>
                <c:pt idx="2">
                  <c:v>3</c:v>
                </c:pt>
                <c:pt idx="3">
                  <c:v>4</c:v>
                </c:pt>
                <c:pt idx="4">
                  <c:v>9</c:v>
                </c:pt>
                <c:pt idx="5">
                  <c:v>19</c:v>
                </c:pt>
              </c:numCache>
            </c:numRef>
          </c:val>
          <c:extLst>
            <c:ext xmlns:c16="http://schemas.microsoft.com/office/drawing/2014/chart" uri="{C3380CC4-5D6E-409C-BE32-E72D297353CC}">
              <c16:uniqueId val="{00000006-DD15-436F-9C13-DA3F9C804E98}"/>
            </c:ext>
          </c:extLst>
        </c:ser>
        <c:dLbls>
          <c:showLegendKey val="0"/>
          <c:showVal val="0"/>
          <c:showCatName val="0"/>
          <c:showSerName val="0"/>
          <c:showPercent val="0"/>
          <c:showBubbleSize val="0"/>
          <c:showLeaderLines val="1"/>
        </c:dLbls>
        <c:firstSliceAng val="0"/>
      </c:pieChart>
    </c:plotArea>
    <c:plotVisOnly val="1"/>
    <c:dispBlanksAs val="gap"/>
    <c:showDLblsOverMax val="0"/>
  </c:chart>
  <c:txPr>
    <a:bodyPr/>
    <a:lstStyle/>
    <a:p>
      <a:pPr>
        <a:defRPr sz="1800"/>
      </a:pPr>
      <a:endParaRPr lang="en-VN"/>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판매</c:v>
                </c:pt>
              </c:strCache>
            </c:strRef>
          </c:tx>
          <c:spPr>
            <a:effectLst>
              <a:outerShdw blurRad="63500" dist="25400" dir="2700000" algn="tl" rotWithShape="0">
                <a:prstClr val="black">
                  <a:alpha val="40000"/>
                </a:prstClr>
              </a:outerShdw>
            </a:effectLst>
          </c:spPr>
          <c:dPt>
            <c:idx val="0"/>
            <c:bubble3D val="0"/>
            <c:spPr>
              <a:solidFill>
                <a:srgbClr val="0033CC"/>
              </a:solidFill>
              <a:effectLst>
                <a:outerShdw blurRad="63500" dist="25400" dir="2700000" algn="tl" rotWithShape="0">
                  <a:prstClr val="black">
                    <a:alpha val="40000"/>
                  </a:prstClr>
                </a:outerShdw>
              </a:effectLst>
            </c:spPr>
            <c:extLst>
              <c:ext xmlns:c16="http://schemas.microsoft.com/office/drawing/2014/chart" uri="{C3380CC4-5D6E-409C-BE32-E72D297353CC}">
                <c16:uniqueId val="{00000001-1F51-4D1D-B348-0FEE8F1FD211}"/>
              </c:ext>
            </c:extLst>
          </c:dPt>
          <c:dPt>
            <c:idx val="1"/>
            <c:bubble3D val="0"/>
            <c:spPr>
              <a:solidFill>
                <a:srgbClr val="D4D9DA"/>
              </a:solidFill>
              <a:effectLst>
                <a:outerShdw blurRad="63500" dist="25400" dir="2700000" algn="tl" rotWithShape="0">
                  <a:prstClr val="black">
                    <a:alpha val="40000"/>
                  </a:prstClr>
                </a:outerShdw>
              </a:effectLst>
            </c:spPr>
            <c:extLst>
              <c:ext xmlns:c16="http://schemas.microsoft.com/office/drawing/2014/chart" uri="{C3380CC4-5D6E-409C-BE32-E72D297353CC}">
                <c16:uniqueId val="{00000003-1F51-4D1D-B348-0FEE8F1FD211}"/>
              </c:ext>
            </c:extLst>
          </c:dPt>
          <c:dPt>
            <c:idx val="2"/>
            <c:bubble3D val="0"/>
            <c:spPr>
              <a:solidFill>
                <a:srgbClr val="B4BBBD"/>
              </a:solidFill>
              <a:effectLst>
                <a:outerShdw blurRad="63500" dist="25400" dir="2700000" algn="tl" rotWithShape="0">
                  <a:prstClr val="black">
                    <a:alpha val="40000"/>
                  </a:prstClr>
                </a:outerShdw>
              </a:effectLst>
            </c:spPr>
            <c:extLst>
              <c:ext xmlns:c16="http://schemas.microsoft.com/office/drawing/2014/chart" uri="{C3380CC4-5D6E-409C-BE32-E72D297353CC}">
                <c16:uniqueId val="{00000005-1F51-4D1D-B348-0FEE8F1FD211}"/>
              </c:ext>
            </c:extLst>
          </c:dPt>
          <c:dPt>
            <c:idx val="3"/>
            <c:bubble3D val="0"/>
            <c:spPr>
              <a:solidFill>
                <a:srgbClr val="9FA8AB"/>
              </a:solidFill>
              <a:effectLst>
                <a:outerShdw blurRad="63500" dist="25400" dir="2700000" algn="tl" rotWithShape="0">
                  <a:prstClr val="black">
                    <a:alpha val="40000"/>
                  </a:prstClr>
                </a:outerShdw>
              </a:effectLst>
            </c:spPr>
            <c:extLst>
              <c:ext xmlns:c16="http://schemas.microsoft.com/office/drawing/2014/chart" uri="{C3380CC4-5D6E-409C-BE32-E72D297353CC}">
                <c16:uniqueId val="{00000007-1F51-4D1D-B348-0FEE8F1FD211}"/>
              </c:ext>
            </c:extLst>
          </c:dPt>
          <c:dPt>
            <c:idx val="4"/>
            <c:bubble3D val="0"/>
            <c:spPr>
              <a:solidFill>
                <a:srgbClr val="8D989B"/>
              </a:solidFill>
              <a:effectLst>
                <a:outerShdw blurRad="63500" dist="25400" dir="2700000" algn="tl" rotWithShape="0">
                  <a:prstClr val="black">
                    <a:alpha val="40000"/>
                  </a:prstClr>
                </a:outerShdw>
              </a:effectLst>
            </c:spPr>
            <c:extLst>
              <c:ext xmlns:c16="http://schemas.microsoft.com/office/drawing/2014/chart" uri="{C3380CC4-5D6E-409C-BE32-E72D297353CC}">
                <c16:uniqueId val="{00000009-1F51-4D1D-B348-0FEE8F1FD211}"/>
              </c:ext>
            </c:extLst>
          </c:dPt>
          <c:dPt>
            <c:idx val="5"/>
            <c:bubble3D val="0"/>
            <c:spPr>
              <a:solidFill>
                <a:srgbClr val="0077C8"/>
              </a:solidFill>
              <a:effectLst>
                <a:outerShdw blurRad="63500" dist="25400" dir="2700000" algn="tl" rotWithShape="0">
                  <a:prstClr val="black">
                    <a:alpha val="40000"/>
                  </a:prstClr>
                </a:outerShdw>
              </a:effectLst>
            </c:spPr>
            <c:extLst>
              <c:ext xmlns:c16="http://schemas.microsoft.com/office/drawing/2014/chart" uri="{C3380CC4-5D6E-409C-BE32-E72D297353CC}">
                <c16:uniqueId val="{0000000B-1F51-4D1D-B348-0FEE8F1FD211}"/>
              </c:ext>
            </c:extLst>
          </c:dPt>
          <c:cat>
            <c:strRef>
              <c:f>Sheet1!$A$2:$A$7</c:f>
              <c:strCache>
                <c:ptCount val="3"/>
                <c:pt idx="0">
                  <c:v>Spring</c:v>
                </c:pt>
                <c:pt idx="1">
                  <c:v>Summer</c:v>
                </c:pt>
                <c:pt idx="2">
                  <c:v>Autumn</c:v>
                </c:pt>
              </c:strCache>
            </c:strRef>
          </c:cat>
          <c:val>
            <c:numRef>
              <c:f>Sheet1!$B$2:$B$7</c:f>
              <c:numCache>
                <c:formatCode>General</c:formatCode>
                <c:ptCount val="6"/>
                <c:pt idx="0">
                  <c:v>57</c:v>
                </c:pt>
                <c:pt idx="1">
                  <c:v>5</c:v>
                </c:pt>
                <c:pt idx="2">
                  <c:v>10</c:v>
                </c:pt>
                <c:pt idx="3">
                  <c:v>4</c:v>
                </c:pt>
                <c:pt idx="4">
                  <c:v>3</c:v>
                </c:pt>
                <c:pt idx="5">
                  <c:v>19</c:v>
                </c:pt>
              </c:numCache>
            </c:numRef>
          </c:val>
          <c:extLst>
            <c:ext xmlns:c16="http://schemas.microsoft.com/office/drawing/2014/chart" uri="{C3380CC4-5D6E-409C-BE32-E72D297353CC}">
              <c16:uniqueId val="{0000000C-1F51-4D1D-B348-0FEE8F1FD211}"/>
            </c:ext>
          </c:extLst>
        </c:ser>
        <c:dLbls>
          <c:showLegendKey val="0"/>
          <c:showVal val="0"/>
          <c:showCatName val="0"/>
          <c:showSerName val="0"/>
          <c:showPercent val="0"/>
          <c:showBubbleSize val="0"/>
          <c:showLeaderLines val="1"/>
        </c:dLbls>
        <c:firstSliceAng val="0"/>
      </c:pieChart>
    </c:plotArea>
    <c:plotVisOnly val="1"/>
    <c:dispBlanksAs val="gap"/>
    <c:showDLblsOverMax val="0"/>
  </c:chart>
  <c:txPr>
    <a:bodyPr/>
    <a:lstStyle/>
    <a:p>
      <a:pPr>
        <a:defRPr sz="1800"/>
      </a:pPr>
      <a:endParaRPr lang="en-VN"/>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depthPercent val="100"/>
      <c:rAngAx val="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pie3DChart>
        <c:varyColors val="1"/>
        <c:ser>
          <c:idx val="0"/>
          <c:order val="0"/>
          <c:tx>
            <c:strRef>
              <c:f>Sheet1!$B$1</c:f>
              <c:strCache>
                <c:ptCount val="1"/>
                <c:pt idx="0">
                  <c:v>판매</c:v>
                </c:pt>
              </c:strCache>
            </c:strRef>
          </c:tx>
          <c:dPt>
            <c:idx val="0"/>
            <c:bubble3D val="0"/>
            <c:spPr>
              <a:solidFill>
                <a:schemeClr val="bg1">
                  <a:lumMod val="65000"/>
                </a:schemeClr>
              </a:solidFill>
              <a:ln w="25400">
                <a:noFill/>
              </a:ln>
              <a:effectLst/>
              <a:sp3d/>
            </c:spPr>
            <c:extLst>
              <c:ext xmlns:c16="http://schemas.microsoft.com/office/drawing/2014/chart" uri="{C3380CC4-5D6E-409C-BE32-E72D297353CC}">
                <c16:uniqueId val="{00000001-97E9-49FC-AED9-735BA98E5D9A}"/>
              </c:ext>
            </c:extLst>
          </c:dPt>
          <c:dPt>
            <c:idx val="1"/>
            <c:bubble3D val="0"/>
            <c:spPr>
              <a:solidFill>
                <a:schemeClr val="bg1">
                  <a:lumMod val="75000"/>
                </a:schemeClr>
              </a:solidFill>
              <a:ln w="25400">
                <a:noFill/>
              </a:ln>
              <a:effectLst/>
              <a:sp3d/>
            </c:spPr>
            <c:extLst>
              <c:ext xmlns:c16="http://schemas.microsoft.com/office/drawing/2014/chart" uri="{C3380CC4-5D6E-409C-BE32-E72D297353CC}">
                <c16:uniqueId val="{00000003-97E9-49FC-AED9-735BA98E5D9A}"/>
              </c:ext>
            </c:extLst>
          </c:dPt>
          <c:dPt>
            <c:idx val="2"/>
            <c:bubble3D val="0"/>
            <c:spPr>
              <a:solidFill>
                <a:schemeClr val="bg1">
                  <a:lumMod val="85000"/>
                </a:schemeClr>
              </a:solidFill>
              <a:ln w="25400">
                <a:noFill/>
              </a:ln>
              <a:effectLst/>
              <a:sp3d/>
            </c:spPr>
            <c:extLst>
              <c:ext xmlns:c16="http://schemas.microsoft.com/office/drawing/2014/chart" uri="{C3380CC4-5D6E-409C-BE32-E72D297353CC}">
                <c16:uniqueId val="{00000005-97E9-49FC-AED9-735BA98E5D9A}"/>
              </c:ext>
            </c:extLst>
          </c:dPt>
          <c:dPt>
            <c:idx val="3"/>
            <c:bubble3D val="0"/>
            <c:spPr>
              <a:solidFill>
                <a:srgbClr val="193EB0"/>
              </a:solidFill>
              <a:ln w="25400">
                <a:noFill/>
              </a:ln>
              <a:effectLst/>
              <a:sp3d/>
            </c:spPr>
            <c:extLst>
              <c:ext xmlns:c16="http://schemas.microsoft.com/office/drawing/2014/chart" uri="{C3380CC4-5D6E-409C-BE32-E72D297353CC}">
                <c16:uniqueId val="{00000007-97E9-49FC-AED9-735BA98E5D9A}"/>
              </c:ext>
            </c:extLst>
          </c:dPt>
          <c:dPt>
            <c:idx val="4"/>
            <c:bubble3D val="0"/>
            <c:spPr>
              <a:solidFill>
                <a:schemeClr val="bg1">
                  <a:lumMod val="50000"/>
                </a:schemeClr>
              </a:solidFill>
              <a:ln w="25400">
                <a:noFill/>
              </a:ln>
              <a:effectLst/>
              <a:sp3d/>
            </c:spPr>
            <c:extLst>
              <c:ext xmlns:c16="http://schemas.microsoft.com/office/drawing/2014/chart" uri="{C3380CC4-5D6E-409C-BE32-E72D297353CC}">
                <c16:uniqueId val="{00000009-97E9-49FC-AED9-735BA98E5D9A}"/>
              </c:ext>
            </c:extLst>
          </c:dPt>
          <c:cat>
            <c:numRef>
              <c:f>Sheet1!$A$2:$A$6</c:f>
              <c:numCache>
                <c:formatCode>General</c:formatCode>
                <c:ptCount val="5"/>
              </c:numCache>
            </c:numRef>
          </c:cat>
          <c:val>
            <c:numRef>
              <c:f>Sheet1!$B$2:$B$6</c:f>
              <c:numCache>
                <c:formatCode>0.00%</c:formatCode>
                <c:ptCount val="5"/>
                <c:pt idx="0">
                  <c:v>8.8999999999999996E-2</c:v>
                </c:pt>
                <c:pt idx="1">
                  <c:v>4.7E-2</c:v>
                </c:pt>
                <c:pt idx="2">
                  <c:v>5.3999999999999999E-2</c:v>
                </c:pt>
                <c:pt idx="3">
                  <c:v>0.38</c:v>
                </c:pt>
                <c:pt idx="4">
                  <c:v>0.43099999999999999</c:v>
                </c:pt>
              </c:numCache>
            </c:numRef>
          </c:val>
          <c:extLst>
            <c:ext xmlns:c16="http://schemas.microsoft.com/office/drawing/2014/chart" uri="{C3380CC4-5D6E-409C-BE32-E72D297353CC}">
              <c16:uniqueId val="{0000000A-97E9-49FC-AED9-735BA98E5D9A}"/>
            </c:ext>
          </c:extLst>
        </c:ser>
        <c:dLbls>
          <c:showLegendKey val="0"/>
          <c:showVal val="0"/>
          <c:showCatName val="0"/>
          <c:showSerName val="0"/>
          <c:showPercent val="0"/>
          <c:showBubbleSize val="0"/>
          <c:showLeaderLines val="1"/>
        </c:dLbls>
      </c:pie3DChart>
      <c:spPr>
        <a:noFill/>
        <a:ln>
          <a:noFill/>
        </a:ln>
        <a:effectLst/>
      </c:spPr>
    </c:plotArea>
    <c:plotVisOnly val="1"/>
    <c:dispBlanksAs val="gap"/>
    <c:showDLblsOverMax val="0"/>
  </c:chart>
  <c:spPr>
    <a:noFill/>
    <a:ln>
      <a:noFill/>
    </a:ln>
    <a:effectLst/>
  </c:spPr>
  <c:txPr>
    <a:bodyPr/>
    <a:lstStyle/>
    <a:p>
      <a:pPr>
        <a:defRPr/>
      </a:pPr>
      <a:endParaRPr lang="en-VN"/>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6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ko-KR" altLang="en-US" dirty="0"/>
          </a:p>
        </p:txBody>
      </p:sp>
      <p:sp>
        <p:nvSpPr>
          <p:cNvPr id="3" name="날짜 개체 틀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8B57C17-E6FD-4AF5-A787-31E9CCE99A85}" type="datetimeFigureOut">
              <a:rPr lang="ko-KR" altLang="en-US" smtClean="0"/>
              <a:t>2024. 12. 26.</a:t>
            </a:fld>
            <a:endParaRPr lang="ko-KR" altLang="en-US" dirty="0"/>
          </a:p>
        </p:txBody>
      </p:sp>
      <p:sp>
        <p:nvSpPr>
          <p:cNvPr id="4" name="슬라이드 이미지 개체 틀 3"/>
          <p:cNvSpPr>
            <a:spLocks noGrp="1" noRot="1" noChangeAspect="1"/>
          </p:cNvSpPr>
          <p:nvPr>
            <p:ph type="sldImg" idx="2"/>
          </p:nvPr>
        </p:nvSpPr>
        <p:spPr>
          <a:xfrm>
            <a:off x="1200150" y="1143000"/>
            <a:ext cx="4457700" cy="3086100"/>
          </a:xfrm>
          <a:prstGeom prst="rect">
            <a:avLst/>
          </a:prstGeom>
          <a:noFill/>
          <a:ln w="12700">
            <a:solidFill>
              <a:prstClr val="black"/>
            </a:solidFill>
          </a:ln>
        </p:spPr>
        <p:txBody>
          <a:bodyPr vert="horz" lIns="91440" tIns="45720" rIns="91440" bIns="45720" rtlCol="0" anchor="ctr"/>
          <a:lstStyle/>
          <a:p>
            <a:endParaRPr lang="ko-KR" altLang="en-US" dirty="0"/>
          </a:p>
        </p:txBody>
      </p:sp>
      <p:sp>
        <p:nvSpPr>
          <p:cNvPr id="5" name="슬라이드 노트 개체 틀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6" name="바닥글 개체 틀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ko-KR" altLang="en-US" dirty="0"/>
          </a:p>
        </p:txBody>
      </p:sp>
      <p:sp>
        <p:nvSpPr>
          <p:cNvPr id="7" name="슬라이드 번호 개체 틀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5B59C55F-00F1-4985-9065-F2D92AE05D03}" type="slidenum">
              <a:rPr lang="ko-KR" altLang="en-US" smtClean="0"/>
              <a:t>‹#›</a:t>
            </a:fld>
            <a:endParaRPr lang="ko-KR" altLang="en-US" dirty="0"/>
          </a:p>
        </p:txBody>
      </p:sp>
    </p:spTree>
    <p:extLst>
      <p:ext uri="{BB962C8B-B14F-4D97-AF65-F5344CB8AC3E}">
        <p14:creationId xmlns:p14="http://schemas.microsoft.com/office/powerpoint/2010/main" val="991253442"/>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474.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2" Type="http://schemas.openxmlformats.org/officeDocument/2006/relationships/slide" Target="../slides/slide476.xml"/><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2" Type="http://schemas.openxmlformats.org/officeDocument/2006/relationships/slide" Target="../slides/slide477.xml"/><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2" Type="http://schemas.openxmlformats.org/officeDocument/2006/relationships/slide" Target="../slides/slide478.xml"/><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2" Type="http://schemas.openxmlformats.org/officeDocument/2006/relationships/slide" Target="../slides/slide481.xml"/><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2" Type="http://schemas.openxmlformats.org/officeDocument/2006/relationships/slide" Target="../slides/slide482.xml"/><Relationship Id="rId1" Type="http://schemas.openxmlformats.org/officeDocument/2006/relationships/notesMaster" Target="../notesMasters/notesMaster1.xml"/></Relationships>
</file>

<file path=ppt/notesSlides/_rels/notesSlide483.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_rels/notesSlide484.xml.rels><?xml version="1.0" encoding="UTF-8" standalone="yes"?>
<Relationships xmlns="http://schemas.openxmlformats.org/package/2006/relationships"><Relationship Id="rId2" Type="http://schemas.openxmlformats.org/officeDocument/2006/relationships/slide" Target="../slides/slide484.xml"/><Relationship Id="rId1" Type="http://schemas.openxmlformats.org/officeDocument/2006/relationships/notesMaster" Target="../notesMasters/notesMaster1.xml"/></Relationships>
</file>

<file path=ppt/notesSlides/_rels/notesSlide485.xml.rels><?xml version="1.0" encoding="UTF-8" standalone="yes"?>
<Relationships xmlns="http://schemas.openxmlformats.org/package/2006/relationships"><Relationship Id="rId2" Type="http://schemas.openxmlformats.org/officeDocument/2006/relationships/slide" Target="../slides/slide485.xml"/><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487.xml.rels><?xml version="1.0" encoding="UTF-8" standalone="yes"?>
<Relationships xmlns="http://schemas.openxmlformats.org/package/2006/relationships"><Relationship Id="rId2" Type="http://schemas.openxmlformats.org/officeDocument/2006/relationships/slide" Target="../slides/slide487.xml"/><Relationship Id="rId1" Type="http://schemas.openxmlformats.org/officeDocument/2006/relationships/notesMaster" Target="../notesMasters/notesMaster1.xml"/></Relationships>
</file>

<file path=ppt/notesSlides/_rels/notesSlide488.xml.rels><?xml version="1.0" encoding="UTF-8" standalone="yes"?>
<Relationships xmlns="http://schemas.openxmlformats.org/package/2006/relationships"><Relationship Id="rId2" Type="http://schemas.openxmlformats.org/officeDocument/2006/relationships/slide" Target="../slides/slide488.xml"/><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2" Type="http://schemas.openxmlformats.org/officeDocument/2006/relationships/slide" Target="../slides/slide489.xml"/><Relationship Id="rId1" Type="http://schemas.openxmlformats.org/officeDocument/2006/relationships/notesMaster" Target="../notesMasters/notesMaster1.xml"/></Relationships>
</file>

<file path=ppt/notesSlides/_rels/notesSlide490.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492.xml.rels><?xml version="1.0" encoding="UTF-8" standalone="yes"?>
<Relationships xmlns="http://schemas.openxmlformats.org/package/2006/relationships"><Relationship Id="rId2" Type="http://schemas.openxmlformats.org/officeDocument/2006/relationships/slide" Target="../slides/slide492.xml"/><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494.xml.rels><?xml version="1.0" encoding="UTF-8" standalone="yes"?>
<Relationships xmlns="http://schemas.openxmlformats.org/package/2006/relationships"><Relationship Id="rId2" Type="http://schemas.openxmlformats.org/officeDocument/2006/relationships/slide" Target="../slides/slide494.xml"/><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2" Type="http://schemas.openxmlformats.org/officeDocument/2006/relationships/slide" Target="../slides/slide495.xml"/><Relationship Id="rId1" Type="http://schemas.openxmlformats.org/officeDocument/2006/relationships/notesMaster" Target="../notesMasters/notesMaster1.xml"/></Relationships>
</file>

<file path=ppt/notesSlides/_rels/notesSlide496.xml.rels><?xml version="1.0" encoding="UTF-8" standalone="yes"?>
<Relationships xmlns="http://schemas.openxmlformats.org/package/2006/relationships"><Relationship Id="rId2" Type="http://schemas.openxmlformats.org/officeDocument/2006/relationships/slide" Target="../slides/slide496.xml"/><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2" Type="http://schemas.openxmlformats.org/officeDocument/2006/relationships/slide" Target="../slides/slide497.xml"/><Relationship Id="rId1" Type="http://schemas.openxmlformats.org/officeDocument/2006/relationships/notesMaster" Target="../notesMasters/notesMaster1.xml"/></Relationships>
</file>

<file path=ppt/notesSlides/_rels/notesSlide498.xml.rels><?xml version="1.0" encoding="UTF-8" standalone="yes"?>
<Relationships xmlns="http://schemas.openxmlformats.org/package/2006/relationships"><Relationship Id="rId2" Type="http://schemas.openxmlformats.org/officeDocument/2006/relationships/slide" Target="../slides/slide498.xml"/><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2" Type="http://schemas.openxmlformats.org/officeDocument/2006/relationships/slide" Target="../slides/slide499.xml"/><Relationship Id="rId1" Type="http://schemas.openxmlformats.org/officeDocument/2006/relationships/notesMaster" Target="../notesMasters/notesMaster1.xml"/></Relationships>
</file>

<file path=ppt/notesSlides/_rels/notesSlide500.xml.rels><?xml version="1.0" encoding="UTF-8" standalone="yes"?>
<Relationships xmlns="http://schemas.openxmlformats.org/package/2006/relationships"><Relationship Id="rId2" Type="http://schemas.openxmlformats.org/officeDocument/2006/relationships/slide" Target="../slides/slide500.xml"/><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2" Type="http://schemas.openxmlformats.org/officeDocument/2006/relationships/slide" Target="../slides/slide501.xml"/><Relationship Id="rId1" Type="http://schemas.openxmlformats.org/officeDocument/2006/relationships/notesMaster" Target="../notesMasters/notesMaster1.xml"/></Relationships>
</file>

<file path=ppt/notesSlides/_rels/notesSlide502.xml.rels><?xml version="1.0" encoding="UTF-8" standalone="yes"?>
<Relationships xmlns="http://schemas.openxmlformats.org/package/2006/relationships"><Relationship Id="rId2" Type="http://schemas.openxmlformats.org/officeDocument/2006/relationships/slide" Target="../slides/slide502.xml"/><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2" Type="http://schemas.openxmlformats.org/officeDocument/2006/relationships/slide" Target="../slides/slide503.xml"/><Relationship Id="rId1" Type="http://schemas.openxmlformats.org/officeDocument/2006/relationships/notesMaster" Target="../notesMasters/notesMaster1.xml"/></Relationships>
</file>

<file path=ppt/notesSlides/_rels/notesSlide504.xml.rels><?xml version="1.0" encoding="UTF-8" standalone="yes"?>
<Relationships xmlns="http://schemas.openxmlformats.org/package/2006/relationships"><Relationship Id="rId2" Type="http://schemas.openxmlformats.org/officeDocument/2006/relationships/slide" Target="../slides/slide504.xml"/><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2" Type="http://schemas.openxmlformats.org/officeDocument/2006/relationships/slide" Target="../slides/slide505.xml"/><Relationship Id="rId1" Type="http://schemas.openxmlformats.org/officeDocument/2006/relationships/notesMaster" Target="../notesMasters/notesMaster1.xml"/></Relationships>
</file>

<file path=ppt/notesSlides/_rels/notesSlide506.xml.rels><?xml version="1.0" encoding="UTF-8" standalone="yes"?>
<Relationships xmlns="http://schemas.openxmlformats.org/package/2006/relationships"><Relationship Id="rId2" Type="http://schemas.openxmlformats.org/officeDocument/2006/relationships/slide" Target="../slides/slide506.xml"/><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2" Type="http://schemas.openxmlformats.org/officeDocument/2006/relationships/slide" Target="../slides/slide507.xml"/><Relationship Id="rId1" Type="http://schemas.openxmlformats.org/officeDocument/2006/relationships/notesMaster" Target="../notesMasters/notesMaster1.xml"/></Relationships>
</file>

<file path=ppt/notesSlides/_rels/notesSlide508.xml.rels><?xml version="1.0" encoding="UTF-8" standalone="yes"?>
<Relationships xmlns="http://schemas.openxmlformats.org/package/2006/relationships"><Relationship Id="rId2" Type="http://schemas.openxmlformats.org/officeDocument/2006/relationships/slide" Target="../slides/slide508.xml"/><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2" Type="http://schemas.openxmlformats.org/officeDocument/2006/relationships/slide" Target="../slides/slide509.xml"/><Relationship Id="rId1" Type="http://schemas.openxmlformats.org/officeDocument/2006/relationships/notesMaster" Target="../notesMasters/notesMaster1.xml"/></Relationships>
</file>

<file path=ppt/notesSlides/_rels/notesSlide510.xml.rels><?xml version="1.0" encoding="UTF-8" standalone="yes"?>
<Relationships xmlns="http://schemas.openxmlformats.org/package/2006/relationships"><Relationship Id="rId2" Type="http://schemas.openxmlformats.org/officeDocument/2006/relationships/slide" Target="../slides/slide510.xml"/><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2" Type="http://schemas.openxmlformats.org/officeDocument/2006/relationships/slide" Target="../slides/slide511.xml"/><Relationship Id="rId1" Type="http://schemas.openxmlformats.org/officeDocument/2006/relationships/notesMaster" Target="../notesMasters/notesMaster1.xml"/></Relationships>
</file>

<file path=ppt/notesSlides/_rels/notesSlide512.xml.rels><?xml version="1.0" encoding="UTF-8" standalone="yes"?>
<Relationships xmlns="http://schemas.openxmlformats.org/package/2006/relationships"><Relationship Id="rId2" Type="http://schemas.openxmlformats.org/officeDocument/2006/relationships/slide" Target="../slides/slide512.xml"/><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2" Type="http://schemas.openxmlformats.org/officeDocument/2006/relationships/slide" Target="../slides/slide513.xml"/><Relationship Id="rId1" Type="http://schemas.openxmlformats.org/officeDocument/2006/relationships/notesMaster" Target="../notesMasters/notesMaster1.xml"/></Relationships>
</file>

<file path=ppt/notesSlides/_rels/notesSlide514.xml.rels><?xml version="1.0" encoding="UTF-8" standalone="yes"?>
<Relationships xmlns="http://schemas.openxmlformats.org/package/2006/relationships"><Relationship Id="rId2" Type="http://schemas.openxmlformats.org/officeDocument/2006/relationships/slide" Target="../slides/slide514.xml"/><Relationship Id="rId1" Type="http://schemas.openxmlformats.org/officeDocument/2006/relationships/notesMaster" Target="../notesMasters/notesMaster1.xml"/></Relationships>
</file>

<file path=ppt/notesSlides/_rels/notesSlide515.xml.rels><?xml version="1.0" encoding="UTF-8" standalone="yes"?>
<Relationships xmlns="http://schemas.openxmlformats.org/package/2006/relationships"><Relationship Id="rId2" Type="http://schemas.openxmlformats.org/officeDocument/2006/relationships/slide" Target="../slides/slide51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82563" y="539750"/>
            <a:ext cx="6527800" cy="4521200"/>
          </a:xfrm>
        </p:spPr>
      </p:sp>
      <p:sp>
        <p:nvSpPr>
          <p:cNvPr id="3" name="슬라이드 노트 개체 틀 2"/>
          <p:cNvSpPr>
            <a:spLocks noGrp="1"/>
          </p:cNvSpPr>
          <p:nvPr>
            <p:ph type="body" idx="1"/>
          </p:nvPr>
        </p:nvSpPr>
        <p:spPr>
          <a:xfrm>
            <a:off x="679768" y="5376929"/>
            <a:ext cx="5438140" cy="3805211"/>
          </a:xfrm>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23F0BCE-8842-48BB-B417-565C32B10224}" type="slidenum">
              <a:rPr kumimoji="0" lang="ko-KR" altLang="en-US" sz="1300" b="0" i="0" u="none" strike="noStrike" kern="1200" cap="none" spc="0" normalizeH="0" baseline="0" noProof="0" smtClean="0">
                <a:ln>
                  <a:noFill/>
                </a:ln>
                <a:solidFill>
                  <a:prstClr val="black"/>
                </a:solidFill>
                <a:effectLst/>
                <a:uLnTx/>
                <a:uFillTx/>
                <a:latin typeface="SamsungOne-400" panose="020B0503030303020204" pitchFamily="34" charset="0"/>
                <a:ea typeface="KoPub돋움체 Medium" panose="02020603020101020101" pitchFamily="18" charset="-127"/>
                <a:cs typeface="+mn-cs"/>
              </a:rPr>
              <a:pPr marL="0" marR="0" lvl="0" indent="0" algn="r" defTabSz="457200" rtl="0" eaLnBrk="1" fontAlgn="auto" latinLnBrk="0" hangingPunct="1">
                <a:lnSpc>
                  <a:spcPct val="100000"/>
                </a:lnSpc>
                <a:spcBef>
                  <a:spcPts val="0"/>
                </a:spcBef>
                <a:spcAft>
                  <a:spcPts val="0"/>
                </a:spcAft>
                <a:buClrTx/>
                <a:buSzTx/>
                <a:buFontTx/>
                <a:buNone/>
                <a:tabLst/>
                <a:defRPr/>
              </a:pPr>
              <a:t>1</a:t>
            </a:fld>
            <a:endParaRPr kumimoji="0" lang="ko-KR" altLang="en-US" sz="1300" b="0" i="0" u="none" strike="noStrike" kern="1200" cap="none" spc="0" normalizeH="0" baseline="0" noProof="0" dirty="0">
              <a:ln>
                <a:noFill/>
              </a:ln>
              <a:solidFill>
                <a:prstClr val="black"/>
              </a:solidFill>
              <a:effectLst/>
              <a:uLnTx/>
              <a:uFillTx/>
              <a:latin typeface="SamsungOne-400" panose="020B0503030303020204" pitchFamily="34" charset="0"/>
              <a:ea typeface="KoPub돋움체 Medium" panose="02020603020101020101" pitchFamily="18" charset="-127"/>
              <a:cs typeface="+mn-cs"/>
            </a:endParaRPr>
          </a:p>
        </p:txBody>
      </p:sp>
    </p:spTree>
    <p:extLst>
      <p:ext uri="{BB962C8B-B14F-4D97-AF65-F5344CB8AC3E}">
        <p14:creationId xmlns:p14="http://schemas.microsoft.com/office/powerpoint/2010/main" val="57427115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5B59C55F-00F1-4985-9065-F2D92AE05D03}" type="slidenum">
              <a:rPr lang="ko-KR" altLang="en-US" smtClean="0"/>
              <a:t>2</a:t>
            </a:fld>
            <a:endParaRPr lang="ko-KR" altLang="en-US" dirty="0"/>
          </a:p>
        </p:txBody>
      </p:sp>
    </p:spTree>
    <p:extLst>
      <p:ext uri="{BB962C8B-B14F-4D97-AF65-F5344CB8AC3E}">
        <p14:creationId xmlns:p14="http://schemas.microsoft.com/office/powerpoint/2010/main" val="34764605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96850" y="763588"/>
            <a:ext cx="6653213" cy="4608512"/>
          </a:xfrm>
        </p:spPr>
      </p:sp>
      <p:sp>
        <p:nvSpPr>
          <p:cNvPr id="3" name="슬라이드 노트 개체 틀 2"/>
          <p:cNvSpPr>
            <a:spLocks noGrp="1"/>
          </p:cNvSpPr>
          <p:nvPr>
            <p:ph type="body" idx="1"/>
          </p:nvPr>
        </p:nvSpPr>
        <p:spPr>
          <a:xfrm>
            <a:off x="679768" y="5542373"/>
            <a:ext cx="5438140" cy="3639767"/>
          </a:xfrm>
        </p:spPr>
        <p:txBody>
          <a:bodyPr/>
          <a:lstStyle/>
          <a:p>
            <a:endParaRPr lang="ko-KR" altLang="en-US" dirty="0"/>
          </a:p>
        </p:txBody>
      </p:sp>
      <p:sp>
        <p:nvSpPr>
          <p:cNvPr id="4" name="슬라이드 번호 개체 틀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7D50566-EB7F-4578-83A4-5927877D7F20}" type="slidenum">
              <a:rPr kumimoji="0" lang="ko-KR" altLang="en-US" sz="1300" b="0" i="0" u="none" strike="noStrike" kern="1200" cap="none" spc="0" normalizeH="0" baseline="0" noProof="0" smtClean="0">
                <a:ln>
                  <a:noFill/>
                </a:ln>
                <a:solidFill>
                  <a:prstClr val="black"/>
                </a:solidFill>
                <a:effectLst/>
                <a:uLnTx/>
                <a:uFillTx/>
                <a:latin typeface="SamsungOne-400" panose="020B0503030303020204" pitchFamily="34" charset="0"/>
                <a:ea typeface="KoPub돋움체 Medium" panose="02020603020101020101" pitchFamily="18" charset="-127"/>
                <a:cs typeface="+mn-cs"/>
              </a:rPr>
              <a:pPr marL="0" marR="0" lvl="0" indent="0" algn="r" defTabSz="457200" rtl="0" eaLnBrk="1" fontAlgn="auto" latinLnBrk="0" hangingPunct="1">
                <a:lnSpc>
                  <a:spcPct val="100000"/>
                </a:lnSpc>
                <a:spcBef>
                  <a:spcPts val="0"/>
                </a:spcBef>
                <a:spcAft>
                  <a:spcPts val="0"/>
                </a:spcAft>
                <a:buClrTx/>
                <a:buSzTx/>
                <a:buFontTx/>
                <a:buNone/>
                <a:tabLst/>
                <a:defRPr/>
              </a:pPr>
              <a:t>3</a:t>
            </a:fld>
            <a:endParaRPr kumimoji="0" lang="ko-KR" altLang="en-US" sz="1300" b="0" i="0" u="none" strike="noStrike" kern="1200" cap="none" spc="0" normalizeH="0" baseline="0" noProof="0" dirty="0">
              <a:ln>
                <a:noFill/>
              </a:ln>
              <a:solidFill>
                <a:prstClr val="black"/>
              </a:solidFill>
              <a:effectLst/>
              <a:uLnTx/>
              <a:uFillTx/>
              <a:latin typeface="SamsungOne-400" panose="020B0503030303020204" pitchFamily="34" charset="0"/>
              <a:ea typeface="KoPub돋움체 Medium" panose="02020603020101020101" pitchFamily="18" charset="-127"/>
              <a:cs typeface="+mn-cs"/>
            </a:endParaRPr>
          </a:p>
        </p:txBody>
      </p:sp>
    </p:spTree>
    <p:extLst>
      <p:ext uri="{BB962C8B-B14F-4D97-AF65-F5344CB8AC3E}">
        <p14:creationId xmlns:p14="http://schemas.microsoft.com/office/powerpoint/2010/main" val="189694812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92225"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ko-KR" altLang="en-US" b="0" dirty="0">
              <a:latin typeface="SamsungOne-400" panose="020B0503030303020204"/>
            </a:endParaRPr>
          </a:p>
        </p:txBody>
      </p:sp>
      <p:sp>
        <p:nvSpPr>
          <p:cNvPr id="4" name="슬라이드 번호 개체 틀 3"/>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4</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264889888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a:t>
            </a:fld>
            <a:endParaRPr lang="ko-KR" altLang="en-US" dirty="0"/>
          </a:p>
        </p:txBody>
      </p:sp>
    </p:spTree>
    <p:extLst>
      <p:ext uri="{BB962C8B-B14F-4D97-AF65-F5344CB8AC3E}">
        <p14:creationId xmlns:p14="http://schemas.microsoft.com/office/powerpoint/2010/main" val="44090611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6</a:t>
            </a:fld>
            <a:endParaRPr lang="ko-KR" altLang="en-US" dirty="0"/>
          </a:p>
        </p:txBody>
      </p:sp>
    </p:spTree>
    <p:extLst>
      <p:ext uri="{BB962C8B-B14F-4D97-AF65-F5344CB8AC3E}">
        <p14:creationId xmlns:p14="http://schemas.microsoft.com/office/powerpoint/2010/main" val="77440898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7</a:t>
            </a:fld>
            <a:endParaRPr lang="ko-KR" altLang="en-US" dirty="0"/>
          </a:p>
        </p:txBody>
      </p:sp>
    </p:spTree>
    <p:extLst>
      <p:ext uri="{BB962C8B-B14F-4D97-AF65-F5344CB8AC3E}">
        <p14:creationId xmlns:p14="http://schemas.microsoft.com/office/powerpoint/2010/main" val="201976965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8</a:t>
            </a:fld>
            <a:endParaRPr lang="ko-KR" altLang="en-US" dirty="0"/>
          </a:p>
        </p:txBody>
      </p:sp>
    </p:spTree>
    <p:extLst>
      <p:ext uri="{BB962C8B-B14F-4D97-AF65-F5344CB8AC3E}">
        <p14:creationId xmlns:p14="http://schemas.microsoft.com/office/powerpoint/2010/main" val="298783137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9</a:t>
            </a:fld>
            <a:endParaRPr lang="ko-KR" altLang="en-US" dirty="0"/>
          </a:p>
        </p:txBody>
      </p:sp>
    </p:spTree>
    <p:extLst>
      <p:ext uri="{BB962C8B-B14F-4D97-AF65-F5344CB8AC3E}">
        <p14:creationId xmlns:p14="http://schemas.microsoft.com/office/powerpoint/2010/main" val="330008345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10</a:t>
            </a:fld>
            <a:endParaRPr lang="ko-KR" altLang="en-US" dirty="0"/>
          </a:p>
        </p:txBody>
      </p:sp>
    </p:spTree>
    <p:extLst>
      <p:ext uri="{BB962C8B-B14F-4D97-AF65-F5344CB8AC3E}">
        <p14:creationId xmlns:p14="http://schemas.microsoft.com/office/powerpoint/2010/main" val="14224043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11</a:t>
            </a:fld>
            <a:endParaRPr lang="ko-KR" altLang="en-US" dirty="0"/>
          </a:p>
        </p:txBody>
      </p:sp>
    </p:spTree>
    <p:extLst>
      <p:ext uri="{BB962C8B-B14F-4D97-AF65-F5344CB8AC3E}">
        <p14:creationId xmlns:p14="http://schemas.microsoft.com/office/powerpoint/2010/main" val="37227837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12</a:t>
            </a:fld>
            <a:endParaRPr lang="ko-KR" altLang="en-US" dirty="0"/>
          </a:p>
        </p:txBody>
      </p:sp>
    </p:spTree>
    <p:extLst>
      <p:ext uri="{BB962C8B-B14F-4D97-AF65-F5344CB8AC3E}">
        <p14:creationId xmlns:p14="http://schemas.microsoft.com/office/powerpoint/2010/main" val="63925087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13</a:t>
            </a:fld>
            <a:endParaRPr lang="ko-KR" altLang="en-US" dirty="0"/>
          </a:p>
        </p:txBody>
      </p:sp>
    </p:spTree>
    <p:extLst>
      <p:ext uri="{BB962C8B-B14F-4D97-AF65-F5344CB8AC3E}">
        <p14:creationId xmlns:p14="http://schemas.microsoft.com/office/powerpoint/2010/main" val="270679228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14</a:t>
            </a:fld>
            <a:endParaRPr lang="ko-KR" altLang="en-US" dirty="0"/>
          </a:p>
        </p:txBody>
      </p:sp>
    </p:spTree>
    <p:extLst>
      <p:ext uri="{BB962C8B-B14F-4D97-AF65-F5344CB8AC3E}">
        <p14:creationId xmlns:p14="http://schemas.microsoft.com/office/powerpoint/2010/main" val="149618132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15</a:t>
            </a:fld>
            <a:endParaRPr lang="ko-KR" altLang="en-US" dirty="0"/>
          </a:p>
        </p:txBody>
      </p:sp>
    </p:spTree>
    <p:extLst>
      <p:ext uri="{BB962C8B-B14F-4D97-AF65-F5344CB8AC3E}">
        <p14:creationId xmlns:p14="http://schemas.microsoft.com/office/powerpoint/2010/main" val="139617078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16</a:t>
            </a:fld>
            <a:endParaRPr lang="ko-KR" altLang="en-US" dirty="0"/>
          </a:p>
        </p:txBody>
      </p:sp>
    </p:spTree>
    <p:extLst>
      <p:ext uri="{BB962C8B-B14F-4D97-AF65-F5344CB8AC3E}">
        <p14:creationId xmlns:p14="http://schemas.microsoft.com/office/powerpoint/2010/main" val="32822395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17</a:t>
            </a:fld>
            <a:endParaRPr lang="ko-KR" altLang="en-US" dirty="0"/>
          </a:p>
        </p:txBody>
      </p:sp>
    </p:spTree>
    <p:extLst>
      <p:ext uri="{BB962C8B-B14F-4D97-AF65-F5344CB8AC3E}">
        <p14:creationId xmlns:p14="http://schemas.microsoft.com/office/powerpoint/2010/main" val="236343891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18</a:t>
            </a:fld>
            <a:endParaRPr lang="ko-KR" altLang="en-US" dirty="0"/>
          </a:p>
        </p:txBody>
      </p:sp>
    </p:spTree>
    <p:extLst>
      <p:ext uri="{BB962C8B-B14F-4D97-AF65-F5344CB8AC3E}">
        <p14:creationId xmlns:p14="http://schemas.microsoft.com/office/powerpoint/2010/main" val="324073486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19</a:t>
            </a:fld>
            <a:endParaRPr lang="ko-KR" altLang="en-US" dirty="0"/>
          </a:p>
        </p:txBody>
      </p:sp>
    </p:spTree>
    <p:extLst>
      <p:ext uri="{BB962C8B-B14F-4D97-AF65-F5344CB8AC3E}">
        <p14:creationId xmlns:p14="http://schemas.microsoft.com/office/powerpoint/2010/main" val="318660664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20</a:t>
            </a:fld>
            <a:endParaRPr lang="ko-KR" altLang="en-US" dirty="0"/>
          </a:p>
        </p:txBody>
      </p:sp>
    </p:spTree>
    <p:extLst>
      <p:ext uri="{BB962C8B-B14F-4D97-AF65-F5344CB8AC3E}">
        <p14:creationId xmlns:p14="http://schemas.microsoft.com/office/powerpoint/2010/main" val="205837679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21</a:t>
            </a:fld>
            <a:endParaRPr lang="ko-KR" altLang="en-US" dirty="0"/>
          </a:p>
        </p:txBody>
      </p:sp>
    </p:spTree>
    <p:extLst>
      <p:ext uri="{BB962C8B-B14F-4D97-AF65-F5344CB8AC3E}">
        <p14:creationId xmlns:p14="http://schemas.microsoft.com/office/powerpoint/2010/main" val="347881235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22</a:t>
            </a:fld>
            <a:endParaRPr lang="ko-KR" altLang="en-US" dirty="0"/>
          </a:p>
        </p:txBody>
      </p:sp>
    </p:spTree>
    <p:extLst>
      <p:ext uri="{BB962C8B-B14F-4D97-AF65-F5344CB8AC3E}">
        <p14:creationId xmlns:p14="http://schemas.microsoft.com/office/powerpoint/2010/main" val="263430020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23</a:t>
            </a:fld>
            <a:endParaRPr lang="ko-KR" altLang="en-US" dirty="0"/>
          </a:p>
        </p:txBody>
      </p:sp>
    </p:spTree>
    <p:extLst>
      <p:ext uri="{BB962C8B-B14F-4D97-AF65-F5344CB8AC3E}">
        <p14:creationId xmlns:p14="http://schemas.microsoft.com/office/powerpoint/2010/main" val="365558482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24</a:t>
            </a:fld>
            <a:endParaRPr lang="ko-KR" altLang="en-US" dirty="0"/>
          </a:p>
        </p:txBody>
      </p:sp>
    </p:spTree>
    <p:extLst>
      <p:ext uri="{BB962C8B-B14F-4D97-AF65-F5344CB8AC3E}">
        <p14:creationId xmlns:p14="http://schemas.microsoft.com/office/powerpoint/2010/main" val="87342899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sz="1200" dirty="0">
                <a:solidFill>
                  <a:schemeClr val="tx1">
                    <a:lumMod val="85000"/>
                    <a:lumOff val="15000"/>
                  </a:schemeClr>
                </a:solidFill>
                <a:latin typeface="SamsungOne-400" panose="020B0503030303020204" pitchFamily="34" charset="0"/>
                <a:ea typeface="SamsungOne-400" panose="020B0503030303020204" pitchFamily="34" charset="0"/>
              </a:rPr>
              <a:t>Trong các slide trước, trước tiên chúng tôi xin nhắc lại những ưu nhược điểm của mảng và danh sách trong khoa học máy tính, đồng thời hướng dẫn tìm hiểu khái niệm mảng và danh sách trong Python.</a:t>
            </a: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25</a:t>
            </a:fld>
            <a:endParaRPr lang="ko-KR" altLang="en-US" dirty="0"/>
          </a:p>
        </p:txBody>
      </p:sp>
    </p:spTree>
    <p:extLst>
      <p:ext uri="{BB962C8B-B14F-4D97-AF65-F5344CB8AC3E}">
        <p14:creationId xmlns:p14="http://schemas.microsoft.com/office/powerpoint/2010/main" val="114735501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Dạy mảng/danh sách của Python đồng thời nhắc lại những ưu điểm và nhược điểm của mảng/danh sách trong lập trình máy tính mà bạn đã dạy.</a:t>
            </a: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26</a:t>
            </a:fld>
            <a:endParaRPr lang="ko-KR" altLang="en-US" dirty="0"/>
          </a:p>
        </p:txBody>
      </p:sp>
    </p:spTree>
    <p:extLst>
      <p:ext uri="{BB962C8B-B14F-4D97-AF65-F5344CB8AC3E}">
        <p14:creationId xmlns:p14="http://schemas.microsoft.com/office/powerpoint/2010/main" val="79181166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27</a:t>
            </a:fld>
            <a:endParaRPr lang="ko-KR" altLang="en-US" dirty="0"/>
          </a:p>
        </p:txBody>
      </p:sp>
    </p:spTree>
    <p:extLst>
      <p:ext uri="{BB962C8B-B14F-4D97-AF65-F5344CB8AC3E}">
        <p14:creationId xmlns:p14="http://schemas.microsoft.com/office/powerpoint/2010/main" val="385047722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92225" y="1143000"/>
            <a:ext cx="4457700" cy="3086100"/>
          </a:xfrm>
        </p:spPr>
      </p:sp>
      <p:sp>
        <p:nvSpPr>
          <p:cNvPr id="3" name="슬라이드 노트 개체 틀 2"/>
          <p:cNvSpPr>
            <a:spLocks noGrp="1"/>
          </p:cNvSpPr>
          <p:nvPr>
            <p:ph type="body" idx="1"/>
          </p:nvPr>
        </p:nvSpPr>
        <p:spPr/>
        <p:txBody>
          <a:bodyPr/>
          <a:lstStyle/>
          <a:p>
            <a:pPr marL="0" marR="0" indent="0" algn="l" rtl="0" eaLnBrk="1" fontAlgn="auto" latinLnBrk="1" hangingPunct="1">
              <a:spcBef>
                <a:spcPts val="0"/>
              </a:spcBef>
              <a:spcAft>
                <a:spcPts val="0"/>
              </a:spcAft>
            </a:pPr>
            <a:endParaRPr lang="ko-KR" altLang="ko-KR" dirty="0">
              <a:effectLst/>
            </a:endParaRPr>
          </a:p>
        </p:txBody>
      </p:sp>
      <p:sp>
        <p:nvSpPr>
          <p:cNvPr id="4" name="슬라이드 번호 개체 틀 3"/>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28</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157463736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29</a:t>
            </a:fld>
            <a:endParaRPr lang="ko-KR" altLang="en-US" dirty="0"/>
          </a:p>
        </p:txBody>
      </p:sp>
    </p:spTree>
    <p:extLst>
      <p:ext uri="{BB962C8B-B14F-4D97-AF65-F5344CB8AC3E}">
        <p14:creationId xmlns:p14="http://schemas.microsoft.com/office/powerpoint/2010/main" val="329700171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Mảng NumPy có thể được tạo theo nhiều cách khác nhau.</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Hãy cẩn thận để tránh các nhiệm vụ đơn giản. Bạn không tạo đối tượng mới.</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Thay vào đó, bạn đang tạo một tên khác cho cùng một đối tượng.</a:t>
            </a: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30</a:t>
            </a:fld>
            <a:endParaRPr lang="ko-KR" altLang="en-US" dirty="0"/>
          </a:p>
        </p:txBody>
      </p:sp>
    </p:spTree>
    <p:extLst>
      <p:ext uri="{BB962C8B-B14F-4D97-AF65-F5344CB8AC3E}">
        <p14:creationId xmlns:p14="http://schemas.microsoft.com/office/powerpoint/2010/main" val="393149780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31</a:t>
            </a:fld>
            <a:endParaRPr lang="ko-KR" altLang="en-US" dirty="0"/>
          </a:p>
        </p:txBody>
      </p:sp>
    </p:spTree>
    <p:extLst>
      <p:ext uri="{BB962C8B-B14F-4D97-AF65-F5344CB8AC3E}">
        <p14:creationId xmlns:p14="http://schemas.microsoft.com/office/powerpoint/2010/main" val="170585318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Giúp</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học</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sinh</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không</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bị</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nhầm</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lẫn</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vì</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nhìn</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thấy</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địa</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khác</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nhau</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trên</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màn</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hình</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máy</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tính</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Mỗi</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máy</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tính</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có</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địa</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duy</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nhất</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Vì</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vậy</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học</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sinh</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sẽ</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thấy</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địa</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khác</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nhau</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trên</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màn</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hình</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máy</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tính</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của</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200" baseline="0" dirty="0" err="1">
                <a:solidFill>
                  <a:schemeClr val="tx1">
                    <a:lumMod val="85000"/>
                    <a:lumOff val="15000"/>
                  </a:schemeClr>
                </a:solidFill>
                <a:latin typeface="SamsungOne-400" panose="020B0503030303020204" pitchFamily="34" charset="0"/>
                <a:ea typeface="SamsungOne-400" panose="020B0503030303020204" pitchFamily="34" charset="0"/>
              </a:rPr>
              <a:t>họ</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32</a:t>
            </a:fld>
            <a:endParaRPr lang="ko-KR" altLang="en-US" dirty="0"/>
          </a:p>
        </p:txBody>
      </p:sp>
    </p:spTree>
    <p:extLst>
      <p:ext uri="{BB962C8B-B14F-4D97-AF65-F5344CB8AC3E}">
        <p14:creationId xmlns:p14="http://schemas.microsoft.com/office/powerpoint/2010/main" val="339865031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33</a:t>
            </a:fld>
            <a:endParaRPr lang="ko-KR" altLang="en-US" dirty="0"/>
          </a:p>
        </p:txBody>
      </p:sp>
    </p:spTree>
    <p:extLst>
      <p:ext uri="{BB962C8B-B14F-4D97-AF65-F5344CB8AC3E}">
        <p14:creationId xmlns:p14="http://schemas.microsoft.com/office/powerpoint/2010/main" val="300502881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34</a:t>
            </a:fld>
            <a:endParaRPr lang="ko-KR" altLang="en-US" dirty="0"/>
          </a:p>
        </p:txBody>
      </p:sp>
    </p:spTree>
    <p:extLst>
      <p:ext uri="{BB962C8B-B14F-4D97-AF65-F5344CB8AC3E}">
        <p14:creationId xmlns:p14="http://schemas.microsoft.com/office/powerpoint/2010/main" val="9092192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35</a:t>
            </a:fld>
            <a:endParaRPr lang="ko-KR" altLang="en-US" dirty="0"/>
          </a:p>
        </p:txBody>
      </p:sp>
    </p:spTree>
    <p:extLst>
      <p:ext uri="{BB962C8B-B14F-4D97-AF65-F5344CB8AC3E}">
        <p14:creationId xmlns:p14="http://schemas.microsoft.com/office/powerpoint/2010/main" val="279267450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36</a:t>
            </a:fld>
            <a:endParaRPr lang="ko-KR" altLang="en-US" dirty="0"/>
          </a:p>
        </p:txBody>
      </p:sp>
    </p:spTree>
    <p:extLst>
      <p:ext uri="{BB962C8B-B14F-4D97-AF65-F5344CB8AC3E}">
        <p14:creationId xmlns:p14="http://schemas.microsoft.com/office/powerpoint/2010/main" val="396031926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37</a:t>
            </a:fld>
            <a:endParaRPr lang="ko-KR" altLang="en-US" dirty="0"/>
          </a:p>
        </p:txBody>
      </p:sp>
    </p:spTree>
    <p:extLst>
      <p:ext uri="{BB962C8B-B14F-4D97-AF65-F5344CB8AC3E}">
        <p14:creationId xmlns:p14="http://schemas.microsoft.com/office/powerpoint/2010/main" val="149313399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38</a:t>
            </a:fld>
            <a:endParaRPr lang="ko-KR" altLang="en-US" dirty="0"/>
          </a:p>
        </p:txBody>
      </p:sp>
    </p:spTree>
    <p:extLst>
      <p:ext uri="{BB962C8B-B14F-4D97-AF65-F5344CB8AC3E}">
        <p14:creationId xmlns:p14="http://schemas.microsoft.com/office/powerpoint/2010/main" val="360479805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39</a:t>
            </a:fld>
            <a:endParaRPr lang="ko-KR" altLang="en-US" dirty="0"/>
          </a:p>
        </p:txBody>
      </p:sp>
    </p:spTree>
    <p:extLst>
      <p:ext uri="{BB962C8B-B14F-4D97-AF65-F5344CB8AC3E}">
        <p14:creationId xmlns:p14="http://schemas.microsoft.com/office/powerpoint/2010/main" val="278345473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40</a:t>
            </a:fld>
            <a:endParaRPr lang="ko-KR" altLang="en-US" dirty="0"/>
          </a:p>
        </p:txBody>
      </p:sp>
    </p:spTree>
    <p:extLst>
      <p:ext uri="{BB962C8B-B14F-4D97-AF65-F5344CB8AC3E}">
        <p14:creationId xmlns:p14="http://schemas.microsoft.com/office/powerpoint/2010/main" val="187083636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41</a:t>
            </a:fld>
            <a:endParaRPr lang="ko-KR" altLang="en-US" dirty="0"/>
          </a:p>
        </p:txBody>
      </p:sp>
    </p:spTree>
    <p:extLst>
      <p:ext uri="{BB962C8B-B14F-4D97-AF65-F5344CB8AC3E}">
        <p14:creationId xmlns:p14="http://schemas.microsoft.com/office/powerpoint/2010/main" val="211752946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42</a:t>
            </a:fld>
            <a:endParaRPr lang="ko-KR" altLang="en-US" dirty="0"/>
          </a:p>
        </p:txBody>
      </p:sp>
    </p:spTree>
    <p:extLst>
      <p:ext uri="{BB962C8B-B14F-4D97-AF65-F5344CB8AC3E}">
        <p14:creationId xmlns:p14="http://schemas.microsoft.com/office/powerpoint/2010/main" val="213804681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43</a:t>
            </a:fld>
            <a:endParaRPr lang="ko-KR" altLang="en-US" dirty="0"/>
          </a:p>
        </p:txBody>
      </p:sp>
    </p:spTree>
    <p:extLst>
      <p:ext uri="{BB962C8B-B14F-4D97-AF65-F5344CB8AC3E}">
        <p14:creationId xmlns:p14="http://schemas.microsoft.com/office/powerpoint/2010/main" val="403006665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44</a:t>
            </a:fld>
            <a:endParaRPr lang="ko-KR" altLang="en-US" dirty="0"/>
          </a:p>
        </p:txBody>
      </p:sp>
    </p:spTree>
    <p:extLst>
      <p:ext uri="{BB962C8B-B14F-4D97-AF65-F5344CB8AC3E}">
        <p14:creationId xmlns:p14="http://schemas.microsoft.com/office/powerpoint/2010/main" val="352201177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45</a:t>
            </a:fld>
            <a:endParaRPr lang="ko-KR" altLang="en-US" dirty="0"/>
          </a:p>
        </p:txBody>
      </p:sp>
    </p:spTree>
    <p:extLst>
      <p:ext uri="{BB962C8B-B14F-4D97-AF65-F5344CB8AC3E}">
        <p14:creationId xmlns:p14="http://schemas.microsoft.com/office/powerpoint/2010/main" val="376801928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46</a:t>
            </a:fld>
            <a:endParaRPr lang="ko-KR" altLang="en-US" dirty="0"/>
          </a:p>
        </p:txBody>
      </p:sp>
    </p:spTree>
    <p:extLst>
      <p:ext uri="{BB962C8B-B14F-4D97-AF65-F5344CB8AC3E}">
        <p14:creationId xmlns:p14="http://schemas.microsoft.com/office/powerpoint/2010/main" val="363423451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47</a:t>
            </a:fld>
            <a:endParaRPr lang="ko-KR" altLang="en-US" dirty="0"/>
          </a:p>
        </p:txBody>
      </p:sp>
    </p:spTree>
    <p:extLst>
      <p:ext uri="{BB962C8B-B14F-4D97-AF65-F5344CB8AC3E}">
        <p14:creationId xmlns:p14="http://schemas.microsoft.com/office/powerpoint/2010/main" val="136102503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48</a:t>
            </a:fld>
            <a:endParaRPr lang="ko-KR" altLang="en-US" dirty="0"/>
          </a:p>
        </p:txBody>
      </p:sp>
    </p:spTree>
    <p:extLst>
      <p:ext uri="{BB962C8B-B14F-4D97-AF65-F5344CB8AC3E}">
        <p14:creationId xmlns:p14="http://schemas.microsoft.com/office/powerpoint/2010/main" val="153711012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49</a:t>
            </a:fld>
            <a:endParaRPr lang="ko-KR" altLang="en-US" dirty="0"/>
          </a:p>
        </p:txBody>
      </p:sp>
    </p:spTree>
    <p:extLst>
      <p:ext uri="{BB962C8B-B14F-4D97-AF65-F5344CB8AC3E}">
        <p14:creationId xmlns:p14="http://schemas.microsoft.com/office/powerpoint/2010/main" val="218008445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50</a:t>
            </a:fld>
            <a:endParaRPr lang="ko-KR" altLang="en-US" dirty="0"/>
          </a:p>
        </p:txBody>
      </p:sp>
    </p:spTree>
    <p:extLst>
      <p:ext uri="{BB962C8B-B14F-4D97-AF65-F5344CB8AC3E}">
        <p14:creationId xmlns:p14="http://schemas.microsoft.com/office/powerpoint/2010/main" val="146981265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51</a:t>
            </a:fld>
            <a:endParaRPr lang="ko-KR" altLang="en-US" dirty="0"/>
          </a:p>
        </p:txBody>
      </p:sp>
    </p:spTree>
    <p:extLst>
      <p:ext uri="{BB962C8B-B14F-4D97-AF65-F5344CB8AC3E}">
        <p14:creationId xmlns:p14="http://schemas.microsoft.com/office/powerpoint/2010/main" val="3267853742"/>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52</a:t>
            </a:fld>
            <a:endParaRPr lang="ko-KR" altLang="en-US" dirty="0"/>
          </a:p>
        </p:txBody>
      </p:sp>
    </p:spTree>
    <p:extLst>
      <p:ext uri="{BB962C8B-B14F-4D97-AF65-F5344CB8AC3E}">
        <p14:creationId xmlns:p14="http://schemas.microsoft.com/office/powerpoint/2010/main" val="257071658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53</a:t>
            </a:fld>
            <a:endParaRPr lang="ko-KR" altLang="en-US" dirty="0"/>
          </a:p>
        </p:txBody>
      </p:sp>
    </p:spTree>
    <p:extLst>
      <p:ext uri="{BB962C8B-B14F-4D97-AF65-F5344CB8AC3E}">
        <p14:creationId xmlns:p14="http://schemas.microsoft.com/office/powerpoint/2010/main" val="97297586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54</a:t>
            </a:fld>
            <a:endParaRPr lang="ko-KR" altLang="en-US" dirty="0"/>
          </a:p>
        </p:txBody>
      </p:sp>
    </p:spTree>
    <p:extLst>
      <p:ext uri="{BB962C8B-B14F-4D97-AF65-F5344CB8AC3E}">
        <p14:creationId xmlns:p14="http://schemas.microsoft.com/office/powerpoint/2010/main" val="367952629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55</a:t>
            </a:fld>
            <a:endParaRPr lang="ko-KR" altLang="en-US" dirty="0"/>
          </a:p>
        </p:txBody>
      </p:sp>
    </p:spTree>
    <p:extLst>
      <p:ext uri="{BB962C8B-B14F-4D97-AF65-F5344CB8AC3E}">
        <p14:creationId xmlns:p14="http://schemas.microsoft.com/office/powerpoint/2010/main" val="187449774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56</a:t>
            </a:fld>
            <a:endParaRPr lang="ko-KR" altLang="en-US" dirty="0"/>
          </a:p>
        </p:txBody>
      </p:sp>
    </p:spTree>
    <p:extLst>
      <p:ext uri="{BB962C8B-B14F-4D97-AF65-F5344CB8AC3E}">
        <p14:creationId xmlns:p14="http://schemas.microsoft.com/office/powerpoint/2010/main" val="43318790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57</a:t>
            </a:fld>
            <a:endParaRPr lang="ko-KR" altLang="en-US" dirty="0"/>
          </a:p>
        </p:txBody>
      </p:sp>
    </p:spTree>
    <p:extLst>
      <p:ext uri="{BB962C8B-B14F-4D97-AF65-F5344CB8AC3E}">
        <p14:creationId xmlns:p14="http://schemas.microsoft.com/office/powerpoint/2010/main" val="367983206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58</a:t>
            </a:fld>
            <a:endParaRPr lang="ko-KR" altLang="en-US" dirty="0"/>
          </a:p>
        </p:txBody>
      </p:sp>
    </p:spTree>
    <p:extLst>
      <p:ext uri="{BB962C8B-B14F-4D97-AF65-F5344CB8AC3E}">
        <p14:creationId xmlns:p14="http://schemas.microsoft.com/office/powerpoint/2010/main" val="220680365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59</a:t>
            </a:fld>
            <a:endParaRPr lang="ko-KR" altLang="en-US" dirty="0"/>
          </a:p>
        </p:txBody>
      </p:sp>
    </p:spTree>
    <p:extLst>
      <p:ext uri="{BB962C8B-B14F-4D97-AF65-F5344CB8AC3E}">
        <p14:creationId xmlns:p14="http://schemas.microsoft.com/office/powerpoint/2010/main" val="133947364"/>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60</a:t>
            </a:fld>
            <a:endParaRPr lang="ko-KR" altLang="en-US" dirty="0"/>
          </a:p>
        </p:txBody>
      </p:sp>
    </p:spTree>
    <p:extLst>
      <p:ext uri="{BB962C8B-B14F-4D97-AF65-F5344CB8AC3E}">
        <p14:creationId xmlns:p14="http://schemas.microsoft.com/office/powerpoint/2010/main" val="349380796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r>
              <a:rPr lang="vi-VN" altLang="ko-KR" dirty="0"/>
              <a:t>Một trường hợp đặc biệt của mật độ xác suất Bình thường là mật độ xác suất Bình thường Chuẩn.</a:t>
            </a:r>
          </a:p>
          <a:p>
            <a:r>
              <a:rPr lang="vi-VN" altLang="ko-KR" dirty="0"/>
              <a:t>Trong trường hợp này, bạn có </a:t>
            </a:r>
            <a:r>
              <a:rPr lang="ko-KR" altLang="vi-VN" dirty="0"/>
              <a:t>𝜇</a:t>
            </a:r>
            <a:r>
              <a:rPr lang="vi-VN" altLang="ko-KR" dirty="0"/>
              <a:t>=0 và </a:t>
            </a:r>
            <a:r>
              <a:rPr lang="ko-KR" altLang="vi-VN" dirty="0"/>
              <a:t>𝜎</a:t>
            </a:r>
            <a:r>
              <a:rPr lang="vi-VN" altLang="ko-KR" dirty="0"/>
              <a:t>=1.</a:t>
            </a:r>
          </a:p>
          <a:p>
            <a:endParaRPr lang="vi-VN" altLang="ko-KR" dirty="0"/>
          </a:p>
          <a:p>
            <a:r>
              <a:rPr lang="vi-VN" altLang="ko-KR" dirty="0"/>
              <a:t>Phân phối chuẩn sẽ được giải thích chi tiết trong Bài 2 của Chương 4</a:t>
            </a: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61</a:t>
            </a:fld>
            <a:endParaRPr lang="ko-KR" altLang="en-US" dirty="0"/>
          </a:p>
        </p:txBody>
      </p:sp>
    </p:spTree>
    <p:extLst>
      <p:ext uri="{BB962C8B-B14F-4D97-AF65-F5344CB8AC3E}">
        <p14:creationId xmlns:p14="http://schemas.microsoft.com/office/powerpoint/2010/main" val="2825277852"/>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62</a:t>
            </a:fld>
            <a:endParaRPr lang="ko-KR" altLang="en-US" dirty="0"/>
          </a:p>
        </p:txBody>
      </p:sp>
    </p:spTree>
    <p:extLst>
      <p:ext uri="{BB962C8B-B14F-4D97-AF65-F5344CB8AC3E}">
        <p14:creationId xmlns:p14="http://schemas.microsoft.com/office/powerpoint/2010/main" val="335398484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63</a:t>
            </a:fld>
            <a:endParaRPr lang="ko-KR" altLang="en-US" dirty="0"/>
          </a:p>
        </p:txBody>
      </p:sp>
    </p:spTree>
    <p:extLst>
      <p:ext uri="{BB962C8B-B14F-4D97-AF65-F5344CB8AC3E}">
        <p14:creationId xmlns:p14="http://schemas.microsoft.com/office/powerpoint/2010/main" val="153105978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64</a:t>
            </a:fld>
            <a:endParaRPr lang="ko-KR" altLang="en-US" dirty="0"/>
          </a:p>
        </p:txBody>
      </p:sp>
    </p:spTree>
    <p:extLst>
      <p:ext uri="{BB962C8B-B14F-4D97-AF65-F5344CB8AC3E}">
        <p14:creationId xmlns:p14="http://schemas.microsoft.com/office/powerpoint/2010/main" val="41919628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65</a:t>
            </a:fld>
            <a:endParaRPr lang="ko-KR" altLang="en-US" dirty="0"/>
          </a:p>
        </p:txBody>
      </p:sp>
    </p:spTree>
    <p:extLst>
      <p:ext uri="{BB962C8B-B14F-4D97-AF65-F5344CB8AC3E}">
        <p14:creationId xmlns:p14="http://schemas.microsoft.com/office/powerpoint/2010/main" val="341866862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66</a:t>
            </a:fld>
            <a:endParaRPr lang="ko-KR" altLang="en-US" dirty="0"/>
          </a:p>
        </p:txBody>
      </p:sp>
    </p:spTree>
    <p:extLst>
      <p:ext uri="{BB962C8B-B14F-4D97-AF65-F5344CB8AC3E}">
        <p14:creationId xmlns:p14="http://schemas.microsoft.com/office/powerpoint/2010/main" val="193172639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67</a:t>
            </a:fld>
            <a:endParaRPr lang="ko-KR" altLang="en-US" dirty="0"/>
          </a:p>
        </p:txBody>
      </p:sp>
    </p:spTree>
    <p:extLst>
      <p:ext uri="{BB962C8B-B14F-4D97-AF65-F5344CB8AC3E}">
        <p14:creationId xmlns:p14="http://schemas.microsoft.com/office/powerpoint/2010/main" val="289976578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68</a:t>
            </a:fld>
            <a:endParaRPr lang="ko-KR" altLang="en-US" dirty="0"/>
          </a:p>
        </p:txBody>
      </p:sp>
    </p:spTree>
    <p:extLst>
      <p:ext uri="{BB962C8B-B14F-4D97-AF65-F5344CB8AC3E}">
        <p14:creationId xmlns:p14="http://schemas.microsoft.com/office/powerpoint/2010/main" val="51042330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69</a:t>
            </a:fld>
            <a:endParaRPr lang="ko-KR" altLang="en-US" dirty="0"/>
          </a:p>
        </p:txBody>
      </p:sp>
    </p:spTree>
    <p:extLst>
      <p:ext uri="{BB962C8B-B14F-4D97-AF65-F5344CB8AC3E}">
        <p14:creationId xmlns:p14="http://schemas.microsoft.com/office/powerpoint/2010/main" val="5182512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70</a:t>
            </a:fld>
            <a:endParaRPr lang="ko-KR" altLang="en-US" dirty="0"/>
          </a:p>
        </p:txBody>
      </p:sp>
    </p:spTree>
    <p:extLst>
      <p:ext uri="{BB962C8B-B14F-4D97-AF65-F5344CB8AC3E}">
        <p14:creationId xmlns:p14="http://schemas.microsoft.com/office/powerpoint/2010/main" val="49782221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71</a:t>
            </a:fld>
            <a:endParaRPr lang="ko-KR" altLang="en-US" dirty="0"/>
          </a:p>
        </p:txBody>
      </p:sp>
    </p:spTree>
    <p:extLst>
      <p:ext uri="{BB962C8B-B14F-4D97-AF65-F5344CB8AC3E}">
        <p14:creationId xmlns:p14="http://schemas.microsoft.com/office/powerpoint/2010/main" val="353512999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72</a:t>
            </a:fld>
            <a:endParaRPr lang="ko-KR" altLang="en-US" dirty="0"/>
          </a:p>
        </p:txBody>
      </p:sp>
    </p:spTree>
    <p:extLst>
      <p:ext uri="{BB962C8B-B14F-4D97-AF65-F5344CB8AC3E}">
        <p14:creationId xmlns:p14="http://schemas.microsoft.com/office/powerpoint/2010/main" val="190127459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73</a:t>
            </a:fld>
            <a:endParaRPr lang="ko-KR" altLang="en-US" dirty="0"/>
          </a:p>
        </p:txBody>
      </p:sp>
    </p:spTree>
    <p:extLst>
      <p:ext uri="{BB962C8B-B14F-4D97-AF65-F5344CB8AC3E}">
        <p14:creationId xmlns:p14="http://schemas.microsoft.com/office/powerpoint/2010/main" val="108281963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92225" y="1143000"/>
            <a:ext cx="4457700" cy="3086100"/>
          </a:xfrm>
        </p:spPr>
      </p:sp>
      <p:sp>
        <p:nvSpPr>
          <p:cNvPr id="3" name="슬라이드 노트 개체 틀 2"/>
          <p:cNvSpPr>
            <a:spLocks noGrp="1"/>
          </p:cNvSpPr>
          <p:nvPr>
            <p:ph type="body" idx="1"/>
          </p:nvPr>
        </p:nvSpPr>
        <p:spPr/>
        <p:txBody>
          <a:bodyPr/>
          <a:lstStyle/>
          <a:p>
            <a:pPr marL="0" marR="0" indent="0" algn="l" rtl="0" eaLnBrk="1" fontAlgn="auto" latinLnBrk="1" hangingPunct="1">
              <a:spcBef>
                <a:spcPts val="0"/>
              </a:spcBef>
              <a:spcAft>
                <a:spcPts val="0"/>
              </a:spcAft>
            </a:pPr>
            <a:endParaRPr lang="ko-KR" altLang="ko-KR" dirty="0">
              <a:effectLst/>
            </a:endParaRPr>
          </a:p>
        </p:txBody>
      </p:sp>
      <p:sp>
        <p:nvSpPr>
          <p:cNvPr id="4" name="슬라이드 번호 개체 틀 3"/>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74</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137167426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75</a:t>
            </a:fld>
            <a:endParaRPr lang="ko-KR" altLang="en-US" dirty="0"/>
          </a:p>
        </p:txBody>
      </p:sp>
    </p:spTree>
    <p:extLst>
      <p:ext uri="{BB962C8B-B14F-4D97-AF65-F5344CB8AC3E}">
        <p14:creationId xmlns:p14="http://schemas.microsoft.com/office/powerpoint/2010/main" val="208547422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76</a:t>
            </a:fld>
            <a:endParaRPr lang="ko-KR" altLang="en-US" dirty="0"/>
          </a:p>
        </p:txBody>
      </p:sp>
    </p:spTree>
    <p:extLst>
      <p:ext uri="{BB962C8B-B14F-4D97-AF65-F5344CB8AC3E}">
        <p14:creationId xmlns:p14="http://schemas.microsoft.com/office/powerpoint/2010/main" val="108122517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77</a:t>
            </a:fld>
            <a:endParaRPr lang="ko-KR" altLang="en-US" dirty="0"/>
          </a:p>
        </p:txBody>
      </p:sp>
    </p:spTree>
    <p:extLst>
      <p:ext uri="{BB962C8B-B14F-4D97-AF65-F5344CB8AC3E}">
        <p14:creationId xmlns:p14="http://schemas.microsoft.com/office/powerpoint/2010/main" val="366614839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78</a:t>
            </a:fld>
            <a:endParaRPr lang="ko-KR" altLang="en-US" dirty="0"/>
          </a:p>
        </p:txBody>
      </p:sp>
    </p:spTree>
    <p:extLst>
      <p:ext uri="{BB962C8B-B14F-4D97-AF65-F5344CB8AC3E}">
        <p14:creationId xmlns:p14="http://schemas.microsoft.com/office/powerpoint/2010/main" val="248742595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79</a:t>
            </a:fld>
            <a:endParaRPr lang="ko-KR" altLang="en-US" dirty="0"/>
          </a:p>
        </p:txBody>
      </p:sp>
    </p:spTree>
    <p:extLst>
      <p:ext uri="{BB962C8B-B14F-4D97-AF65-F5344CB8AC3E}">
        <p14:creationId xmlns:p14="http://schemas.microsoft.com/office/powerpoint/2010/main" val="43453513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80</a:t>
            </a:fld>
            <a:endParaRPr lang="ko-KR" altLang="en-US" dirty="0"/>
          </a:p>
        </p:txBody>
      </p:sp>
    </p:spTree>
    <p:extLst>
      <p:ext uri="{BB962C8B-B14F-4D97-AF65-F5344CB8AC3E}">
        <p14:creationId xmlns:p14="http://schemas.microsoft.com/office/powerpoint/2010/main" val="368210926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81</a:t>
            </a:fld>
            <a:endParaRPr lang="ko-KR" altLang="en-US" dirty="0"/>
          </a:p>
        </p:txBody>
      </p:sp>
    </p:spTree>
    <p:extLst>
      <p:ext uri="{BB962C8B-B14F-4D97-AF65-F5344CB8AC3E}">
        <p14:creationId xmlns:p14="http://schemas.microsoft.com/office/powerpoint/2010/main" val="296821082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82</a:t>
            </a:fld>
            <a:endParaRPr lang="ko-KR" altLang="en-US" dirty="0"/>
          </a:p>
        </p:txBody>
      </p:sp>
    </p:spTree>
    <p:extLst>
      <p:ext uri="{BB962C8B-B14F-4D97-AF65-F5344CB8AC3E}">
        <p14:creationId xmlns:p14="http://schemas.microsoft.com/office/powerpoint/2010/main" val="88422323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83</a:t>
            </a:fld>
            <a:endParaRPr lang="ko-KR" altLang="en-US" dirty="0"/>
          </a:p>
        </p:txBody>
      </p:sp>
    </p:spTree>
    <p:extLst>
      <p:ext uri="{BB962C8B-B14F-4D97-AF65-F5344CB8AC3E}">
        <p14:creationId xmlns:p14="http://schemas.microsoft.com/office/powerpoint/2010/main" val="1236457364"/>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84</a:t>
            </a:fld>
            <a:endParaRPr lang="ko-KR" altLang="en-US" dirty="0"/>
          </a:p>
        </p:txBody>
      </p:sp>
    </p:spTree>
    <p:extLst>
      <p:ext uri="{BB962C8B-B14F-4D97-AF65-F5344CB8AC3E}">
        <p14:creationId xmlns:p14="http://schemas.microsoft.com/office/powerpoint/2010/main" val="361112891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85</a:t>
            </a:fld>
            <a:endParaRPr lang="ko-KR" altLang="en-US" dirty="0"/>
          </a:p>
        </p:txBody>
      </p:sp>
    </p:spTree>
    <p:extLst>
      <p:ext uri="{BB962C8B-B14F-4D97-AF65-F5344CB8AC3E}">
        <p14:creationId xmlns:p14="http://schemas.microsoft.com/office/powerpoint/2010/main" val="81951875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86</a:t>
            </a:fld>
            <a:endParaRPr lang="ko-KR" altLang="en-US" dirty="0"/>
          </a:p>
        </p:txBody>
      </p:sp>
    </p:spTree>
    <p:extLst>
      <p:ext uri="{BB962C8B-B14F-4D97-AF65-F5344CB8AC3E}">
        <p14:creationId xmlns:p14="http://schemas.microsoft.com/office/powerpoint/2010/main" val="286217740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87</a:t>
            </a:fld>
            <a:endParaRPr lang="ko-KR" altLang="en-US" dirty="0"/>
          </a:p>
        </p:txBody>
      </p:sp>
    </p:spTree>
    <p:extLst>
      <p:ext uri="{BB962C8B-B14F-4D97-AF65-F5344CB8AC3E}">
        <p14:creationId xmlns:p14="http://schemas.microsoft.com/office/powerpoint/2010/main" val="65475683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88</a:t>
            </a:fld>
            <a:endParaRPr lang="ko-KR" altLang="en-US" dirty="0"/>
          </a:p>
        </p:txBody>
      </p:sp>
    </p:spTree>
    <p:extLst>
      <p:ext uri="{BB962C8B-B14F-4D97-AF65-F5344CB8AC3E}">
        <p14:creationId xmlns:p14="http://schemas.microsoft.com/office/powerpoint/2010/main" val="71769904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89</a:t>
            </a:fld>
            <a:endParaRPr lang="ko-KR" altLang="en-US" dirty="0"/>
          </a:p>
        </p:txBody>
      </p:sp>
    </p:spTree>
    <p:extLst>
      <p:ext uri="{BB962C8B-B14F-4D97-AF65-F5344CB8AC3E}">
        <p14:creationId xmlns:p14="http://schemas.microsoft.com/office/powerpoint/2010/main" val="387312092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90</a:t>
            </a:fld>
            <a:endParaRPr lang="ko-KR" altLang="en-US" dirty="0"/>
          </a:p>
        </p:txBody>
      </p:sp>
    </p:spTree>
    <p:extLst>
      <p:ext uri="{BB962C8B-B14F-4D97-AF65-F5344CB8AC3E}">
        <p14:creationId xmlns:p14="http://schemas.microsoft.com/office/powerpoint/2010/main" val="230594130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91</a:t>
            </a:fld>
            <a:endParaRPr lang="ko-KR" altLang="en-US" dirty="0"/>
          </a:p>
        </p:txBody>
      </p:sp>
    </p:spTree>
    <p:extLst>
      <p:ext uri="{BB962C8B-B14F-4D97-AF65-F5344CB8AC3E}">
        <p14:creationId xmlns:p14="http://schemas.microsoft.com/office/powerpoint/2010/main" val="1036843445"/>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92</a:t>
            </a:fld>
            <a:endParaRPr lang="ko-KR" altLang="en-US" dirty="0"/>
          </a:p>
        </p:txBody>
      </p:sp>
    </p:spTree>
    <p:extLst>
      <p:ext uri="{BB962C8B-B14F-4D97-AF65-F5344CB8AC3E}">
        <p14:creationId xmlns:p14="http://schemas.microsoft.com/office/powerpoint/2010/main" val="4192338833"/>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93</a:t>
            </a:fld>
            <a:endParaRPr lang="ko-KR" altLang="en-US" dirty="0"/>
          </a:p>
        </p:txBody>
      </p:sp>
    </p:spTree>
    <p:extLst>
      <p:ext uri="{BB962C8B-B14F-4D97-AF65-F5344CB8AC3E}">
        <p14:creationId xmlns:p14="http://schemas.microsoft.com/office/powerpoint/2010/main" val="777291962"/>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94</a:t>
            </a:fld>
            <a:endParaRPr lang="ko-KR" altLang="en-US" dirty="0"/>
          </a:p>
        </p:txBody>
      </p:sp>
    </p:spTree>
    <p:extLst>
      <p:ext uri="{BB962C8B-B14F-4D97-AF65-F5344CB8AC3E}">
        <p14:creationId xmlns:p14="http://schemas.microsoft.com/office/powerpoint/2010/main" val="2865053267"/>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sz="1200" b="0" i="0" kern="1200" baseline="0" dirty="0">
                <a:solidFill>
                  <a:schemeClr val="tx1"/>
                </a:solidFill>
                <a:effectLst/>
                <a:latin typeface="+mn-lt"/>
                <a:ea typeface="+mn-ea"/>
                <a:cs typeface="+mn-cs"/>
              </a:rPr>
              <a:t>Đặt np.random.seed() thành một giá trị cố định sẽ tạo ra các số ngẫu nhiên đồng nhất.</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sz="1200" b="0" i="0" kern="1200" baseline="0" dirty="0">
                <a:solidFill>
                  <a:schemeClr val="tx1"/>
                </a:solidFill>
                <a:effectLst/>
                <a:latin typeface="+mn-lt"/>
                <a:ea typeface="+mn-ea"/>
                <a:cs typeface="+mn-cs"/>
              </a:rPr>
              <a:t>Chạy các mã dưới đây. Bạn có thể thấy rằng cùng một hạt giống tạo ra cùng một bộ số và sử dụng một hạt giống khác sẽ tạo ra các bộ số khác nhau.</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sz="1200" b="0" i="0" kern="1200" baseline="0" dirty="0">
                <a:solidFill>
                  <a:schemeClr val="tx1"/>
                </a:solidFill>
                <a:effectLst/>
                <a:latin typeface="+mn-lt"/>
                <a:ea typeface="+mn-ea"/>
                <a:cs typeface="+mn-cs"/>
              </a:rPr>
              <a:t>Khi đặt hạt giống thành cùng một giá trị, các số ngẫu nhiên giống nhau sẽ được tạo theo thứ tự.</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sz="1200" b="0" i="0" kern="1200" baseline="0" dirty="0">
                <a:solidFill>
                  <a:schemeClr val="tx1"/>
                </a:solidFill>
                <a:effectLst/>
                <a:latin typeface="+mn-lt"/>
                <a:ea typeface="+mn-ea"/>
                <a:cs typeface="+mn-cs"/>
              </a:rPr>
              <a:t>np.random.seed(0)</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sz="1200" b="0" i="0" kern="1200" baseline="0" dirty="0">
                <a:solidFill>
                  <a:schemeClr val="tx1"/>
                </a:solidFill>
                <a:effectLst/>
                <a:latin typeface="+mn-lt"/>
                <a:ea typeface="+mn-ea"/>
                <a:cs typeface="+mn-cs"/>
              </a:rPr>
              <a:t>in(np.random.random(3))</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sz="1200" b="0" i="0" kern="1200" baseline="0" dirty="0">
                <a:solidFill>
                  <a:schemeClr val="tx1"/>
                </a:solidFill>
                <a:effectLst/>
                <a:latin typeface="+mn-lt"/>
                <a:ea typeface="+mn-ea"/>
                <a:cs typeface="+mn-cs"/>
              </a:rPr>
              <a:t>np.random.seed(2)</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sz="1200" b="0" i="0" kern="1200" baseline="0" dirty="0">
                <a:solidFill>
                  <a:schemeClr val="tx1"/>
                </a:solidFill>
                <a:effectLst/>
                <a:latin typeface="+mn-lt"/>
                <a:ea typeface="+mn-ea"/>
                <a:cs typeface="+mn-cs"/>
              </a:rPr>
              <a:t>in(np.random.random(3))</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sz="1200" b="0" i="0" kern="1200" baseline="0" dirty="0">
                <a:solidFill>
                  <a:schemeClr val="tx1"/>
                </a:solidFill>
                <a:effectLst/>
                <a:latin typeface="+mn-lt"/>
                <a:ea typeface="+mn-ea"/>
                <a:cs typeface="+mn-cs"/>
              </a:rPr>
              <a:t>np.random.seed(0)</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sz="1200" b="0" i="0" kern="1200" baseline="0" dirty="0">
                <a:solidFill>
                  <a:schemeClr val="tx1"/>
                </a:solidFill>
                <a:effectLst/>
                <a:latin typeface="+mn-lt"/>
                <a:ea typeface="+mn-ea"/>
                <a:cs typeface="+mn-cs"/>
              </a:rPr>
              <a:t>in(np.random.random(3))</a:t>
            </a: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95</a:t>
            </a:fld>
            <a:endParaRPr lang="ko-KR" altLang="en-US" dirty="0"/>
          </a:p>
        </p:txBody>
      </p:sp>
    </p:spTree>
    <p:extLst>
      <p:ext uri="{BB962C8B-B14F-4D97-AF65-F5344CB8AC3E}">
        <p14:creationId xmlns:p14="http://schemas.microsoft.com/office/powerpoint/2010/main" val="2483106423"/>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96</a:t>
            </a:fld>
            <a:endParaRPr lang="ko-KR" altLang="en-US" dirty="0"/>
          </a:p>
        </p:txBody>
      </p:sp>
    </p:spTree>
    <p:extLst>
      <p:ext uri="{BB962C8B-B14F-4D97-AF65-F5344CB8AC3E}">
        <p14:creationId xmlns:p14="http://schemas.microsoft.com/office/powerpoint/2010/main" val="139826328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97</a:t>
            </a:fld>
            <a:endParaRPr lang="ko-KR" altLang="en-US" dirty="0"/>
          </a:p>
        </p:txBody>
      </p:sp>
    </p:spTree>
    <p:extLst>
      <p:ext uri="{BB962C8B-B14F-4D97-AF65-F5344CB8AC3E}">
        <p14:creationId xmlns:p14="http://schemas.microsoft.com/office/powerpoint/2010/main" val="1999257285"/>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98</a:t>
            </a:fld>
            <a:endParaRPr lang="ko-KR" altLang="en-US" dirty="0"/>
          </a:p>
        </p:txBody>
      </p:sp>
    </p:spTree>
    <p:extLst>
      <p:ext uri="{BB962C8B-B14F-4D97-AF65-F5344CB8AC3E}">
        <p14:creationId xmlns:p14="http://schemas.microsoft.com/office/powerpoint/2010/main" val="2285163813"/>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99</a:t>
            </a:fld>
            <a:endParaRPr lang="ko-KR" altLang="en-US" dirty="0"/>
          </a:p>
        </p:txBody>
      </p:sp>
    </p:spTree>
    <p:extLst>
      <p:ext uri="{BB962C8B-B14F-4D97-AF65-F5344CB8AC3E}">
        <p14:creationId xmlns:p14="http://schemas.microsoft.com/office/powerpoint/2010/main" val="354719716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100</a:t>
            </a:fld>
            <a:endParaRPr lang="ko-KR" altLang="en-US" dirty="0"/>
          </a:p>
        </p:txBody>
      </p:sp>
    </p:spTree>
    <p:extLst>
      <p:ext uri="{BB962C8B-B14F-4D97-AF65-F5344CB8AC3E}">
        <p14:creationId xmlns:p14="http://schemas.microsoft.com/office/powerpoint/2010/main" val="231891977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101</a:t>
            </a:fld>
            <a:endParaRPr lang="ko-KR" altLang="en-US" dirty="0"/>
          </a:p>
        </p:txBody>
      </p:sp>
    </p:spTree>
    <p:extLst>
      <p:ext uri="{BB962C8B-B14F-4D97-AF65-F5344CB8AC3E}">
        <p14:creationId xmlns:p14="http://schemas.microsoft.com/office/powerpoint/2010/main" val="2395970377"/>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102</a:t>
            </a:fld>
            <a:endParaRPr lang="ko-KR" altLang="en-US" dirty="0"/>
          </a:p>
        </p:txBody>
      </p:sp>
    </p:spTree>
    <p:extLst>
      <p:ext uri="{BB962C8B-B14F-4D97-AF65-F5344CB8AC3E}">
        <p14:creationId xmlns:p14="http://schemas.microsoft.com/office/powerpoint/2010/main" val="28739654"/>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103</a:t>
            </a:fld>
            <a:endParaRPr lang="ko-KR" altLang="en-US" dirty="0"/>
          </a:p>
        </p:txBody>
      </p:sp>
    </p:spTree>
    <p:extLst>
      <p:ext uri="{BB962C8B-B14F-4D97-AF65-F5344CB8AC3E}">
        <p14:creationId xmlns:p14="http://schemas.microsoft.com/office/powerpoint/2010/main" val="3678794448"/>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104</a:t>
            </a:fld>
            <a:endParaRPr lang="ko-KR" altLang="en-US" dirty="0"/>
          </a:p>
        </p:txBody>
      </p:sp>
    </p:spTree>
    <p:extLst>
      <p:ext uri="{BB962C8B-B14F-4D97-AF65-F5344CB8AC3E}">
        <p14:creationId xmlns:p14="http://schemas.microsoft.com/office/powerpoint/2010/main" val="298530236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105</a:t>
            </a:fld>
            <a:endParaRPr lang="ko-KR" altLang="en-US" dirty="0"/>
          </a:p>
        </p:txBody>
      </p:sp>
    </p:spTree>
    <p:extLst>
      <p:ext uri="{BB962C8B-B14F-4D97-AF65-F5344CB8AC3E}">
        <p14:creationId xmlns:p14="http://schemas.microsoft.com/office/powerpoint/2010/main" val="1570579758"/>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106</a:t>
            </a:fld>
            <a:endParaRPr lang="ko-KR" altLang="en-US" dirty="0"/>
          </a:p>
        </p:txBody>
      </p:sp>
    </p:spTree>
    <p:extLst>
      <p:ext uri="{BB962C8B-B14F-4D97-AF65-F5344CB8AC3E}">
        <p14:creationId xmlns:p14="http://schemas.microsoft.com/office/powerpoint/2010/main" val="3100310796"/>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107</a:t>
            </a:fld>
            <a:endParaRPr lang="ko-KR" altLang="en-US" dirty="0"/>
          </a:p>
        </p:txBody>
      </p:sp>
    </p:spTree>
    <p:extLst>
      <p:ext uri="{BB962C8B-B14F-4D97-AF65-F5344CB8AC3E}">
        <p14:creationId xmlns:p14="http://schemas.microsoft.com/office/powerpoint/2010/main" val="2708167832"/>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108</a:t>
            </a:fld>
            <a:endParaRPr lang="ko-KR" altLang="en-US" dirty="0"/>
          </a:p>
        </p:txBody>
      </p:sp>
    </p:spTree>
    <p:extLst>
      <p:ext uri="{BB962C8B-B14F-4D97-AF65-F5344CB8AC3E}">
        <p14:creationId xmlns:p14="http://schemas.microsoft.com/office/powerpoint/2010/main" val="289029298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109</a:t>
            </a:fld>
            <a:endParaRPr lang="ko-KR" altLang="en-US" dirty="0"/>
          </a:p>
        </p:txBody>
      </p:sp>
    </p:spTree>
    <p:extLst>
      <p:ext uri="{BB962C8B-B14F-4D97-AF65-F5344CB8AC3E}">
        <p14:creationId xmlns:p14="http://schemas.microsoft.com/office/powerpoint/2010/main" val="223910207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110</a:t>
            </a:fld>
            <a:endParaRPr lang="ko-KR" altLang="en-US" dirty="0"/>
          </a:p>
        </p:txBody>
      </p:sp>
    </p:spTree>
    <p:extLst>
      <p:ext uri="{BB962C8B-B14F-4D97-AF65-F5344CB8AC3E}">
        <p14:creationId xmlns:p14="http://schemas.microsoft.com/office/powerpoint/2010/main" val="1900725792"/>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sz="1200" b="1" dirty="0">
                <a:latin typeface="Arial" panose="02020603050405020304" pitchFamily="18" charset="0"/>
              </a:rPr>
              <a:t>MỤC ĐÍCH CỦA PHẦN THỰC HÀNH NÀY</a:t>
            </a:r>
          </a:p>
          <a:p>
            <a:pPr latinLnBrk="1"/>
            <a:r>
              <a:rPr lang="vi-VN" sz="1200" dirty="0">
                <a:solidFill>
                  <a:schemeClr val="tx1"/>
                </a:solidFill>
                <a:latin typeface="Arial"/>
                <a:ea typeface="+mn-ea"/>
                <a:cs typeface="+mn-cs"/>
              </a:rPr>
              <a:t>Trong phần thực hành này, bạn sẽ học cách tạo các mảng NumPy và xử lý các thuộc tính của chúng.</a:t>
            </a:r>
          </a:p>
          <a:p>
            <a:pPr latinLnBrk="1"/>
            <a:r>
              <a:rPr lang="vi-VN" sz="1200" dirty="0">
                <a:solidFill>
                  <a:schemeClr val="tx1"/>
                </a:solidFill>
                <a:latin typeface="Arial"/>
                <a:ea typeface="+mn-ea"/>
                <a:cs typeface="+mn-cs"/>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vi-VN" sz="1000" b="1" dirty="0">
                <a:solidFill>
                  <a:prstClr val="black"/>
                </a:solidFill>
                <a:latin typeface="Arial" panose="02020603050405020304" pitchFamily="18" charset="0"/>
              </a:rPr>
              <a:t>HƯỚNG DẪN THỰC HÀNH</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Nhấp vào nút </a:t>
            </a:r>
            <a:r>
              <a:rPr lang="vi-VN" sz="1200" b="1" dirty="0">
                <a:solidFill>
                  <a:srgbClr val="000000"/>
                </a:solidFill>
                <a:latin typeface="Arial" panose="02020603050405020304" pitchFamily="18" charset="0"/>
                <a:cs typeface="Times New Roman" panose="02020603050405020304" pitchFamily="18" charset="0"/>
              </a:rPr>
              <a:t>Window</a:t>
            </a:r>
            <a:r>
              <a:rPr lang="vi-VN" sz="1200" dirty="0">
                <a:solidFill>
                  <a:srgbClr val="000000"/>
                </a:solidFill>
                <a:latin typeface="Arial" panose="02020603050405020304" pitchFamily="18" charset="0"/>
                <a:cs typeface="Times New Roman" panose="02020603050405020304" pitchFamily="18" charset="0"/>
              </a:rPr>
              <a:t>. </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Tìm kiếm “</a:t>
            </a:r>
            <a:r>
              <a:rPr lang="vi-VN" sz="1200" b="1" dirty="0">
                <a:solidFill>
                  <a:srgbClr val="000000"/>
                </a:solidFill>
                <a:latin typeface="Arial" panose="02020603050405020304" pitchFamily="18" charset="0"/>
                <a:cs typeface="Times New Roman" panose="02020603050405020304" pitchFamily="18" charset="0"/>
              </a:rPr>
              <a:t>anaconda prompt</a:t>
            </a:r>
            <a:r>
              <a:rPr lang="vi-VN" sz="1200" dirty="0">
                <a:solidFill>
                  <a:srgbClr val="000000"/>
                </a:solidFill>
                <a:latin typeface="Arial" panose="02020603050405020304" pitchFamily="18" charset="0"/>
                <a:cs typeface="Times New Roman" panose="02020603050405020304" pitchFamily="18" charset="0"/>
              </a:rPr>
              <a:t>” và chạy.</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Gõ lệnh "</a:t>
            </a:r>
            <a:r>
              <a:rPr lang="vi-VN" sz="1200" b="1" dirty="0">
                <a:solidFill>
                  <a:srgbClr val="000000"/>
                </a:solidFill>
                <a:latin typeface="Arial" panose="02020603050405020304" pitchFamily="18" charset="0"/>
                <a:cs typeface="Times New Roman" panose="02020603050405020304" pitchFamily="18" charset="0"/>
              </a:rPr>
              <a:t>jupyter notebook</a:t>
            </a:r>
            <a:r>
              <a:rPr lang="vi-VN" sz="1200" dirty="0">
                <a:solidFill>
                  <a:srgbClr val="000000"/>
                </a:solidFill>
                <a:latin typeface="Arial" panose="02020603050405020304" pitchFamily="18" charset="0"/>
                <a:cs typeface="Times New Roman" panose="02020603050405020304" pitchFamily="18" charset="0"/>
              </a:rPr>
              <a:t>" và ấn Enter. </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Trong Jupyter Notebook, tới thư mục chứa các tệp thực hành.</a:t>
            </a:r>
            <a:r>
              <a:rPr lang="vi-VN" sz="1000" dirty="0">
                <a:latin typeface="Arial" panose="020B0503020000020004" pitchFamily="50" charset="-127"/>
                <a:cs typeface="Times New Roman" panose="02020603050405020304" pitchFamily="18" charset="0"/>
              </a:rPr>
              <a:t> </a:t>
            </a:r>
            <a:r>
              <a:rPr lang="vi-VN" sz="1200" dirty="0">
                <a:solidFill>
                  <a:srgbClr val="000000"/>
                </a:solidFill>
                <a:latin typeface="Arial" panose="02020603050405020304" pitchFamily="18" charset="0"/>
                <a:cs typeface="Times New Roman" panose="02020603050405020304" pitchFamily="18" charset="0"/>
              </a:rPr>
              <a:t>(Nếu bạn chưa có tệp thực hành, hãy hỏi giáo viên hướng dẫn)</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Nhấp vào thư mục </a:t>
            </a:r>
            <a:r>
              <a:rPr lang="vi-VN" sz="1200" b="1" dirty="0">
                <a:solidFill>
                  <a:srgbClr val="000000"/>
                </a:solidFill>
                <a:latin typeface="Arial" panose="02020603050405020304" pitchFamily="18" charset="0"/>
                <a:cs typeface="Times New Roman" panose="02020603050405020304" pitchFamily="18" charset="0"/>
              </a:rPr>
              <a:t>Coding Exercise</a:t>
            </a:r>
            <a:r>
              <a:rPr lang="vi-VN" sz="1200" dirty="0">
                <a:solidFill>
                  <a:srgbClr val="000000"/>
                </a:solidFill>
                <a:latin typeface="Arial" panose="02020603050405020304" pitchFamily="18" charset="0"/>
                <a:cs typeface="Times New Roman" panose="02020603050405020304" pitchFamily="18" charset="0"/>
              </a:rPr>
              <a:t>.</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Nhấp vào tệp </a:t>
            </a:r>
            <a:r>
              <a:rPr lang="vi-VN" sz="1200" b="1" dirty="0">
                <a:solidFill>
                  <a:srgbClr val="000000"/>
                </a:solidFill>
                <a:latin typeface="Arial" panose="02020603050405020304" pitchFamily="18" charset="0"/>
                <a:cs typeface="Times New Roman" panose="02020603050405020304" pitchFamily="18" charset="0"/>
              </a:rPr>
              <a:t> ex_0</a:t>
            </a:r>
            <a:r>
              <a:rPr lang="en-US" sz="1200" b="1" dirty="0">
                <a:solidFill>
                  <a:srgbClr val="000000"/>
                </a:solidFill>
                <a:latin typeface="Arial" panose="02020603050405020304" pitchFamily="18" charset="0"/>
                <a:cs typeface="Times New Roman" panose="02020603050405020304" pitchFamily="18" charset="0"/>
              </a:rPr>
              <a:t>1</a:t>
            </a:r>
            <a:r>
              <a:rPr lang="vi-VN" sz="1200" b="1" dirty="0">
                <a:solidFill>
                  <a:srgbClr val="000000"/>
                </a:solidFill>
                <a:latin typeface="Arial" panose="02020603050405020304" pitchFamily="18" charset="0"/>
                <a:cs typeface="Times New Roman" panose="02020603050405020304" pitchFamily="18" charset="0"/>
              </a:rPr>
              <a:t>01.ipynb</a:t>
            </a:r>
            <a:r>
              <a:rPr lang="vi-VN" sz="1200" dirty="0">
                <a:solidFill>
                  <a:srgbClr val="000000"/>
                </a:solidFill>
                <a:latin typeface="Arial" panose="02020603050405020304" pitchFamily="18" charset="0"/>
                <a:cs typeface="Times New Roman" panose="02020603050405020304" pitchFamily="18" charset="0"/>
              </a:rPr>
              <a:t>.</a:t>
            </a:r>
          </a:p>
          <a:p>
            <a:pPr marL="342900" lvl="0" indent="-342900">
              <a:spcAft>
                <a:spcPts val="800"/>
              </a:spcAft>
              <a:buFont typeface="+mj-lt"/>
              <a:buAutoNum type="arabicPeriod"/>
            </a:pPr>
            <a:r>
              <a:rPr lang="vi-VN" sz="1200" dirty="0">
                <a:solidFill>
                  <a:srgbClr val="FF0000"/>
                </a:solidFill>
                <a:highlight>
                  <a:srgbClr val="FF0000"/>
                </a:highlight>
                <a:latin typeface="Arial"/>
                <a:ea typeface="+mn-ea"/>
                <a:cs typeface="+mn-cs"/>
              </a:rPr>
              <a:t>Xem lại các ví dụ về các chủ đề ở dưới đây:</a:t>
            </a:r>
            <a:br>
              <a:rPr lang="vi-VN" sz="1000" i="0" dirty="0">
                <a:solidFill>
                  <a:srgbClr val="FF0000"/>
                </a:solidFill>
                <a:highlight>
                  <a:srgbClr val="FF0000"/>
                </a:highlight>
                <a:latin typeface="Arial"/>
                <a:ea typeface="+mn-ea"/>
                <a:cs typeface="+mn-cs"/>
              </a:rPr>
            </a:br>
            <a:endParaRPr lang="vi-VN" sz="1000" i="0" dirty="0">
              <a:solidFill>
                <a:srgbClr val="FF0000"/>
              </a:solidFill>
              <a:highlight>
                <a:srgbClr val="FF0000"/>
              </a:highlight>
              <a:latin typeface="Arial"/>
              <a:ea typeface="+mn-ea"/>
              <a:cs typeface="+mn-cs"/>
            </a:endParaRPr>
          </a:p>
          <a:p>
            <a:pPr marL="742950" lvl="1" indent="-285750" algn="just" latinLnBrk="1">
              <a:lnSpc>
                <a:spcPct val="107000"/>
              </a:lnSpc>
              <a:spcAft>
                <a:spcPts val="800"/>
              </a:spcAft>
              <a:buFont typeface="+mj-lt"/>
              <a:buAutoNum type="alphaUcPeriod"/>
            </a:pPr>
            <a:r>
              <a:rPr lang="vi-VN" sz="1200" i="1" dirty="0">
                <a:solidFill>
                  <a:srgbClr val="000000"/>
                </a:solidFill>
                <a:latin typeface="Arial" panose="02020603050405020304" pitchFamily="18" charset="0"/>
                <a:ea typeface="+mn-ea"/>
                <a:cs typeface="Times New Roman" panose="02020603050405020304" pitchFamily="18" charset="0"/>
              </a:rPr>
              <a:t>Thư viện NumPy.</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Sơ lược về NumPy.</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Tạo các mảng NumPy.</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Lập chỉ mục và cắt lát các mảng NumPy.</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Các thuộc tính của NumPy và định hình lại.</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Sửa đổi các mảng NumPy.</a:t>
            </a:r>
          </a:p>
          <a:p>
            <a:pPr marL="342900" lvl="0" indent="-342900">
              <a:spcAft>
                <a:spcPts val="800"/>
              </a:spcAft>
              <a:buFont typeface="+mj-lt"/>
              <a:buAutoNum type="arabicPeriod"/>
            </a:pPr>
            <a:endParaRPr lang="en-US" altLang="ko-KR" sz="1000" i="1" kern="1200" dirty="0">
              <a:solidFill>
                <a:schemeClr val="tx1"/>
              </a:solidFill>
              <a:effectLst/>
              <a:latin typeface="+mn-lt"/>
              <a:ea typeface="+mn-ea"/>
              <a:cs typeface="+mn-cs"/>
            </a:endParaRPr>
          </a:p>
          <a:p>
            <a:pPr marL="342900" lvl="0" indent="-342900">
              <a:spcAft>
                <a:spcPts val="800"/>
              </a:spcAft>
              <a:buFont typeface="+mj-lt"/>
              <a:buAutoNum type="arabicPeriod"/>
            </a:pPr>
            <a:r>
              <a:rPr lang="vi-VN" sz="1200" dirty="0">
                <a:solidFill>
                  <a:schemeClr val="tx1"/>
                </a:solidFill>
                <a:latin typeface="Arial"/>
                <a:ea typeface="+mn-ea"/>
                <a:cs typeface="+mn-cs"/>
              </a:rPr>
              <a:t>(Không bắt buộc) Sử dụng ô trống ở dưới để tùy ý thực hành riêng.</a:t>
            </a:r>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5B59C55F-00F1-4985-9065-F2D92AE05D03}" type="slidenum">
              <a:rPr kumimoji="0" lang="ko-KR" altLang="en-US" sz="12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pPr marL="0" marR="0" lvl="0" indent="0" algn="r" defTabSz="457200" rtl="0" eaLnBrk="1" fontAlgn="auto" latinLnBrk="0" hangingPunct="1">
                <a:lnSpc>
                  <a:spcPct val="100000"/>
                </a:lnSpc>
                <a:spcBef>
                  <a:spcPts val="0"/>
                </a:spcBef>
                <a:spcAft>
                  <a:spcPts val="0"/>
                </a:spcAft>
                <a:buClrTx/>
                <a:buSzTx/>
                <a:buFontTx/>
                <a:buNone/>
                <a:tabLst/>
                <a:defRPr/>
              </a:pPr>
              <a:t>111</a:t>
            </a:fld>
            <a:endParaRPr kumimoji="0" lang="ko-KR" altLang="en-US" sz="12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Tree>
    <p:extLst>
      <p:ext uri="{BB962C8B-B14F-4D97-AF65-F5344CB8AC3E}">
        <p14:creationId xmlns:p14="http://schemas.microsoft.com/office/powerpoint/2010/main" val="405429991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sz="1200" b="1" dirty="0">
                <a:latin typeface="Arial" panose="02020603050405020304" pitchFamily="18" charset="0"/>
              </a:rPr>
              <a:t>MỤC ĐÍCH CỦA PHẦN THỰC HÀNH NÀY</a:t>
            </a:r>
          </a:p>
          <a:p>
            <a:pPr latinLnBrk="1"/>
            <a:r>
              <a:rPr lang="vi-VN" sz="1200" dirty="0">
                <a:solidFill>
                  <a:schemeClr val="tx1"/>
                </a:solidFill>
                <a:latin typeface="Arial"/>
                <a:ea typeface="+mn-ea"/>
                <a:cs typeface="+mn-cs"/>
              </a:rPr>
              <a:t>Trong phần thực hành này, bạn sẽ học cách tạo các mảng NumPy và xử lý các thuộc tính của chúng.</a:t>
            </a:r>
          </a:p>
          <a:p>
            <a:pPr latinLnBrk="1"/>
            <a:r>
              <a:rPr lang="vi-VN" sz="1200" dirty="0">
                <a:solidFill>
                  <a:schemeClr val="tx1"/>
                </a:solidFill>
                <a:latin typeface="Arial"/>
                <a:ea typeface="+mn-ea"/>
                <a:cs typeface="+mn-cs"/>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vi-VN" sz="1000" b="1" dirty="0">
                <a:solidFill>
                  <a:prstClr val="black"/>
                </a:solidFill>
                <a:latin typeface="Arial" panose="02020603050405020304" pitchFamily="18" charset="0"/>
              </a:rPr>
              <a:t>HƯỚNG DẪN THỰC HÀNH</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Nhấp vào nút </a:t>
            </a:r>
            <a:r>
              <a:rPr lang="vi-VN" sz="1200" b="1" dirty="0">
                <a:solidFill>
                  <a:srgbClr val="000000"/>
                </a:solidFill>
                <a:latin typeface="Arial" panose="02020603050405020304" pitchFamily="18" charset="0"/>
                <a:cs typeface="Times New Roman" panose="02020603050405020304" pitchFamily="18" charset="0"/>
              </a:rPr>
              <a:t>Window</a:t>
            </a:r>
            <a:r>
              <a:rPr lang="vi-VN" sz="1200" dirty="0">
                <a:solidFill>
                  <a:srgbClr val="000000"/>
                </a:solidFill>
                <a:latin typeface="Arial" panose="02020603050405020304" pitchFamily="18" charset="0"/>
                <a:cs typeface="Times New Roman" panose="02020603050405020304" pitchFamily="18" charset="0"/>
              </a:rPr>
              <a:t>. </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Tìm kiếm “</a:t>
            </a:r>
            <a:r>
              <a:rPr lang="vi-VN" sz="1200" b="1" dirty="0">
                <a:solidFill>
                  <a:srgbClr val="000000"/>
                </a:solidFill>
                <a:latin typeface="Arial" panose="02020603050405020304" pitchFamily="18" charset="0"/>
                <a:cs typeface="Times New Roman" panose="02020603050405020304" pitchFamily="18" charset="0"/>
              </a:rPr>
              <a:t>anaconda prompt</a:t>
            </a:r>
            <a:r>
              <a:rPr lang="vi-VN" sz="1200" dirty="0">
                <a:solidFill>
                  <a:srgbClr val="000000"/>
                </a:solidFill>
                <a:latin typeface="Arial" panose="02020603050405020304" pitchFamily="18" charset="0"/>
                <a:cs typeface="Times New Roman" panose="02020603050405020304" pitchFamily="18" charset="0"/>
              </a:rPr>
              <a:t>” và chạy.</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Gõ lệnh "</a:t>
            </a:r>
            <a:r>
              <a:rPr lang="vi-VN" sz="1200" b="1" dirty="0">
                <a:solidFill>
                  <a:srgbClr val="000000"/>
                </a:solidFill>
                <a:latin typeface="Arial" panose="02020603050405020304" pitchFamily="18" charset="0"/>
                <a:cs typeface="Times New Roman" panose="02020603050405020304" pitchFamily="18" charset="0"/>
              </a:rPr>
              <a:t>jupyter notebook</a:t>
            </a:r>
            <a:r>
              <a:rPr lang="vi-VN" sz="1200" dirty="0">
                <a:solidFill>
                  <a:srgbClr val="000000"/>
                </a:solidFill>
                <a:latin typeface="Arial" panose="02020603050405020304" pitchFamily="18" charset="0"/>
                <a:cs typeface="Times New Roman" panose="02020603050405020304" pitchFamily="18" charset="0"/>
              </a:rPr>
              <a:t>" và ấn Enter. </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Trong Jupyter Notebook, tới thư mục chứa các tệp thực hành.</a:t>
            </a:r>
            <a:r>
              <a:rPr lang="vi-VN" sz="1000" dirty="0">
                <a:latin typeface="Arial" panose="020B0503020000020004" pitchFamily="50" charset="-127"/>
                <a:cs typeface="Times New Roman" panose="02020603050405020304" pitchFamily="18" charset="0"/>
              </a:rPr>
              <a:t> </a:t>
            </a:r>
            <a:r>
              <a:rPr lang="vi-VN" sz="1200" dirty="0">
                <a:solidFill>
                  <a:srgbClr val="000000"/>
                </a:solidFill>
                <a:latin typeface="Arial" panose="02020603050405020304" pitchFamily="18" charset="0"/>
                <a:cs typeface="Times New Roman" panose="02020603050405020304" pitchFamily="18" charset="0"/>
              </a:rPr>
              <a:t>(Nếu bạn chưa có tệp thực hành, hãy hỏi giáo viên hướng dẫn)</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Nhấp vào thư mục </a:t>
            </a:r>
            <a:r>
              <a:rPr lang="vi-VN" sz="1200" b="1" dirty="0">
                <a:solidFill>
                  <a:srgbClr val="000000"/>
                </a:solidFill>
                <a:latin typeface="Arial" panose="02020603050405020304" pitchFamily="18" charset="0"/>
                <a:cs typeface="Times New Roman" panose="02020603050405020304" pitchFamily="18" charset="0"/>
              </a:rPr>
              <a:t>Coding Exercise</a:t>
            </a:r>
            <a:r>
              <a:rPr lang="vi-VN" sz="1200" dirty="0">
                <a:solidFill>
                  <a:srgbClr val="000000"/>
                </a:solidFill>
                <a:latin typeface="Arial" panose="02020603050405020304" pitchFamily="18" charset="0"/>
                <a:cs typeface="Times New Roman" panose="02020603050405020304" pitchFamily="18" charset="0"/>
              </a:rPr>
              <a:t>.</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Nhấp vào tệp </a:t>
            </a:r>
            <a:r>
              <a:rPr lang="vi-VN" sz="1200" b="1" dirty="0">
                <a:solidFill>
                  <a:srgbClr val="000000"/>
                </a:solidFill>
                <a:latin typeface="Arial" panose="02020603050405020304" pitchFamily="18" charset="0"/>
                <a:cs typeface="Times New Roman" panose="02020603050405020304" pitchFamily="18" charset="0"/>
              </a:rPr>
              <a:t> ex_0</a:t>
            </a:r>
            <a:r>
              <a:rPr lang="en-US" sz="1200" b="1" dirty="0">
                <a:solidFill>
                  <a:srgbClr val="000000"/>
                </a:solidFill>
                <a:latin typeface="Arial" panose="02020603050405020304" pitchFamily="18" charset="0"/>
                <a:cs typeface="Times New Roman" panose="02020603050405020304" pitchFamily="18" charset="0"/>
              </a:rPr>
              <a:t>1</a:t>
            </a:r>
            <a:r>
              <a:rPr lang="vi-VN" sz="1200" b="1" dirty="0">
                <a:solidFill>
                  <a:srgbClr val="000000"/>
                </a:solidFill>
                <a:latin typeface="Arial" panose="02020603050405020304" pitchFamily="18" charset="0"/>
                <a:cs typeface="Times New Roman" panose="02020603050405020304" pitchFamily="18" charset="0"/>
              </a:rPr>
              <a:t>0</a:t>
            </a:r>
            <a:r>
              <a:rPr lang="en-US" sz="1200" b="1" dirty="0">
                <a:solidFill>
                  <a:srgbClr val="000000"/>
                </a:solidFill>
                <a:latin typeface="Arial" panose="02020603050405020304" pitchFamily="18" charset="0"/>
                <a:cs typeface="Times New Roman" panose="02020603050405020304" pitchFamily="18" charset="0"/>
              </a:rPr>
              <a:t>2</a:t>
            </a:r>
            <a:r>
              <a:rPr lang="vi-VN" sz="1200" b="1" dirty="0">
                <a:solidFill>
                  <a:srgbClr val="000000"/>
                </a:solidFill>
                <a:latin typeface="Arial" panose="02020603050405020304" pitchFamily="18" charset="0"/>
                <a:cs typeface="Times New Roman" panose="02020603050405020304" pitchFamily="18" charset="0"/>
              </a:rPr>
              <a:t>.ipynb</a:t>
            </a:r>
            <a:r>
              <a:rPr lang="vi-VN" sz="1200" dirty="0">
                <a:solidFill>
                  <a:srgbClr val="000000"/>
                </a:solidFill>
                <a:latin typeface="Arial" panose="02020603050405020304" pitchFamily="18" charset="0"/>
                <a:cs typeface="Times New Roman" panose="02020603050405020304" pitchFamily="18" charset="0"/>
              </a:rPr>
              <a:t>.</a:t>
            </a:r>
          </a:p>
          <a:p>
            <a:pPr marL="342900" lvl="0" indent="-342900">
              <a:spcAft>
                <a:spcPts val="800"/>
              </a:spcAft>
              <a:buFont typeface="+mj-lt"/>
              <a:buAutoNum type="arabicPeriod"/>
            </a:pPr>
            <a:r>
              <a:rPr lang="vi-VN" sz="1200" dirty="0">
                <a:solidFill>
                  <a:srgbClr val="FF0000"/>
                </a:solidFill>
                <a:highlight>
                  <a:srgbClr val="FF0000"/>
                </a:highlight>
                <a:latin typeface="Arial"/>
                <a:ea typeface="+mn-ea"/>
                <a:cs typeface="+mn-cs"/>
              </a:rPr>
              <a:t>Xem lại các ví dụ về các chủ đề ở dưới đây:</a:t>
            </a:r>
            <a:br>
              <a:rPr lang="vi-VN" sz="1000" i="0" dirty="0">
                <a:solidFill>
                  <a:srgbClr val="FF0000"/>
                </a:solidFill>
                <a:highlight>
                  <a:srgbClr val="FF0000"/>
                </a:highlight>
                <a:latin typeface="Arial"/>
                <a:ea typeface="+mn-ea"/>
                <a:cs typeface="+mn-cs"/>
              </a:rPr>
            </a:br>
            <a:endParaRPr lang="vi-VN" sz="1000" i="0" dirty="0">
              <a:solidFill>
                <a:srgbClr val="FF0000"/>
              </a:solidFill>
              <a:highlight>
                <a:srgbClr val="FF0000"/>
              </a:highlight>
              <a:latin typeface="Arial"/>
              <a:ea typeface="+mn-ea"/>
              <a:cs typeface="+mn-cs"/>
            </a:endParaRPr>
          </a:p>
          <a:p>
            <a:pPr marL="742950" lvl="1" indent="-285750" algn="just" latinLnBrk="1">
              <a:lnSpc>
                <a:spcPct val="107000"/>
              </a:lnSpc>
              <a:spcAft>
                <a:spcPts val="800"/>
              </a:spcAft>
              <a:buFont typeface="+mj-lt"/>
              <a:buAutoNum type="alphaUcPeriod"/>
            </a:pPr>
            <a:r>
              <a:rPr lang="vi-VN" sz="1200" i="1" dirty="0">
                <a:solidFill>
                  <a:srgbClr val="000000"/>
                </a:solidFill>
                <a:latin typeface="Arial" panose="02020603050405020304" pitchFamily="18" charset="0"/>
                <a:ea typeface="+mn-ea"/>
                <a:cs typeface="Times New Roman" panose="02020603050405020304" pitchFamily="18" charset="0"/>
              </a:rPr>
              <a:t>Thư viện NumPy.</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Sơ lược về NumPy.</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Tạo các mảng NumPy.</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Lập chỉ mục và cắt lát các mảng NumPy.</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Các thuộc tính của NumPy và định hình lại.</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Sửa đổi các mảng NumPy.</a:t>
            </a:r>
          </a:p>
          <a:p>
            <a:pPr marL="342900" lvl="0" indent="-342900">
              <a:spcAft>
                <a:spcPts val="800"/>
              </a:spcAft>
              <a:buFont typeface="+mj-lt"/>
              <a:buAutoNum type="arabicPeriod"/>
            </a:pPr>
            <a:endParaRPr lang="en-US" altLang="ko-KR" sz="1000" i="1" kern="1200" dirty="0">
              <a:solidFill>
                <a:schemeClr val="tx1"/>
              </a:solidFill>
              <a:effectLst/>
              <a:latin typeface="+mn-lt"/>
              <a:ea typeface="+mn-ea"/>
              <a:cs typeface="+mn-cs"/>
            </a:endParaRPr>
          </a:p>
          <a:p>
            <a:pPr marL="342900" lvl="0" indent="-342900">
              <a:spcAft>
                <a:spcPts val="800"/>
              </a:spcAft>
              <a:buFont typeface="+mj-lt"/>
              <a:buAutoNum type="arabicPeriod"/>
            </a:pPr>
            <a:r>
              <a:rPr lang="vi-VN" sz="1200" dirty="0">
                <a:solidFill>
                  <a:schemeClr val="tx1"/>
                </a:solidFill>
                <a:latin typeface="Arial"/>
                <a:ea typeface="+mn-ea"/>
                <a:cs typeface="+mn-cs"/>
              </a:rPr>
              <a:t>(Không bắt buộc) Sử dụng ô trống ở dưới để tùy ý thực hành riêng.</a:t>
            </a:r>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5B59C55F-00F1-4985-9065-F2D92AE05D03}" type="slidenum">
              <a:rPr kumimoji="0" lang="ko-KR" altLang="en-US" sz="12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pPr marL="0" marR="0" lvl="0" indent="0" algn="r" defTabSz="457200" rtl="0" eaLnBrk="1" fontAlgn="auto" latinLnBrk="0" hangingPunct="1">
                <a:lnSpc>
                  <a:spcPct val="100000"/>
                </a:lnSpc>
                <a:spcBef>
                  <a:spcPts val="0"/>
                </a:spcBef>
                <a:spcAft>
                  <a:spcPts val="0"/>
                </a:spcAft>
                <a:buClrTx/>
                <a:buSzTx/>
                <a:buFontTx/>
                <a:buNone/>
                <a:tabLst/>
                <a:defRPr/>
              </a:pPr>
              <a:t>112</a:t>
            </a:fld>
            <a:endParaRPr kumimoji="0" lang="ko-KR" altLang="en-US" sz="12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Tree>
    <p:extLst>
      <p:ext uri="{BB962C8B-B14F-4D97-AF65-F5344CB8AC3E}">
        <p14:creationId xmlns:p14="http://schemas.microsoft.com/office/powerpoint/2010/main" val="1811509245"/>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92225" y="1143000"/>
            <a:ext cx="4457700" cy="3086100"/>
          </a:xfrm>
        </p:spPr>
      </p:sp>
      <p:sp>
        <p:nvSpPr>
          <p:cNvPr id="3" name="슬라이드 노트 개체 틀 2"/>
          <p:cNvSpPr>
            <a:spLocks noGrp="1"/>
          </p:cNvSpPr>
          <p:nvPr>
            <p:ph type="body" idx="1"/>
          </p:nvPr>
        </p:nvSpPr>
        <p:spPr/>
        <p:txBody>
          <a:bodyPr/>
          <a:lstStyle/>
          <a:p>
            <a:pPr marL="0" marR="0" indent="0" algn="l" rtl="0" eaLnBrk="1" fontAlgn="auto" latinLnBrk="1" hangingPunct="1">
              <a:spcBef>
                <a:spcPts val="0"/>
              </a:spcBef>
              <a:spcAft>
                <a:spcPts val="0"/>
              </a:spcAft>
            </a:pPr>
            <a:endParaRPr lang="ko-KR" altLang="ko-KR" dirty="0">
              <a:effectLst/>
            </a:endParaRPr>
          </a:p>
        </p:txBody>
      </p:sp>
      <p:sp>
        <p:nvSpPr>
          <p:cNvPr id="4" name="슬라이드 번호 개체 틀 3"/>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113</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2091675371"/>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114</a:t>
            </a:fld>
            <a:endParaRPr lang="ko-KR" altLang="en-US" dirty="0"/>
          </a:p>
        </p:txBody>
      </p:sp>
    </p:spTree>
    <p:extLst>
      <p:ext uri="{BB962C8B-B14F-4D97-AF65-F5344CB8AC3E}">
        <p14:creationId xmlns:p14="http://schemas.microsoft.com/office/powerpoint/2010/main" val="569920175"/>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115</a:t>
            </a:fld>
            <a:endParaRPr lang="ko-KR" altLang="en-US" dirty="0"/>
          </a:p>
        </p:txBody>
      </p:sp>
    </p:spTree>
    <p:extLst>
      <p:ext uri="{BB962C8B-B14F-4D97-AF65-F5344CB8AC3E}">
        <p14:creationId xmlns:p14="http://schemas.microsoft.com/office/powerpoint/2010/main" val="1749529688"/>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116</a:t>
            </a:fld>
            <a:endParaRPr lang="ko-KR" altLang="en-US" dirty="0"/>
          </a:p>
        </p:txBody>
      </p:sp>
    </p:spTree>
    <p:extLst>
      <p:ext uri="{BB962C8B-B14F-4D97-AF65-F5344CB8AC3E}">
        <p14:creationId xmlns:p14="http://schemas.microsoft.com/office/powerpoint/2010/main" val="1704245487"/>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117</a:t>
            </a:fld>
            <a:endParaRPr lang="ko-KR" altLang="en-US" dirty="0"/>
          </a:p>
        </p:txBody>
      </p:sp>
    </p:spTree>
    <p:extLst>
      <p:ext uri="{BB962C8B-B14F-4D97-AF65-F5344CB8AC3E}">
        <p14:creationId xmlns:p14="http://schemas.microsoft.com/office/powerpoint/2010/main" val="2861495492"/>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118</a:t>
            </a:fld>
            <a:endParaRPr lang="ko-KR" altLang="en-US" dirty="0"/>
          </a:p>
        </p:txBody>
      </p:sp>
    </p:spTree>
    <p:extLst>
      <p:ext uri="{BB962C8B-B14F-4D97-AF65-F5344CB8AC3E}">
        <p14:creationId xmlns:p14="http://schemas.microsoft.com/office/powerpoint/2010/main" val="2960763388"/>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119</a:t>
            </a:fld>
            <a:endParaRPr lang="ko-KR" altLang="en-US" dirty="0"/>
          </a:p>
        </p:txBody>
      </p:sp>
    </p:spTree>
    <p:extLst>
      <p:ext uri="{BB962C8B-B14F-4D97-AF65-F5344CB8AC3E}">
        <p14:creationId xmlns:p14="http://schemas.microsoft.com/office/powerpoint/2010/main" val="1853691533"/>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120</a:t>
            </a:fld>
            <a:endParaRPr lang="ko-KR" altLang="en-US" dirty="0"/>
          </a:p>
        </p:txBody>
      </p:sp>
    </p:spTree>
    <p:extLst>
      <p:ext uri="{BB962C8B-B14F-4D97-AF65-F5344CB8AC3E}">
        <p14:creationId xmlns:p14="http://schemas.microsoft.com/office/powerpoint/2010/main" val="3682174355"/>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121</a:t>
            </a:fld>
            <a:endParaRPr lang="ko-KR" altLang="en-US" dirty="0"/>
          </a:p>
        </p:txBody>
      </p:sp>
    </p:spTree>
    <p:extLst>
      <p:ext uri="{BB962C8B-B14F-4D97-AF65-F5344CB8AC3E}">
        <p14:creationId xmlns:p14="http://schemas.microsoft.com/office/powerpoint/2010/main" val="333225104"/>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122</a:t>
            </a:fld>
            <a:endParaRPr lang="ko-KR" altLang="en-US" dirty="0"/>
          </a:p>
        </p:txBody>
      </p:sp>
    </p:spTree>
    <p:extLst>
      <p:ext uri="{BB962C8B-B14F-4D97-AF65-F5344CB8AC3E}">
        <p14:creationId xmlns:p14="http://schemas.microsoft.com/office/powerpoint/2010/main" val="3345263548"/>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rgbClr val="FF1414"/>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123</a:t>
            </a:fld>
            <a:endParaRPr lang="ko-KR" altLang="en-US" dirty="0"/>
          </a:p>
        </p:txBody>
      </p:sp>
    </p:spTree>
    <p:extLst>
      <p:ext uri="{BB962C8B-B14F-4D97-AF65-F5344CB8AC3E}">
        <p14:creationId xmlns:p14="http://schemas.microsoft.com/office/powerpoint/2010/main" val="3716779440"/>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124</a:t>
            </a:fld>
            <a:endParaRPr lang="ko-KR" altLang="en-US" dirty="0"/>
          </a:p>
        </p:txBody>
      </p:sp>
    </p:spTree>
    <p:extLst>
      <p:ext uri="{BB962C8B-B14F-4D97-AF65-F5344CB8AC3E}">
        <p14:creationId xmlns:p14="http://schemas.microsoft.com/office/powerpoint/2010/main" val="1237890264"/>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125</a:t>
            </a:fld>
            <a:endParaRPr lang="ko-KR" altLang="en-US" dirty="0"/>
          </a:p>
        </p:txBody>
      </p:sp>
    </p:spTree>
    <p:extLst>
      <p:ext uri="{BB962C8B-B14F-4D97-AF65-F5344CB8AC3E}">
        <p14:creationId xmlns:p14="http://schemas.microsoft.com/office/powerpoint/2010/main" val="3362446939"/>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126</a:t>
            </a:fld>
            <a:endParaRPr lang="ko-KR" altLang="en-US" dirty="0"/>
          </a:p>
        </p:txBody>
      </p:sp>
    </p:spTree>
    <p:extLst>
      <p:ext uri="{BB962C8B-B14F-4D97-AF65-F5344CB8AC3E}">
        <p14:creationId xmlns:p14="http://schemas.microsoft.com/office/powerpoint/2010/main" val="4056752476"/>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127</a:t>
            </a:fld>
            <a:endParaRPr lang="ko-KR" altLang="en-US" dirty="0"/>
          </a:p>
        </p:txBody>
      </p:sp>
    </p:spTree>
    <p:extLst>
      <p:ext uri="{BB962C8B-B14F-4D97-AF65-F5344CB8AC3E}">
        <p14:creationId xmlns:p14="http://schemas.microsoft.com/office/powerpoint/2010/main" val="4020109822"/>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128</a:t>
            </a:fld>
            <a:endParaRPr lang="ko-KR" altLang="en-US" dirty="0"/>
          </a:p>
        </p:txBody>
      </p:sp>
    </p:spTree>
    <p:extLst>
      <p:ext uri="{BB962C8B-B14F-4D97-AF65-F5344CB8AC3E}">
        <p14:creationId xmlns:p14="http://schemas.microsoft.com/office/powerpoint/2010/main" val="647154455"/>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129</a:t>
            </a:fld>
            <a:endParaRPr lang="ko-KR" altLang="en-US" dirty="0"/>
          </a:p>
        </p:txBody>
      </p:sp>
    </p:spTree>
    <p:extLst>
      <p:ext uri="{BB962C8B-B14F-4D97-AF65-F5344CB8AC3E}">
        <p14:creationId xmlns:p14="http://schemas.microsoft.com/office/powerpoint/2010/main" val="587580647"/>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130</a:t>
            </a:fld>
            <a:endParaRPr lang="ko-KR" altLang="en-US" dirty="0"/>
          </a:p>
        </p:txBody>
      </p:sp>
    </p:spTree>
    <p:extLst>
      <p:ext uri="{BB962C8B-B14F-4D97-AF65-F5344CB8AC3E}">
        <p14:creationId xmlns:p14="http://schemas.microsoft.com/office/powerpoint/2010/main" val="1813138540"/>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131</a:t>
            </a:fld>
            <a:endParaRPr lang="ko-KR" altLang="en-US" dirty="0"/>
          </a:p>
        </p:txBody>
      </p:sp>
    </p:spTree>
    <p:extLst>
      <p:ext uri="{BB962C8B-B14F-4D97-AF65-F5344CB8AC3E}">
        <p14:creationId xmlns:p14="http://schemas.microsoft.com/office/powerpoint/2010/main" val="2672001538"/>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132</a:t>
            </a:fld>
            <a:endParaRPr lang="ko-KR" altLang="en-US" dirty="0"/>
          </a:p>
        </p:txBody>
      </p:sp>
    </p:spTree>
    <p:extLst>
      <p:ext uri="{BB962C8B-B14F-4D97-AF65-F5344CB8AC3E}">
        <p14:creationId xmlns:p14="http://schemas.microsoft.com/office/powerpoint/2010/main" val="3763567337"/>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133</a:t>
            </a:fld>
            <a:endParaRPr lang="ko-KR" altLang="en-US" dirty="0"/>
          </a:p>
        </p:txBody>
      </p:sp>
    </p:spTree>
    <p:extLst>
      <p:ext uri="{BB962C8B-B14F-4D97-AF65-F5344CB8AC3E}">
        <p14:creationId xmlns:p14="http://schemas.microsoft.com/office/powerpoint/2010/main" val="2683860442"/>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134</a:t>
            </a:fld>
            <a:endParaRPr lang="ko-KR" altLang="en-US" dirty="0"/>
          </a:p>
        </p:txBody>
      </p:sp>
    </p:spTree>
    <p:extLst>
      <p:ext uri="{BB962C8B-B14F-4D97-AF65-F5344CB8AC3E}">
        <p14:creationId xmlns:p14="http://schemas.microsoft.com/office/powerpoint/2010/main" val="3774213635"/>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135</a:t>
            </a:fld>
            <a:endParaRPr lang="ko-KR" altLang="en-US" dirty="0"/>
          </a:p>
        </p:txBody>
      </p:sp>
    </p:spTree>
    <p:extLst>
      <p:ext uri="{BB962C8B-B14F-4D97-AF65-F5344CB8AC3E}">
        <p14:creationId xmlns:p14="http://schemas.microsoft.com/office/powerpoint/2010/main" val="1663350261"/>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92225"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en-US" altLang="ko-KR" b="0" dirty="0">
              <a:latin typeface="SamsungOne-400" panose="020B0503030303020204"/>
            </a:endParaRPr>
          </a:p>
        </p:txBody>
      </p:sp>
      <p:sp>
        <p:nvSpPr>
          <p:cNvPr id="4" name="슬라이드 번호 개체 틀 3"/>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136</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1759946996"/>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5B59C55F-00F1-4985-9065-F2D92AE05D03}" type="slidenum">
              <a:rPr kumimoji="0" lang="ko-KR" altLang="en-US" sz="12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pPr marL="0" marR="0" lvl="0" indent="0" algn="r" defTabSz="457200" rtl="0" eaLnBrk="1" fontAlgn="auto" latinLnBrk="0" hangingPunct="1">
                <a:lnSpc>
                  <a:spcPct val="100000"/>
                </a:lnSpc>
                <a:spcBef>
                  <a:spcPts val="0"/>
                </a:spcBef>
                <a:spcAft>
                  <a:spcPts val="0"/>
                </a:spcAft>
                <a:buClrTx/>
                <a:buSzTx/>
                <a:buFontTx/>
                <a:buNone/>
                <a:tabLst/>
                <a:defRPr/>
              </a:pPr>
              <a:t>137</a:t>
            </a:fld>
            <a:endParaRPr kumimoji="0" lang="ko-KR" altLang="en-US" sz="12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Tree>
    <p:extLst>
      <p:ext uri="{BB962C8B-B14F-4D97-AF65-F5344CB8AC3E}">
        <p14:creationId xmlns:p14="http://schemas.microsoft.com/office/powerpoint/2010/main" val="2167724190"/>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138</a:t>
            </a:fld>
            <a:endParaRPr lang="ko-KR" altLang="en-US" dirty="0"/>
          </a:p>
        </p:txBody>
      </p:sp>
    </p:spTree>
    <p:extLst>
      <p:ext uri="{BB962C8B-B14F-4D97-AF65-F5344CB8AC3E}">
        <p14:creationId xmlns:p14="http://schemas.microsoft.com/office/powerpoint/2010/main" val="951576686"/>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139</a:t>
            </a:fld>
            <a:endParaRPr lang="ko-KR" altLang="en-US" dirty="0"/>
          </a:p>
        </p:txBody>
      </p:sp>
    </p:spTree>
    <p:extLst>
      <p:ext uri="{BB962C8B-B14F-4D97-AF65-F5344CB8AC3E}">
        <p14:creationId xmlns:p14="http://schemas.microsoft.com/office/powerpoint/2010/main" val="1526050548"/>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Bạn có thể kiểm tra phần bên trong của ma trận tại Bài 4 của Chương 2.</a:t>
            </a:r>
            <a:endPar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140</a:t>
            </a:fld>
            <a:endParaRPr lang="ko-KR" altLang="en-US" dirty="0"/>
          </a:p>
        </p:txBody>
      </p:sp>
    </p:spTree>
    <p:extLst>
      <p:ext uri="{BB962C8B-B14F-4D97-AF65-F5344CB8AC3E}">
        <p14:creationId xmlns:p14="http://schemas.microsoft.com/office/powerpoint/2010/main" val="567882978"/>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141</a:t>
            </a:fld>
            <a:endParaRPr lang="ko-KR" altLang="en-US" dirty="0"/>
          </a:p>
        </p:txBody>
      </p:sp>
    </p:spTree>
    <p:extLst>
      <p:ext uri="{BB962C8B-B14F-4D97-AF65-F5344CB8AC3E}">
        <p14:creationId xmlns:p14="http://schemas.microsoft.com/office/powerpoint/2010/main" val="2579659023"/>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142</a:t>
            </a:fld>
            <a:endParaRPr lang="ko-KR" altLang="en-US" dirty="0"/>
          </a:p>
        </p:txBody>
      </p:sp>
    </p:spTree>
    <p:extLst>
      <p:ext uri="{BB962C8B-B14F-4D97-AF65-F5344CB8AC3E}">
        <p14:creationId xmlns:p14="http://schemas.microsoft.com/office/powerpoint/2010/main" val="2388349081"/>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143</a:t>
            </a:fld>
            <a:endParaRPr lang="ko-KR" altLang="en-US" dirty="0"/>
          </a:p>
        </p:txBody>
      </p:sp>
    </p:spTree>
    <p:extLst>
      <p:ext uri="{BB962C8B-B14F-4D97-AF65-F5344CB8AC3E}">
        <p14:creationId xmlns:p14="http://schemas.microsoft.com/office/powerpoint/2010/main" val="2429466212"/>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144</a:t>
            </a:fld>
            <a:endParaRPr lang="ko-KR" altLang="en-US" dirty="0"/>
          </a:p>
        </p:txBody>
      </p:sp>
    </p:spTree>
    <p:extLst>
      <p:ext uri="{BB962C8B-B14F-4D97-AF65-F5344CB8AC3E}">
        <p14:creationId xmlns:p14="http://schemas.microsoft.com/office/powerpoint/2010/main" val="2376962814"/>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145</a:t>
            </a:fld>
            <a:endParaRPr lang="ko-KR" altLang="en-US" dirty="0"/>
          </a:p>
        </p:txBody>
      </p:sp>
    </p:spTree>
    <p:extLst>
      <p:ext uri="{BB962C8B-B14F-4D97-AF65-F5344CB8AC3E}">
        <p14:creationId xmlns:p14="http://schemas.microsoft.com/office/powerpoint/2010/main" val="3283257516"/>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sz="1200" b="1" dirty="0">
                <a:latin typeface="Arial" panose="02020603050405020304" pitchFamily="18" charset="0"/>
              </a:rPr>
              <a:t>MỤC ĐÍCH CỦA PHẦN THỰC HÀNH NÀY</a:t>
            </a:r>
          </a:p>
          <a:p>
            <a:pPr latinLnBrk="1"/>
            <a:r>
              <a:rPr lang="vi-VN" sz="1200" dirty="0">
                <a:solidFill>
                  <a:schemeClr val="tx1"/>
                </a:solidFill>
                <a:latin typeface="Arial"/>
                <a:ea typeface="+mn-ea"/>
                <a:cs typeface="+mn-cs"/>
              </a:rPr>
              <a:t>Trong phần thực hành này, bạn sẽ học cách tạo các mảng NumPy và xử lý các thuộc tính của chúng.</a:t>
            </a:r>
          </a:p>
          <a:p>
            <a:pPr latinLnBrk="1"/>
            <a:r>
              <a:rPr lang="vi-VN" sz="1200" dirty="0">
                <a:solidFill>
                  <a:schemeClr val="tx1"/>
                </a:solidFill>
                <a:latin typeface="Arial"/>
                <a:ea typeface="+mn-ea"/>
                <a:cs typeface="+mn-cs"/>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vi-VN" sz="1000" b="1" dirty="0">
                <a:solidFill>
                  <a:prstClr val="black"/>
                </a:solidFill>
                <a:latin typeface="Arial" panose="02020603050405020304" pitchFamily="18" charset="0"/>
              </a:rPr>
              <a:t>HƯỚNG DẪN THỰC HÀNH</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Nhấp vào nút </a:t>
            </a:r>
            <a:r>
              <a:rPr lang="vi-VN" sz="1200" b="1" dirty="0">
                <a:solidFill>
                  <a:srgbClr val="000000"/>
                </a:solidFill>
                <a:latin typeface="Arial" panose="02020603050405020304" pitchFamily="18" charset="0"/>
                <a:cs typeface="Times New Roman" panose="02020603050405020304" pitchFamily="18" charset="0"/>
              </a:rPr>
              <a:t>Window</a:t>
            </a:r>
            <a:r>
              <a:rPr lang="vi-VN" sz="1200" dirty="0">
                <a:solidFill>
                  <a:srgbClr val="000000"/>
                </a:solidFill>
                <a:latin typeface="Arial" panose="02020603050405020304" pitchFamily="18" charset="0"/>
                <a:cs typeface="Times New Roman" panose="02020603050405020304" pitchFamily="18" charset="0"/>
              </a:rPr>
              <a:t>. </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Tìm kiếm “</a:t>
            </a:r>
            <a:r>
              <a:rPr lang="vi-VN" sz="1200" b="1" dirty="0">
                <a:solidFill>
                  <a:srgbClr val="000000"/>
                </a:solidFill>
                <a:latin typeface="Arial" panose="02020603050405020304" pitchFamily="18" charset="0"/>
                <a:cs typeface="Times New Roman" panose="02020603050405020304" pitchFamily="18" charset="0"/>
              </a:rPr>
              <a:t>anaconda prompt</a:t>
            </a:r>
            <a:r>
              <a:rPr lang="vi-VN" sz="1200" dirty="0">
                <a:solidFill>
                  <a:srgbClr val="000000"/>
                </a:solidFill>
                <a:latin typeface="Arial" panose="02020603050405020304" pitchFamily="18" charset="0"/>
                <a:cs typeface="Times New Roman" panose="02020603050405020304" pitchFamily="18" charset="0"/>
              </a:rPr>
              <a:t>” và chạy.</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Gõ lệnh "</a:t>
            </a:r>
            <a:r>
              <a:rPr lang="vi-VN" sz="1200" b="1" dirty="0">
                <a:solidFill>
                  <a:srgbClr val="000000"/>
                </a:solidFill>
                <a:latin typeface="Arial" panose="02020603050405020304" pitchFamily="18" charset="0"/>
                <a:cs typeface="Times New Roman" panose="02020603050405020304" pitchFamily="18" charset="0"/>
              </a:rPr>
              <a:t>jupyter notebook</a:t>
            </a:r>
            <a:r>
              <a:rPr lang="vi-VN" sz="1200" dirty="0">
                <a:solidFill>
                  <a:srgbClr val="000000"/>
                </a:solidFill>
                <a:latin typeface="Arial" panose="02020603050405020304" pitchFamily="18" charset="0"/>
                <a:cs typeface="Times New Roman" panose="02020603050405020304" pitchFamily="18" charset="0"/>
              </a:rPr>
              <a:t>" và ấn Enter. </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Trong Jupyter Notebook, tới thư mục chứa các tệp thực hành.</a:t>
            </a:r>
            <a:r>
              <a:rPr lang="vi-VN" sz="1000" dirty="0">
                <a:latin typeface="Arial" panose="020B0503020000020004" pitchFamily="50" charset="-127"/>
                <a:cs typeface="Times New Roman" panose="02020603050405020304" pitchFamily="18" charset="0"/>
              </a:rPr>
              <a:t> </a:t>
            </a:r>
            <a:r>
              <a:rPr lang="vi-VN" sz="1200" dirty="0">
                <a:solidFill>
                  <a:srgbClr val="000000"/>
                </a:solidFill>
                <a:latin typeface="Arial" panose="02020603050405020304" pitchFamily="18" charset="0"/>
                <a:cs typeface="Times New Roman" panose="02020603050405020304" pitchFamily="18" charset="0"/>
              </a:rPr>
              <a:t>(Nếu bạn chưa có tệp thực hành, hãy hỏi giáo viên hướng dẫn)</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Nhấp vào thư mục </a:t>
            </a:r>
            <a:r>
              <a:rPr lang="vi-VN" sz="1200" b="1" dirty="0">
                <a:solidFill>
                  <a:srgbClr val="000000"/>
                </a:solidFill>
                <a:latin typeface="Arial" panose="02020603050405020304" pitchFamily="18" charset="0"/>
                <a:cs typeface="Times New Roman" panose="02020603050405020304" pitchFamily="18" charset="0"/>
              </a:rPr>
              <a:t>Coding Exercise</a:t>
            </a:r>
            <a:r>
              <a:rPr lang="vi-VN" sz="1200" dirty="0">
                <a:solidFill>
                  <a:srgbClr val="000000"/>
                </a:solidFill>
                <a:latin typeface="Arial" panose="02020603050405020304" pitchFamily="18" charset="0"/>
                <a:cs typeface="Times New Roman" panose="02020603050405020304" pitchFamily="18" charset="0"/>
              </a:rPr>
              <a:t>.</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Nhấp vào tệp </a:t>
            </a:r>
            <a:r>
              <a:rPr lang="vi-VN" sz="1200" b="1" dirty="0">
                <a:solidFill>
                  <a:srgbClr val="000000"/>
                </a:solidFill>
                <a:latin typeface="Arial" panose="02020603050405020304" pitchFamily="18" charset="0"/>
                <a:cs typeface="Times New Roman" panose="02020603050405020304" pitchFamily="18" charset="0"/>
              </a:rPr>
              <a:t> ex_0</a:t>
            </a:r>
            <a:r>
              <a:rPr lang="en-US" sz="1200" b="1" dirty="0">
                <a:solidFill>
                  <a:srgbClr val="000000"/>
                </a:solidFill>
                <a:latin typeface="Arial" panose="02020603050405020304" pitchFamily="18" charset="0"/>
                <a:cs typeface="Times New Roman" panose="02020603050405020304" pitchFamily="18" charset="0"/>
              </a:rPr>
              <a:t>1</a:t>
            </a:r>
            <a:r>
              <a:rPr lang="vi-VN" sz="1200" b="1" dirty="0">
                <a:solidFill>
                  <a:srgbClr val="000000"/>
                </a:solidFill>
                <a:latin typeface="Arial" panose="02020603050405020304" pitchFamily="18" charset="0"/>
                <a:cs typeface="Times New Roman" panose="02020603050405020304" pitchFamily="18" charset="0"/>
              </a:rPr>
              <a:t>0</a:t>
            </a:r>
            <a:r>
              <a:rPr lang="en-US" sz="1200" b="1" dirty="0">
                <a:solidFill>
                  <a:srgbClr val="000000"/>
                </a:solidFill>
                <a:latin typeface="Arial" panose="02020603050405020304" pitchFamily="18" charset="0"/>
                <a:cs typeface="Times New Roman" panose="02020603050405020304" pitchFamily="18" charset="0"/>
              </a:rPr>
              <a:t>3</a:t>
            </a:r>
            <a:r>
              <a:rPr lang="vi-VN" sz="1200" b="1" dirty="0">
                <a:solidFill>
                  <a:srgbClr val="000000"/>
                </a:solidFill>
                <a:latin typeface="Arial" panose="02020603050405020304" pitchFamily="18" charset="0"/>
                <a:cs typeface="Times New Roman" panose="02020603050405020304" pitchFamily="18" charset="0"/>
              </a:rPr>
              <a:t>.ipynb</a:t>
            </a:r>
            <a:r>
              <a:rPr lang="vi-VN" sz="1200" dirty="0">
                <a:solidFill>
                  <a:srgbClr val="000000"/>
                </a:solidFill>
                <a:latin typeface="Arial" panose="02020603050405020304" pitchFamily="18" charset="0"/>
                <a:cs typeface="Times New Roman" panose="02020603050405020304" pitchFamily="18" charset="0"/>
              </a:rPr>
              <a:t>.</a:t>
            </a:r>
          </a:p>
          <a:p>
            <a:pPr marL="342900" lvl="0" indent="-342900">
              <a:spcAft>
                <a:spcPts val="800"/>
              </a:spcAft>
              <a:buFont typeface="+mj-lt"/>
              <a:buAutoNum type="arabicPeriod"/>
            </a:pPr>
            <a:r>
              <a:rPr lang="vi-VN" sz="1200" dirty="0">
                <a:solidFill>
                  <a:srgbClr val="FF0000"/>
                </a:solidFill>
                <a:highlight>
                  <a:srgbClr val="FF0000"/>
                </a:highlight>
                <a:latin typeface="Arial"/>
                <a:ea typeface="+mn-ea"/>
                <a:cs typeface="+mn-cs"/>
              </a:rPr>
              <a:t>Xem lại các ví dụ về các chủ đề ở dưới đây:</a:t>
            </a:r>
            <a:br>
              <a:rPr lang="vi-VN" sz="1000" i="0" dirty="0">
                <a:solidFill>
                  <a:srgbClr val="FF0000"/>
                </a:solidFill>
                <a:highlight>
                  <a:srgbClr val="FF0000"/>
                </a:highlight>
                <a:latin typeface="Arial"/>
                <a:ea typeface="+mn-ea"/>
                <a:cs typeface="+mn-cs"/>
              </a:rPr>
            </a:br>
            <a:endParaRPr lang="vi-VN" sz="1000" i="0" dirty="0">
              <a:solidFill>
                <a:srgbClr val="FF0000"/>
              </a:solidFill>
              <a:highlight>
                <a:srgbClr val="FF0000"/>
              </a:highlight>
              <a:latin typeface="Arial"/>
              <a:ea typeface="+mn-ea"/>
              <a:cs typeface="+mn-cs"/>
            </a:endParaRPr>
          </a:p>
          <a:p>
            <a:pPr marL="742950" lvl="1" indent="-285750" algn="just" latinLnBrk="1">
              <a:lnSpc>
                <a:spcPct val="107000"/>
              </a:lnSpc>
              <a:spcAft>
                <a:spcPts val="800"/>
              </a:spcAft>
              <a:buFont typeface="+mj-lt"/>
              <a:buAutoNum type="alphaUcPeriod"/>
            </a:pPr>
            <a:r>
              <a:rPr lang="vi-VN" sz="1200" i="1" dirty="0">
                <a:solidFill>
                  <a:srgbClr val="000000"/>
                </a:solidFill>
                <a:latin typeface="Arial" panose="02020603050405020304" pitchFamily="18" charset="0"/>
                <a:ea typeface="+mn-ea"/>
                <a:cs typeface="Times New Roman" panose="02020603050405020304" pitchFamily="18" charset="0"/>
              </a:rPr>
              <a:t>Thư viện NumPy.</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Sơ lược về NumPy.</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Tạo các mảng NumPy.</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Lập chỉ mục và cắt lát các mảng NumPy.</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Các thuộc tính của NumPy và định hình lại.</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Sửa đổi các mảng NumPy.</a:t>
            </a:r>
          </a:p>
          <a:p>
            <a:pPr marL="342900" lvl="0" indent="-342900">
              <a:spcAft>
                <a:spcPts val="800"/>
              </a:spcAft>
              <a:buFont typeface="+mj-lt"/>
              <a:buAutoNum type="arabicPeriod"/>
            </a:pPr>
            <a:endParaRPr lang="en-US" altLang="ko-KR" sz="1000" i="1" kern="1200" dirty="0">
              <a:solidFill>
                <a:schemeClr val="tx1"/>
              </a:solidFill>
              <a:effectLst/>
              <a:latin typeface="+mn-lt"/>
              <a:ea typeface="+mn-ea"/>
              <a:cs typeface="+mn-cs"/>
            </a:endParaRPr>
          </a:p>
          <a:p>
            <a:pPr marL="342900" lvl="0" indent="-342900">
              <a:spcAft>
                <a:spcPts val="800"/>
              </a:spcAft>
              <a:buFont typeface="+mj-lt"/>
              <a:buAutoNum type="arabicPeriod"/>
            </a:pPr>
            <a:r>
              <a:rPr lang="vi-VN" sz="1200" dirty="0">
                <a:solidFill>
                  <a:schemeClr val="tx1"/>
                </a:solidFill>
                <a:latin typeface="Arial"/>
                <a:ea typeface="+mn-ea"/>
                <a:cs typeface="+mn-cs"/>
              </a:rPr>
              <a:t>(Không bắt buộc) Sử dụng ô trống ở dưới để tùy ý thực hành riêng.</a:t>
            </a:r>
            <a:endParaRPr lang="ko-KR" altLang="ko-KR" sz="10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5B59C55F-00F1-4985-9065-F2D92AE05D03}" type="slidenum">
              <a:rPr kumimoji="0" lang="ko-KR" altLang="en-US" sz="12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pPr marL="0" marR="0" lvl="0" indent="0" algn="r" defTabSz="457200" rtl="0" eaLnBrk="1" fontAlgn="auto" latinLnBrk="0" hangingPunct="1">
                <a:lnSpc>
                  <a:spcPct val="100000"/>
                </a:lnSpc>
                <a:spcBef>
                  <a:spcPts val="0"/>
                </a:spcBef>
                <a:spcAft>
                  <a:spcPts val="0"/>
                </a:spcAft>
                <a:buClrTx/>
                <a:buSzTx/>
                <a:buFontTx/>
                <a:buNone/>
                <a:tabLst/>
                <a:defRPr/>
              </a:pPr>
              <a:t>146</a:t>
            </a:fld>
            <a:endParaRPr kumimoji="0" lang="ko-KR" altLang="en-US" sz="12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Tree>
    <p:extLst>
      <p:ext uri="{BB962C8B-B14F-4D97-AF65-F5344CB8AC3E}">
        <p14:creationId xmlns:p14="http://schemas.microsoft.com/office/powerpoint/2010/main" val="4255586977"/>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92225"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ko-KR" altLang="en-US" b="0" dirty="0">
              <a:latin typeface="SamsungOne-400" panose="020B0503030303020204"/>
            </a:endParaRPr>
          </a:p>
        </p:txBody>
      </p:sp>
      <p:sp>
        <p:nvSpPr>
          <p:cNvPr id="4" name="슬라이드 번호 개체 틀 3"/>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147</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3931007890"/>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148</a:t>
            </a:fld>
            <a:endParaRPr lang="ko-KR" altLang="en-US" dirty="0"/>
          </a:p>
        </p:txBody>
      </p:sp>
    </p:spTree>
    <p:extLst>
      <p:ext uri="{BB962C8B-B14F-4D97-AF65-F5344CB8AC3E}">
        <p14:creationId xmlns:p14="http://schemas.microsoft.com/office/powerpoint/2010/main" val="279782287"/>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149</a:t>
            </a:fld>
            <a:endParaRPr lang="ko-KR" altLang="en-US" dirty="0"/>
          </a:p>
        </p:txBody>
      </p:sp>
    </p:spTree>
    <p:extLst>
      <p:ext uri="{BB962C8B-B14F-4D97-AF65-F5344CB8AC3E}">
        <p14:creationId xmlns:p14="http://schemas.microsoft.com/office/powerpoint/2010/main" val="3951015350"/>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07D083-2145-18E6-534D-06AEB9E6384E}"/>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93DF63CD-FB71-30D3-86E5-8D32B888634D}"/>
              </a:ext>
            </a:extLst>
          </p:cNvPr>
          <p:cNvSpPr>
            <a:spLocks noGrp="1" noRot="1" noChangeAspect="1"/>
          </p:cNvSpPr>
          <p:nvPr>
            <p:ph type="sldImg"/>
          </p:nvPr>
        </p:nvSpPr>
        <p:spPr>
          <a:xfrm>
            <a:off x="1292225" y="1143000"/>
            <a:ext cx="4457700" cy="3086100"/>
          </a:xfrm>
        </p:spPr>
      </p:sp>
      <p:sp>
        <p:nvSpPr>
          <p:cNvPr id="3" name="슬라이드 노트 개체 틀 2">
            <a:extLst>
              <a:ext uri="{FF2B5EF4-FFF2-40B4-BE49-F238E27FC236}">
                <a16:creationId xmlns:a16="http://schemas.microsoft.com/office/drawing/2014/main" id="{E0F60C6B-1CAA-083B-DAD8-1AE78DF8C665}"/>
              </a:ext>
            </a:extLst>
          </p:cNvPr>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ko-KR" altLang="en-US" b="0" dirty="0">
              <a:latin typeface="SamsungOne-400" panose="020B0503030303020204"/>
            </a:endParaRPr>
          </a:p>
        </p:txBody>
      </p:sp>
      <p:sp>
        <p:nvSpPr>
          <p:cNvPr id="4" name="슬라이드 번호 개체 틀 3">
            <a:extLst>
              <a:ext uri="{FF2B5EF4-FFF2-40B4-BE49-F238E27FC236}">
                <a16:creationId xmlns:a16="http://schemas.microsoft.com/office/drawing/2014/main" id="{917BA6D2-2211-9A20-7D78-95418F2A6186}"/>
              </a:ext>
            </a:extLst>
          </p:cNvPr>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150</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2103970397"/>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dirty="0"/>
              <a:t>pandas is a must have library when dealing with data.</a:t>
            </a:r>
          </a:p>
          <a:p>
            <a:pPr marL="0" marR="0" lvl="0" indent="0" algn="l" defTabSz="914400" rtl="0" eaLnBrk="1" fontAlgn="auto" latinLnBrk="1" hangingPunct="1">
              <a:lnSpc>
                <a:spcPct val="100000"/>
              </a:lnSpc>
              <a:spcBef>
                <a:spcPts val="0"/>
              </a:spcBef>
              <a:spcAft>
                <a:spcPts val="0"/>
              </a:spcAft>
              <a:buClrTx/>
              <a:buSzTx/>
              <a:buFontTx/>
              <a:buNone/>
              <a:tabLst/>
              <a:defRPr/>
            </a:pPr>
            <a:r>
              <a:rPr lang="en-US" dirty="0"/>
              <a:t>It is versatile and powerful. It is packed full of useful features. </a:t>
            </a:r>
          </a:p>
          <a:p>
            <a:pPr marL="0" marR="0" lvl="0" indent="0" algn="l" defTabSz="914400" rtl="0" eaLnBrk="1" fontAlgn="auto" latinLnBrk="1" hangingPunct="1">
              <a:lnSpc>
                <a:spcPct val="100000"/>
              </a:lnSpc>
              <a:spcBef>
                <a:spcPts val="0"/>
              </a:spcBef>
              <a:spcAft>
                <a:spcPts val="0"/>
              </a:spcAft>
              <a:buClrTx/>
              <a:buSzTx/>
              <a:buFontTx/>
              <a:buNone/>
              <a:tabLst/>
              <a:defRPr/>
            </a:pPr>
            <a:r>
              <a:rPr lang="en-US" dirty="0"/>
              <a:t>It is no overstatement to say that you begin our journey in data science with the pandas library! </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151</a:t>
            </a:fld>
            <a:endParaRPr lang="ko-KR" altLang="en-US" dirty="0"/>
          </a:p>
        </p:txBody>
      </p:sp>
    </p:spTree>
    <p:extLst>
      <p:ext uri="{BB962C8B-B14F-4D97-AF65-F5344CB8AC3E}">
        <p14:creationId xmlns:p14="http://schemas.microsoft.com/office/powerpoint/2010/main" val="2581891107"/>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152</a:t>
            </a:fld>
            <a:endParaRPr lang="ko-KR" altLang="en-US" dirty="0"/>
          </a:p>
        </p:txBody>
      </p:sp>
    </p:spTree>
    <p:extLst>
      <p:ext uri="{BB962C8B-B14F-4D97-AF65-F5344CB8AC3E}">
        <p14:creationId xmlns:p14="http://schemas.microsoft.com/office/powerpoint/2010/main" val="59593815"/>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153</a:t>
            </a:fld>
            <a:endParaRPr lang="ko-KR" altLang="en-US" dirty="0"/>
          </a:p>
        </p:txBody>
      </p:sp>
    </p:spTree>
    <p:extLst>
      <p:ext uri="{BB962C8B-B14F-4D97-AF65-F5344CB8AC3E}">
        <p14:creationId xmlns:p14="http://schemas.microsoft.com/office/powerpoint/2010/main" val="3259237886"/>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154</a:t>
            </a:fld>
            <a:endParaRPr lang="ko-KR" altLang="en-US" dirty="0"/>
          </a:p>
        </p:txBody>
      </p:sp>
    </p:spTree>
    <p:extLst>
      <p:ext uri="{BB962C8B-B14F-4D97-AF65-F5344CB8AC3E}">
        <p14:creationId xmlns:p14="http://schemas.microsoft.com/office/powerpoint/2010/main" val="2688530918"/>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155</a:t>
            </a:fld>
            <a:endParaRPr lang="ko-KR" altLang="en-US" dirty="0"/>
          </a:p>
        </p:txBody>
      </p:sp>
    </p:spTree>
    <p:extLst>
      <p:ext uri="{BB962C8B-B14F-4D97-AF65-F5344CB8AC3E}">
        <p14:creationId xmlns:p14="http://schemas.microsoft.com/office/powerpoint/2010/main" val="3121871657"/>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156</a:t>
            </a:fld>
            <a:endParaRPr lang="ko-KR" altLang="en-US" dirty="0"/>
          </a:p>
        </p:txBody>
      </p:sp>
    </p:spTree>
    <p:extLst>
      <p:ext uri="{BB962C8B-B14F-4D97-AF65-F5344CB8AC3E}">
        <p14:creationId xmlns:p14="http://schemas.microsoft.com/office/powerpoint/2010/main" val="3533587940"/>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157</a:t>
            </a:fld>
            <a:endParaRPr lang="ko-KR" altLang="en-US" dirty="0"/>
          </a:p>
        </p:txBody>
      </p:sp>
    </p:spTree>
    <p:extLst>
      <p:ext uri="{BB962C8B-B14F-4D97-AF65-F5344CB8AC3E}">
        <p14:creationId xmlns:p14="http://schemas.microsoft.com/office/powerpoint/2010/main" val="2432750388"/>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158</a:t>
            </a:fld>
            <a:endParaRPr lang="ko-KR" altLang="en-US" dirty="0"/>
          </a:p>
        </p:txBody>
      </p:sp>
    </p:spTree>
    <p:extLst>
      <p:ext uri="{BB962C8B-B14F-4D97-AF65-F5344CB8AC3E}">
        <p14:creationId xmlns:p14="http://schemas.microsoft.com/office/powerpoint/2010/main" val="1212622310"/>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159</a:t>
            </a:fld>
            <a:endParaRPr lang="ko-KR" altLang="en-US" dirty="0"/>
          </a:p>
        </p:txBody>
      </p:sp>
    </p:spTree>
    <p:extLst>
      <p:ext uri="{BB962C8B-B14F-4D97-AF65-F5344CB8AC3E}">
        <p14:creationId xmlns:p14="http://schemas.microsoft.com/office/powerpoint/2010/main" val="1019467687"/>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160</a:t>
            </a:fld>
            <a:endParaRPr lang="ko-KR" altLang="en-US" dirty="0"/>
          </a:p>
        </p:txBody>
      </p:sp>
    </p:spTree>
    <p:extLst>
      <p:ext uri="{BB962C8B-B14F-4D97-AF65-F5344CB8AC3E}">
        <p14:creationId xmlns:p14="http://schemas.microsoft.com/office/powerpoint/2010/main" val="2110648227"/>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161</a:t>
            </a:fld>
            <a:endParaRPr lang="ko-KR" altLang="en-US" dirty="0"/>
          </a:p>
        </p:txBody>
      </p:sp>
    </p:spTree>
    <p:extLst>
      <p:ext uri="{BB962C8B-B14F-4D97-AF65-F5344CB8AC3E}">
        <p14:creationId xmlns:p14="http://schemas.microsoft.com/office/powerpoint/2010/main" val="961765779"/>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162</a:t>
            </a:fld>
            <a:endParaRPr lang="ko-KR" altLang="en-US" dirty="0"/>
          </a:p>
        </p:txBody>
      </p:sp>
    </p:spTree>
    <p:extLst>
      <p:ext uri="{BB962C8B-B14F-4D97-AF65-F5344CB8AC3E}">
        <p14:creationId xmlns:p14="http://schemas.microsoft.com/office/powerpoint/2010/main" val="762854462"/>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163</a:t>
            </a:fld>
            <a:endParaRPr lang="ko-KR" altLang="en-US" dirty="0"/>
          </a:p>
        </p:txBody>
      </p:sp>
    </p:spTree>
    <p:extLst>
      <p:ext uri="{BB962C8B-B14F-4D97-AF65-F5344CB8AC3E}">
        <p14:creationId xmlns:p14="http://schemas.microsoft.com/office/powerpoint/2010/main" val="421477028"/>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164</a:t>
            </a:fld>
            <a:endParaRPr lang="ko-KR" altLang="en-US" dirty="0"/>
          </a:p>
        </p:txBody>
      </p:sp>
    </p:spTree>
    <p:extLst>
      <p:ext uri="{BB962C8B-B14F-4D97-AF65-F5344CB8AC3E}">
        <p14:creationId xmlns:p14="http://schemas.microsoft.com/office/powerpoint/2010/main" val="1487986374"/>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165</a:t>
            </a:fld>
            <a:endParaRPr lang="ko-KR" altLang="en-US" dirty="0"/>
          </a:p>
        </p:txBody>
      </p:sp>
    </p:spTree>
    <p:extLst>
      <p:ext uri="{BB962C8B-B14F-4D97-AF65-F5344CB8AC3E}">
        <p14:creationId xmlns:p14="http://schemas.microsoft.com/office/powerpoint/2010/main" val="2251751207"/>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166</a:t>
            </a:fld>
            <a:endParaRPr lang="ko-KR" altLang="en-US" dirty="0"/>
          </a:p>
        </p:txBody>
      </p:sp>
    </p:spTree>
    <p:extLst>
      <p:ext uri="{BB962C8B-B14F-4D97-AF65-F5344CB8AC3E}">
        <p14:creationId xmlns:p14="http://schemas.microsoft.com/office/powerpoint/2010/main" val="1930786553"/>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167</a:t>
            </a:fld>
            <a:endParaRPr lang="ko-KR" altLang="en-US" dirty="0"/>
          </a:p>
        </p:txBody>
      </p:sp>
    </p:spTree>
    <p:extLst>
      <p:ext uri="{BB962C8B-B14F-4D97-AF65-F5344CB8AC3E}">
        <p14:creationId xmlns:p14="http://schemas.microsoft.com/office/powerpoint/2010/main" val="12680176"/>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168</a:t>
            </a:fld>
            <a:endParaRPr lang="ko-KR" altLang="en-US" dirty="0"/>
          </a:p>
        </p:txBody>
      </p:sp>
    </p:spTree>
    <p:extLst>
      <p:ext uri="{BB962C8B-B14F-4D97-AF65-F5344CB8AC3E}">
        <p14:creationId xmlns:p14="http://schemas.microsoft.com/office/powerpoint/2010/main" val="461203430"/>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169</a:t>
            </a:fld>
            <a:endParaRPr lang="ko-KR" altLang="en-US" dirty="0"/>
          </a:p>
        </p:txBody>
      </p:sp>
    </p:spTree>
    <p:extLst>
      <p:ext uri="{BB962C8B-B14F-4D97-AF65-F5344CB8AC3E}">
        <p14:creationId xmlns:p14="http://schemas.microsoft.com/office/powerpoint/2010/main" val="240912915"/>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170</a:t>
            </a:fld>
            <a:endParaRPr lang="ko-KR" altLang="en-US" dirty="0"/>
          </a:p>
        </p:txBody>
      </p:sp>
    </p:spTree>
    <p:extLst>
      <p:ext uri="{BB962C8B-B14F-4D97-AF65-F5344CB8AC3E}">
        <p14:creationId xmlns:p14="http://schemas.microsoft.com/office/powerpoint/2010/main" val="417751641"/>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171</a:t>
            </a:fld>
            <a:endParaRPr lang="ko-KR" altLang="en-US" dirty="0"/>
          </a:p>
        </p:txBody>
      </p:sp>
    </p:spTree>
    <p:extLst>
      <p:ext uri="{BB962C8B-B14F-4D97-AF65-F5344CB8AC3E}">
        <p14:creationId xmlns:p14="http://schemas.microsoft.com/office/powerpoint/2010/main" val="4207787789"/>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172</a:t>
            </a:fld>
            <a:endParaRPr lang="ko-KR" altLang="en-US" dirty="0"/>
          </a:p>
        </p:txBody>
      </p:sp>
    </p:spTree>
    <p:extLst>
      <p:ext uri="{BB962C8B-B14F-4D97-AF65-F5344CB8AC3E}">
        <p14:creationId xmlns:p14="http://schemas.microsoft.com/office/powerpoint/2010/main" val="3280238482"/>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173</a:t>
            </a:fld>
            <a:endParaRPr lang="ko-KR" altLang="en-US" dirty="0"/>
          </a:p>
        </p:txBody>
      </p:sp>
    </p:spTree>
    <p:extLst>
      <p:ext uri="{BB962C8B-B14F-4D97-AF65-F5344CB8AC3E}">
        <p14:creationId xmlns:p14="http://schemas.microsoft.com/office/powerpoint/2010/main" val="2207574196"/>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174</a:t>
            </a:fld>
            <a:endParaRPr lang="ko-KR" altLang="en-US" dirty="0"/>
          </a:p>
        </p:txBody>
      </p:sp>
    </p:spTree>
    <p:extLst>
      <p:ext uri="{BB962C8B-B14F-4D97-AF65-F5344CB8AC3E}">
        <p14:creationId xmlns:p14="http://schemas.microsoft.com/office/powerpoint/2010/main" val="136938323"/>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175</a:t>
            </a:fld>
            <a:endParaRPr lang="ko-KR" altLang="en-US" dirty="0"/>
          </a:p>
        </p:txBody>
      </p:sp>
    </p:spTree>
    <p:extLst>
      <p:ext uri="{BB962C8B-B14F-4D97-AF65-F5344CB8AC3E}">
        <p14:creationId xmlns:p14="http://schemas.microsoft.com/office/powerpoint/2010/main" val="1608386217"/>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176</a:t>
            </a:fld>
            <a:endParaRPr lang="ko-KR" altLang="en-US" dirty="0"/>
          </a:p>
        </p:txBody>
      </p:sp>
    </p:spTree>
    <p:extLst>
      <p:ext uri="{BB962C8B-B14F-4D97-AF65-F5344CB8AC3E}">
        <p14:creationId xmlns:p14="http://schemas.microsoft.com/office/powerpoint/2010/main" val="15182088"/>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177</a:t>
            </a:fld>
            <a:endParaRPr lang="ko-KR" altLang="en-US" dirty="0"/>
          </a:p>
        </p:txBody>
      </p:sp>
    </p:spTree>
    <p:extLst>
      <p:ext uri="{BB962C8B-B14F-4D97-AF65-F5344CB8AC3E}">
        <p14:creationId xmlns:p14="http://schemas.microsoft.com/office/powerpoint/2010/main" val="460297221"/>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178</a:t>
            </a:fld>
            <a:endParaRPr lang="ko-KR" altLang="en-US" dirty="0"/>
          </a:p>
        </p:txBody>
      </p:sp>
    </p:spTree>
    <p:extLst>
      <p:ext uri="{BB962C8B-B14F-4D97-AF65-F5344CB8AC3E}">
        <p14:creationId xmlns:p14="http://schemas.microsoft.com/office/powerpoint/2010/main" val="3242993859"/>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179</a:t>
            </a:fld>
            <a:endParaRPr lang="ko-KR" altLang="en-US" dirty="0"/>
          </a:p>
        </p:txBody>
      </p:sp>
    </p:spTree>
    <p:extLst>
      <p:ext uri="{BB962C8B-B14F-4D97-AF65-F5344CB8AC3E}">
        <p14:creationId xmlns:p14="http://schemas.microsoft.com/office/powerpoint/2010/main" val="1896688447"/>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180</a:t>
            </a:fld>
            <a:endParaRPr lang="ko-KR" altLang="en-US" dirty="0"/>
          </a:p>
        </p:txBody>
      </p:sp>
    </p:spTree>
    <p:extLst>
      <p:ext uri="{BB962C8B-B14F-4D97-AF65-F5344CB8AC3E}">
        <p14:creationId xmlns:p14="http://schemas.microsoft.com/office/powerpoint/2010/main" val="196149072"/>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181</a:t>
            </a:fld>
            <a:endParaRPr lang="ko-KR" altLang="en-US" dirty="0"/>
          </a:p>
        </p:txBody>
      </p:sp>
    </p:spTree>
    <p:extLst>
      <p:ext uri="{BB962C8B-B14F-4D97-AF65-F5344CB8AC3E}">
        <p14:creationId xmlns:p14="http://schemas.microsoft.com/office/powerpoint/2010/main" val="3882981696"/>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182</a:t>
            </a:fld>
            <a:endParaRPr lang="ko-KR" altLang="en-US" dirty="0"/>
          </a:p>
        </p:txBody>
      </p:sp>
    </p:spTree>
    <p:extLst>
      <p:ext uri="{BB962C8B-B14F-4D97-AF65-F5344CB8AC3E}">
        <p14:creationId xmlns:p14="http://schemas.microsoft.com/office/powerpoint/2010/main" val="1440709147"/>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183</a:t>
            </a:fld>
            <a:endParaRPr lang="ko-KR" altLang="en-US" dirty="0"/>
          </a:p>
        </p:txBody>
      </p:sp>
    </p:spTree>
    <p:extLst>
      <p:ext uri="{BB962C8B-B14F-4D97-AF65-F5344CB8AC3E}">
        <p14:creationId xmlns:p14="http://schemas.microsoft.com/office/powerpoint/2010/main" val="2897318690"/>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184</a:t>
            </a:fld>
            <a:endParaRPr lang="ko-KR" altLang="en-US" dirty="0"/>
          </a:p>
        </p:txBody>
      </p:sp>
    </p:spTree>
    <p:extLst>
      <p:ext uri="{BB962C8B-B14F-4D97-AF65-F5344CB8AC3E}">
        <p14:creationId xmlns:p14="http://schemas.microsoft.com/office/powerpoint/2010/main" val="3541526300"/>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185</a:t>
            </a:fld>
            <a:endParaRPr lang="ko-KR" altLang="en-US" dirty="0"/>
          </a:p>
        </p:txBody>
      </p:sp>
    </p:spTree>
    <p:extLst>
      <p:ext uri="{BB962C8B-B14F-4D97-AF65-F5344CB8AC3E}">
        <p14:creationId xmlns:p14="http://schemas.microsoft.com/office/powerpoint/2010/main" val="290753417"/>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186</a:t>
            </a:fld>
            <a:endParaRPr lang="ko-KR" altLang="en-US" dirty="0"/>
          </a:p>
        </p:txBody>
      </p:sp>
    </p:spTree>
    <p:extLst>
      <p:ext uri="{BB962C8B-B14F-4D97-AF65-F5344CB8AC3E}">
        <p14:creationId xmlns:p14="http://schemas.microsoft.com/office/powerpoint/2010/main" val="2704190875"/>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187</a:t>
            </a:fld>
            <a:endParaRPr lang="ko-KR" altLang="en-US" dirty="0"/>
          </a:p>
        </p:txBody>
      </p:sp>
    </p:spTree>
    <p:extLst>
      <p:ext uri="{BB962C8B-B14F-4D97-AF65-F5344CB8AC3E}">
        <p14:creationId xmlns:p14="http://schemas.microsoft.com/office/powerpoint/2010/main" val="2950298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188</a:t>
            </a:fld>
            <a:endParaRPr lang="ko-KR" altLang="en-US" dirty="0"/>
          </a:p>
        </p:txBody>
      </p:sp>
    </p:spTree>
    <p:extLst>
      <p:ext uri="{BB962C8B-B14F-4D97-AF65-F5344CB8AC3E}">
        <p14:creationId xmlns:p14="http://schemas.microsoft.com/office/powerpoint/2010/main" val="3195149309"/>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189</a:t>
            </a:fld>
            <a:endParaRPr lang="ko-KR" altLang="en-US" dirty="0"/>
          </a:p>
        </p:txBody>
      </p:sp>
    </p:spTree>
    <p:extLst>
      <p:ext uri="{BB962C8B-B14F-4D97-AF65-F5344CB8AC3E}">
        <p14:creationId xmlns:p14="http://schemas.microsoft.com/office/powerpoint/2010/main" val="2193996083"/>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190</a:t>
            </a:fld>
            <a:endParaRPr lang="ko-KR" altLang="en-US" dirty="0"/>
          </a:p>
        </p:txBody>
      </p:sp>
    </p:spTree>
    <p:extLst>
      <p:ext uri="{BB962C8B-B14F-4D97-AF65-F5344CB8AC3E}">
        <p14:creationId xmlns:p14="http://schemas.microsoft.com/office/powerpoint/2010/main" val="4256615970"/>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191</a:t>
            </a:fld>
            <a:endParaRPr lang="ko-KR" altLang="en-US" dirty="0"/>
          </a:p>
        </p:txBody>
      </p:sp>
    </p:spTree>
    <p:extLst>
      <p:ext uri="{BB962C8B-B14F-4D97-AF65-F5344CB8AC3E}">
        <p14:creationId xmlns:p14="http://schemas.microsoft.com/office/powerpoint/2010/main" val="799516240"/>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192</a:t>
            </a:fld>
            <a:endParaRPr lang="ko-KR" altLang="en-US" dirty="0"/>
          </a:p>
        </p:txBody>
      </p:sp>
    </p:spTree>
    <p:extLst>
      <p:ext uri="{BB962C8B-B14F-4D97-AF65-F5344CB8AC3E}">
        <p14:creationId xmlns:p14="http://schemas.microsoft.com/office/powerpoint/2010/main" val="2432322142"/>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193</a:t>
            </a:fld>
            <a:endParaRPr lang="ko-KR" altLang="en-US" dirty="0"/>
          </a:p>
        </p:txBody>
      </p:sp>
    </p:spTree>
    <p:extLst>
      <p:ext uri="{BB962C8B-B14F-4D97-AF65-F5344CB8AC3E}">
        <p14:creationId xmlns:p14="http://schemas.microsoft.com/office/powerpoint/2010/main" val="696561344"/>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194</a:t>
            </a:fld>
            <a:endParaRPr lang="ko-KR" altLang="en-US" dirty="0"/>
          </a:p>
        </p:txBody>
      </p:sp>
    </p:spTree>
    <p:extLst>
      <p:ext uri="{BB962C8B-B14F-4D97-AF65-F5344CB8AC3E}">
        <p14:creationId xmlns:p14="http://schemas.microsoft.com/office/powerpoint/2010/main" val="3269725525"/>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195</a:t>
            </a:fld>
            <a:endParaRPr lang="ko-KR" altLang="en-US" dirty="0"/>
          </a:p>
        </p:txBody>
      </p:sp>
    </p:spTree>
    <p:extLst>
      <p:ext uri="{BB962C8B-B14F-4D97-AF65-F5344CB8AC3E}">
        <p14:creationId xmlns:p14="http://schemas.microsoft.com/office/powerpoint/2010/main" val="2611001221"/>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196</a:t>
            </a:fld>
            <a:endParaRPr lang="ko-KR" altLang="en-US" dirty="0"/>
          </a:p>
        </p:txBody>
      </p:sp>
    </p:spTree>
    <p:extLst>
      <p:ext uri="{BB962C8B-B14F-4D97-AF65-F5344CB8AC3E}">
        <p14:creationId xmlns:p14="http://schemas.microsoft.com/office/powerpoint/2010/main" val="2175003470"/>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197</a:t>
            </a:fld>
            <a:endParaRPr lang="ko-KR" altLang="en-US" dirty="0"/>
          </a:p>
        </p:txBody>
      </p:sp>
    </p:spTree>
    <p:extLst>
      <p:ext uri="{BB962C8B-B14F-4D97-AF65-F5344CB8AC3E}">
        <p14:creationId xmlns:p14="http://schemas.microsoft.com/office/powerpoint/2010/main" val="421908077"/>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198</a:t>
            </a:fld>
            <a:endParaRPr lang="ko-KR" altLang="en-US" dirty="0"/>
          </a:p>
        </p:txBody>
      </p:sp>
    </p:spTree>
    <p:extLst>
      <p:ext uri="{BB962C8B-B14F-4D97-AF65-F5344CB8AC3E}">
        <p14:creationId xmlns:p14="http://schemas.microsoft.com/office/powerpoint/2010/main" val="957966814"/>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199</a:t>
            </a:fld>
            <a:endParaRPr lang="ko-KR" altLang="en-US" dirty="0"/>
          </a:p>
        </p:txBody>
      </p:sp>
    </p:spTree>
    <p:extLst>
      <p:ext uri="{BB962C8B-B14F-4D97-AF65-F5344CB8AC3E}">
        <p14:creationId xmlns:p14="http://schemas.microsoft.com/office/powerpoint/2010/main" val="554998659"/>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200</a:t>
            </a:fld>
            <a:endParaRPr lang="ko-KR" altLang="en-US" dirty="0"/>
          </a:p>
        </p:txBody>
      </p:sp>
    </p:spTree>
    <p:extLst>
      <p:ext uri="{BB962C8B-B14F-4D97-AF65-F5344CB8AC3E}">
        <p14:creationId xmlns:p14="http://schemas.microsoft.com/office/powerpoint/2010/main" val="2196632418"/>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201</a:t>
            </a:fld>
            <a:endParaRPr lang="ko-KR" altLang="en-US" dirty="0"/>
          </a:p>
        </p:txBody>
      </p:sp>
    </p:spTree>
    <p:extLst>
      <p:ext uri="{BB962C8B-B14F-4D97-AF65-F5344CB8AC3E}">
        <p14:creationId xmlns:p14="http://schemas.microsoft.com/office/powerpoint/2010/main" val="1001817076"/>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202</a:t>
            </a:fld>
            <a:endParaRPr lang="ko-KR" altLang="en-US" dirty="0"/>
          </a:p>
        </p:txBody>
      </p:sp>
    </p:spTree>
    <p:extLst>
      <p:ext uri="{BB962C8B-B14F-4D97-AF65-F5344CB8AC3E}">
        <p14:creationId xmlns:p14="http://schemas.microsoft.com/office/powerpoint/2010/main" val="1014765321"/>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203</a:t>
            </a:fld>
            <a:endParaRPr lang="ko-KR" altLang="en-US" dirty="0"/>
          </a:p>
        </p:txBody>
      </p:sp>
    </p:spTree>
    <p:extLst>
      <p:ext uri="{BB962C8B-B14F-4D97-AF65-F5344CB8AC3E}">
        <p14:creationId xmlns:p14="http://schemas.microsoft.com/office/powerpoint/2010/main" val="3860667278"/>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204</a:t>
            </a:fld>
            <a:endParaRPr lang="ko-KR" altLang="en-US" dirty="0"/>
          </a:p>
        </p:txBody>
      </p:sp>
    </p:spTree>
    <p:extLst>
      <p:ext uri="{BB962C8B-B14F-4D97-AF65-F5344CB8AC3E}">
        <p14:creationId xmlns:p14="http://schemas.microsoft.com/office/powerpoint/2010/main" val="3968835686"/>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205</a:t>
            </a:fld>
            <a:endParaRPr lang="ko-KR" altLang="en-US" dirty="0"/>
          </a:p>
        </p:txBody>
      </p:sp>
    </p:spTree>
    <p:extLst>
      <p:ext uri="{BB962C8B-B14F-4D97-AF65-F5344CB8AC3E}">
        <p14:creationId xmlns:p14="http://schemas.microsoft.com/office/powerpoint/2010/main" val="4114177059"/>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206</a:t>
            </a:fld>
            <a:endParaRPr lang="ko-KR" altLang="en-US" dirty="0"/>
          </a:p>
        </p:txBody>
      </p:sp>
    </p:spTree>
    <p:extLst>
      <p:ext uri="{BB962C8B-B14F-4D97-AF65-F5344CB8AC3E}">
        <p14:creationId xmlns:p14="http://schemas.microsoft.com/office/powerpoint/2010/main" val="2865700538"/>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207</a:t>
            </a:fld>
            <a:endParaRPr lang="ko-KR" altLang="en-US" dirty="0"/>
          </a:p>
        </p:txBody>
      </p:sp>
    </p:spTree>
    <p:extLst>
      <p:ext uri="{BB962C8B-B14F-4D97-AF65-F5344CB8AC3E}">
        <p14:creationId xmlns:p14="http://schemas.microsoft.com/office/powerpoint/2010/main" val="2195659009"/>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208</a:t>
            </a:fld>
            <a:endParaRPr lang="ko-KR" altLang="en-US" dirty="0"/>
          </a:p>
        </p:txBody>
      </p:sp>
    </p:spTree>
    <p:extLst>
      <p:ext uri="{BB962C8B-B14F-4D97-AF65-F5344CB8AC3E}">
        <p14:creationId xmlns:p14="http://schemas.microsoft.com/office/powerpoint/2010/main" val="950351537"/>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209</a:t>
            </a:fld>
            <a:endParaRPr lang="ko-KR" altLang="en-US" dirty="0"/>
          </a:p>
        </p:txBody>
      </p:sp>
    </p:spTree>
    <p:extLst>
      <p:ext uri="{BB962C8B-B14F-4D97-AF65-F5344CB8AC3E}">
        <p14:creationId xmlns:p14="http://schemas.microsoft.com/office/powerpoint/2010/main" val="2858185887"/>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210</a:t>
            </a:fld>
            <a:endParaRPr lang="ko-KR" altLang="en-US" dirty="0"/>
          </a:p>
        </p:txBody>
      </p:sp>
    </p:spTree>
    <p:extLst>
      <p:ext uri="{BB962C8B-B14F-4D97-AF65-F5344CB8AC3E}">
        <p14:creationId xmlns:p14="http://schemas.microsoft.com/office/powerpoint/2010/main" val="620975876"/>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211</a:t>
            </a:fld>
            <a:endParaRPr lang="ko-KR" altLang="en-US" dirty="0"/>
          </a:p>
        </p:txBody>
      </p:sp>
    </p:spTree>
    <p:extLst>
      <p:ext uri="{BB962C8B-B14F-4D97-AF65-F5344CB8AC3E}">
        <p14:creationId xmlns:p14="http://schemas.microsoft.com/office/powerpoint/2010/main" val="1696517197"/>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212</a:t>
            </a:fld>
            <a:endParaRPr lang="ko-KR" altLang="en-US" dirty="0"/>
          </a:p>
        </p:txBody>
      </p:sp>
    </p:spTree>
    <p:extLst>
      <p:ext uri="{BB962C8B-B14F-4D97-AF65-F5344CB8AC3E}">
        <p14:creationId xmlns:p14="http://schemas.microsoft.com/office/powerpoint/2010/main" val="1733613762"/>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213</a:t>
            </a:fld>
            <a:endParaRPr lang="ko-KR" altLang="en-US" dirty="0"/>
          </a:p>
        </p:txBody>
      </p:sp>
    </p:spTree>
    <p:extLst>
      <p:ext uri="{BB962C8B-B14F-4D97-AF65-F5344CB8AC3E}">
        <p14:creationId xmlns:p14="http://schemas.microsoft.com/office/powerpoint/2010/main" val="3376075112"/>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214</a:t>
            </a:fld>
            <a:endParaRPr lang="ko-KR" altLang="en-US" dirty="0"/>
          </a:p>
        </p:txBody>
      </p:sp>
    </p:spTree>
    <p:extLst>
      <p:ext uri="{BB962C8B-B14F-4D97-AF65-F5344CB8AC3E}">
        <p14:creationId xmlns:p14="http://schemas.microsoft.com/office/powerpoint/2010/main" val="1789454907"/>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215</a:t>
            </a:fld>
            <a:endParaRPr lang="ko-KR" altLang="en-US" dirty="0"/>
          </a:p>
        </p:txBody>
      </p:sp>
    </p:spTree>
    <p:extLst>
      <p:ext uri="{BB962C8B-B14F-4D97-AF65-F5344CB8AC3E}">
        <p14:creationId xmlns:p14="http://schemas.microsoft.com/office/powerpoint/2010/main" val="1077117091"/>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216</a:t>
            </a:fld>
            <a:endParaRPr lang="ko-KR" altLang="en-US" dirty="0"/>
          </a:p>
        </p:txBody>
      </p:sp>
    </p:spTree>
    <p:extLst>
      <p:ext uri="{BB962C8B-B14F-4D97-AF65-F5344CB8AC3E}">
        <p14:creationId xmlns:p14="http://schemas.microsoft.com/office/powerpoint/2010/main" val="2397097910"/>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217</a:t>
            </a:fld>
            <a:endParaRPr lang="ko-KR" altLang="en-US" dirty="0"/>
          </a:p>
        </p:txBody>
      </p:sp>
    </p:spTree>
    <p:extLst>
      <p:ext uri="{BB962C8B-B14F-4D97-AF65-F5344CB8AC3E}">
        <p14:creationId xmlns:p14="http://schemas.microsoft.com/office/powerpoint/2010/main" val="3310279398"/>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218</a:t>
            </a:fld>
            <a:endParaRPr lang="ko-KR" altLang="en-US" dirty="0"/>
          </a:p>
        </p:txBody>
      </p:sp>
    </p:spTree>
    <p:extLst>
      <p:ext uri="{BB962C8B-B14F-4D97-AF65-F5344CB8AC3E}">
        <p14:creationId xmlns:p14="http://schemas.microsoft.com/office/powerpoint/2010/main" val="2290268886"/>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219</a:t>
            </a:fld>
            <a:endParaRPr lang="ko-KR" altLang="en-US" dirty="0"/>
          </a:p>
        </p:txBody>
      </p:sp>
    </p:spTree>
    <p:extLst>
      <p:ext uri="{BB962C8B-B14F-4D97-AF65-F5344CB8AC3E}">
        <p14:creationId xmlns:p14="http://schemas.microsoft.com/office/powerpoint/2010/main" val="1548090184"/>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220</a:t>
            </a:fld>
            <a:endParaRPr lang="ko-KR" altLang="en-US" dirty="0"/>
          </a:p>
        </p:txBody>
      </p:sp>
    </p:spTree>
    <p:extLst>
      <p:ext uri="{BB962C8B-B14F-4D97-AF65-F5344CB8AC3E}">
        <p14:creationId xmlns:p14="http://schemas.microsoft.com/office/powerpoint/2010/main" val="188672002"/>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221</a:t>
            </a:fld>
            <a:endParaRPr lang="ko-KR" altLang="en-US" dirty="0"/>
          </a:p>
        </p:txBody>
      </p:sp>
    </p:spTree>
    <p:extLst>
      <p:ext uri="{BB962C8B-B14F-4D97-AF65-F5344CB8AC3E}">
        <p14:creationId xmlns:p14="http://schemas.microsoft.com/office/powerpoint/2010/main" val="1803309447"/>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222</a:t>
            </a:fld>
            <a:endParaRPr lang="ko-KR" altLang="en-US" dirty="0"/>
          </a:p>
        </p:txBody>
      </p:sp>
    </p:spTree>
    <p:extLst>
      <p:ext uri="{BB962C8B-B14F-4D97-AF65-F5344CB8AC3E}">
        <p14:creationId xmlns:p14="http://schemas.microsoft.com/office/powerpoint/2010/main" val="2908677104"/>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223</a:t>
            </a:fld>
            <a:endParaRPr lang="ko-KR" altLang="en-US" dirty="0"/>
          </a:p>
        </p:txBody>
      </p:sp>
    </p:spTree>
    <p:extLst>
      <p:ext uri="{BB962C8B-B14F-4D97-AF65-F5344CB8AC3E}">
        <p14:creationId xmlns:p14="http://schemas.microsoft.com/office/powerpoint/2010/main" val="178546833"/>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224</a:t>
            </a:fld>
            <a:endParaRPr lang="ko-KR" altLang="en-US" dirty="0"/>
          </a:p>
        </p:txBody>
      </p:sp>
    </p:spTree>
    <p:extLst>
      <p:ext uri="{BB962C8B-B14F-4D97-AF65-F5344CB8AC3E}">
        <p14:creationId xmlns:p14="http://schemas.microsoft.com/office/powerpoint/2010/main" val="303666156"/>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225</a:t>
            </a:fld>
            <a:endParaRPr lang="ko-KR" altLang="en-US" dirty="0"/>
          </a:p>
        </p:txBody>
      </p:sp>
    </p:spTree>
    <p:extLst>
      <p:ext uri="{BB962C8B-B14F-4D97-AF65-F5344CB8AC3E}">
        <p14:creationId xmlns:p14="http://schemas.microsoft.com/office/powerpoint/2010/main" val="613751901"/>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226</a:t>
            </a:fld>
            <a:endParaRPr lang="ko-KR" altLang="en-US" dirty="0"/>
          </a:p>
        </p:txBody>
      </p:sp>
    </p:spTree>
    <p:extLst>
      <p:ext uri="{BB962C8B-B14F-4D97-AF65-F5344CB8AC3E}">
        <p14:creationId xmlns:p14="http://schemas.microsoft.com/office/powerpoint/2010/main" val="2485565021"/>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227</a:t>
            </a:fld>
            <a:endParaRPr lang="ko-KR" altLang="en-US" dirty="0"/>
          </a:p>
        </p:txBody>
      </p:sp>
    </p:spTree>
    <p:extLst>
      <p:ext uri="{BB962C8B-B14F-4D97-AF65-F5344CB8AC3E}">
        <p14:creationId xmlns:p14="http://schemas.microsoft.com/office/powerpoint/2010/main" val="2310141942"/>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228</a:t>
            </a:fld>
            <a:endParaRPr lang="ko-KR" altLang="en-US" dirty="0"/>
          </a:p>
        </p:txBody>
      </p:sp>
    </p:spTree>
    <p:extLst>
      <p:ext uri="{BB962C8B-B14F-4D97-AF65-F5344CB8AC3E}">
        <p14:creationId xmlns:p14="http://schemas.microsoft.com/office/powerpoint/2010/main" val="3986020209"/>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229</a:t>
            </a:fld>
            <a:endParaRPr lang="ko-KR" altLang="en-US" dirty="0"/>
          </a:p>
        </p:txBody>
      </p:sp>
    </p:spTree>
    <p:extLst>
      <p:ext uri="{BB962C8B-B14F-4D97-AF65-F5344CB8AC3E}">
        <p14:creationId xmlns:p14="http://schemas.microsoft.com/office/powerpoint/2010/main" val="693869852"/>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230</a:t>
            </a:fld>
            <a:endParaRPr lang="ko-KR" altLang="en-US" dirty="0"/>
          </a:p>
        </p:txBody>
      </p:sp>
    </p:spTree>
    <p:extLst>
      <p:ext uri="{BB962C8B-B14F-4D97-AF65-F5344CB8AC3E}">
        <p14:creationId xmlns:p14="http://schemas.microsoft.com/office/powerpoint/2010/main" val="1764320115"/>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231</a:t>
            </a:fld>
            <a:endParaRPr lang="ko-KR" altLang="en-US" dirty="0"/>
          </a:p>
        </p:txBody>
      </p:sp>
    </p:spTree>
    <p:extLst>
      <p:ext uri="{BB962C8B-B14F-4D97-AF65-F5344CB8AC3E}">
        <p14:creationId xmlns:p14="http://schemas.microsoft.com/office/powerpoint/2010/main" val="1765721087"/>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232</a:t>
            </a:fld>
            <a:endParaRPr lang="ko-KR" altLang="en-US" dirty="0"/>
          </a:p>
        </p:txBody>
      </p:sp>
    </p:spTree>
    <p:extLst>
      <p:ext uri="{BB962C8B-B14F-4D97-AF65-F5344CB8AC3E}">
        <p14:creationId xmlns:p14="http://schemas.microsoft.com/office/powerpoint/2010/main" val="1456182834"/>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233</a:t>
            </a:fld>
            <a:endParaRPr lang="ko-KR" altLang="en-US" dirty="0"/>
          </a:p>
        </p:txBody>
      </p:sp>
    </p:spTree>
    <p:extLst>
      <p:ext uri="{BB962C8B-B14F-4D97-AF65-F5344CB8AC3E}">
        <p14:creationId xmlns:p14="http://schemas.microsoft.com/office/powerpoint/2010/main" val="1302185230"/>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234</a:t>
            </a:fld>
            <a:endParaRPr lang="ko-KR" altLang="en-US" dirty="0"/>
          </a:p>
        </p:txBody>
      </p:sp>
    </p:spTree>
    <p:extLst>
      <p:ext uri="{BB962C8B-B14F-4D97-AF65-F5344CB8AC3E}">
        <p14:creationId xmlns:p14="http://schemas.microsoft.com/office/powerpoint/2010/main" val="523827935"/>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235</a:t>
            </a:fld>
            <a:endParaRPr lang="ko-KR" altLang="en-US" dirty="0"/>
          </a:p>
        </p:txBody>
      </p:sp>
    </p:spTree>
    <p:extLst>
      <p:ext uri="{BB962C8B-B14F-4D97-AF65-F5344CB8AC3E}">
        <p14:creationId xmlns:p14="http://schemas.microsoft.com/office/powerpoint/2010/main" val="2108320936"/>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236</a:t>
            </a:fld>
            <a:endParaRPr lang="ko-KR" altLang="en-US" dirty="0"/>
          </a:p>
        </p:txBody>
      </p:sp>
    </p:spTree>
    <p:extLst>
      <p:ext uri="{BB962C8B-B14F-4D97-AF65-F5344CB8AC3E}">
        <p14:creationId xmlns:p14="http://schemas.microsoft.com/office/powerpoint/2010/main" val="4001850099"/>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237</a:t>
            </a:fld>
            <a:endParaRPr lang="ko-KR" altLang="en-US" dirty="0"/>
          </a:p>
        </p:txBody>
      </p:sp>
    </p:spTree>
    <p:extLst>
      <p:ext uri="{BB962C8B-B14F-4D97-AF65-F5344CB8AC3E}">
        <p14:creationId xmlns:p14="http://schemas.microsoft.com/office/powerpoint/2010/main" val="3574001754"/>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238</a:t>
            </a:fld>
            <a:endParaRPr lang="ko-KR" altLang="en-US" dirty="0"/>
          </a:p>
        </p:txBody>
      </p:sp>
    </p:spTree>
    <p:extLst>
      <p:ext uri="{BB962C8B-B14F-4D97-AF65-F5344CB8AC3E}">
        <p14:creationId xmlns:p14="http://schemas.microsoft.com/office/powerpoint/2010/main" val="262867092"/>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239</a:t>
            </a:fld>
            <a:endParaRPr lang="ko-KR" altLang="en-US" dirty="0"/>
          </a:p>
        </p:txBody>
      </p:sp>
    </p:spTree>
    <p:extLst>
      <p:ext uri="{BB962C8B-B14F-4D97-AF65-F5344CB8AC3E}">
        <p14:creationId xmlns:p14="http://schemas.microsoft.com/office/powerpoint/2010/main" val="1480586837"/>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240</a:t>
            </a:fld>
            <a:endParaRPr lang="ko-KR" altLang="en-US" dirty="0"/>
          </a:p>
        </p:txBody>
      </p:sp>
    </p:spTree>
    <p:extLst>
      <p:ext uri="{BB962C8B-B14F-4D97-AF65-F5344CB8AC3E}">
        <p14:creationId xmlns:p14="http://schemas.microsoft.com/office/powerpoint/2010/main" val="2774727127"/>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241</a:t>
            </a:fld>
            <a:endParaRPr lang="ko-KR" altLang="en-US" dirty="0"/>
          </a:p>
        </p:txBody>
      </p:sp>
    </p:spTree>
    <p:extLst>
      <p:ext uri="{BB962C8B-B14F-4D97-AF65-F5344CB8AC3E}">
        <p14:creationId xmlns:p14="http://schemas.microsoft.com/office/powerpoint/2010/main" val="1173729621"/>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242</a:t>
            </a:fld>
            <a:endParaRPr lang="ko-KR" altLang="en-US" dirty="0"/>
          </a:p>
        </p:txBody>
      </p:sp>
    </p:spTree>
    <p:extLst>
      <p:ext uri="{BB962C8B-B14F-4D97-AF65-F5344CB8AC3E}">
        <p14:creationId xmlns:p14="http://schemas.microsoft.com/office/powerpoint/2010/main" val="2511760144"/>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243</a:t>
            </a:fld>
            <a:endParaRPr lang="ko-KR" altLang="en-US" dirty="0"/>
          </a:p>
        </p:txBody>
      </p:sp>
    </p:spTree>
    <p:extLst>
      <p:ext uri="{BB962C8B-B14F-4D97-AF65-F5344CB8AC3E}">
        <p14:creationId xmlns:p14="http://schemas.microsoft.com/office/powerpoint/2010/main" val="972562316"/>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244</a:t>
            </a:fld>
            <a:endParaRPr lang="ko-KR" altLang="en-US" dirty="0"/>
          </a:p>
        </p:txBody>
      </p:sp>
    </p:spTree>
    <p:extLst>
      <p:ext uri="{BB962C8B-B14F-4D97-AF65-F5344CB8AC3E}">
        <p14:creationId xmlns:p14="http://schemas.microsoft.com/office/powerpoint/2010/main" val="2128860041"/>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245</a:t>
            </a:fld>
            <a:endParaRPr lang="ko-KR" altLang="en-US" dirty="0"/>
          </a:p>
        </p:txBody>
      </p:sp>
    </p:spTree>
    <p:extLst>
      <p:ext uri="{BB962C8B-B14F-4D97-AF65-F5344CB8AC3E}">
        <p14:creationId xmlns:p14="http://schemas.microsoft.com/office/powerpoint/2010/main" val="2828139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246</a:t>
            </a:fld>
            <a:endParaRPr lang="ko-KR" altLang="en-US" dirty="0"/>
          </a:p>
        </p:txBody>
      </p:sp>
    </p:spTree>
    <p:extLst>
      <p:ext uri="{BB962C8B-B14F-4D97-AF65-F5344CB8AC3E}">
        <p14:creationId xmlns:p14="http://schemas.microsoft.com/office/powerpoint/2010/main" val="310694354"/>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247</a:t>
            </a:fld>
            <a:endParaRPr lang="ko-KR" altLang="en-US" dirty="0"/>
          </a:p>
        </p:txBody>
      </p:sp>
    </p:spTree>
    <p:extLst>
      <p:ext uri="{BB962C8B-B14F-4D97-AF65-F5344CB8AC3E}">
        <p14:creationId xmlns:p14="http://schemas.microsoft.com/office/powerpoint/2010/main" val="4012917316"/>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248</a:t>
            </a:fld>
            <a:endParaRPr lang="ko-KR" altLang="en-US" dirty="0"/>
          </a:p>
        </p:txBody>
      </p:sp>
    </p:spTree>
    <p:extLst>
      <p:ext uri="{BB962C8B-B14F-4D97-AF65-F5344CB8AC3E}">
        <p14:creationId xmlns:p14="http://schemas.microsoft.com/office/powerpoint/2010/main" val="4125938814"/>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249</a:t>
            </a:fld>
            <a:endParaRPr lang="ko-KR" altLang="en-US" dirty="0"/>
          </a:p>
        </p:txBody>
      </p:sp>
    </p:spTree>
    <p:extLst>
      <p:ext uri="{BB962C8B-B14F-4D97-AF65-F5344CB8AC3E}">
        <p14:creationId xmlns:p14="http://schemas.microsoft.com/office/powerpoint/2010/main" val="3148872625"/>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250</a:t>
            </a:fld>
            <a:endParaRPr lang="ko-KR" altLang="en-US" dirty="0"/>
          </a:p>
        </p:txBody>
      </p:sp>
    </p:spTree>
    <p:extLst>
      <p:ext uri="{BB962C8B-B14F-4D97-AF65-F5344CB8AC3E}">
        <p14:creationId xmlns:p14="http://schemas.microsoft.com/office/powerpoint/2010/main" val="993296762"/>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251</a:t>
            </a:fld>
            <a:endParaRPr lang="ko-KR" altLang="en-US" dirty="0"/>
          </a:p>
        </p:txBody>
      </p:sp>
    </p:spTree>
    <p:extLst>
      <p:ext uri="{BB962C8B-B14F-4D97-AF65-F5344CB8AC3E}">
        <p14:creationId xmlns:p14="http://schemas.microsoft.com/office/powerpoint/2010/main" val="1865060260"/>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252</a:t>
            </a:fld>
            <a:endParaRPr lang="ko-KR" altLang="en-US" dirty="0"/>
          </a:p>
        </p:txBody>
      </p:sp>
    </p:spTree>
    <p:extLst>
      <p:ext uri="{BB962C8B-B14F-4D97-AF65-F5344CB8AC3E}">
        <p14:creationId xmlns:p14="http://schemas.microsoft.com/office/powerpoint/2010/main" val="1488835490"/>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253</a:t>
            </a:fld>
            <a:endParaRPr lang="ko-KR" altLang="en-US" dirty="0"/>
          </a:p>
        </p:txBody>
      </p:sp>
    </p:spTree>
    <p:extLst>
      <p:ext uri="{BB962C8B-B14F-4D97-AF65-F5344CB8AC3E}">
        <p14:creationId xmlns:p14="http://schemas.microsoft.com/office/powerpoint/2010/main" val="2040915422"/>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254</a:t>
            </a:fld>
            <a:endParaRPr lang="ko-KR" altLang="en-US" dirty="0"/>
          </a:p>
        </p:txBody>
      </p:sp>
    </p:spTree>
    <p:extLst>
      <p:ext uri="{BB962C8B-B14F-4D97-AF65-F5344CB8AC3E}">
        <p14:creationId xmlns:p14="http://schemas.microsoft.com/office/powerpoint/2010/main" val="108329127"/>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255</a:t>
            </a:fld>
            <a:endParaRPr lang="ko-KR" altLang="en-US" dirty="0"/>
          </a:p>
        </p:txBody>
      </p:sp>
    </p:spTree>
    <p:extLst>
      <p:ext uri="{BB962C8B-B14F-4D97-AF65-F5344CB8AC3E}">
        <p14:creationId xmlns:p14="http://schemas.microsoft.com/office/powerpoint/2010/main" val="809430917"/>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256</a:t>
            </a:fld>
            <a:endParaRPr lang="ko-KR" altLang="en-US" dirty="0"/>
          </a:p>
        </p:txBody>
      </p:sp>
    </p:spTree>
    <p:extLst>
      <p:ext uri="{BB962C8B-B14F-4D97-AF65-F5344CB8AC3E}">
        <p14:creationId xmlns:p14="http://schemas.microsoft.com/office/powerpoint/2010/main" val="2220903433"/>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257</a:t>
            </a:fld>
            <a:endParaRPr lang="ko-KR" altLang="en-US" dirty="0"/>
          </a:p>
        </p:txBody>
      </p:sp>
    </p:spTree>
    <p:extLst>
      <p:ext uri="{BB962C8B-B14F-4D97-AF65-F5344CB8AC3E}">
        <p14:creationId xmlns:p14="http://schemas.microsoft.com/office/powerpoint/2010/main" val="1422035815"/>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258</a:t>
            </a:fld>
            <a:endParaRPr lang="ko-KR" altLang="en-US" dirty="0"/>
          </a:p>
        </p:txBody>
      </p:sp>
    </p:spTree>
    <p:extLst>
      <p:ext uri="{BB962C8B-B14F-4D97-AF65-F5344CB8AC3E}">
        <p14:creationId xmlns:p14="http://schemas.microsoft.com/office/powerpoint/2010/main" val="2113595832"/>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259</a:t>
            </a:fld>
            <a:endParaRPr lang="ko-KR" altLang="en-US" dirty="0"/>
          </a:p>
        </p:txBody>
      </p:sp>
    </p:spTree>
    <p:extLst>
      <p:ext uri="{BB962C8B-B14F-4D97-AF65-F5344CB8AC3E}">
        <p14:creationId xmlns:p14="http://schemas.microsoft.com/office/powerpoint/2010/main" val="388968502"/>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260</a:t>
            </a:fld>
            <a:endParaRPr lang="ko-KR" altLang="en-US" dirty="0"/>
          </a:p>
        </p:txBody>
      </p:sp>
    </p:spTree>
    <p:extLst>
      <p:ext uri="{BB962C8B-B14F-4D97-AF65-F5344CB8AC3E}">
        <p14:creationId xmlns:p14="http://schemas.microsoft.com/office/powerpoint/2010/main" val="453321416"/>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261</a:t>
            </a:fld>
            <a:endParaRPr lang="ko-KR" altLang="en-US" dirty="0"/>
          </a:p>
        </p:txBody>
      </p:sp>
    </p:spTree>
    <p:extLst>
      <p:ext uri="{BB962C8B-B14F-4D97-AF65-F5344CB8AC3E}">
        <p14:creationId xmlns:p14="http://schemas.microsoft.com/office/powerpoint/2010/main" val="2350728136"/>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262</a:t>
            </a:fld>
            <a:endParaRPr lang="ko-KR" altLang="en-US" dirty="0"/>
          </a:p>
        </p:txBody>
      </p:sp>
    </p:spTree>
    <p:extLst>
      <p:ext uri="{BB962C8B-B14F-4D97-AF65-F5344CB8AC3E}">
        <p14:creationId xmlns:p14="http://schemas.microsoft.com/office/powerpoint/2010/main" val="2966107278"/>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263</a:t>
            </a:fld>
            <a:endParaRPr lang="ko-KR" altLang="en-US" dirty="0"/>
          </a:p>
        </p:txBody>
      </p:sp>
    </p:spTree>
    <p:extLst>
      <p:ext uri="{BB962C8B-B14F-4D97-AF65-F5344CB8AC3E}">
        <p14:creationId xmlns:p14="http://schemas.microsoft.com/office/powerpoint/2010/main" val="2615315541"/>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b="0" i="0" u="none" strike="noStrike"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264</a:t>
            </a:fld>
            <a:endParaRPr lang="ko-KR" altLang="en-US" dirty="0"/>
          </a:p>
        </p:txBody>
      </p:sp>
    </p:spTree>
    <p:extLst>
      <p:ext uri="{BB962C8B-B14F-4D97-AF65-F5344CB8AC3E}">
        <p14:creationId xmlns:p14="http://schemas.microsoft.com/office/powerpoint/2010/main" val="911813633"/>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265</a:t>
            </a:fld>
            <a:endParaRPr lang="ko-KR" altLang="en-US" dirty="0"/>
          </a:p>
        </p:txBody>
      </p:sp>
    </p:spTree>
    <p:extLst>
      <p:ext uri="{BB962C8B-B14F-4D97-AF65-F5344CB8AC3E}">
        <p14:creationId xmlns:p14="http://schemas.microsoft.com/office/powerpoint/2010/main" val="3503939107"/>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266</a:t>
            </a:fld>
            <a:endParaRPr lang="ko-KR" altLang="en-US" dirty="0"/>
          </a:p>
        </p:txBody>
      </p:sp>
    </p:spTree>
    <p:extLst>
      <p:ext uri="{BB962C8B-B14F-4D97-AF65-F5344CB8AC3E}">
        <p14:creationId xmlns:p14="http://schemas.microsoft.com/office/powerpoint/2010/main" val="3278125131"/>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267</a:t>
            </a:fld>
            <a:endParaRPr lang="ko-KR" altLang="en-US" dirty="0"/>
          </a:p>
        </p:txBody>
      </p:sp>
    </p:spTree>
    <p:extLst>
      <p:ext uri="{BB962C8B-B14F-4D97-AF65-F5344CB8AC3E}">
        <p14:creationId xmlns:p14="http://schemas.microsoft.com/office/powerpoint/2010/main" val="25676051"/>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268</a:t>
            </a:fld>
            <a:endParaRPr lang="ko-KR" altLang="en-US" dirty="0"/>
          </a:p>
        </p:txBody>
      </p:sp>
    </p:spTree>
    <p:extLst>
      <p:ext uri="{BB962C8B-B14F-4D97-AF65-F5344CB8AC3E}">
        <p14:creationId xmlns:p14="http://schemas.microsoft.com/office/powerpoint/2010/main" val="3530249504"/>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269</a:t>
            </a:fld>
            <a:endParaRPr lang="ko-KR" altLang="en-US" dirty="0"/>
          </a:p>
        </p:txBody>
      </p:sp>
    </p:spTree>
    <p:extLst>
      <p:ext uri="{BB962C8B-B14F-4D97-AF65-F5344CB8AC3E}">
        <p14:creationId xmlns:p14="http://schemas.microsoft.com/office/powerpoint/2010/main" val="2633923039"/>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270</a:t>
            </a:fld>
            <a:endParaRPr lang="ko-KR" altLang="en-US" dirty="0"/>
          </a:p>
        </p:txBody>
      </p:sp>
    </p:spTree>
    <p:extLst>
      <p:ext uri="{BB962C8B-B14F-4D97-AF65-F5344CB8AC3E}">
        <p14:creationId xmlns:p14="http://schemas.microsoft.com/office/powerpoint/2010/main" val="4192323168"/>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271</a:t>
            </a:fld>
            <a:endParaRPr lang="ko-KR" altLang="en-US" dirty="0"/>
          </a:p>
        </p:txBody>
      </p:sp>
    </p:spTree>
    <p:extLst>
      <p:ext uri="{BB962C8B-B14F-4D97-AF65-F5344CB8AC3E}">
        <p14:creationId xmlns:p14="http://schemas.microsoft.com/office/powerpoint/2010/main" val="1303367753"/>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pandas là thư viện bắt buộc phải có khi xử lý dữ liệu.</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Nó là linh hoạt và mạnh mẽ. Nó được đóng gói đầy đủ các tính năng hữu ích.</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Không quá lời khi nói rằng bạn bắt đầu hành trình của chúng tôi trong lĩnh vực khoa học dữ liệu với thư viện </a:t>
            </a:r>
            <a:r>
              <a:rPr lang="en-US" dirty="0"/>
              <a:t>pandas</a:t>
            </a:r>
            <a:r>
              <a:rPr lang="vi-VN" dirty="0"/>
              <a:t>!</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272</a:t>
            </a:fld>
            <a:endParaRPr lang="ko-KR" altLang="en-US" dirty="0"/>
          </a:p>
        </p:txBody>
      </p:sp>
    </p:spTree>
    <p:extLst>
      <p:ext uri="{BB962C8B-B14F-4D97-AF65-F5344CB8AC3E}">
        <p14:creationId xmlns:p14="http://schemas.microsoft.com/office/powerpoint/2010/main" val="2655240497"/>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273</a:t>
            </a:fld>
            <a:endParaRPr lang="ko-KR" altLang="en-US" dirty="0"/>
          </a:p>
        </p:txBody>
      </p:sp>
    </p:spTree>
    <p:extLst>
      <p:ext uri="{BB962C8B-B14F-4D97-AF65-F5344CB8AC3E}">
        <p14:creationId xmlns:p14="http://schemas.microsoft.com/office/powerpoint/2010/main" val="3026965849"/>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274</a:t>
            </a:fld>
            <a:endParaRPr lang="ko-KR" altLang="en-US" dirty="0"/>
          </a:p>
        </p:txBody>
      </p:sp>
    </p:spTree>
    <p:extLst>
      <p:ext uri="{BB962C8B-B14F-4D97-AF65-F5344CB8AC3E}">
        <p14:creationId xmlns:p14="http://schemas.microsoft.com/office/powerpoint/2010/main" val="788940051"/>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275</a:t>
            </a:fld>
            <a:endParaRPr lang="ko-KR" altLang="en-US" dirty="0"/>
          </a:p>
        </p:txBody>
      </p:sp>
    </p:spTree>
    <p:extLst>
      <p:ext uri="{BB962C8B-B14F-4D97-AF65-F5344CB8AC3E}">
        <p14:creationId xmlns:p14="http://schemas.microsoft.com/office/powerpoint/2010/main" val="2649142390"/>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276</a:t>
            </a:fld>
            <a:endParaRPr lang="ko-KR" altLang="en-US" dirty="0"/>
          </a:p>
        </p:txBody>
      </p:sp>
    </p:spTree>
    <p:extLst>
      <p:ext uri="{BB962C8B-B14F-4D97-AF65-F5344CB8AC3E}">
        <p14:creationId xmlns:p14="http://schemas.microsoft.com/office/powerpoint/2010/main" val="1054654293"/>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277</a:t>
            </a:fld>
            <a:endParaRPr lang="ko-KR" altLang="en-US" dirty="0"/>
          </a:p>
        </p:txBody>
      </p:sp>
    </p:spTree>
    <p:extLst>
      <p:ext uri="{BB962C8B-B14F-4D97-AF65-F5344CB8AC3E}">
        <p14:creationId xmlns:p14="http://schemas.microsoft.com/office/powerpoint/2010/main" val="3754238161"/>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278</a:t>
            </a:fld>
            <a:endParaRPr lang="ko-KR" altLang="en-US" dirty="0"/>
          </a:p>
        </p:txBody>
      </p:sp>
    </p:spTree>
    <p:extLst>
      <p:ext uri="{BB962C8B-B14F-4D97-AF65-F5344CB8AC3E}">
        <p14:creationId xmlns:p14="http://schemas.microsoft.com/office/powerpoint/2010/main" val="599448714"/>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00150"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sz="1200" b="1" dirty="0">
                <a:latin typeface="Arial" panose="02020603050405020304" pitchFamily="18" charset="0"/>
              </a:rPr>
              <a:t>MỤC ĐÍCH CỦA PHẦN THỰC HÀNH NÀY</a:t>
            </a:r>
          </a:p>
          <a:p>
            <a:pPr latinLnBrk="1"/>
            <a:r>
              <a:rPr lang="vi-VN" sz="1200" dirty="0">
                <a:solidFill>
                  <a:schemeClr val="tx1"/>
                </a:solidFill>
                <a:latin typeface="Arial"/>
                <a:ea typeface="+mn-ea"/>
                <a:cs typeface="+mn-cs"/>
              </a:rPr>
              <a:t>Trong phần thực hành này, bạn sẽ được giới thiệu về thư viện Pandas. Cụ thể, bạn sẽ tạo các đối tượng Series rồi thực hiện một số</a:t>
            </a:r>
            <a:endParaRPr lang="en-US" sz="1200" dirty="0">
              <a:solidFill>
                <a:schemeClr val="tx1"/>
              </a:solidFill>
              <a:latin typeface="Arial"/>
              <a:ea typeface="+mn-ea"/>
              <a:cs typeface="+mn-cs"/>
            </a:endParaRPr>
          </a:p>
          <a:p>
            <a:pPr latinLnBrk="1"/>
            <a:r>
              <a:rPr lang="vi-VN" sz="1200" dirty="0">
                <a:solidFill>
                  <a:schemeClr val="tx1"/>
                </a:solidFill>
                <a:latin typeface="Arial"/>
                <a:ea typeface="+mn-ea"/>
                <a:cs typeface="+mn-cs"/>
              </a:rPr>
              <a:t>phép toán cơ bản với chúng. Ngoài ra, bạn cũng sẽ thử một số phương thức hữu ích đi cùng các đối tượng Series.</a:t>
            </a:r>
          </a:p>
          <a:p>
            <a:pPr latinLnBrk="1"/>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vi-VN" sz="1000" b="1" dirty="0">
                <a:solidFill>
                  <a:prstClr val="black"/>
                </a:solidFill>
                <a:latin typeface="Arial" panose="02020603050405020304" pitchFamily="18" charset="0"/>
              </a:rPr>
              <a:t>HƯỚNG DẪN THỰC HÀNH</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Khởi chạy Jupyter Notebook</a:t>
            </a:r>
            <a:endParaRPr lang="en-US" sz="1200" dirty="0">
              <a:solidFill>
                <a:srgbClr val="000000"/>
              </a:solidFill>
              <a:latin typeface="Arial" panose="02020603050405020304" pitchFamily="18" charset="0"/>
              <a:cs typeface="Times New Roman" panose="02020603050405020304" pitchFamily="18" charset="0"/>
            </a:endParaRPr>
          </a:p>
          <a:p>
            <a:pPr marL="342900" lvl="0" indent="-342900">
              <a:spcAft>
                <a:spcPts val="800"/>
              </a:spcAft>
              <a:buFont typeface="+mj-lt"/>
              <a:buAutoNum type="arabicPeriod"/>
            </a:pPr>
            <a:r>
              <a:rPr lang="vi-VN" sz="1200" dirty="0">
                <a:solidFill>
                  <a:schemeClr val="tx1"/>
                </a:solidFill>
                <a:latin typeface="Arial"/>
                <a:ea typeface="+mn-ea"/>
                <a:cs typeface="+mn-cs"/>
              </a:rPr>
              <a:t>Trong Jupyter Notebook, nhấp vào tệp </a:t>
            </a:r>
            <a:r>
              <a:rPr lang="vi-VN" sz="1200" b="1" dirty="0">
                <a:solidFill>
                  <a:schemeClr val="tx1"/>
                </a:solidFill>
                <a:latin typeface="Arial"/>
                <a:ea typeface="+mn-ea"/>
                <a:cs typeface="+mn-cs"/>
              </a:rPr>
              <a:t>ex_0</a:t>
            </a:r>
            <a:r>
              <a:rPr lang="en-US" sz="1200" b="1" dirty="0">
                <a:solidFill>
                  <a:schemeClr val="tx1"/>
                </a:solidFill>
                <a:latin typeface="Arial"/>
                <a:ea typeface="+mn-ea"/>
                <a:cs typeface="+mn-cs"/>
              </a:rPr>
              <a:t>1</a:t>
            </a:r>
            <a:r>
              <a:rPr lang="vi-VN" sz="1200" b="1" dirty="0">
                <a:solidFill>
                  <a:schemeClr val="tx1"/>
                </a:solidFill>
                <a:latin typeface="Arial"/>
                <a:ea typeface="+mn-ea"/>
                <a:cs typeface="+mn-cs"/>
              </a:rPr>
              <a:t>0</a:t>
            </a:r>
            <a:r>
              <a:rPr lang="en-US" sz="1200" b="1" dirty="0">
                <a:solidFill>
                  <a:schemeClr val="tx1"/>
                </a:solidFill>
                <a:latin typeface="Arial"/>
                <a:ea typeface="+mn-ea"/>
                <a:cs typeface="+mn-cs"/>
              </a:rPr>
              <a:t>4</a:t>
            </a:r>
            <a:r>
              <a:rPr lang="vi-VN" sz="1200" b="1" dirty="0">
                <a:solidFill>
                  <a:schemeClr val="tx1"/>
                </a:solidFill>
                <a:latin typeface="Arial"/>
                <a:ea typeface="+mn-ea"/>
                <a:cs typeface="+mn-cs"/>
              </a:rPr>
              <a:t>.ipynb</a:t>
            </a:r>
            <a:r>
              <a:rPr lang="vi-VN" sz="1200" dirty="0">
                <a:solidFill>
                  <a:schemeClr val="tx1"/>
                </a:solidFill>
                <a:latin typeface="Arial"/>
                <a:ea typeface="+mn-ea"/>
                <a:cs typeface="+mn-cs"/>
              </a:rPr>
              <a:t> trong thư mục </a:t>
            </a:r>
            <a:r>
              <a:rPr lang="vi-VN" sz="1200" b="1" dirty="0">
                <a:solidFill>
                  <a:schemeClr val="tx1"/>
                </a:solidFill>
                <a:latin typeface="Arial"/>
                <a:ea typeface="+mn-ea"/>
                <a:cs typeface="+mn-cs"/>
              </a:rPr>
              <a:t>Coding Exercise</a:t>
            </a:r>
            <a:r>
              <a:rPr lang="vi-VN" sz="1200" dirty="0">
                <a:solidFill>
                  <a:schemeClr val="tx1"/>
                </a:solidFill>
                <a:latin typeface="Arial"/>
                <a:ea typeface="+mn-ea"/>
                <a:cs typeface="+mn-cs"/>
              </a:rPr>
              <a:t>.</a:t>
            </a:r>
          </a:p>
          <a:p>
            <a:pPr marL="342900" lvl="0" indent="-342900">
              <a:spcAft>
                <a:spcPts val="800"/>
              </a:spcAft>
              <a:buFont typeface="+mj-lt"/>
              <a:buAutoNum type="arabicPeriod"/>
            </a:pPr>
            <a:r>
              <a:rPr lang="vi-VN" sz="1200" dirty="0">
                <a:solidFill>
                  <a:srgbClr val="FF0000"/>
                </a:solidFill>
                <a:latin typeface="Arial"/>
                <a:ea typeface="+mn-ea"/>
                <a:cs typeface="+mn-cs"/>
              </a:rPr>
              <a:t>Xem lại các ví dụ về các chủ đề ở dưới đây:</a:t>
            </a:r>
            <a:br>
              <a:rPr lang="vi-VN" sz="1200" dirty="0">
                <a:solidFill>
                  <a:srgbClr val="FF0000"/>
                </a:solidFill>
                <a:latin typeface="Arial"/>
                <a:ea typeface="+mn-ea"/>
                <a:cs typeface="+mn-cs"/>
              </a:rPr>
            </a:br>
            <a:endParaRPr lang="vi-VN" sz="1200" dirty="0">
              <a:solidFill>
                <a:srgbClr val="FF0000"/>
              </a:solidFill>
              <a:latin typeface="Arial"/>
              <a:ea typeface="+mn-ea"/>
              <a:cs typeface="+mn-cs"/>
            </a:endParaRPr>
          </a:p>
          <a:p>
            <a:pPr marL="742950" lvl="1" indent="-285750" algn="just" latinLnBrk="1">
              <a:lnSpc>
                <a:spcPct val="107000"/>
              </a:lnSpc>
              <a:spcAft>
                <a:spcPts val="800"/>
              </a:spcAft>
              <a:buFont typeface="+mj-lt"/>
              <a:buAutoNum type="alphaUcPeriod"/>
            </a:pPr>
            <a:r>
              <a:rPr lang="vi-VN" sz="1200" i="1" dirty="0">
                <a:solidFill>
                  <a:srgbClr val="000000"/>
                </a:solidFill>
                <a:latin typeface="Arial" panose="02020603050405020304" pitchFamily="18" charset="0"/>
                <a:ea typeface="+mn-ea"/>
                <a:cs typeface="Times New Roman" panose="02020603050405020304" pitchFamily="18" charset="0"/>
              </a:rPr>
              <a:t>Series của Pandas.</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Tạo các đối tượng Series.</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Các thuộc tính của Series và lập chỉ mục.</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Các phép toán Series.</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Các phương thức Series.</a:t>
            </a:r>
          </a:p>
          <a:p>
            <a:pPr marL="342900" lvl="0" indent="-342900">
              <a:spcAft>
                <a:spcPts val="800"/>
              </a:spcAft>
              <a:buFont typeface="+mj-lt"/>
              <a:buAutoNum type="arabicPeriod"/>
            </a:pPr>
            <a:endParaRPr lang="en-US" altLang="ko-KR" sz="1200" i="1" kern="1200" dirty="0">
              <a:solidFill>
                <a:schemeClr val="tx1"/>
              </a:solidFill>
              <a:effectLst/>
              <a:latin typeface="+mn-lt"/>
              <a:ea typeface="+mn-ea"/>
              <a:cs typeface="+mn-cs"/>
            </a:endParaRPr>
          </a:p>
          <a:p>
            <a:pPr marL="342900" lvl="0" indent="-342900">
              <a:spcAft>
                <a:spcPts val="800"/>
              </a:spcAft>
              <a:buFont typeface="+mj-lt"/>
              <a:buAutoNum type="arabicPeriod"/>
            </a:pPr>
            <a:r>
              <a:rPr lang="vi-VN" sz="1200" dirty="0">
                <a:solidFill>
                  <a:schemeClr val="tx1"/>
                </a:solidFill>
                <a:latin typeface="Arial"/>
                <a:ea typeface="+mn-ea"/>
                <a:cs typeface="+mn-cs"/>
              </a:rPr>
              <a:t>(Không bắt buộc) Sử dụng ô trống ở dưới để tùy ý thực hành riêng.</a:t>
            </a:r>
          </a:p>
        </p:txBody>
      </p:sp>
      <p:sp>
        <p:nvSpPr>
          <p:cNvPr id="4" name="슬라이드 번호 개체 틀 3"/>
          <p:cNvSpPr>
            <a:spLocks noGrp="1"/>
          </p:cNvSpPr>
          <p:nvPr>
            <p:ph type="sldNum" sz="quarter" idx="5"/>
          </p:nvPr>
        </p:nvSpPr>
        <p:spPr/>
        <p:txBody>
          <a:bodyPr/>
          <a:lstStyle/>
          <a:p>
            <a:fld id="{5B59C55F-00F1-4985-9065-F2D92AE05D03}" type="slidenum">
              <a:rPr lang="ko-KR" altLang="en-US" smtClean="0"/>
              <a:t>279</a:t>
            </a:fld>
            <a:endParaRPr lang="ko-KR" altLang="en-US" dirty="0"/>
          </a:p>
        </p:txBody>
      </p:sp>
    </p:spTree>
    <p:extLst>
      <p:ext uri="{BB962C8B-B14F-4D97-AF65-F5344CB8AC3E}">
        <p14:creationId xmlns:p14="http://schemas.microsoft.com/office/powerpoint/2010/main" val="1081056756"/>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00150"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sz="1200" b="1" dirty="0">
                <a:latin typeface="Arial" panose="02020603050405020304" pitchFamily="18" charset="0"/>
              </a:rPr>
              <a:t>MỤC ĐÍCH CỦA PHẦN THỰC HÀNH NÀY</a:t>
            </a:r>
          </a:p>
          <a:p>
            <a:pPr latinLnBrk="1"/>
            <a:r>
              <a:rPr lang="vi-VN" sz="1200" dirty="0">
                <a:solidFill>
                  <a:schemeClr val="tx1"/>
                </a:solidFill>
                <a:latin typeface="Arial"/>
                <a:ea typeface="+mn-ea"/>
                <a:cs typeface="+mn-cs"/>
              </a:rPr>
              <a:t>Trong phần thực hành này, bạn sẽ thử thực hiện các phép toán cơ bản bằng DataFrame của Pandas.</a:t>
            </a:r>
          </a:p>
          <a:p>
            <a:pPr latinLnBrk="1"/>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vi-VN" sz="1000" b="1" dirty="0">
                <a:solidFill>
                  <a:prstClr val="black"/>
                </a:solidFill>
                <a:latin typeface="Arial" panose="02020603050405020304" pitchFamily="18" charset="0"/>
              </a:rPr>
              <a:t>HƯỚNG DẪN THỰC HÀNH</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Khởi chạy Jupyter Notebook. (Tham khảo bước 1-3 của </a:t>
            </a:r>
            <a:r>
              <a:rPr lang="vi-VN" sz="1200" b="1" dirty="0">
                <a:solidFill>
                  <a:srgbClr val="000000"/>
                </a:solidFill>
                <a:latin typeface="Arial" panose="02020603050405020304" pitchFamily="18" charset="0"/>
                <a:cs typeface="Times New Roman" panose="02020603050405020304" pitchFamily="18" charset="0"/>
              </a:rPr>
              <a:t>Bài tập Coding số 0201</a:t>
            </a:r>
            <a:r>
              <a:rPr lang="vi-VN" sz="1200" dirty="0">
                <a:solidFill>
                  <a:srgbClr val="000000"/>
                </a:solidFill>
                <a:latin typeface="Arial" panose="02020603050405020304" pitchFamily="18" charset="0"/>
                <a:cs typeface="Times New Roman" panose="02020603050405020304" pitchFamily="18" charset="0"/>
              </a:rPr>
              <a:t>.)</a:t>
            </a:r>
          </a:p>
          <a:p>
            <a:pPr marL="342900" marR="0" lvl="0" indent="-342900" algn="l" defTabSz="914400" rtl="0" eaLnBrk="1" fontAlgn="auto" latinLnBrk="1" hangingPunct="1">
              <a:lnSpc>
                <a:spcPct val="100000"/>
              </a:lnSpc>
              <a:spcBef>
                <a:spcPts val="0"/>
              </a:spcBef>
              <a:spcAft>
                <a:spcPts val="800"/>
              </a:spcAft>
              <a:buClrTx/>
              <a:buSzTx/>
              <a:buFont typeface="+mj-lt"/>
              <a:buAutoNum type="arabicPeriod"/>
              <a:tabLst/>
              <a:defRPr/>
            </a:pPr>
            <a:r>
              <a:rPr lang="vi-VN" sz="1200" dirty="0">
                <a:solidFill>
                  <a:schemeClr val="tx1"/>
                </a:solidFill>
                <a:latin typeface="Arial"/>
                <a:ea typeface="+mn-ea"/>
                <a:cs typeface="+mn-cs"/>
              </a:rPr>
              <a:t>Trong Jupyter Notebook, nhấp vào tệp </a:t>
            </a:r>
            <a:r>
              <a:rPr lang="vi-VN" sz="1200" b="1" dirty="0">
                <a:solidFill>
                  <a:schemeClr val="tx1"/>
                </a:solidFill>
                <a:latin typeface="Arial"/>
                <a:ea typeface="+mn-ea"/>
                <a:cs typeface="+mn-cs"/>
              </a:rPr>
              <a:t>ex_0</a:t>
            </a:r>
            <a:r>
              <a:rPr lang="en-US" sz="1200" b="1" dirty="0">
                <a:solidFill>
                  <a:schemeClr val="tx1"/>
                </a:solidFill>
                <a:latin typeface="Arial"/>
                <a:ea typeface="+mn-ea"/>
                <a:cs typeface="+mn-cs"/>
              </a:rPr>
              <a:t>1</a:t>
            </a:r>
            <a:r>
              <a:rPr lang="vi-VN" sz="1200" b="1" dirty="0">
                <a:solidFill>
                  <a:schemeClr val="tx1"/>
                </a:solidFill>
                <a:latin typeface="Arial"/>
                <a:ea typeface="+mn-ea"/>
                <a:cs typeface="+mn-cs"/>
              </a:rPr>
              <a:t>05</a:t>
            </a:r>
            <a:r>
              <a:rPr lang="en-US" sz="1200" b="1" dirty="0">
                <a:solidFill>
                  <a:schemeClr val="tx1"/>
                </a:solidFill>
                <a:latin typeface="Arial"/>
                <a:ea typeface="+mn-ea"/>
                <a:cs typeface="+mn-cs"/>
              </a:rPr>
              <a:t>_Edited</a:t>
            </a:r>
            <a:r>
              <a:rPr lang="vi-VN" sz="1200" b="1" dirty="0">
                <a:solidFill>
                  <a:schemeClr val="tx1"/>
                </a:solidFill>
                <a:latin typeface="Arial"/>
                <a:ea typeface="+mn-ea"/>
                <a:cs typeface="+mn-cs"/>
              </a:rPr>
              <a:t>.ipynb</a:t>
            </a:r>
            <a:r>
              <a:rPr lang="vi-VN" sz="1200" dirty="0">
                <a:solidFill>
                  <a:schemeClr val="tx1"/>
                </a:solidFill>
                <a:latin typeface="Arial"/>
                <a:ea typeface="+mn-ea"/>
                <a:cs typeface="+mn-cs"/>
              </a:rPr>
              <a:t> trong thư mục </a:t>
            </a:r>
            <a:r>
              <a:rPr lang="vi-VN" sz="1200" b="1" dirty="0">
                <a:solidFill>
                  <a:schemeClr val="tx1"/>
                </a:solidFill>
                <a:latin typeface="Arial"/>
                <a:ea typeface="+mn-ea"/>
                <a:cs typeface="+mn-cs"/>
              </a:rPr>
              <a:t>Coding Exercise</a:t>
            </a:r>
            <a:r>
              <a:rPr lang="vi-VN" sz="1200" dirty="0">
                <a:solidFill>
                  <a:schemeClr val="tx1"/>
                </a:solidFill>
                <a:latin typeface="Arial"/>
                <a:ea typeface="+mn-ea"/>
                <a:cs typeface="+mn-cs"/>
              </a:rPr>
              <a:t>.</a:t>
            </a:r>
          </a:p>
          <a:p>
            <a:pPr marL="342900" lvl="0" indent="-342900">
              <a:spcAft>
                <a:spcPts val="800"/>
              </a:spcAft>
              <a:buFont typeface="+mj-lt"/>
              <a:buAutoNum type="arabicPeriod"/>
            </a:pPr>
            <a:r>
              <a:rPr lang="vi-VN" sz="1200" dirty="0">
                <a:solidFill>
                  <a:srgbClr val="FF0000"/>
                </a:solidFill>
                <a:latin typeface="Arial"/>
                <a:ea typeface="+mn-ea"/>
                <a:cs typeface="+mn-cs"/>
              </a:rPr>
              <a:t>Xem lại các ví dụ về các chủ đề ở dưới đây:</a:t>
            </a:r>
            <a:br>
              <a:rPr lang="vi-VN" sz="1200" dirty="0">
                <a:solidFill>
                  <a:srgbClr val="FF0000"/>
                </a:solidFill>
                <a:latin typeface="Arial"/>
                <a:ea typeface="+mn-ea"/>
                <a:cs typeface="+mn-cs"/>
              </a:rPr>
            </a:br>
            <a:endParaRPr lang="vi-VN" sz="1200" dirty="0">
              <a:solidFill>
                <a:srgbClr val="FF0000"/>
              </a:solidFill>
              <a:latin typeface="Arial"/>
              <a:ea typeface="+mn-ea"/>
              <a:cs typeface="+mn-cs"/>
            </a:endParaRPr>
          </a:p>
          <a:p>
            <a:pPr marL="742950" lvl="1" indent="-285750" algn="just" latinLnBrk="1">
              <a:lnSpc>
                <a:spcPct val="107000"/>
              </a:lnSpc>
              <a:spcAft>
                <a:spcPts val="800"/>
              </a:spcAft>
              <a:buFont typeface="+mj-lt"/>
              <a:buAutoNum type="alphaUcPeriod"/>
            </a:pPr>
            <a:r>
              <a:rPr lang="vi-VN" sz="1200" i="1" dirty="0">
                <a:solidFill>
                  <a:srgbClr val="000000"/>
                </a:solidFill>
                <a:latin typeface="Arial" panose="02020603050405020304" pitchFamily="18" charset="0"/>
                <a:ea typeface="+mn-ea"/>
                <a:cs typeface="Times New Roman" panose="02020603050405020304" pitchFamily="18" charset="0"/>
              </a:rPr>
              <a:t>Sơ lược về DataFrame của Pandas.</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Tạo một DataFrame mới.</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Đọc dữ liệu vào DataFrame.</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Lập chỉ mục và cắt lát DataFrames.</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Đọc và ghi tập tin.</a:t>
            </a:r>
          </a:p>
          <a:p>
            <a:pPr marL="342900" lvl="0" indent="-342900">
              <a:spcAft>
                <a:spcPts val="800"/>
              </a:spcAft>
              <a:buFont typeface="+mj-lt"/>
              <a:buAutoNum type="arabicPeriod"/>
            </a:pPr>
            <a:endParaRPr lang="en-US" altLang="ko-KR" sz="1200" i="1" kern="1200" dirty="0">
              <a:solidFill>
                <a:schemeClr val="tx1"/>
              </a:solidFill>
              <a:effectLst/>
              <a:latin typeface="+mn-lt"/>
              <a:ea typeface="+mn-ea"/>
              <a:cs typeface="+mn-cs"/>
            </a:endParaRPr>
          </a:p>
          <a:p>
            <a:pPr marL="342900" lvl="0" indent="-342900">
              <a:spcAft>
                <a:spcPts val="800"/>
              </a:spcAft>
              <a:buFont typeface="+mj-lt"/>
              <a:buAutoNum type="arabicPeriod"/>
            </a:pPr>
            <a:r>
              <a:rPr lang="vi-VN" sz="1200" dirty="0">
                <a:solidFill>
                  <a:schemeClr val="tx1"/>
                </a:solidFill>
                <a:latin typeface="Arial"/>
                <a:ea typeface="+mn-ea"/>
                <a:cs typeface="+mn-cs"/>
              </a:rPr>
              <a:t>(Không bắt buộc) Sử dụng ô trống ở dưới để tùy ý thực hành riêng.</a:t>
            </a:r>
          </a:p>
        </p:txBody>
      </p:sp>
      <p:sp>
        <p:nvSpPr>
          <p:cNvPr id="4" name="슬라이드 번호 개체 틀 3"/>
          <p:cNvSpPr>
            <a:spLocks noGrp="1"/>
          </p:cNvSpPr>
          <p:nvPr>
            <p:ph type="sldNum" sz="quarter" idx="5"/>
          </p:nvPr>
        </p:nvSpPr>
        <p:spPr/>
        <p:txBody>
          <a:bodyPr/>
          <a:lstStyle/>
          <a:p>
            <a:fld id="{5B59C55F-00F1-4985-9065-F2D92AE05D03}" type="slidenum">
              <a:rPr lang="ko-KR" altLang="en-US" smtClean="0"/>
              <a:t>280</a:t>
            </a:fld>
            <a:endParaRPr lang="ko-KR" altLang="en-US" dirty="0"/>
          </a:p>
        </p:txBody>
      </p:sp>
    </p:spTree>
    <p:extLst>
      <p:ext uri="{BB962C8B-B14F-4D97-AF65-F5344CB8AC3E}">
        <p14:creationId xmlns:p14="http://schemas.microsoft.com/office/powerpoint/2010/main" val="3829256822"/>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28E4A1-65C6-9C70-AD6A-36DE6C0F9E13}"/>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0DC01167-98CD-826B-7D6B-36A5D70BEBA0}"/>
              </a:ext>
            </a:extLst>
          </p:cNvPr>
          <p:cNvSpPr>
            <a:spLocks noGrp="1" noRot="1" noChangeAspect="1"/>
          </p:cNvSpPr>
          <p:nvPr>
            <p:ph type="sldImg"/>
          </p:nvPr>
        </p:nvSpPr>
        <p:spPr>
          <a:xfrm>
            <a:off x="1292225" y="1143000"/>
            <a:ext cx="4457700" cy="3086100"/>
          </a:xfrm>
        </p:spPr>
      </p:sp>
      <p:sp>
        <p:nvSpPr>
          <p:cNvPr id="3" name="슬라이드 노트 개체 틀 2">
            <a:extLst>
              <a:ext uri="{FF2B5EF4-FFF2-40B4-BE49-F238E27FC236}">
                <a16:creationId xmlns:a16="http://schemas.microsoft.com/office/drawing/2014/main" id="{6A7041C2-DDB6-4560-742C-B2F7532D06EE}"/>
              </a:ext>
            </a:extLst>
          </p:cNvPr>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ko-KR" altLang="en-US" b="0" dirty="0">
              <a:latin typeface="SamsungOne-400" panose="020B0503030303020204"/>
            </a:endParaRPr>
          </a:p>
        </p:txBody>
      </p:sp>
      <p:sp>
        <p:nvSpPr>
          <p:cNvPr id="4" name="슬라이드 번호 개체 틀 3">
            <a:extLst>
              <a:ext uri="{FF2B5EF4-FFF2-40B4-BE49-F238E27FC236}">
                <a16:creationId xmlns:a16="http://schemas.microsoft.com/office/drawing/2014/main" id="{36339878-67D8-DE3C-E473-DE1A3F3277DD}"/>
              </a:ext>
            </a:extLst>
          </p:cNvPr>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281</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3559464809"/>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dirty="0" err="1"/>
              <a:t>Giả</a:t>
            </a:r>
            <a:r>
              <a:rPr lang="en-US" dirty="0"/>
              <a:t> </a:t>
            </a:r>
            <a:r>
              <a:rPr lang="en-US" dirty="0" err="1"/>
              <a:t>sử</a:t>
            </a:r>
            <a:r>
              <a:rPr lang="en-US" dirty="0"/>
              <a:t> </a:t>
            </a:r>
            <a:r>
              <a:rPr lang="en-US" dirty="0" err="1"/>
              <a:t>rằng</a:t>
            </a:r>
            <a:r>
              <a:rPr lang="en-US" dirty="0"/>
              <a:t> </a:t>
            </a:r>
            <a:r>
              <a:rPr lang="en-US" dirty="0" err="1"/>
              <a:t>bạn</a:t>
            </a:r>
            <a:r>
              <a:rPr lang="en-US" dirty="0"/>
              <a:t> </a:t>
            </a:r>
            <a:r>
              <a:rPr lang="en-US" dirty="0" err="1"/>
              <a:t>có</a:t>
            </a:r>
            <a:r>
              <a:rPr lang="en-US" dirty="0"/>
              <a:t> </a:t>
            </a:r>
            <a:r>
              <a:rPr lang="en-US" dirty="0" err="1"/>
              <a:t>hai</a:t>
            </a:r>
            <a:r>
              <a:rPr lang="en-US" dirty="0"/>
              <a:t> </a:t>
            </a:r>
            <a:r>
              <a:rPr lang="en-US" dirty="0" err="1"/>
              <a:t>bảng</a:t>
            </a:r>
            <a:r>
              <a:rPr lang="en-US" dirty="0"/>
              <a:t> </a:t>
            </a:r>
            <a:r>
              <a:rPr lang="en-US" dirty="0" err="1"/>
              <a:t>dữ</a:t>
            </a:r>
            <a:r>
              <a:rPr lang="en-US" dirty="0"/>
              <a:t> </a:t>
            </a:r>
            <a:r>
              <a:rPr lang="en-US" dirty="0" err="1"/>
              <a:t>liệu</a:t>
            </a:r>
            <a:r>
              <a:rPr lang="en-US" dirty="0"/>
              <a:t> </a:t>
            </a:r>
            <a:r>
              <a:rPr lang="en-US" dirty="0" err="1"/>
              <a:t>hoặc</a:t>
            </a:r>
            <a:r>
              <a:rPr lang="en-US" dirty="0"/>
              <a:t> </a:t>
            </a:r>
            <a:r>
              <a:rPr lang="en-US" dirty="0" err="1"/>
              <a:t>DataFrame</a:t>
            </a:r>
            <a:r>
              <a:rPr lang="en-US" dirty="0"/>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dirty="0" err="1"/>
              <a:t>Bạn</a:t>
            </a:r>
            <a:r>
              <a:rPr lang="en-US" dirty="0"/>
              <a:t> </a:t>
            </a:r>
            <a:r>
              <a:rPr lang="en-US" dirty="0" err="1"/>
              <a:t>muốn</a:t>
            </a:r>
            <a:r>
              <a:rPr lang="en-US" dirty="0"/>
              <a:t> </a:t>
            </a:r>
            <a:r>
              <a:rPr lang="en-US" dirty="0" err="1"/>
              <a:t>hợp</a:t>
            </a:r>
            <a:r>
              <a:rPr lang="en-US" dirty="0"/>
              <a:t> </a:t>
            </a:r>
            <a:r>
              <a:rPr lang="en-US" dirty="0" err="1"/>
              <a:t>nhất</a:t>
            </a:r>
            <a:r>
              <a:rPr lang="en-US" dirty="0"/>
              <a:t> (</a:t>
            </a:r>
            <a:r>
              <a:rPr lang="en-US" dirty="0" err="1"/>
              <a:t>nối</a:t>
            </a:r>
            <a:r>
              <a:rPr lang="en-US" dirty="0"/>
              <a:t>) </a:t>
            </a:r>
            <a:r>
              <a:rPr lang="en-US" dirty="0" err="1"/>
              <a:t>chúng</a:t>
            </a:r>
            <a:r>
              <a:rPr lang="en-US" dirty="0"/>
              <a:t> </a:t>
            </a:r>
            <a:r>
              <a:rPr lang="en-US" dirty="0" err="1"/>
              <a:t>cạnh</a:t>
            </a:r>
            <a:r>
              <a:rPr lang="en-US" dirty="0"/>
              <a:t> </a:t>
            </a:r>
            <a:r>
              <a:rPr lang="en-US" dirty="0" err="1"/>
              <a:t>nhau</a:t>
            </a:r>
            <a:r>
              <a:rPr lang="en-US" dirty="0"/>
              <a:t>.</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282</a:t>
            </a:fld>
            <a:endParaRPr lang="ko-KR" altLang="en-US" dirty="0"/>
          </a:p>
        </p:txBody>
      </p:sp>
    </p:spTree>
    <p:extLst>
      <p:ext uri="{BB962C8B-B14F-4D97-AF65-F5344CB8AC3E}">
        <p14:creationId xmlns:p14="http://schemas.microsoft.com/office/powerpoint/2010/main" val="2141351705"/>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Bạn có thể hợp nhất các DataFrame bằng một biến khóa thông thường.</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Trong ví dụ này, “Tên” chính là biến chung của DataFrame A (bên trái) và B (bên phải).</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Bạn có thể xác định các hàng (dòng số liệu) nơi biến khóa có cùng giá trị. </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 </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283</a:t>
            </a:fld>
            <a:endParaRPr lang="ko-KR" altLang="en-US" dirty="0"/>
          </a:p>
        </p:txBody>
      </p:sp>
    </p:spTree>
    <p:extLst>
      <p:ext uri="{BB962C8B-B14F-4D97-AF65-F5344CB8AC3E}">
        <p14:creationId xmlns:p14="http://schemas.microsoft.com/office/powerpoint/2010/main" val="1253747783"/>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Kết nối nội tức là hợp nhất các DataFrame chỉ dành cho các hàng (dòng số liệu) nơi biến khóa có cùng giá trị.</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284</a:t>
            </a:fld>
            <a:endParaRPr lang="ko-KR" altLang="en-US" dirty="0"/>
          </a:p>
        </p:txBody>
      </p:sp>
    </p:spTree>
    <p:extLst>
      <p:ext uri="{BB962C8B-B14F-4D97-AF65-F5344CB8AC3E}">
        <p14:creationId xmlns:p14="http://schemas.microsoft.com/office/powerpoint/2010/main" val="1992217245"/>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dirty="0" err="1"/>
              <a:t>Sau</a:t>
            </a:r>
            <a:r>
              <a:rPr lang="en-US" dirty="0"/>
              <a:t> </a:t>
            </a:r>
            <a:r>
              <a:rPr lang="en-US" dirty="0" err="1"/>
              <a:t>khi</a:t>
            </a:r>
            <a:r>
              <a:rPr lang="en-US" dirty="0"/>
              <a:t> </a:t>
            </a:r>
            <a:r>
              <a:rPr lang="en-US" dirty="0" err="1"/>
              <a:t>kết</a:t>
            </a:r>
            <a:r>
              <a:rPr lang="en-US" baseline="0" dirty="0"/>
              <a:t> </a:t>
            </a:r>
            <a:r>
              <a:rPr lang="en-US" baseline="0" dirty="0" err="1"/>
              <a:t>nối</a:t>
            </a:r>
            <a:r>
              <a:rPr lang="en-US" baseline="0" dirty="0"/>
              <a:t> </a:t>
            </a:r>
            <a:r>
              <a:rPr lang="en-US" baseline="0" dirty="0" err="1"/>
              <a:t>nội</a:t>
            </a:r>
            <a:r>
              <a:rPr lang="en-US" dirty="0"/>
              <a:t>, </a:t>
            </a:r>
            <a:r>
              <a:rPr lang="en-US" dirty="0" err="1"/>
              <a:t>DataFrame</a:t>
            </a:r>
            <a:r>
              <a:rPr lang="en-US" dirty="0"/>
              <a:t> </a:t>
            </a:r>
            <a:r>
              <a:rPr lang="en-US" dirty="0" err="1"/>
              <a:t>kết</a:t>
            </a:r>
            <a:r>
              <a:rPr lang="en-US" dirty="0"/>
              <a:t> </a:t>
            </a:r>
            <a:r>
              <a:rPr lang="en-US" dirty="0" err="1"/>
              <a:t>quả</a:t>
            </a:r>
            <a:r>
              <a:rPr lang="en-US" dirty="0"/>
              <a:t> </a:t>
            </a:r>
            <a:r>
              <a:rPr lang="en-US" dirty="0" err="1"/>
              <a:t>bao</a:t>
            </a:r>
            <a:r>
              <a:rPr lang="en-US" dirty="0"/>
              <a:t> </a:t>
            </a:r>
            <a:r>
              <a:rPr lang="en-US" dirty="0" err="1"/>
              <a:t>gồm</a:t>
            </a:r>
            <a:r>
              <a:rPr lang="en-US" dirty="0"/>
              <a:t> </a:t>
            </a:r>
            <a:r>
              <a:rPr lang="en-US" dirty="0" err="1"/>
              <a:t>giao</a:t>
            </a:r>
            <a:r>
              <a:rPr lang="en-US" dirty="0"/>
              <a:t> </a:t>
            </a:r>
            <a:r>
              <a:rPr lang="en-US" dirty="0" err="1"/>
              <a:t>điểm</a:t>
            </a:r>
            <a:r>
              <a:rPr lang="en-US" dirty="0"/>
              <a:t> </a:t>
            </a:r>
            <a:r>
              <a:rPr lang="en-US" dirty="0" err="1"/>
              <a:t>của</a:t>
            </a:r>
            <a:r>
              <a:rPr lang="en-US" dirty="0"/>
              <a:t> A </a:t>
            </a:r>
            <a:r>
              <a:rPr lang="en-US" dirty="0" err="1"/>
              <a:t>và</a:t>
            </a:r>
            <a:r>
              <a:rPr lang="en-US" dirty="0"/>
              <a:t> B.</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285</a:t>
            </a:fld>
            <a:endParaRPr lang="ko-KR" altLang="en-US" dirty="0"/>
          </a:p>
        </p:txBody>
      </p:sp>
    </p:spTree>
    <p:extLst>
      <p:ext uri="{BB962C8B-B14F-4D97-AF65-F5344CB8AC3E}">
        <p14:creationId xmlns:p14="http://schemas.microsoft.com/office/powerpoint/2010/main" val="3230103163"/>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Đối với kết nối trái, tất cả các hàng của A (bên trái) đều được giữ lại. </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Trong khi đó từ B (bên phải), chỉ phép giao (theo biến khóa) mới được đem đi hợp nhất.</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286</a:t>
            </a:fld>
            <a:endParaRPr lang="ko-KR" altLang="en-US" dirty="0"/>
          </a:p>
        </p:txBody>
      </p:sp>
    </p:spTree>
    <p:extLst>
      <p:ext uri="{BB962C8B-B14F-4D97-AF65-F5344CB8AC3E}">
        <p14:creationId xmlns:p14="http://schemas.microsoft.com/office/powerpoint/2010/main" val="3396159343"/>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err="1"/>
              <a:t>Sau</a:t>
            </a:r>
            <a:r>
              <a:rPr lang="en-US" altLang="ko-KR" dirty="0"/>
              <a:t> </a:t>
            </a:r>
            <a:r>
              <a:rPr lang="en-US" altLang="ko-KR" dirty="0" err="1"/>
              <a:t>khi</a:t>
            </a:r>
            <a:r>
              <a:rPr lang="en-US" altLang="ko-KR" dirty="0"/>
              <a:t> </a:t>
            </a:r>
            <a:r>
              <a:rPr lang="en-US" altLang="ko-KR" dirty="0" err="1"/>
              <a:t>nối</a:t>
            </a:r>
            <a:r>
              <a:rPr lang="en-US" altLang="ko-KR" dirty="0"/>
              <a:t> </a:t>
            </a:r>
            <a:r>
              <a:rPr lang="en-US" altLang="ko-KR" dirty="0" err="1"/>
              <a:t>bên</a:t>
            </a:r>
            <a:r>
              <a:rPr lang="en-US" altLang="ko-KR" dirty="0"/>
              <a:t> </a:t>
            </a:r>
            <a:r>
              <a:rPr lang="en-US" altLang="ko-KR" dirty="0" err="1"/>
              <a:t>trái</a:t>
            </a:r>
            <a:r>
              <a:rPr lang="en-US" altLang="ko-KR" dirty="0"/>
              <a:t>, </a:t>
            </a:r>
            <a:r>
              <a:rPr lang="en-US" altLang="ko-KR" dirty="0" err="1"/>
              <a:t>DataFrame</a:t>
            </a:r>
            <a:r>
              <a:rPr lang="en-US" altLang="ko-KR" dirty="0"/>
              <a:t> </a:t>
            </a:r>
            <a:r>
              <a:rPr lang="en-US" altLang="ko-KR" dirty="0" err="1"/>
              <a:t>kết</a:t>
            </a:r>
            <a:r>
              <a:rPr lang="en-US" altLang="ko-KR" dirty="0"/>
              <a:t> </a:t>
            </a:r>
            <a:r>
              <a:rPr lang="en-US" altLang="ko-KR" dirty="0" err="1"/>
              <a:t>quả</a:t>
            </a:r>
            <a:r>
              <a:rPr lang="en-US" altLang="ko-KR" dirty="0"/>
              <a:t> </a:t>
            </a:r>
            <a:r>
              <a:rPr lang="en-US" altLang="ko-KR" dirty="0" err="1"/>
              <a:t>có</a:t>
            </a:r>
            <a:r>
              <a:rPr lang="en-US" altLang="ko-KR" dirty="0"/>
              <a:t> </a:t>
            </a:r>
            <a:r>
              <a:rPr lang="en-US" altLang="ko-KR" dirty="0" err="1"/>
              <a:t>thể</a:t>
            </a:r>
            <a:r>
              <a:rPr lang="en-US" altLang="ko-KR" dirty="0"/>
              <a:t> </a:t>
            </a:r>
            <a:r>
              <a:rPr lang="en-US" altLang="ko-KR" dirty="0" err="1"/>
              <a:t>thiếu</a:t>
            </a:r>
            <a:r>
              <a:rPr lang="en-US" altLang="ko-KR" dirty="0"/>
              <a:t> </a:t>
            </a:r>
            <a:r>
              <a:rPr lang="en-US" altLang="ko-KR" dirty="0" err="1"/>
              <a:t>các</a:t>
            </a:r>
            <a:r>
              <a:rPr lang="en-US" altLang="ko-KR" dirty="0"/>
              <a:t> </a:t>
            </a:r>
            <a:r>
              <a:rPr lang="en-US" altLang="ko-KR" dirty="0" err="1"/>
              <a:t>giá</a:t>
            </a:r>
            <a:r>
              <a:rPr lang="en-US" altLang="ko-KR" dirty="0"/>
              <a:t> </a:t>
            </a:r>
            <a:r>
              <a:rPr lang="en-US" altLang="ko-KR" dirty="0" err="1"/>
              <a:t>trị</a:t>
            </a:r>
            <a:r>
              <a:rPr lang="en-US" altLang="ko-KR" dirty="0"/>
              <a:t> ở </a:t>
            </a:r>
            <a:r>
              <a:rPr lang="en-US" altLang="ko-KR" dirty="0" err="1"/>
              <a:t>bên</a:t>
            </a:r>
            <a:r>
              <a:rPr lang="en-US" altLang="ko-KR" dirty="0"/>
              <a:t> </a:t>
            </a:r>
            <a:r>
              <a:rPr lang="en-US" altLang="ko-KR" dirty="0" err="1"/>
              <a:t>phải</a:t>
            </a:r>
            <a:r>
              <a:rPr lang="en-US" altLang="ko-KR" dirty="0"/>
              <a:t>.</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287</a:t>
            </a:fld>
            <a:endParaRPr lang="ko-KR" altLang="en-US" dirty="0"/>
          </a:p>
        </p:txBody>
      </p:sp>
    </p:spTree>
    <p:extLst>
      <p:ext uri="{BB962C8B-B14F-4D97-AF65-F5344CB8AC3E}">
        <p14:creationId xmlns:p14="http://schemas.microsoft.com/office/powerpoint/2010/main" val="4094408733"/>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Đối với kết nối phải, tất cả các hàng của B (bên phải) đều được giữ lại. </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Trong khi đó từ A (bên trái), chỉ phép giao (theo biến khóa) mới được đem đi hợp nhất.</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288</a:t>
            </a:fld>
            <a:endParaRPr lang="ko-KR" altLang="en-US" dirty="0"/>
          </a:p>
        </p:txBody>
      </p:sp>
    </p:spTree>
    <p:extLst>
      <p:ext uri="{BB962C8B-B14F-4D97-AF65-F5344CB8AC3E}">
        <p14:creationId xmlns:p14="http://schemas.microsoft.com/office/powerpoint/2010/main" val="2829803632"/>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err="1"/>
              <a:t>Sau</a:t>
            </a:r>
            <a:r>
              <a:rPr lang="en-US" altLang="ko-KR" dirty="0"/>
              <a:t> </a:t>
            </a:r>
            <a:r>
              <a:rPr lang="en-US" altLang="ko-KR" dirty="0" err="1"/>
              <a:t>khi</a:t>
            </a:r>
            <a:r>
              <a:rPr lang="en-US" altLang="ko-KR" dirty="0"/>
              <a:t> </a:t>
            </a:r>
            <a:r>
              <a:rPr lang="en-US" altLang="ko-KR" dirty="0" err="1"/>
              <a:t>nối</a:t>
            </a:r>
            <a:r>
              <a:rPr lang="en-US" altLang="ko-KR" dirty="0"/>
              <a:t> </a:t>
            </a:r>
            <a:r>
              <a:rPr lang="en-US" altLang="ko-KR" dirty="0" err="1"/>
              <a:t>phải</a:t>
            </a:r>
            <a:r>
              <a:rPr lang="en-US" altLang="ko-KR" dirty="0"/>
              <a:t>, </a:t>
            </a:r>
            <a:r>
              <a:rPr lang="en-US" altLang="ko-KR" dirty="0" err="1"/>
              <a:t>DataFrame</a:t>
            </a:r>
            <a:r>
              <a:rPr lang="en-US" altLang="ko-KR" dirty="0"/>
              <a:t> </a:t>
            </a:r>
            <a:r>
              <a:rPr lang="en-US" altLang="ko-KR" dirty="0" err="1"/>
              <a:t>kết</a:t>
            </a:r>
            <a:r>
              <a:rPr lang="en-US" altLang="ko-KR" dirty="0"/>
              <a:t> </a:t>
            </a:r>
            <a:r>
              <a:rPr lang="en-US" altLang="ko-KR" dirty="0" err="1"/>
              <a:t>quả</a:t>
            </a:r>
            <a:r>
              <a:rPr lang="en-US" altLang="ko-KR" dirty="0"/>
              <a:t> </a:t>
            </a:r>
            <a:r>
              <a:rPr lang="en-US" altLang="ko-KR" dirty="0" err="1"/>
              <a:t>có</a:t>
            </a:r>
            <a:r>
              <a:rPr lang="en-US" altLang="ko-KR" dirty="0"/>
              <a:t> </a:t>
            </a:r>
            <a:r>
              <a:rPr lang="en-US" altLang="ko-KR" dirty="0" err="1"/>
              <a:t>thể</a:t>
            </a:r>
            <a:r>
              <a:rPr lang="en-US" altLang="ko-KR" dirty="0"/>
              <a:t> </a:t>
            </a:r>
            <a:r>
              <a:rPr lang="en-US" altLang="ko-KR" dirty="0" err="1"/>
              <a:t>thiếu</a:t>
            </a:r>
            <a:r>
              <a:rPr lang="en-US" altLang="ko-KR" dirty="0"/>
              <a:t> </a:t>
            </a:r>
            <a:r>
              <a:rPr lang="en-US" altLang="ko-KR" dirty="0" err="1"/>
              <a:t>các</a:t>
            </a:r>
            <a:r>
              <a:rPr lang="en-US" altLang="ko-KR" dirty="0"/>
              <a:t> </a:t>
            </a:r>
            <a:r>
              <a:rPr lang="en-US" altLang="ko-KR" dirty="0" err="1"/>
              <a:t>giá</a:t>
            </a:r>
            <a:r>
              <a:rPr lang="en-US" altLang="ko-KR" dirty="0"/>
              <a:t> </a:t>
            </a:r>
            <a:r>
              <a:rPr lang="en-US" altLang="ko-KR" dirty="0" err="1"/>
              <a:t>trị</a:t>
            </a:r>
            <a:r>
              <a:rPr lang="en-US" altLang="ko-KR" dirty="0"/>
              <a:t> ở </a:t>
            </a:r>
            <a:r>
              <a:rPr lang="en-US" altLang="ko-KR" dirty="0" err="1"/>
              <a:t>phía</a:t>
            </a:r>
            <a:r>
              <a:rPr lang="en-US" altLang="ko-KR" dirty="0"/>
              <a:t> </a:t>
            </a:r>
            <a:r>
              <a:rPr lang="en-US" altLang="ko-KR" dirty="0" err="1"/>
              <a:t>bên</a:t>
            </a:r>
            <a:r>
              <a:rPr lang="en-US" altLang="ko-KR" dirty="0"/>
              <a:t> </a:t>
            </a:r>
            <a:r>
              <a:rPr lang="en-US" altLang="ko-KR" dirty="0" err="1"/>
              <a:t>trái</a:t>
            </a:r>
            <a:r>
              <a:rPr lang="en-US" altLang="ko-KR" dirty="0"/>
              <a:t>.</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289</a:t>
            </a:fld>
            <a:endParaRPr lang="ko-KR" altLang="en-US" dirty="0"/>
          </a:p>
        </p:txBody>
      </p:sp>
    </p:spTree>
    <p:extLst>
      <p:ext uri="{BB962C8B-B14F-4D97-AF65-F5344CB8AC3E}">
        <p14:creationId xmlns:p14="http://schemas.microsoft.com/office/powerpoint/2010/main" val="2530610783"/>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Đối với</a:t>
            </a:r>
            <a:r>
              <a:rPr lang="en-US" altLang="ko-KR" dirty="0"/>
              <a:t> </a:t>
            </a:r>
            <a:r>
              <a:rPr lang="en-US" altLang="ko-KR" dirty="0" err="1"/>
              <a:t>kết</a:t>
            </a:r>
            <a:r>
              <a:rPr lang="vi-VN" altLang="ko-KR" dirty="0"/>
              <a:t> nối ngoài đầy đủ, tất cả các hàng của A (trái) và B (phải) được giữ lại.</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290</a:t>
            </a:fld>
            <a:endParaRPr lang="ko-KR" altLang="en-US" dirty="0"/>
          </a:p>
        </p:txBody>
      </p:sp>
    </p:spTree>
    <p:extLst>
      <p:ext uri="{BB962C8B-B14F-4D97-AF65-F5344CB8AC3E}">
        <p14:creationId xmlns:p14="http://schemas.microsoft.com/office/powerpoint/2010/main" val="773252032"/>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Sau khi kết nối ngoài đầy đủ, kết quả DataFrame có thể sẽ mất giá trị ở bên trái cũng như bên phải. </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291</a:t>
            </a:fld>
            <a:endParaRPr lang="ko-KR" altLang="en-US" dirty="0"/>
          </a:p>
        </p:txBody>
      </p:sp>
    </p:spTree>
    <p:extLst>
      <p:ext uri="{BB962C8B-B14F-4D97-AF65-F5344CB8AC3E}">
        <p14:creationId xmlns:p14="http://schemas.microsoft.com/office/powerpoint/2010/main" val="1493367373"/>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292</a:t>
            </a:fld>
            <a:endParaRPr lang="ko-KR" altLang="en-US" dirty="0"/>
          </a:p>
        </p:txBody>
      </p:sp>
    </p:spTree>
    <p:extLst>
      <p:ext uri="{BB962C8B-B14F-4D97-AF65-F5344CB8AC3E}">
        <p14:creationId xmlns:p14="http://schemas.microsoft.com/office/powerpoint/2010/main" val="1923039164"/>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293</a:t>
            </a:fld>
            <a:endParaRPr lang="ko-KR" altLang="en-US" dirty="0"/>
          </a:p>
        </p:txBody>
      </p:sp>
    </p:spTree>
    <p:extLst>
      <p:ext uri="{BB962C8B-B14F-4D97-AF65-F5344CB8AC3E}">
        <p14:creationId xmlns:p14="http://schemas.microsoft.com/office/powerpoint/2010/main" val="423800875"/>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294</a:t>
            </a:fld>
            <a:endParaRPr lang="ko-KR" altLang="en-US" dirty="0"/>
          </a:p>
        </p:txBody>
      </p:sp>
    </p:spTree>
    <p:extLst>
      <p:ext uri="{BB962C8B-B14F-4D97-AF65-F5344CB8AC3E}">
        <p14:creationId xmlns:p14="http://schemas.microsoft.com/office/powerpoint/2010/main" val="3700209641"/>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295</a:t>
            </a:fld>
            <a:endParaRPr lang="ko-KR" altLang="en-US" dirty="0"/>
          </a:p>
        </p:txBody>
      </p:sp>
    </p:spTree>
    <p:extLst>
      <p:ext uri="{BB962C8B-B14F-4D97-AF65-F5344CB8AC3E}">
        <p14:creationId xmlns:p14="http://schemas.microsoft.com/office/powerpoint/2010/main" val="1902608854"/>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296</a:t>
            </a:fld>
            <a:endParaRPr lang="ko-KR" altLang="en-US" dirty="0"/>
          </a:p>
        </p:txBody>
      </p:sp>
    </p:spTree>
    <p:extLst>
      <p:ext uri="{BB962C8B-B14F-4D97-AF65-F5344CB8AC3E}">
        <p14:creationId xmlns:p14="http://schemas.microsoft.com/office/powerpoint/2010/main" val="3650591676"/>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297</a:t>
            </a:fld>
            <a:endParaRPr lang="ko-KR" altLang="en-US" dirty="0"/>
          </a:p>
        </p:txBody>
      </p:sp>
    </p:spTree>
    <p:extLst>
      <p:ext uri="{BB962C8B-B14F-4D97-AF65-F5344CB8AC3E}">
        <p14:creationId xmlns:p14="http://schemas.microsoft.com/office/powerpoint/2010/main" val="1042735696"/>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298</a:t>
            </a:fld>
            <a:endParaRPr lang="ko-KR" altLang="en-US" dirty="0"/>
          </a:p>
        </p:txBody>
      </p:sp>
    </p:spTree>
    <p:extLst>
      <p:ext uri="{BB962C8B-B14F-4D97-AF65-F5344CB8AC3E}">
        <p14:creationId xmlns:p14="http://schemas.microsoft.com/office/powerpoint/2010/main" val="2957573714"/>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299</a:t>
            </a:fld>
            <a:endParaRPr lang="ko-KR" altLang="en-US" dirty="0"/>
          </a:p>
        </p:txBody>
      </p:sp>
    </p:spTree>
    <p:extLst>
      <p:ext uri="{BB962C8B-B14F-4D97-AF65-F5344CB8AC3E}">
        <p14:creationId xmlns:p14="http://schemas.microsoft.com/office/powerpoint/2010/main" val="877341693"/>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300</a:t>
            </a:fld>
            <a:endParaRPr lang="ko-KR" altLang="en-US" dirty="0"/>
          </a:p>
        </p:txBody>
      </p:sp>
    </p:spTree>
    <p:extLst>
      <p:ext uri="{BB962C8B-B14F-4D97-AF65-F5344CB8AC3E}">
        <p14:creationId xmlns:p14="http://schemas.microsoft.com/office/powerpoint/2010/main" val="2382950687"/>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301</a:t>
            </a:fld>
            <a:endParaRPr lang="ko-KR" altLang="en-US" dirty="0"/>
          </a:p>
        </p:txBody>
      </p:sp>
    </p:spTree>
    <p:extLst>
      <p:ext uri="{BB962C8B-B14F-4D97-AF65-F5344CB8AC3E}">
        <p14:creationId xmlns:p14="http://schemas.microsoft.com/office/powerpoint/2010/main" val="2717363455"/>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302</a:t>
            </a:fld>
            <a:endParaRPr lang="ko-KR" altLang="en-US" dirty="0"/>
          </a:p>
        </p:txBody>
      </p:sp>
    </p:spTree>
    <p:extLst>
      <p:ext uri="{BB962C8B-B14F-4D97-AF65-F5344CB8AC3E}">
        <p14:creationId xmlns:p14="http://schemas.microsoft.com/office/powerpoint/2010/main" val="674688690"/>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303</a:t>
            </a:fld>
            <a:endParaRPr lang="ko-KR" altLang="en-US" dirty="0"/>
          </a:p>
        </p:txBody>
      </p:sp>
    </p:spTree>
    <p:extLst>
      <p:ext uri="{BB962C8B-B14F-4D97-AF65-F5344CB8AC3E}">
        <p14:creationId xmlns:p14="http://schemas.microsoft.com/office/powerpoint/2010/main" val="1183275233"/>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304</a:t>
            </a:fld>
            <a:endParaRPr lang="ko-KR" altLang="en-US" dirty="0"/>
          </a:p>
        </p:txBody>
      </p:sp>
    </p:spTree>
    <p:extLst>
      <p:ext uri="{BB962C8B-B14F-4D97-AF65-F5344CB8AC3E}">
        <p14:creationId xmlns:p14="http://schemas.microsoft.com/office/powerpoint/2010/main" val="2867640296"/>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305</a:t>
            </a:fld>
            <a:endParaRPr lang="ko-KR" altLang="en-US" dirty="0"/>
          </a:p>
        </p:txBody>
      </p:sp>
    </p:spTree>
    <p:extLst>
      <p:ext uri="{BB962C8B-B14F-4D97-AF65-F5344CB8AC3E}">
        <p14:creationId xmlns:p14="http://schemas.microsoft.com/office/powerpoint/2010/main" val="1002966125"/>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306</a:t>
            </a:fld>
            <a:endParaRPr lang="ko-KR" altLang="en-US" dirty="0"/>
          </a:p>
        </p:txBody>
      </p:sp>
    </p:spTree>
    <p:extLst>
      <p:ext uri="{BB962C8B-B14F-4D97-AF65-F5344CB8AC3E}">
        <p14:creationId xmlns:p14="http://schemas.microsoft.com/office/powerpoint/2010/main" val="2732924582"/>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307</a:t>
            </a:fld>
            <a:endParaRPr lang="ko-KR" altLang="en-US" dirty="0"/>
          </a:p>
        </p:txBody>
      </p:sp>
    </p:spTree>
    <p:extLst>
      <p:ext uri="{BB962C8B-B14F-4D97-AF65-F5344CB8AC3E}">
        <p14:creationId xmlns:p14="http://schemas.microsoft.com/office/powerpoint/2010/main" val="204060115"/>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308</a:t>
            </a:fld>
            <a:endParaRPr lang="ko-KR" altLang="en-US" dirty="0"/>
          </a:p>
        </p:txBody>
      </p:sp>
    </p:spTree>
    <p:extLst>
      <p:ext uri="{BB962C8B-B14F-4D97-AF65-F5344CB8AC3E}">
        <p14:creationId xmlns:p14="http://schemas.microsoft.com/office/powerpoint/2010/main" val="2041644625"/>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309</a:t>
            </a:fld>
            <a:endParaRPr lang="ko-KR" altLang="en-US" dirty="0"/>
          </a:p>
        </p:txBody>
      </p:sp>
    </p:spTree>
    <p:extLst>
      <p:ext uri="{BB962C8B-B14F-4D97-AF65-F5344CB8AC3E}">
        <p14:creationId xmlns:p14="http://schemas.microsoft.com/office/powerpoint/2010/main" val="1992666227"/>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310</a:t>
            </a:fld>
            <a:endParaRPr lang="ko-KR" altLang="en-US" dirty="0"/>
          </a:p>
        </p:txBody>
      </p:sp>
    </p:spTree>
    <p:extLst>
      <p:ext uri="{BB962C8B-B14F-4D97-AF65-F5344CB8AC3E}">
        <p14:creationId xmlns:p14="http://schemas.microsoft.com/office/powerpoint/2010/main" val="167932196"/>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311</a:t>
            </a:fld>
            <a:endParaRPr lang="ko-KR" altLang="en-US" dirty="0"/>
          </a:p>
        </p:txBody>
      </p:sp>
    </p:spTree>
    <p:extLst>
      <p:ext uri="{BB962C8B-B14F-4D97-AF65-F5344CB8AC3E}">
        <p14:creationId xmlns:p14="http://schemas.microsoft.com/office/powerpoint/2010/main" val="46381896"/>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00150"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err="1"/>
              <a:t>Lư</a:t>
            </a:r>
            <a:r>
              <a:rPr lang="en-US" altLang="ko-KR" baseline="0" dirty="0" err="1"/>
              <a:t>u</a:t>
            </a:r>
            <a:r>
              <a:rPr lang="en-US" altLang="ko-KR" baseline="0" dirty="0"/>
              <a:t> ý</a:t>
            </a:r>
            <a:r>
              <a:rPr lang="en-US" altLang="ko-KR" dirty="0"/>
              <a:t>:</a:t>
            </a:r>
            <a:br>
              <a:rPr lang="en-US" altLang="ko-KR" sz="1200" b="1" dirty="0">
                <a:latin typeface="Times New Roman" panose="02020603050405020304" pitchFamily="18" charset="0"/>
              </a:rPr>
            </a:br>
            <a:r>
              <a:rPr lang="vi-VN" sz="1200" b="1" dirty="0">
                <a:latin typeface="Arial" panose="02020603050405020304" pitchFamily="18" charset="0"/>
              </a:rPr>
              <a:t>MỤC ĐÍCH CỦA PHẦN THỰC HÀNH NÀY</a:t>
            </a:r>
          </a:p>
          <a:p>
            <a:pPr latinLnBrk="1"/>
            <a:r>
              <a:rPr lang="en-US" altLang="ko-KR" sz="1200" kern="1200" dirty="0" err="1">
                <a:solidFill>
                  <a:schemeClr val="tx1"/>
                </a:solidFill>
                <a:effectLst/>
                <a:latin typeface="+mn-lt"/>
                <a:ea typeface="+mn-ea"/>
                <a:cs typeface="+mn-cs"/>
              </a:rPr>
              <a:t>Trong</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phần</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thực</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hành</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này</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bạn</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học</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cách</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chuyển</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đổi</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DataFrames</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Bạn</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có</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thể</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định</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hình</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lại</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sắp</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xếp</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lại</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và</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hợp</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nhất</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theo</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nhiều</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cách</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khác</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nhau</a:t>
            </a:r>
            <a:r>
              <a:rPr lang="en-US" altLang="ko-KR" sz="1200" kern="1200" dirty="0">
                <a:solidFill>
                  <a:schemeClr val="tx1"/>
                </a:solidFill>
                <a:effectLst/>
                <a:latin typeface="+mn-lt"/>
                <a:ea typeface="+mn-ea"/>
                <a:cs typeface="+mn-cs"/>
              </a:rPr>
              <a:t>.</a:t>
            </a:r>
          </a:p>
          <a:p>
            <a:pPr latinLnBrk="1"/>
            <a:endParaRPr lang="en-US" altLang="ko-KR" sz="1200" b="1"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000" b="1" dirty="0">
                <a:solidFill>
                  <a:prstClr val="black"/>
                </a:solidFill>
                <a:latin typeface="Times New Roman" panose="02020603050405020304" pitchFamily="18" charset="0"/>
              </a:rPr>
              <a:t>HƯỚNG</a:t>
            </a:r>
            <a:r>
              <a:rPr lang="en-US" altLang="ko-KR" sz="1000" b="1" baseline="0" dirty="0">
                <a:solidFill>
                  <a:prstClr val="black"/>
                </a:solidFill>
                <a:latin typeface="Times New Roman" panose="02020603050405020304" pitchFamily="18" charset="0"/>
              </a:rPr>
              <a:t> DẪN THỰC HÀNH</a:t>
            </a:r>
            <a:endParaRPr lang="ko-KR" altLang="ko-KR" sz="1000" kern="1200" dirty="0">
              <a:solidFill>
                <a:schemeClr val="tx1"/>
              </a:solidFill>
              <a:effectLst/>
              <a:latin typeface="+mn-lt"/>
              <a:ea typeface="+mn-ea"/>
              <a:cs typeface="+mn-cs"/>
            </a:endParaRPr>
          </a:p>
          <a:p>
            <a:pPr marL="342900" lvl="0" indent="-342900">
              <a:spcAft>
                <a:spcPts val="800"/>
              </a:spcAft>
              <a:buFont typeface="+mj-lt"/>
              <a:buAutoNum type="arabicPeriod"/>
            </a:pPr>
            <a:r>
              <a:rPr lang="vi-VN" altLang="ko-KR" sz="1200" kern="100" dirty="0">
                <a:solidFill>
                  <a:srgbClr val="000000"/>
                </a:solidFill>
                <a:latin typeface="Times New Roman" panose="02020603050405020304" pitchFamily="18" charset="0"/>
                <a:cs typeface="Times New Roman" panose="02020603050405020304" pitchFamily="18" charset="0"/>
              </a:rPr>
              <a:t>Khởi động Jupyter Notebook.</a:t>
            </a:r>
          </a:p>
          <a:p>
            <a:pPr marL="342900" lvl="0" indent="-342900">
              <a:spcAft>
                <a:spcPts val="800"/>
              </a:spcAft>
              <a:buFont typeface="+mj-lt"/>
              <a:buAutoNum type="arabicPeriod"/>
            </a:pPr>
            <a:r>
              <a:rPr lang="vi-VN" altLang="ko-KR" sz="1200" kern="100" dirty="0">
                <a:solidFill>
                  <a:srgbClr val="000000"/>
                </a:solidFill>
                <a:latin typeface="Times New Roman" panose="02020603050405020304" pitchFamily="18" charset="0"/>
                <a:cs typeface="Times New Roman" panose="02020603050405020304" pitchFamily="18" charset="0"/>
              </a:rPr>
              <a:t>Trong Jupyter Notebook, nhấp vào tệp </a:t>
            </a:r>
            <a:r>
              <a:rPr lang="vi-VN" altLang="ko-KR" sz="1200" b="1" kern="100" dirty="0">
                <a:solidFill>
                  <a:srgbClr val="000000"/>
                </a:solidFill>
                <a:latin typeface="Times New Roman" panose="02020603050405020304" pitchFamily="18" charset="0"/>
                <a:cs typeface="Times New Roman" panose="02020603050405020304" pitchFamily="18" charset="0"/>
              </a:rPr>
              <a:t>ex_0107.ipynb </a:t>
            </a:r>
            <a:r>
              <a:rPr lang="vi-VN" altLang="ko-KR" sz="1200" kern="100" dirty="0">
                <a:solidFill>
                  <a:srgbClr val="000000"/>
                </a:solidFill>
                <a:latin typeface="Times New Roman" panose="02020603050405020304" pitchFamily="18" charset="0"/>
                <a:cs typeface="Times New Roman" panose="02020603050405020304" pitchFamily="18" charset="0"/>
              </a:rPr>
              <a:t>trong thư mục </a:t>
            </a:r>
            <a:r>
              <a:rPr lang="en-US" altLang="ko-KR" sz="1200" b="1" kern="100" dirty="0">
                <a:solidFill>
                  <a:srgbClr val="000000"/>
                </a:solidFill>
                <a:latin typeface="Times New Roman" panose="02020603050405020304" pitchFamily="18" charset="0"/>
                <a:cs typeface="Times New Roman" panose="02020603050405020304" pitchFamily="18" charset="0"/>
              </a:rPr>
              <a:t>Coding</a:t>
            </a:r>
            <a:r>
              <a:rPr lang="en-US" altLang="ko-KR" sz="1200" b="1" kern="100" baseline="0" dirty="0">
                <a:solidFill>
                  <a:srgbClr val="000000"/>
                </a:solidFill>
                <a:latin typeface="Times New Roman" panose="02020603050405020304" pitchFamily="18" charset="0"/>
                <a:cs typeface="Times New Roman" panose="02020603050405020304" pitchFamily="18" charset="0"/>
              </a:rPr>
              <a:t> Exercise</a:t>
            </a:r>
            <a:r>
              <a:rPr lang="vi-VN" altLang="ko-KR" sz="1200" kern="100" dirty="0">
                <a:solidFill>
                  <a:srgbClr val="000000"/>
                </a:solidFill>
                <a:latin typeface="Times New Roman" panose="02020603050405020304" pitchFamily="18" charset="0"/>
                <a:cs typeface="Times New Roman" panose="02020603050405020304" pitchFamily="18" charset="0"/>
              </a:rPr>
              <a:t>.</a:t>
            </a:r>
            <a:endParaRPr lang="en-US" altLang="ko-KR" sz="1200" kern="100" dirty="0">
              <a:solidFill>
                <a:srgbClr val="000000"/>
              </a:solidFill>
              <a:latin typeface="Times New Roman" panose="02020603050405020304" pitchFamily="18" charset="0"/>
              <a:cs typeface="Times New Roman" panose="02020603050405020304" pitchFamily="18" charset="0"/>
            </a:endParaRPr>
          </a:p>
          <a:p>
            <a:pPr marL="342900" lvl="0" indent="-342900">
              <a:spcAft>
                <a:spcPts val="800"/>
              </a:spcAft>
              <a:buFont typeface="+mj-lt"/>
              <a:buAutoNum type="arabicPeriod"/>
            </a:pPr>
            <a:r>
              <a:rPr lang="en-US" altLang="ko-KR" sz="1200" kern="1200" dirty="0" err="1">
                <a:solidFill>
                  <a:srgbClr val="FF0000"/>
                </a:solidFill>
                <a:effectLst/>
                <a:latin typeface="+mn-lt"/>
                <a:ea typeface="+mn-ea"/>
                <a:cs typeface="+mn-cs"/>
              </a:rPr>
              <a:t>Xem</a:t>
            </a:r>
            <a:r>
              <a:rPr lang="en-US" altLang="ko-KR" sz="1200" kern="1200" dirty="0">
                <a:solidFill>
                  <a:srgbClr val="FF0000"/>
                </a:solidFill>
                <a:effectLst/>
                <a:latin typeface="+mn-lt"/>
                <a:ea typeface="+mn-ea"/>
                <a:cs typeface="+mn-cs"/>
              </a:rPr>
              <a:t> </a:t>
            </a:r>
            <a:r>
              <a:rPr lang="en-US" altLang="ko-KR" sz="1200" kern="1200" dirty="0" err="1">
                <a:solidFill>
                  <a:srgbClr val="FF0000"/>
                </a:solidFill>
                <a:effectLst/>
                <a:latin typeface="+mn-lt"/>
                <a:ea typeface="+mn-ea"/>
                <a:cs typeface="+mn-cs"/>
              </a:rPr>
              <a:t>lại</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ví</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dụ</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về</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các</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chủ</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để</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dưới</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đây</a:t>
            </a:r>
            <a:r>
              <a:rPr lang="en-US" altLang="ko-KR" sz="1200" kern="1200" baseline="0" dirty="0">
                <a:solidFill>
                  <a:srgbClr val="FF0000"/>
                </a:solidFill>
                <a:effectLst/>
                <a:latin typeface="+mn-lt"/>
                <a:ea typeface="+mn-ea"/>
                <a:cs typeface="+mn-cs"/>
              </a:rPr>
              <a:t>:</a:t>
            </a:r>
          </a:p>
          <a:p>
            <a:pPr marL="342900" lvl="0" indent="-342900">
              <a:spcAft>
                <a:spcPts val="800"/>
              </a:spcAft>
              <a:buFont typeface="+mj-lt"/>
              <a:buAutoNum type="arabicPeriod"/>
            </a:pPr>
            <a:endPar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endParaRPr>
          </a:p>
          <a:p>
            <a:pPr marL="742950" lvl="1" indent="-285750" algn="just" latinLnBrk="1">
              <a:lnSpc>
                <a:spcPct val="107000"/>
              </a:lnSpc>
              <a:spcAft>
                <a:spcPts val="800"/>
              </a:spcAft>
              <a:buFont typeface="+mj-lt"/>
              <a:buAutoNum type="alphaUcPeriod"/>
            </a:pP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Chuyển</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đổi</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DataFrames</a:t>
            </a:r>
            <a:endParaRPr lang="ko-KR" altLang="ko-KR" sz="1000" i="1" kern="100" dirty="0">
              <a:effectLst/>
              <a:latin typeface="맑은 고딕" panose="020B0503020000020004" pitchFamily="50" charset="-127"/>
              <a:ea typeface="+mn-ea"/>
              <a:cs typeface="Times New Roman" panose="02020603050405020304" pitchFamily="18" charset="0"/>
            </a:endParaRPr>
          </a:p>
          <a:p>
            <a:pPr marL="1143000" lvl="2" indent="-228600" algn="just" latinLnBrk="1">
              <a:lnSpc>
                <a:spcPct val="107000"/>
              </a:lnSpc>
              <a:spcAft>
                <a:spcPts val="800"/>
              </a:spcAft>
              <a:buFont typeface="+mj-lt"/>
              <a:buAutoNum type="romanLcPeriod"/>
            </a:pP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Thêm</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và</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loại</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bỏ</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các</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cột</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a:t>
            </a:r>
          </a:p>
          <a:p>
            <a:pPr marL="1143000" lvl="2" indent="-228600" algn="just" latinLnBrk="1">
              <a:lnSpc>
                <a:spcPct val="107000"/>
              </a:lnSpc>
              <a:spcAft>
                <a:spcPts val="800"/>
              </a:spcAft>
              <a:buFont typeface="+mj-lt"/>
              <a:buAutoNum type="romanLcPeriod"/>
            </a:pP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Hợp</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nhất</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DataFrames</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a:t>
            </a:r>
          </a:p>
          <a:p>
            <a:pPr marL="1143000" lvl="2" indent="-228600" algn="just" latinLnBrk="1">
              <a:lnSpc>
                <a:spcPct val="107000"/>
              </a:lnSpc>
              <a:spcAft>
                <a:spcPts val="800"/>
              </a:spcAft>
              <a:buFont typeface="+mj-lt"/>
              <a:buAutoNum type="romanLcPeriod"/>
            </a:pP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Liên</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kết</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DataFrames</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a:t>
            </a:r>
          </a:p>
          <a:p>
            <a:pPr marL="1143000" lvl="2" indent="-228600" algn="just" latinLnBrk="1">
              <a:lnSpc>
                <a:spcPct val="107000"/>
              </a:lnSpc>
              <a:spcAft>
                <a:spcPts val="800"/>
              </a:spcAft>
              <a:buFont typeface="+mj-lt"/>
              <a:buAutoNum type="romanLcPeriod"/>
            </a:pPr>
            <a:endParaRPr lang="en-US" altLang="ko-KR" sz="1200" i="1" kern="1200" dirty="0">
              <a:solidFill>
                <a:schemeClr val="tx1"/>
              </a:solidFill>
              <a:effectLst/>
              <a:latin typeface="+mn-lt"/>
              <a:ea typeface="+mn-ea"/>
              <a:cs typeface="+mn-cs"/>
            </a:endParaRPr>
          </a:p>
          <a:p>
            <a:pPr marL="342900" lvl="0" indent="-342900">
              <a:spcAft>
                <a:spcPts val="800"/>
              </a:spcAft>
              <a:buFont typeface="+mj-lt"/>
              <a:buAutoNum type="arabicPeriod"/>
            </a:pPr>
            <a:r>
              <a:rPr lang="vi-VN" sz="1200" dirty="0">
                <a:solidFill>
                  <a:schemeClr val="tx1"/>
                </a:solidFill>
                <a:latin typeface="Arial"/>
                <a:ea typeface="+mn-ea"/>
                <a:cs typeface="+mn-cs"/>
              </a:rPr>
              <a:t>(Không bắt buộc) Sử dụng ô trống ở dưới để tùy ý thực hành riêng.</a:t>
            </a:r>
          </a:p>
        </p:txBody>
      </p:sp>
      <p:sp>
        <p:nvSpPr>
          <p:cNvPr id="4" name="슬라이드 번호 개체 틀 3"/>
          <p:cNvSpPr>
            <a:spLocks noGrp="1"/>
          </p:cNvSpPr>
          <p:nvPr>
            <p:ph type="sldNum" sz="quarter" idx="5"/>
          </p:nvPr>
        </p:nvSpPr>
        <p:spPr/>
        <p:txBody>
          <a:bodyPr/>
          <a:lstStyle/>
          <a:p>
            <a:fld id="{5B59C55F-00F1-4985-9065-F2D92AE05D03}" type="slidenum">
              <a:rPr lang="ko-KR" altLang="en-US" smtClean="0"/>
              <a:t>312</a:t>
            </a:fld>
            <a:endParaRPr lang="ko-KR" altLang="en-US" dirty="0"/>
          </a:p>
        </p:txBody>
      </p:sp>
    </p:spTree>
    <p:extLst>
      <p:ext uri="{BB962C8B-B14F-4D97-AF65-F5344CB8AC3E}">
        <p14:creationId xmlns:p14="http://schemas.microsoft.com/office/powerpoint/2010/main" val="4293846183"/>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00150"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sz="1200" b="1" dirty="0">
                <a:latin typeface="Arial" panose="02020603050405020304" pitchFamily="18" charset="0"/>
              </a:rPr>
              <a:t>MỤC ĐÍCH CỦA PHẦN THỰC HÀNH NÀY</a:t>
            </a:r>
          </a:p>
          <a:p>
            <a:pPr latinLnBrk="1"/>
            <a:r>
              <a:rPr lang="en-US" altLang="ko-KR" sz="1200" kern="1200" dirty="0" err="1">
                <a:solidFill>
                  <a:schemeClr val="tx1"/>
                </a:solidFill>
                <a:effectLst/>
                <a:latin typeface="+mn-lt"/>
                <a:ea typeface="+mn-ea"/>
                <a:cs typeface="+mn-cs"/>
              </a:rPr>
              <a:t>Trong</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phần</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thực</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hành</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này</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bạn</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học</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cách</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chuyển</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đổi</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DataFrames</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Bạn</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có</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thể</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định</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hình</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lại</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sắp</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xếp</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lại</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và</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hợp</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nhất</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theo</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nhiều</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cách</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khác</a:t>
            </a:r>
            <a:r>
              <a:rPr lang="en-US" altLang="ko-KR" sz="1200" kern="1200" dirty="0">
                <a:solidFill>
                  <a:schemeClr val="tx1"/>
                </a:solidFill>
                <a:effectLst/>
                <a:latin typeface="+mn-lt"/>
                <a:ea typeface="+mn-ea"/>
                <a:cs typeface="+mn-cs"/>
              </a:rPr>
              <a:t> </a:t>
            </a:r>
            <a:r>
              <a:rPr lang="en-US" altLang="ko-KR" sz="1200" kern="1200" dirty="0" err="1">
                <a:solidFill>
                  <a:schemeClr val="tx1"/>
                </a:solidFill>
                <a:effectLst/>
                <a:latin typeface="+mn-lt"/>
                <a:ea typeface="+mn-ea"/>
                <a:cs typeface="+mn-cs"/>
              </a:rPr>
              <a:t>nhau</a:t>
            </a:r>
            <a:r>
              <a:rPr lang="en-US" altLang="ko-KR" sz="1200" kern="1200" dirty="0">
                <a:solidFill>
                  <a:schemeClr val="tx1"/>
                </a:solidFill>
                <a:effectLst/>
                <a:latin typeface="+mn-lt"/>
                <a:ea typeface="+mn-ea"/>
                <a:cs typeface="+mn-cs"/>
              </a:rPr>
              <a:t>.</a:t>
            </a:r>
          </a:p>
          <a:p>
            <a:pPr latinLnBrk="1"/>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000" b="1" dirty="0">
                <a:solidFill>
                  <a:prstClr val="black"/>
                </a:solidFill>
                <a:latin typeface="Times New Roman" panose="02020603050405020304" pitchFamily="18" charset="0"/>
              </a:rPr>
              <a:t>HƯỚNG</a:t>
            </a:r>
            <a:r>
              <a:rPr lang="en-US" altLang="ko-KR" sz="1000" b="1" baseline="0" dirty="0">
                <a:solidFill>
                  <a:prstClr val="black"/>
                </a:solidFill>
                <a:latin typeface="Times New Roman" panose="02020603050405020304" pitchFamily="18" charset="0"/>
              </a:rPr>
              <a:t> DẪN THỰC HÀNH</a:t>
            </a:r>
            <a:endParaRPr lang="ko-KR" altLang="ko-KR" sz="1000" kern="1200" dirty="0">
              <a:solidFill>
                <a:schemeClr val="tx1"/>
              </a:solidFill>
              <a:effectLst/>
              <a:latin typeface="+mn-lt"/>
              <a:ea typeface="+mn-ea"/>
              <a:cs typeface="+mn-cs"/>
            </a:endParaRPr>
          </a:p>
          <a:p>
            <a:pPr marL="342900" lvl="0" indent="-342900">
              <a:spcAft>
                <a:spcPts val="800"/>
              </a:spcAft>
              <a:buFont typeface="+mj-lt"/>
              <a:buAutoNum type="arabicPeriod"/>
            </a:pPr>
            <a:r>
              <a:rPr lang="vi-VN" altLang="ko-KR" sz="1200" kern="100" dirty="0">
                <a:solidFill>
                  <a:srgbClr val="000000"/>
                </a:solidFill>
                <a:latin typeface="Times New Roman" panose="02020603050405020304" pitchFamily="18" charset="0"/>
                <a:cs typeface="Times New Roman" panose="02020603050405020304" pitchFamily="18" charset="0"/>
              </a:rPr>
              <a:t>Khởi động Jupyter Notebook.</a:t>
            </a:r>
          </a:p>
          <a:p>
            <a:pPr marL="342900" lvl="0" indent="-342900">
              <a:spcAft>
                <a:spcPts val="800"/>
              </a:spcAft>
              <a:buFont typeface="+mj-lt"/>
              <a:buAutoNum type="arabicPeriod"/>
            </a:pPr>
            <a:r>
              <a:rPr lang="vi-VN" altLang="ko-KR" sz="1200" kern="100" dirty="0">
                <a:solidFill>
                  <a:srgbClr val="000000"/>
                </a:solidFill>
                <a:latin typeface="Times New Roman" panose="02020603050405020304" pitchFamily="18" charset="0"/>
                <a:cs typeface="Times New Roman" panose="02020603050405020304" pitchFamily="18" charset="0"/>
              </a:rPr>
              <a:t>Trong Jupyter Notebook, nhấp vào tệp </a:t>
            </a:r>
            <a:r>
              <a:rPr lang="vi-VN" altLang="ko-KR" sz="1200" b="1" kern="100" dirty="0">
                <a:solidFill>
                  <a:srgbClr val="000000"/>
                </a:solidFill>
                <a:latin typeface="Times New Roman" panose="02020603050405020304" pitchFamily="18" charset="0"/>
                <a:cs typeface="Times New Roman" panose="02020603050405020304" pitchFamily="18" charset="0"/>
              </a:rPr>
              <a:t>ex_0107.ipynb </a:t>
            </a:r>
            <a:r>
              <a:rPr lang="vi-VN" altLang="ko-KR" sz="1200" kern="100" dirty="0">
                <a:solidFill>
                  <a:srgbClr val="000000"/>
                </a:solidFill>
                <a:latin typeface="Times New Roman" panose="02020603050405020304" pitchFamily="18" charset="0"/>
                <a:cs typeface="Times New Roman" panose="02020603050405020304" pitchFamily="18" charset="0"/>
              </a:rPr>
              <a:t>trong thư mục </a:t>
            </a:r>
            <a:r>
              <a:rPr lang="en-US" altLang="ko-KR" sz="1200" b="1" kern="100" dirty="0">
                <a:solidFill>
                  <a:srgbClr val="000000"/>
                </a:solidFill>
                <a:latin typeface="Times New Roman" panose="02020603050405020304" pitchFamily="18" charset="0"/>
                <a:cs typeface="Times New Roman" panose="02020603050405020304" pitchFamily="18" charset="0"/>
              </a:rPr>
              <a:t>Coding</a:t>
            </a:r>
            <a:r>
              <a:rPr lang="en-US" altLang="ko-KR" sz="1200" b="1" kern="100" baseline="0" dirty="0">
                <a:solidFill>
                  <a:srgbClr val="000000"/>
                </a:solidFill>
                <a:latin typeface="Times New Roman" panose="02020603050405020304" pitchFamily="18" charset="0"/>
                <a:cs typeface="Times New Roman" panose="02020603050405020304" pitchFamily="18" charset="0"/>
              </a:rPr>
              <a:t> Exercise</a:t>
            </a:r>
            <a:r>
              <a:rPr lang="vi-VN" altLang="ko-KR" sz="1200" kern="100" dirty="0">
                <a:solidFill>
                  <a:srgbClr val="000000"/>
                </a:solidFill>
                <a:latin typeface="Times New Roman" panose="02020603050405020304" pitchFamily="18" charset="0"/>
                <a:cs typeface="Times New Roman" panose="02020603050405020304" pitchFamily="18" charset="0"/>
              </a:rPr>
              <a:t>.</a:t>
            </a:r>
            <a:endParaRPr lang="en-US" altLang="ko-KR" sz="1200" kern="100" dirty="0">
              <a:solidFill>
                <a:srgbClr val="000000"/>
              </a:solidFill>
              <a:latin typeface="Times New Roman" panose="02020603050405020304" pitchFamily="18" charset="0"/>
              <a:cs typeface="Times New Roman" panose="02020603050405020304" pitchFamily="18" charset="0"/>
            </a:endParaRPr>
          </a:p>
          <a:p>
            <a:pPr marL="342900" lvl="0" indent="-342900">
              <a:spcAft>
                <a:spcPts val="800"/>
              </a:spcAft>
              <a:buFont typeface="+mj-lt"/>
              <a:buAutoNum type="arabicPeriod"/>
            </a:pPr>
            <a:r>
              <a:rPr lang="en-US" altLang="ko-KR" sz="1200" kern="1200" dirty="0" err="1">
                <a:solidFill>
                  <a:srgbClr val="FF0000"/>
                </a:solidFill>
                <a:effectLst/>
                <a:latin typeface="+mn-lt"/>
                <a:ea typeface="+mn-ea"/>
                <a:cs typeface="+mn-cs"/>
              </a:rPr>
              <a:t>Xem</a:t>
            </a:r>
            <a:r>
              <a:rPr lang="en-US" altLang="ko-KR" sz="1200" kern="1200" dirty="0">
                <a:solidFill>
                  <a:srgbClr val="FF0000"/>
                </a:solidFill>
                <a:effectLst/>
                <a:latin typeface="+mn-lt"/>
                <a:ea typeface="+mn-ea"/>
                <a:cs typeface="+mn-cs"/>
              </a:rPr>
              <a:t> </a:t>
            </a:r>
            <a:r>
              <a:rPr lang="en-US" altLang="ko-KR" sz="1200" kern="1200" dirty="0" err="1">
                <a:solidFill>
                  <a:srgbClr val="FF0000"/>
                </a:solidFill>
                <a:effectLst/>
                <a:latin typeface="+mn-lt"/>
                <a:ea typeface="+mn-ea"/>
                <a:cs typeface="+mn-cs"/>
              </a:rPr>
              <a:t>lại</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ví</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dụ</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về</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các</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chủ</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để</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dưới</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đây</a:t>
            </a:r>
            <a:r>
              <a:rPr lang="en-US" altLang="ko-KR" sz="1200" kern="1200" baseline="0" dirty="0">
                <a:solidFill>
                  <a:srgbClr val="FF0000"/>
                </a:solidFill>
                <a:effectLst/>
                <a:latin typeface="+mn-lt"/>
                <a:ea typeface="+mn-ea"/>
                <a:cs typeface="+mn-cs"/>
              </a:rPr>
              <a:t>:</a:t>
            </a:r>
          </a:p>
          <a:p>
            <a:pPr marL="342900" lvl="0" indent="-342900">
              <a:spcAft>
                <a:spcPts val="800"/>
              </a:spcAft>
              <a:buFont typeface="+mj-lt"/>
              <a:buAutoNum type="arabicPeriod"/>
            </a:pPr>
            <a:endPar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endParaRPr>
          </a:p>
          <a:p>
            <a:pPr marL="742950" lvl="1" indent="-285750" algn="just" latinLnBrk="1">
              <a:lnSpc>
                <a:spcPct val="107000"/>
              </a:lnSpc>
              <a:spcAft>
                <a:spcPts val="800"/>
              </a:spcAft>
              <a:buFont typeface="+mj-lt"/>
              <a:buAutoNum type="alphaUcPeriod"/>
            </a:pP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Chuyển</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đổi</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DataFrames</a:t>
            </a:r>
            <a:endParaRPr lang="ko-KR" altLang="ko-KR" sz="1000" i="1" kern="100" dirty="0">
              <a:effectLst/>
              <a:latin typeface="맑은 고딕" panose="020B0503020000020004" pitchFamily="50" charset="-127"/>
              <a:ea typeface="+mn-ea"/>
              <a:cs typeface="Times New Roman" panose="02020603050405020304" pitchFamily="18" charset="0"/>
            </a:endParaRPr>
          </a:p>
          <a:p>
            <a:pPr marL="1143000" lvl="2" indent="-228600" algn="just" latinLnBrk="1">
              <a:lnSpc>
                <a:spcPct val="107000"/>
              </a:lnSpc>
              <a:spcAft>
                <a:spcPts val="800"/>
              </a:spcAft>
              <a:buFont typeface="+mj-lt"/>
              <a:buAutoNum type="romanLcPeriod"/>
            </a:pP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Thêm</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và</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loại</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bỏ</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các</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cột</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a:t>
            </a:r>
          </a:p>
          <a:p>
            <a:pPr marL="1143000" lvl="2" indent="-228600" algn="just" latinLnBrk="1">
              <a:lnSpc>
                <a:spcPct val="107000"/>
              </a:lnSpc>
              <a:spcAft>
                <a:spcPts val="800"/>
              </a:spcAft>
              <a:buFont typeface="+mj-lt"/>
              <a:buAutoNum type="romanLcPeriod"/>
            </a:pP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Hợp</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nhất</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DataFrames</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a:t>
            </a:r>
          </a:p>
          <a:p>
            <a:pPr marL="1143000" lvl="2" indent="-228600" algn="just" latinLnBrk="1">
              <a:lnSpc>
                <a:spcPct val="107000"/>
              </a:lnSpc>
              <a:spcAft>
                <a:spcPts val="800"/>
              </a:spcAft>
              <a:buFont typeface="+mj-lt"/>
              <a:buAutoNum type="romanLcPeriod"/>
            </a:pP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Liên</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kết</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DataFrames</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a:t>
            </a:r>
          </a:p>
          <a:p>
            <a:pPr marL="1143000" lvl="2" indent="-228600" algn="just" latinLnBrk="1">
              <a:lnSpc>
                <a:spcPct val="107000"/>
              </a:lnSpc>
              <a:spcAft>
                <a:spcPts val="800"/>
              </a:spcAft>
              <a:buFont typeface="+mj-lt"/>
              <a:buAutoNum type="romanLcPeriod"/>
            </a:pPr>
            <a:endParaRPr lang="en-US" altLang="ko-KR" sz="1200" i="1" kern="1200" dirty="0">
              <a:solidFill>
                <a:schemeClr val="tx1"/>
              </a:solidFill>
              <a:effectLst/>
              <a:latin typeface="+mn-lt"/>
              <a:ea typeface="+mn-ea"/>
              <a:cs typeface="+mn-cs"/>
            </a:endParaRPr>
          </a:p>
          <a:p>
            <a:pPr marL="342900" lvl="0" indent="-342900">
              <a:spcAft>
                <a:spcPts val="800"/>
              </a:spcAft>
              <a:buFont typeface="+mj-lt"/>
              <a:buAutoNum type="arabicPeriod"/>
            </a:pPr>
            <a:r>
              <a:rPr lang="vi-VN" sz="1200" dirty="0">
                <a:solidFill>
                  <a:schemeClr val="tx1"/>
                </a:solidFill>
                <a:latin typeface="Arial"/>
                <a:ea typeface="+mn-ea"/>
                <a:cs typeface="+mn-cs"/>
              </a:rPr>
              <a:t>(Không bắt buộc) Sử dụng ô trống ở dưới để tùy ý thực hành riêng.</a:t>
            </a:r>
          </a:p>
        </p:txBody>
      </p:sp>
      <p:sp>
        <p:nvSpPr>
          <p:cNvPr id="4" name="슬라이드 번호 개체 틀 3"/>
          <p:cNvSpPr>
            <a:spLocks noGrp="1"/>
          </p:cNvSpPr>
          <p:nvPr>
            <p:ph type="sldNum" sz="quarter" idx="5"/>
          </p:nvPr>
        </p:nvSpPr>
        <p:spPr/>
        <p:txBody>
          <a:bodyPr/>
          <a:lstStyle/>
          <a:p>
            <a:fld id="{5B59C55F-00F1-4985-9065-F2D92AE05D03}" type="slidenum">
              <a:rPr lang="ko-KR" altLang="en-US" smtClean="0"/>
              <a:t>313</a:t>
            </a:fld>
            <a:endParaRPr lang="ko-KR" altLang="en-US" dirty="0"/>
          </a:p>
        </p:txBody>
      </p:sp>
    </p:spTree>
    <p:extLst>
      <p:ext uri="{BB962C8B-B14F-4D97-AF65-F5344CB8AC3E}">
        <p14:creationId xmlns:p14="http://schemas.microsoft.com/office/powerpoint/2010/main" val="3140601258"/>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F36244-1B2F-E6D9-8C64-E95ED27E117B}"/>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9958256-C880-AFAA-416F-8AD37C1309A4}"/>
              </a:ext>
            </a:extLst>
          </p:cNvPr>
          <p:cNvSpPr>
            <a:spLocks noGrp="1" noRot="1" noChangeAspect="1"/>
          </p:cNvSpPr>
          <p:nvPr>
            <p:ph type="sldImg"/>
          </p:nvPr>
        </p:nvSpPr>
        <p:spPr>
          <a:xfrm>
            <a:off x="1292225" y="1143000"/>
            <a:ext cx="4457700" cy="3086100"/>
          </a:xfrm>
        </p:spPr>
      </p:sp>
      <p:sp>
        <p:nvSpPr>
          <p:cNvPr id="3" name="슬라이드 노트 개체 틀 2">
            <a:extLst>
              <a:ext uri="{FF2B5EF4-FFF2-40B4-BE49-F238E27FC236}">
                <a16:creationId xmlns:a16="http://schemas.microsoft.com/office/drawing/2014/main" id="{DBC5D4EB-1D49-E436-97AC-9B1EEAD78B07}"/>
              </a:ext>
            </a:extLst>
          </p:cNvPr>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ko-KR" altLang="en-US" b="0" dirty="0">
              <a:latin typeface="SamsungOne-400" panose="020B0503030303020204"/>
            </a:endParaRPr>
          </a:p>
        </p:txBody>
      </p:sp>
      <p:sp>
        <p:nvSpPr>
          <p:cNvPr id="4" name="슬라이드 번호 개체 틀 3">
            <a:extLst>
              <a:ext uri="{FF2B5EF4-FFF2-40B4-BE49-F238E27FC236}">
                <a16:creationId xmlns:a16="http://schemas.microsoft.com/office/drawing/2014/main" id="{29F18FCD-C151-F6F0-2862-1488C01158A9}"/>
              </a:ext>
            </a:extLst>
          </p:cNvPr>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314</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1470715288"/>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Lưu ý:</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Bạn có thể sắp xếp một DataFrame bằng phương thức sort_values().</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Trong ví dụ này, bạn sẽ được tìm hiểu về các trường hợp.</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315</a:t>
            </a:fld>
            <a:endParaRPr lang="ko-KR" altLang="en-US" dirty="0"/>
          </a:p>
        </p:txBody>
      </p:sp>
    </p:spTree>
    <p:extLst>
      <p:ext uri="{BB962C8B-B14F-4D97-AF65-F5344CB8AC3E}">
        <p14:creationId xmlns:p14="http://schemas.microsoft.com/office/powerpoint/2010/main" val="2645821484"/>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Pandas hỗ trợ lập chỉ mục phân cấp qua MultiIndex. </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Ví dụ này cho thấy từng bước tạo một đối tượng MultiIndex. </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Đối tượng này có thể được truyền làm giá trị cho đối số </a:t>
            </a:r>
            <a:r>
              <a:rPr lang="vi-VN" b="1" dirty="0"/>
              <a:t>index</a:t>
            </a:r>
            <a:r>
              <a:rPr lang="vi-VN" dirty="0"/>
              <a:t> khi tạo một DataFrame.</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316</a:t>
            </a:fld>
            <a:endParaRPr lang="ko-KR" altLang="en-US" dirty="0"/>
          </a:p>
        </p:txBody>
      </p:sp>
    </p:spTree>
    <p:extLst>
      <p:ext uri="{BB962C8B-B14F-4D97-AF65-F5344CB8AC3E}">
        <p14:creationId xmlns:p14="http://schemas.microsoft.com/office/powerpoint/2010/main" val="3198389844"/>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317</a:t>
            </a:fld>
            <a:endParaRPr lang="ko-KR" altLang="en-US" dirty="0"/>
          </a:p>
        </p:txBody>
      </p:sp>
    </p:spTree>
    <p:extLst>
      <p:ext uri="{BB962C8B-B14F-4D97-AF65-F5344CB8AC3E}">
        <p14:creationId xmlns:p14="http://schemas.microsoft.com/office/powerpoint/2010/main" val="4132270782"/>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318</a:t>
            </a:fld>
            <a:endParaRPr lang="ko-KR" altLang="en-US" dirty="0"/>
          </a:p>
        </p:txBody>
      </p:sp>
    </p:spTree>
    <p:extLst>
      <p:ext uri="{BB962C8B-B14F-4D97-AF65-F5344CB8AC3E}">
        <p14:creationId xmlns:p14="http://schemas.microsoft.com/office/powerpoint/2010/main" val="988399492"/>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9408E9-3805-F968-AA7E-9E0ED18FA17B}"/>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DCAD8655-48B7-0BA1-205E-29A6A44E693C}"/>
              </a:ext>
            </a:extLst>
          </p:cNvPr>
          <p:cNvSpPr>
            <a:spLocks noGrp="1" noRot="1" noChangeAspect="1"/>
          </p:cNvSpPr>
          <p:nvPr>
            <p:ph type="sldImg"/>
          </p:nvPr>
        </p:nvSpPr>
        <p:spPr>
          <a:xfrm>
            <a:off x="1292225" y="1143000"/>
            <a:ext cx="4457700" cy="3086100"/>
          </a:xfrm>
        </p:spPr>
      </p:sp>
      <p:sp>
        <p:nvSpPr>
          <p:cNvPr id="3" name="슬라이드 노트 개체 틀 2">
            <a:extLst>
              <a:ext uri="{FF2B5EF4-FFF2-40B4-BE49-F238E27FC236}">
                <a16:creationId xmlns:a16="http://schemas.microsoft.com/office/drawing/2014/main" id="{4C065BD9-E255-62C9-77C0-2D372210F2BF}"/>
              </a:ext>
            </a:extLst>
          </p:cNvPr>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ko-KR" altLang="en-US" b="0" dirty="0">
              <a:latin typeface="SamsungOne-400" panose="020B0503030303020204"/>
            </a:endParaRPr>
          </a:p>
        </p:txBody>
      </p:sp>
      <p:sp>
        <p:nvSpPr>
          <p:cNvPr id="4" name="슬라이드 번호 개체 틀 3">
            <a:extLst>
              <a:ext uri="{FF2B5EF4-FFF2-40B4-BE49-F238E27FC236}">
                <a16:creationId xmlns:a16="http://schemas.microsoft.com/office/drawing/2014/main" id="{DAD126C5-66A7-21A7-1594-DDFCBBC2D3DE}"/>
              </a:ext>
            </a:extLst>
          </p:cNvPr>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319</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2878799971"/>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b="0" i="0" u="none" strike="noStrike"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320</a:t>
            </a:fld>
            <a:endParaRPr lang="ko-KR" altLang="en-US" dirty="0"/>
          </a:p>
        </p:txBody>
      </p:sp>
    </p:spTree>
    <p:extLst>
      <p:ext uri="{BB962C8B-B14F-4D97-AF65-F5344CB8AC3E}">
        <p14:creationId xmlns:p14="http://schemas.microsoft.com/office/powerpoint/2010/main" val="3511787373"/>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321</a:t>
            </a:fld>
            <a:endParaRPr lang="ko-KR" altLang="en-US" dirty="0"/>
          </a:p>
        </p:txBody>
      </p:sp>
    </p:spTree>
    <p:extLst>
      <p:ext uri="{BB962C8B-B14F-4D97-AF65-F5344CB8AC3E}">
        <p14:creationId xmlns:p14="http://schemas.microsoft.com/office/powerpoint/2010/main" val="2869693056"/>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322</a:t>
            </a:fld>
            <a:endParaRPr lang="ko-KR" altLang="en-US" dirty="0"/>
          </a:p>
        </p:txBody>
      </p:sp>
    </p:spTree>
    <p:extLst>
      <p:ext uri="{BB962C8B-B14F-4D97-AF65-F5344CB8AC3E}">
        <p14:creationId xmlns:p14="http://schemas.microsoft.com/office/powerpoint/2010/main" val="1733187843"/>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323</a:t>
            </a:fld>
            <a:endParaRPr lang="ko-KR" altLang="en-US" dirty="0"/>
          </a:p>
        </p:txBody>
      </p:sp>
    </p:spTree>
    <p:extLst>
      <p:ext uri="{BB962C8B-B14F-4D97-AF65-F5344CB8AC3E}">
        <p14:creationId xmlns:p14="http://schemas.microsoft.com/office/powerpoint/2010/main" val="3490071817"/>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324</a:t>
            </a:fld>
            <a:endParaRPr lang="ko-KR" altLang="en-US" dirty="0"/>
          </a:p>
        </p:txBody>
      </p:sp>
    </p:spTree>
    <p:extLst>
      <p:ext uri="{BB962C8B-B14F-4D97-AF65-F5344CB8AC3E}">
        <p14:creationId xmlns:p14="http://schemas.microsoft.com/office/powerpoint/2010/main" val="449547658"/>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325</a:t>
            </a:fld>
            <a:endParaRPr lang="ko-KR" altLang="en-US" dirty="0"/>
          </a:p>
        </p:txBody>
      </p:sp>
    </p:spTree>
    <p:extLst>
      <p:ext uri="{BB962C8B-B14F-4D97-AF65-F5344CB8AC3E}">
        <p14:creationId xmlns:p14="http://schemas.microsoft.com/office/powerpoint/2010/main" val="1614400213"/>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326</a:t>
            </a:fld>
            <a:endParaRPr lang="ko-KR" altLang="en-US" dirty="0"/>
          </a:p>
        </p:txBody>
      </p:sp>
    </p:spTree>
    <p:extLst>
      <p:ext uri="{BB962C8B-B14F-4D97-AF65-F5344CB8AC3E}">
        <p14:creationId xmlns:p14="http://schemas.microsoft.com/office/powerpoint/2010/main" val="2364799509"/>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327</a:t>
            </a:fld>
            <a:endParaRPr lang="ko-KR" altLang="en-US" dirty="0"/>
          </a:p>
        </p:txBody>
      </p:sp>
    </p:spTree>
    <p:extLst>
      <p:ext uri="{BB962C8B-B14F-4D97-AF65-F5344CB8AC3E}">
        <p14:creationId xmlns:p14="http://schemas.microsoft.com/office/powerpoint/2010/main" val="4282024581"/>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328</a:t>
            </a:fld>
            <a:endParaRPr lang="ko-KR" altLang="en-US" dirty="0"/>
          </a:p>
        </p:txBody>
      </p:sp>
    </p:spTree>
    <p:extLst>
      <p:ext uri="{BB962C8B-B14F-4D97-AF65-F5344CB8AC3E}">
        <p14:creationId xmlns:p14="http://schemas.microsoft.com/office/powerpoint/2010/main" val="1313365376"/>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329</a:t>
            </a:fld>
            <a:endParaRPr lang="ko-KR" altLang="en-US" dirty="0"/>
          </a:p>
        </p:txBody>
      </p:sp>
    </p:spTree>
    <p:extLst>
      <p:ext uri="{BB962C8B-B14F-4D97-AF65-F5344CB8AC3E}">
        <p14:creationId xmlns:p14="http://schemas.microsoft.com/office/powerpoint/2010/main" val="760541722"/>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330</a:t>
            </a:fld>
            <a:endParaRPr lang="ko-KR" altLang="en-US" dirty="0"/>
          </a:p>
        </p:txBody>
      </p:sp>
    </p:spTree>
    <p:extLst>
      <p:ext uri="{BB962C8B-B14F-4D97-AF65-F5344CB8AC3E}">
        <p14:creationId xmlns:p14="http://schemas.microsoft.com/office/powerpoint/2010/main" val="2242668751"/>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331</a:t>
            </a:fld>
            <a:endParaRPr lang="ko-KR" altLang="en-US" dirty="0"/>
          </a:p>
        </p:txBody>
      </p:sp>
    </p:spTree>
    <p:extLst>
      <p:ext uri="{BB962C8B-B14F-4D97-AF65-F5344CB8AC3E}">
        <p14:creationId xmlns:p14="http://schemas.microsoft.com/office/powerpoint/2010/main" val="1772492803"/>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Đối tượng DataFrame đi kèm với bộ phương pháp thống kê tiêu chuẩn như sum(), mean(), count(), corr(), v.v.</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332</a:t>
            </a:fld>
            <a:endParaRPr lang="ko-KR" altLang="en-US" dirty="0"/>
          </a:p>
        </p:txBody>
      </p:sp>
    </p:spTree>
    <p:extLst>
      <p:ext uri="{BB962C8B-B14F-4D97-AF65-F5344CB8AC3E}">
        <p14:creationId xmlns:p14="http://schemas.microsoft.com/office/powerpoint/2010/main" val="3545357291"/>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333</a:t>
            </a:fld>
            <a:endParaRPr lang="ko-KR" altLang="en-US" dirty="0"/>
          </a:p>
        </p:txBody>
      </p:sp>
    </p:spTree>
    <p:extLst>
      <p:ext uri="{BB962C8B-B14F-4D97-AF65-F5344CB8AC3E}">
        <p14:creationId xmlns:p14="http://schemas.microsoft.com/office/powerpoint/2010/main" val="298189168"/>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Có các phương thức hữu ích với đối tượng DataFrame để phát hiện và xử lý các giá trị bị thiếu.</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Những ví dụ này đã chứng minh rất rõ ràng. </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334</a:t>
            </a:fld>
            <a:endParaRPr lang="ko-KR" altLang="en-US" dirty="0"/>
          </a:p>
        </p:txBody>
      </p:sp>
    </p:spTree>
    <p:extLst>
      <p:ext uri="{BB962C8B-B14F-4D97-AF65-F5344CB8AC3E}">
        <p14:creationId xmlns:p14="http://schemas.microsoft.com/office/powerpoint/2010/main" val="1006882832"/>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335</a:t>
            </a:fld>
            <a:endParaRPr lang="ko-KR" altLang="en-US" dirty="0"/>
          </a:p>
        </p:txBody>
      </p:sp>
    </p:spTree>
    <p:extLst>
      <p:ext uri="{BB962C8B-B14F-4D97-AF65-F5344CB8AC3E}">
        <p14:creationId xmlns:p14="http://schemas.microsoft.com/office/powerpoint/2010/main" val="2205351090"/>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00150"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sz="1200" b="1" dirty="0">
                <a:latin typeface="Arial" panose="02020603050405020304" pitchFamily="18" charset="0"/>
              </a:rPr>
              <a:t>MỤC ĐÍCH CỦA PHẦN THỰC HÀNH NÀY</a:t>
            </a:r>
          </a:p>
          <a:p>
            <a:pPr latinLnBrk="1"/>
            <a:r>
              <a:rPr lang="vi-VN" sz="1200" dirty="0">
                <a:solidFill>
                  <a:schemeClr val="tx1"/>
                </a:solidFill>
                <a:latin typeface="Arial"/>
                <a:ea typeface="+mn-ea"/>
                <a:cs typeface="+mn-cs"/>
              </a:rPr>
              <a:t>Trong phần thực hành này, bạn sẽ học cách thực hiện thống kê mô tả bằng Pandas. Bên cạnh đó, bạn sẽ học cách xử lý các giá trị còn </a:t>
            </a:r>
            <a:endParaRPr lang="en-US" sz="1200" dirty="0">
              <a:solidFill>
                <a:schemeClr val="tx1"/>
              </a:solidFill>
              <a:latin typeface="Arial"/>
              <a:ea typeface="+mn-ea"/>
              <a:cs typeface="+mn-cs"/>
            </a:endParaRPr>
          </a:p>
          <a:p>
            <a:pPr latinLnBrk="1"/>
            <a:r>
              <a:rPr lang="vi-VN" sz="1200" dirty="0">
                <a:solidFill>
                  <a:schemeClr val="tx1"/>
                </a:solidFill>
                <a:latin typeface="Arial"/>
                <a:ea typeface="+mn-ea"/>
                <a:cs typeface="+mn-cs"/>
              </a:rPr>
              <a:t>thiếu đúng cách. </a:t>
            </a:r>
          </a:p>
          <a:p>
            <a:pPr latinLnBrk="1"/>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vi-VN" sz="1000" b="1" dirty="0">
                <a:solidFill>
                  <a:prstClr val="black"/>
                </a:solidFill>
                <a:latin typeface="Arial" panose="02020603050405020304" pitchFamily="18" charset="0"/>
              </a:rPr>
              <a:t>HƯỚNG DẪN THỰC HÀNH</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Khởi chạy Jupyter Notebook. </a:t>
            </a:r>
            <a:endParaRPr lang="en-US" sz="1200" dirty="0">
              <a:solidFill>
                <a:srgbClr val="000000"/>
              </a:solidFill>
              <a:latin typeface="Arial" panose="02020603050405020304" pitchFamily="18" charset="0"/>
              <a:cs typeface="Times New Roman" panose="02020603050405020304" pitchFamily="18" charset="0"/>
            </a:endParaRPr>
          </a:p>
          <a:p>
            <a:pPr marL="342900" lvl="0" indent="-342900">
              <a:spcAft>
                <a:spcPts val="800"/>
              </a:spcAft>
              <a:buFont typeface="+mj-lt"/>
              <a:buAutoNum type="arabicPeriod"/>
            </a:pPr>
            <a:r>
              <a:rPr lang="vi-VN" sz="1200" dirty="0">
                <a:solidFill>
                  <a:schemeClr val="tx1"/>
                </a:solidFill>
                <a:latin typeface="Arial"/>
                <a:ea typeface="+mn-ea"/>
                <a:cs typeface="+mn-cs"/>
              </a:rPr>
              <a:t>Trong Jupyter Notebook, nhấp vào tệp </a:t>
            </a:r>
            <a:r>
              <a:rPr lang="vi-VN" sz="1200" b="1" dirty="0">
                <a:solidFill>
                  <a:schemeClr val="tx1"/>
                </a:solidFill>
                <a:latin typeface="Arial"/>
                <a:ea typeface="+mn-ea"/>
                <a:cs typeface="+mn-cs"/>
              </a:rPr>
              <a:t>ex_0</a:t>
            </a:r>
            <a:r>
              <a:rPr lang="en-US" sz="1200" b="1" dirty="0">
                <a:solidFill>
                  <a:schemeClr val="tx1"/>
                </a:solidFill>
                <a:latin typeface="Arial"/>
                <a:ea typeface="+mn-ea"/>
                <a:cs typeface="+mn-cs"/>
              </a:rPr>
              <a:t>1</a:t>
            </a:r>
            <a:r>
              <a:rPr lang="vi-VN" sz="1200" b="1" dirty="0">
                <a:solidFill>
                  <a:schemeClr val="tx1"/>
                </a:solidFill>
                <a:latin typeface="Arial"/>
                <a:ea typeface="+mn-ea"/>
                <a:cs typeface="+mn-cs"/>
              </a:rPr>
              <a:t>0</a:t>
            </a:r>
            <a:r>
              <a:rPr lang="en-US" sz="1200" b="1" dirty="0">
                <a:solidFill>
                  <a:schemeClr val="tx1"/>
                </a:solidFill>
                <a:latin typeface="Arial"/>
                <a:ea typeface="+mn-ea"/>
                <a:cs typeface="+mn-cs"/>
              </a:rPr>
              <a:t>8</a:t>
            </a:r>
            <a:r>
              <a:rPr lang="vi-VN" sz="1200" b="1" dirty="0">
                <a:solidFill>
                  <a:schemeClr val="tx1"/>
                </a:solidFill>
                <a:latin typeface="Arial"/>
                <a:ea typeface="+mn-ea"/>
                <a:cs typeface="+mn-cs"/>
              </a:rPr>
              <a:t>.ipynb</a:t>
            </a:r>
            <a:r>
              <a:rPr lang="vi-VN" sz="1200" dirty="0">
                <a:solidFill>
                  <a:schemeClr val="tx1"/>
                </a:solidFill>
                <a:latin typeface="Arial"/>
                <a:ea typeface="+mn-ea"/>
                <a:cs typeface="+mn-cs"/>
              </a:rPr>
              <a:t> trong thư mục </a:t>
            </a:r>
            <a:r>
              <a:rPr lang="vi-VN" sz="1200" b="1" dirty="0">
                <a:solidFill>
                  <a:schemeClr val="tx1"/>
                </a:solidFill>
                <a:latin typeface="Arial"/>
                <a:ea typeface="+mn-ea"/>
                <a:cs typeface="+mn-cs"/>
              </a:rPr>
              <a:t>Coding Exercise</a:t>
            </a:r>
            <a:r>
              <a:rPr lang="vi-VN" sz="1200" dirty="0">
                <a:solidFill>
                  <a:schemeClr val="tx1"/>
                </a:solidFill>
                <a:latin typeface="Arial"/>
                <a:ea typeface="+mn-ea"/>
                <a:cs typeface="+mn-cs"/>
              </a:rPr>
              <a:t>.</a:t>
            </a:r>
          </a:p>
          <a:p>
            <a:pPr marL="342900" lvl="0" indent="-342900">
              <a:spcAft>
                <a:spcPts val="800"/>
              </a:spcAft>
              <a:buFont typeface="+mj-lt"/>
              <a:buAutoNum type="arabicPeriod"/>
            </a:pPr>
            <a:r>
              <a:rPr lang="vi-VN" sz="1200" dirty="0">
                <a:solidFill>
                  <a:srgbClr val="FF0000"/>
                </a:solidFill>
                <a:latin typeface="Arial"/>
                <a:ea typeface="+mn-ea"/>
                <a:cs typeface="+mn-cs"/>
              </a:rPr>
              <a:t>Xem lại các ví dụ về các chủ đề ở dưới đây:</a:t>
            </a:r>
            <a:br>
              <a:rPr lang="vi-VN" sz="1200" dirty="0">
                <a:solidFill>
                  <a:srgbClr val="FF0000"/>
                </a:solidFill>
                <a:latin typeface="Arial"/>
                <a:ea typeface="+mn-ea"/>
                <a:cs typeface="+mn-cs"/>
              </a:rPr>
            </a:br>
            <a:endParaRPr lang="vi-VN" sz="1200" dirty="0">
              <a:solidFill>
                <a:srgbClr val="FF0000"/>
              </a:solidFill>
              <a:latin typeface="Arial"/>
              <a:ea typeface="+mn-ea"/>
              <a:cs typeface="+mn-cs"/>
            </a:endParaRPr>
          </a:p>
          <a:p>
            <a:pPr marL="742950" lvl="1" indent="-285750" algn="just" latinLnBrk="1">
              <a:lnSpc>
                <a:spcPct val="107000"/>
              </a:lnSpc>
              <a:spcAft>
                <a:spcPts val="800"/>
              </a:spcAft>
              <a:buFont typeface="+mj-lt"/>
              <a:buAutoNum type="alphaUcPeriod"/>
            </a:pPr>
            <a:r>
              <a:rPr lang="vi-VN" sz="1200" i="1" dirty="0">
                <a:solidFill>
                  <a:srgbClr val="000000"/>
                </a:solidFill>
                <a:latin typeface="Arial" panose="02020603050405020304" pitchFamily="18" charset="0"/>
                <a:ea typeface="+mn-ea"/>
                <a:cs typeface="Times New Roman" panose="02020603050405020304" pitchFamily="18" charset="0"/>
              </a:rPr>
              <a:t>Thống kê bằng Pandas.</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Đọc dữ liệu vào DataFrame.</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Thống kê bằng các phương thức DataFrame.</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Cắt lát rồi áp dụng một phương thức thống kê.</a:t>
            </a:r>
          </a:p>
          <a:p>
            <a:pPr marL="742950" lvl="1" indent="-285750" algn="just" latinLnBrk="1">
              <a:lnSpc>
                <a:spcPct val="107000"/>
              </a:lnSpc>
              <a:spcAft>
                <a:spcPts val="800"/>
              </a:spcAft>
              <a:buFont typeface="+mj-lt"/>
              <a:buAutoNum type="alphaUcPeriod"/>
            </a:pPr>
            <a:r>
              <a:rPr lang="vi-VN" sz="1200" i="1" dirty="0">
                <a:solidFill>
                  <a:srgbClr val="000000"/>
                </a:solidFill>
                <a:latin typeface="Arial" panose="02020603050405020304" pitchFamily="18" charset="0"/>
                <a:ea typeface="+mn-ea"/>
                <a:cs typeface="Times New Roman" panose="02020603050405020304" pitchFamily="18" charset="0"/>
              </a:rPr>
              <a:t>Các giá trị bị thiếu.</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Thống kê các giá trị bị thiếu.</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Phát hiện và xử lý các giá trị bị thiếu.</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Điền các giá trị bị thiếu.</a:t>
            </a:r>
          </a:p>
          <a:p>
            <a:pPr marL="342900" lvl="0" indent="-342900">
              <a:spcAft>
                <a:spcPts val="800"/>
              </a:spcAft>
              <a:buFont typeface="+mj-lt"/>
              <a:buAutoNum type="arabicPeriod"/>
            </a:pPr>
            <a:endParaRPr lang="en-US" altLang="ko-KR" sz="1200" i="1" kern="1200" dirty="0">
              <a:solidFill>
                <a:schemeClr val="tx1"/>
              </a:solidFill>
              <a:effectLst/>
              <a:latin typeface="+mn-lt"/>
              <a:ea typeface="+mn-ea"/>
              <a:cs typeface="+mn-cs"/>
            </a:endParaRPr>
          </a:p>
          <a:p>
            <a:pPr marL="342900" lvl="0" indent="-342900">
              <a:spcAft>
                <a:spcPts val="800"/>
              </a:spcAft>
              <a:buFont typeface="+mj-lt"/>
              <a:buAutoNum type="arabicPeriod"/>
            </a:pPr>
            <a:r>
              <a:rPr lang="vi-VN" sz="1200" dirty="0">
                <a:solidFill>
                  <a:schemeClr val="tx1"/>
                </a:solidFill>
                <a:latin typeface="Arial"/>
                <a:ea typeface="+mn-ea"/>
                <a:cs typeface="+mn-cs"/>
              </a:rPr>
              <a:t>(Không bắt buộc) Sử dụng ô trống ở dưới để tùy ý thực hành riêng.</a:t>
            </a:r>
          </a:p>
        </p:txBody>
      </p:sp>
      <p:sp>
        <p:nvSpPr>
          <p:cNvPr id="4" name="슬라이드 번호 개체 틀 3"/>
          <p:cNvSpPr>
            <a:spLocks noGrp="1"/>
          </p:cNvSpPr>
          <p:nvPr>
            <p:ph type="sldNum" sz="quarter" idx="5"/>
          </p:nvPr>
        </p:nvSpPr>
        <p:spPr/>
        <p:txBody>
          <a:bodyPr/>
          <a:lstStyle/>
          <a:p>
            <a:fld id="{5B59C55F-00F1-4985-9065-F2D92AE05D03}" type="slidenum">
              <a:rPr lang="ko-KR" altLang="en-US" smtClean="0"/>
              <a:t>336</a:t>
            </a:fld>
            <a:endParaRPr lang="ko-KR" altLang="en-US" dirty="0"/>
          </a:p>
        </p:txBody>
      </p:sp>
    </p:spTree>
    <p:extLst>
      <p:ext uri="{BB962C8B-B14F-4D97-AF65-F5344CB8AC3E}">
        <p14:creationId xmlns:p14="http://schemas.microsoft.com/office/powerpoint/2010/main" val="72686769"/>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00150"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sz="1200" b="1" dirty="0">
                <a:latin typeface="Arial" panose="02020603050405020304" pitchFamily="18" charset="0"/>
              </a:rPr>
              <a:t>MỤC ĐÍCH CỦA PHẦN THỰC HÀNH NÀY</a:t>
            </a:r>
          </a:p>
          <a:p>
            <a:pPr latinLnBrk="1"/>
            <a:r>
              <a:rPr lang="vi-VN" sz="1200" dirty="0">
                <a:solidFill>
                  <a:schemeClr val="tx1"/>
                </a:solidFill>
                <a:latin typeface="Arial"/>
                <a:ea typeface="+mn-ea"/>
                <a:cs typeface="+mn-cs"/>
              </a:rPr>
              <a:t>Trong phần thực hành này, chúng ta sẽ học về MultiIndex, một tính năng nâng cao của DataFrame. Bạn sẽ học về các hàm và phương </a:t>
            </a:r>
            <a:endParaRPr lang="en-US" sz="1200" dirty="0">
              <a:solidFill>
                <a:schemeClr val="tx1"/>
              </a:solidFill>
              <a:latin typeface="Arial"/>
              <a:ea typeface="+mn-ea"/>
              <a:cs typeface="+mn-cs"/>
            </a:endParaRPr>
          </a:p>
          <a:p>
            <a:pPr latinLnBrk="1"/>
            <a:r>
              <a:rPr lang="vi-VN" sz="1200" dirty="0">
                <a:solidFill>
                  <a:schemeClr val="tx1"/>
                </a:solidFill>
                <a:latin typeface="Arial"/>
                <a:ea typeface="+mn-ea"/>
                <a:cs typeface="+mn-cs"/>
              </a:rPr>
              <a:t>thức hữu ích để tổng hợp dữ liệu.</a:t>
            </a:r>
          </a:p>
          <a:p>
            <a:pPr latinLnBrk="1"/>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vi-VN" sz="1000" b="1" dirty="0">
                <a:solidFill>
                  <a:prstClr val="black"/>
                </a:solidFill>
                <a:latin typeface="Arial" panose="02020603050405020304" pitchFamily="18" charset="0"/>
              </a:rPr>
              <a:t>HƯỚNG DẪN THỰC HÀNH</a:t>
            </a:r>
          </a:p>
          <a:p>
            <a:pPr marL="342900" lvl="0" indent="-342900">
              <a:spcAft>
                <a:spcPts val="800"/>
              </a:spcAft>
              <a:buFont typeface="+mj-lt"/>
              <a:buAutoNum type="arabicPeriod"/>
            </a:pPr>
            <a:r>
              <a:rPr lang="vi-VN" sz="1200" dirty="0">
                <a:solidFill>
                  <a:srgbClr val="000000"/>
                </a:solidFill>
                <a:latin typeface="Arial" panose="02020603050405020304" pitchFamily="18" charset="0"/>
                <a:cs typeface="Times New Roman" panose="02020603050405020304" pitchFamily="18" charset="0"/>
              </a:rPr>
              <a:t>Khởi chạy Jupyter Notebook. </a:t>
            </a:r>
          </a:p>
          <a:p>
            <a:pPr marL="342900" marR="0" lvl="0" indent="-342900" algn="l" defTabSz="914400" rtl="0" eaLnBrk="1" fontAlgn="auto" latinLnBrk="1" hangingPunct="1">
              <a:lnSpc>
                <a:spcPct val="100000"/>
              </a:lnSpc>
              <a:spcBef>
                <a:spcPts val="0"/>
              </a:spcBef>
              <a:spcAft>
                <a:spcPts val="800"/>
              </a:spcAft>
              <a:buClrTx/>
              <a:buSzTx/>
              <a:buFont typeface="+mj-lt"/>
              <a:buAutoNum type="arabicPeriod"/>
              <a:tabLst/>
              <a:defRPr/>
            </a:pPr>
            <a:r>
              <a:rPr lang="vi-VN" sz="1200" dirty="0">
                <a:solidFill>
                  <a:schemeClr val="tx1"/>
                </a:solidFill>
                <a:latin typeface="Arial"/>
                <a:ea typeface="+mn-ea"/>
                <a:cs typeface="+mn-cs"/>
              </a:rPr>
              <a:t>Trong Jupyter Notebook, nhấp vào tệp </a:t>
            </a:r>
            <a:r>
              <a:rPr lang="vi-VN" sz="1200" b="1" dirty="0">
                <a:solidFill>
                  <a:schemeClr val="tx1"/>
                </a:solidFill>
                <a:latin typeface="Arial"/>
                <a:ea typeface="+mn-ea"/>
                <a:cs typeface="+mn-cs"/>
              </a:rPr>
              <a:t>ex_0</a:t>
            </a:r>
            <a:r>
              <a:rPr lang="en-US" sz="1200" b="1" dirty="0">
                <a:solidFill>
                  <a:schemeClr val="tx1"/>
                </a:solidFill>
                <a:latin typeface="Arial"/>
                <a:ea typeface="+mn-ea"/>
                <a:cs typeface="+mn-cs"/>
              </a:rPr>
              <a:t>1</a:t>
            </a:r>
            <a:r>
              <a:rPr lang="vi-VN" sz="1200" b="1" dirty="0">
                <a:solidFill>
                  <a:schemeClr val="tx1"/>
                </a:solidFill>
                <a:latin typeface="Arial"/>
                <a:ea typeface="+mn-ea"/>
                <a:cs typeface="+mn-cs"/>
              </a:rPr>
              <a:t>0</a:t>
            </a:r>
            <a:r>
              <a:rPr lang="en-US" sz="1200" b="1" dirty="0">
                <a:solidFill>
                  <a:schemeClr val="tx1"/>
                </a:solidFill>
                <a:latin typeface="Arial"/>
                <a:ea typeface="+mn-ea"/>
                <a:cs typeface="+mn-cs"/>
              </a:rPr>
              <a:t>9</a:t>
            </a:r>
            <a:r>
              <a:rPr lang="vi-VN" sz="1200" b="1" dirty="0">
                <a:solidFill>
                  <a:schemeClr val="tx1"/>
                </a:solidFill>
                <a:latin typeface="Arial"/>
                <a:ea typeface="+mn-ea"/>
                <a:cs typeface="+mn-cs"/>
              </a:rPr>
              <a:t>.ipynb</a:t>
            </a:r>
            <a:r>
              <a:rPr lang="vi-VN" sz="1200" dirty="0">
                <a:solidFill>
                  <a:schemeClr val="tx1"/>
                </a:solidFill>
                <a:latin typeface="Arial"/>
                <a:ea typeface="+mn-ea"/>
                <a:cs typeface="+mn-cs"/>
              </a:rPr>
              <a:t> trong thư mục </a:t>
            </a:r>
            <a:r>
              <a:rPr lang="vi-VN" sz="1200" b="1" dirty="0">
                <a:solidFill>
                  <a:schemeClr val="tx1"/>
                </a:solidFill>
                <a:latin typeface="Arial"/>
                <a:ea typeface="+mn-ea"/>
                <a:cs typeface="+mn-cs"/>
              </a:rPr>
              <a:t>Coding Exercise</a:t>
            </a:r>
            <a:r>
              <a:rPr lang="vi-VN" sz="1200" dirty="0">
                <a:solidFill>
                  <a:schemeClr val="tx1"/>
                </a:solidFill>
                <a:latin typeface="Arial"/>
                <a:ea typeface="+mn-ea"/>
                <a:cs typeface="+mn-cs"/>
              </a:rPr>
              <a:t>.</a:t>
            </a:r>
          </a:p>
          <a:p>
            <a:pPr marL="342900" lvl="0" indent="-342900">
              <a:spcAft>
                <a:spcPts val="800"/>
              </a:spcAft>
              <a:buFont typeface="+mj-lt"/>
              <a:buAutoNum type="arabicPeriod"/>
            </a:pPr>
            <a:r>
              <a:rPr lang="vi-VN" sz="1200" dirty="0">
                <a:solidFill>
                  <a:srgbClr val="FF0000"/>
                </a:solidFill>
                <a:latin typeface="Arial"/>
                <a:ea typeface="+mn-ea"/>
                <a:cs typeface="+mn-cs"/>
              </a:rPr>
              <a:t>Xem lại các ví dụ về các chủ đề ở dưới đây:</a:t>
            </a:r>
            <a:br>
              <a:rPr lang="vi-VN" sz="1200" dirty="0">
                <a:solidFill>
                  <a:srgbClr val="FF0000"/>
                </a:solidFill>
                <a:latin typeface="Arial"/>
                <a:ea typeface="+mn-ea"/>
                <a:cs typeface="+mn-cs"/>
              </a:rPr>
            </a:br>
            <a:endParaRPr lang="vi-VN" sz="1200" dirty="0">
              <a:solidFill>
                <a:srgbClr val="FF0000"/>
              </a:solidFill>
              <a:latin typeface="Arial"/>
              <a:ea typeface="+mn-ea"/>
              <a:cs typeface="+mn-cs"/>
            </a:endParaRPr>
          </a:p>
          <a:p>
            <a:pPr marL="742950" lvl="1" indent="-285750" algn="just" latinLnBrk="1">
              <a:lnSpc>
                <a:spcPct val="107000"/>
              </a:lnSpc>
              <a:spcAft>
                <a:spcPts val="800"/>
              </a:spcAft>
              <a:buFont typeface="+mj-lt"/>
              <a:buAutoNum type="alphaUcPeriod"/>
            </a:pPr>
            <a:r>
              <a:rPr lang="vi-VN" sz="1200" i="1" dirty="0">
                <a:solidFill>
                  <a:srgbClr val="000000"/>
                </a:solidFill>
                <a:latin typeface="Arial" panose="02020603050405020304" pitchFamily="18" charset="0"/>
                <a:ea typeface="+mn-ea"/>
                <a:cs typeface="Times New Roman" panose="02020603050405020304" pitchFamily="18" charset="0"/>
              </a:rPr>
              <a:t>MultiIndex.</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Tạo một DataFrame bằng MultiIndex.</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Lập chỉ mục và cắt lát DataFrame bằng MultiIndex.</a:t>
            </a:r>
          </a:p>
          <a:p>
            <a:pPr marL="742950" lvl="1" indent="-285750" algn="just" latinLnBrk="1">
              <a:lnSpc>
                <a:spcPct val="107000"/>
              </a:lnSpc>
              <a:spcAft>
                <a:spcPts val="800"/>
              </a:spcAft>
              <a:buFont typeface="+mj-lt"/>
              <a:buAutoNum type="alphaUcPeriod"/>
            </a:pPr>
            <a:r>
              <a:rPr lang="vi-VN" sz="1200" i="1" dirty="0">
                <a:solidFill>
                  <a:srgbClr val="000000"/>
                </a:solidFill>
                <a:latin typeface="Arial" panose="02020603050405020304" pitchFamily="18" charset="0"/>
                <a:ea typeface="+mn-ea"/>
                <a:cs typeface="Times New Roman" panose="02020603050405020304" pitchFamily="18" charset="0"/>
              </a:rPr>
              <a:t>Tổng hợp DataFrame.</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Phương thức GroupBy.</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Các phương thức DataFrame.</a:t>
            </a:r>
          </a:p>
          <a:p>
            <a:pPr marL="1143000" lvl="2" indent="-228600" algn="just" latinLnBrk="1">
              <a:lnSpc>
                <a:spcPct val="107000"/>
              </a:lnSpc>
              <a:spcAft>
                <a:spcPts val="800"/>
              </a:spcAft>
              <a:buFont typeface="+mj-lt"/>
              <a:buAutoNum type="romanLcPeriod"/>
            </a:pPr>
            <a:r>
              <a:rPr lang="vi-VN" sz="1200" i="1" dirty="0">
                <a:solidFill>
                  <a:srgbClr val="000000"/>
                </a:solidFill>
                <a:latin typeface="Arial" panose="02020603050405020304" pitchFamily="18" charset="0"/>
                <a:ea typeface="+mn-ea"/>
                <a:cs typeface="Times New Roman" panose="02020603050405020304" pitchFamily="18" charset="0"/>
              </a:rPr>
              <a:t>Xoay vòng.</a:t>
            </a:r>
          </a:p>
          <a:p>
            <a:pPr marL="342900" lvl="0" indent="-342900">
              <a:spcAft>
                <a:spcPts val="800"/>
              </a:spcAft>
              <a:buFont typeface="+mj-lt"/>
              <a:buAutoNum type="arabicPeriod"/>
            </a:pPr>
            <a:endParaRPr lang="en-US" altLang="ko-KR" sz="1200" i="1" kern="1200" dirty="0">
              <a:solidFill>
                <a:schemeClr val="tx1"/>
              </a:solidFill>
              <a:effectLst/>
              <a:latin typeface="+mn-lt"/>
              <a:ea typeface="+mn-ea"/>
              <a:cs typeface="+mn-cs"/>
            </a:endParaRPr>
          </a:p>
          <a:p>
            <a:pPr marL="342900" lvl="0" indent="-342900">
              <a:spcAft>
                <a:spcPts val="800"/>
              </a:spcAft>
              <a:buFont typeface="+mj-lt"/>
              <a:buAutoNum type="arabicPeriod"/>
            </a:pPr>
            <a:r>
              <a:rPr lang="vi-VN" sz="1200" dirty="0">
                <a:solidFill>
                  <a:schemeClr val="tx1"/>
                </a:solidFill>
                <a:latin typeface="Arial"/>
                <a:ea typeface="+mn-ea"/>
                <a:cs typeface="+mn-cs"/>
              </a:rPr>
              <a:t>(Không bắt buộc) Sử dụng ô trống ở dưới để tùy ý thực hành riêng.</a:t>
            </a:r>
          </a:p>
        </p:txBody>
      </p:sp>
      <p:sp>
        <p:nvSpPr>
          <p:cNvPr id="4" name="슬라이드 번호 개체 틀 3"/>
          <p:cNvSpPr>
            <a:spLocks noGrp="1"/>
          </p:cNvSpPr>
          <p:nvPr>
            <p:ph type="sldNum" sz="quarter" idx="5"/>
          </p:nvPr>
        </p:nvSpPr>
        <p:spPr/>
        <p:txBody>
          <a:bodyPr/>
          <a:lstStyle/>
          <a:p>
            <a:fld id="{5B59C55F-00F1-4985-9065-F2D92AE05D03}" type="slidenum">
              <a:rPr lang="ko-KR" altLang="en-US" smtClean="0"/>
              <a:t>337</a:t>
            </a:fld>
            <a:endParaRPr lang="ko-KR" altLang="en-US" dirty="0"/>
          </a:p>
        </p:txBody>
      </p:sp>
    </p:spTree>
    <p:extLst>
      <p:ext uri="{BB962C8B-B14F-4D97-AF65-F5344CB8AC3E}">
        <p14:creationId xmlns:p14="http://schemas.microsoft.com/office/powerpoint/2010/main" val="2089157970"/>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92225"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ko-KR" altLang="en-US" b="0" dirty="0">
              <a:latin typeface="SamsungOne-400" panose="020B0503030303020204"/>
            </a:endParaRPr>
          </a:p>
        </p:txBody>
      </p:sp>
      <p:sp>
        <p:nvSpPr>
          <p:cNvPr id="4" name="슬라이드 번호 개체 틀 3"/>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338</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1369146833"/>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Theo khảo sát, nhà khoa học dữ liệu dành phần lớn (80%) thời gian cho các công việc liên quan đến chuẩn bị dữ liệu.</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Tuy nhiên, họ chỉ dành một lượng ít thời gian để học máy và lập mô hình. </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339</a:t>
            </a:fld>
            <a:endParaRPr lang="ko-KR" altLang="en-US" dirty="0"/>
          </a:p>
        </p:txBody>
      </p:sp>
    </p:spTree>
    <p:extLst>
      <p:ext uri="{BB962C8B-B14F-4D97-AF65-F5344CB8AC3E}">
        <p14:creationId xmlns:p14="http://schemas.microsoft.com/office/powerpoint/2010/main" val="449989506"/>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Công việc chuẩn bị dữ liệu thực tế được xem là kém “hấp dẫn” hơn đối với hầu hết các nhà khoa học dữ liệu.</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Tuy vậy, tầm quan trọng của việc chuẩn bị dữ liệu là không thể bàn cãi (tiền xử lý, kỹ thuật tính năng, v.v.)</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Hiệu suất học máy chủ yếu phụ thuộc vào độ kỹ càng của việc chuẩn bị dữ liệu đầu vào.</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Ghi nhớ, “Nhập vào sai thì Xuất ra sai”, và ngược lại!</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340</a:t>
            </a:fld>
            <a:endParaRPr lang="ko-KR" altLang="en-US" dirty="0"/>
          </a:p>
        </p:txBody>
      </p:sp>
    </p:spTree>
    <p:extLst>
      <p:ext uri="{BB962C8B-B14F-4D97-AF65-F5344CB8AC3E}">
        <p14:creationId xmlns:p14="http://schemas.microsoft.com/office/powerpoint/2010/main" val="1998496762"/>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Tiền xử lý dữ liệu bao gồm một vài tác vụ, trong đó một số tác vụ đã được đề cập trong ngữ cảnh của thư viện Pandas.</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+Làm sạch dữ liệu: Loại bỏ các tính năng thừa, lặp lại và không cần thiết. </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+Biến đổi dữ liệu: Xoay, tái định hình, v.v.</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+Tích hợp và kết hợp dữ liệu: Móc nối, ràng buộc và hợp nhất các bảng, v.v.</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&lt;Tiếp tục trong slide tiếp theo.&gt;</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341</a:t>
            </a:fld>
            <a:endParaRPr lang="ko-KR" altLang="en-US" dirty="0"/>
          </a:p>
        </p:txBody>
      </p:sp>
    </p:spTree>
    <p:extLst>
      <p:ext uri="{BB962C8B-B14F-4D97-AF65-F5344CB8AC3E}">
        <p14:creationId xmlns:p14="http://schemas.microsoft.com/office/powerpoint/2010/main" val="4042293941"/>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&lt;Tiếp nối slide trước.&gt;</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+Co giãn và chuẩn hóa: đôi khi cần khớp các thang đo biến.</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+Quy buộc giá trị thiếu: điền vào thay cho các ký hiệu NA (không có dữ liệu).</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+Xử lý dữ liệu ngoại lai: có thể xác định dữ liệu ngoại lai rồi loại bỏ hoặc điều chỉnh (winsorize). </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342</a:t>
            </a:fld>
            <a:endParaRPr lang="ko-KR" altLang="en-US" dirty="0"/>
          </a:p>
        </p:txBody>
      </p:sp>
    </p:spTree>
    <p:extLst>
      <p:ext uri="{BB962C8B-B14F-4D97-AF65-F5344CB8AC3E}">
        <p14:creationId xmlns:p14="http://schemas.microsoft.com/office/powerpoint/2010/main" val="3314904378"/>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Một cách khái quát, </a:t>
            </a:r>
            <a:r>
              <a:rPr lang="vi-VN" sz="1200" dirty="0">
                <a:latin typeface="Arial" panose="02020603050405020304" pitchFamily="18" charset="0"/>
                <a:cs typeface="Times New Roman" panose="02020603050405020304" pitchFamily="18" charset="0"/>
              </a:rPr>
              <a:t>thuật toán học máy có thể được chia làm “dạng Cây” và “ngoài dạng Cây”.</a:t>
            </a:r>
          </a:p>
          <a:p>
            <a:pPr marL="0" marR="0" lvl="0" indent="0" algn="l" defTabSz="914400" rtl="0" eaLnBrk="1" fontAlgn="auto" latinLnBrk="1" hangingPunct="1">
              <a:lnSpc>
                <a:spcPct val="100000"/>
              </a:lnSpc>
              <a:spcBef>
                <a:spcPts val="0"/>
              </a:spcBef>
              <a:spcAft>
                <a:spcPts val="0"/>
              </a:spcAft>
              <a:buClrTx/>
              <a:buSzTx/>
              <a:buFontTx/>
              <a:buNone/>
              <a:tabLst/>
              <a:defRPr/>
            </a:pPr>
            <a:r>
              <a:rPr lang="vi-VN" sz="1200" dirty="0">
                <a:latin typeface="Arial" panose="02020603050405020304" pitchFamily="18" charset="0"/>
                <a:cs typeface="Times New Roman" panose="02020603050405020304" pitchFamily="18" charset="0"/>
              </a:rPr>
              <a:t>Sự khác biệt sẽ rõ hơn khi chúng ta tìm hiểu chi tiết về chúng.</a:t>
            </a:r>
          </a:p>
          <a:p>
            <a:pPr marL="0" marR="0" lvl="0" indent="0" algn="l" defTabSz="914400" rtl="0" eaLnBrk="1" fontAlgn="auto" latinLnBrk="1" hangingPunct="1">
              <a:lnSpc>
                <a:spcPct val="100000"/>
              </a:lnSpc>
              <a:spcBef>
                <a:spcPts val="0"/>
              </a:spcBef>
              <a:spcAft>
                <a:spcPts val="0"/>
              </a:spcAft>
              <a:buClrTx/>
              <a:buSzTx/>
              <a:buFontTx/>
              <a:buNone/>
              <a:tabLst/>
              <a:defRPr/>
            </a:pPr>
            <a:r>
              <a:rPr lang="vi-VN" sz="1200" dirty="0">
                <a:latin typeface="Arial" panose="02020603050405020304" pitchFamily="18" charset="0"/>
                <a:cs typeface="Times New Roman" panose="02020603050405020304" pitchFamily="18" charset="0"/>
              </a:rPr>
              <a:t>Hiện tại, chúng ta cần biết rằng thao tác tiền xử lý có thể phụ thuộc vào dạng thuật toán học máy.</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343</a:t>
            </a:fld>
            <a:endParaRPr lang="ko-KR" altLang="en-US" dirty="0"/>
          </a:p>
        </p:txBody>
      </p:sp>
    </p:spTree>
    <p:extLst>
      <p:ext uri="{BB962C8B-B14F-4D97-AF65-F5344CB8AC3E}">
        <p14:creationId xmlns:p14="http://schemas.microsoft.com/office/powerpoint/2010/main" val="4088460509"/>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92225"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ko-KR" altLang="en-US" b="0" dirty="0">
              <a:latin typeface="SamsungOne-400" panose="020B0503030303020204"/>
            </a:endParaRPr>
          </a:p>
        </p:txBody>
      </p:sp>
      <p:sp>
        <p:nvSpPr>
          <p:cNvPr id="4" name="슬라이드 번호 개체 틀 3"/>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344</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4121342602"/>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345</a:t>
            </a:fld>
            <a:endParaRPr lang="ko-KR" altLang="en-US" dirty="0"/>
          </a:p>
        </p:txBody>
      </p:sp>
    </p:spTree>
    <p:extLst>
      <p:ext uri="{BB962C8B-B14F-4D97-AF65-F5344CB8AC3E}">
        <p14:creationId xmlns:p14="http://schemas.microsoft.com/office/powerpoint/2010/main" val="4063587266"/>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346</a:t>
            </a:fld>
            <a:endParaRPr lang="ko-KR" altLang="en-US" dirty="0"/>
          </a:p>
        </p:txBody>
      </p:sp>
    </p:spTree>
    <p:extLst>
      <p:ext uri="{BB962C8B-B14F-4D97-AF65-F5344CB8AC3E}">
        <p14:creationId xmlns:p14="http://schemas.microsoft.com/office/powerpoint/2010/main" val="2405459544"/>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92225"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ko-KR" altLang="en-US" b="0" dirty="0">
              <a:latin typeface="SamsungOne-400" panose="020B0503030303020204"/>
            </a:endParaRPr>
          </a:p>
        </p:txBody>
      </p:sp>
      <p:sp>
        <p:nvSpPr>
          <p:cNvPr id="4" name="슬라이드 번호 개체 틀 3"/>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347</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3942049389"/>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348</a:t>
            </a:fld>
            <a:endParaRPr lang="ko-KR" altLang="en-US" dirty="0"/>
          </a:p>
        </p:txBody>
      </p:sp>
    </p:spTree>
    <p:extLst>
      <p:ext uri="{BB962C8B-B14F-4D97-AF65-F5344CB8AC3E}">
        <p14:creationId xmlns:p14="http://schemas.microsoft.com/office/powerpoint/2010/main" val="240941742"/>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349</a:t>
            </a:fld>
            <a:endParaRPr lang="ko-KR" altLang="en-US" dirty="0"/>
          </a:p>
        </p:txBody>
      </p:sp>
    </p:spTree>
    <p:extLst>
      <p:ext uri="{BB962C8B-B14F-4D97-AF65-F5344CB8AC3E}">
        <p14:creationId xmlns:p14="http://schemas.microsoft.com/office/powerpoint/2010/main" val="2920282304"/>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350</a:t>
            </a:fld>
            <a:endParaRPr lang="ko-KR" altLang="en-US" dirty="0"/>
          </a:p>
        </p:txBody>
      </p:sp>
    </p:spTree>
    <p:extLst>
      <p:ext uri="{BB962C8B-B14F-4D97-AF65-F5344CB8AC3E}">
        <p14:creationId xmlns:p14="http://schemas.microsoft.com/office/powerpoint/2010/main" val="2093613585"/>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351</a:t>
            </a:fld>
            <a:endParaRPr lang="ko-KR" altLang="en-US" dirty="0"/>
          </a:p>
        </p:txBody>
      </p:sp>
    </p:spTree>
    <p:extLst>
      <p:ext uri="{BB962C8B-B14F-4D97-AF65-F5344CB8AC3E}">
        <p14:creationId xmlns:p14="http://schemas.microsoft.com/office/powerpoint/2010/main" val="3645669763"/>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Count the number</a:t>
            </a:r>
            <a:r>
              <a:rPr lang="en-US" altLang="ko-KR" baseline="0" dirty="0"/>
              <a:t> of missing data with the </a:t>
            </a:r>
            <a:r>
              <a:rPr lang="en-US" altLang="ko-KR" dirty="0" err="1"/>
              <a:t>isnull</a:t>
            </a:r>
            <a:r>
              <a:rPr lang="en-US" altLang="ko-KR" dirty="0"/>
              <a:t>(</a:t>
            </a:r>
            <a:r>
              <a:rPr lang="en-US" altLang="ko-KR" baseline="0" dirty="0"/>
              <a:t>) and </a:t>
            </a:r>
            <a:r>
              <a:rPr lang="en-US" altLang="ko-KR" baseline="0" dirty="0" err="1"/>
              <a:t>notnull</a:t>
            </a:r>
            <a:r>
              <a:rPr lang="en-US" altLang="ko-KR" baseline="0" dirty="0"/>
              <a:t>().</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352</a:t>
            </a:fld>
            <a:endParaRPr lang="ko-KR" altLang="en-US" dirty="0"/>
          </a:p>
        </p:txBody>
      </p:sp>
    </p:spTree>
    <p:extLst>
      <p:ext uri="{BB962C8B-B14F-4D97-AF65-F5344CB8AC3E}">
        <p14:creationId xmlns:p14="http://schemas.microsoft.com/office/powerpoint/2010/main" val="888820669"/>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err="1">
                <a:latin typeface="SamsungOne-400" panose="020B0503030303020204" pitchFamily="34" charset="0"/>
                <a:ea typeface="SamsungOne-400" panose="020B0503030303020204" pitchFamily="34" charset="0"/>
              </a:rPr>
              <a:t>Isnull</a:t>
            </a:r>
            <a:r>
              <a:rPr lang="en-US" altLang="ko-KR" dirty="0">
                <a:latin typeface="SamsungOne-400" panose="020B0503030303020204" pitchFamily="34" charset="0"/>
                <a:ea typeface="SamsungOne-400" panose="020B0503030303020204" pitchFamily="34" charset="0"/>
              </a:rPr>
              <a:t>() </a:t>
            </a:r>
            <a:r>
              <a:rPr lang="en-US" altLang="ko-KR" dirty="0" err="1">
                <a:latin typeface="SamsungOne-400" panose="020B0503030303020204" pitchFamily="34" charset="0"/>
                <a:ea typeface="SamsungOne-400" panose="020B0503030303020204" pitchFamily="34" charset="0"/>
              </a:rPr>
              <a:t>trả</a:t>
            </a:r>
            <a:r>
              <a:rPr lang="en-US" altLang="ko-KR" dirty="0">
                <a:latin typeface="SamsungOne-400" panose="020B0503030303020204" pitchFamily="34" charset="0"/>
                <a:ea typeface="SamsungOne-400" panose="020B0503030303020204" pitchFamily="34" charset="0"/>
              </a:rPr>
              <a:t> </a:t>
            </a:r>
            <a:r>
              <a:rPr lang="en-US" altLang="ko-KR" dirty="0" err="1">
                <a:latin typeface="SamsungOne-400" panose="020B0503030303020204" pitchFamily="34" charset="0"/>
                <a:ea typeface="SamsungOne-400" panose="020B0503030303020204" pitchFamily="34" charset="0"/>
              </a:rPr>
              <a:t>về</a:t>
            </a:r>
            <a:r>
              <a:rPr lang="en-US" altLang="ko-KR" dirty="0">
                <a:latin typeface="SamsungOne-400" panose="020B0503030303020204" pitchFamily="34" charset="0"/>
                <a:ea typeface="SamsungOne-400" panose="020B0503030303020204" pitchFamily="34" charset="0"/>
              </a:rPr>
              <a:t> 1 </a:t>
            </a:r>
            <a:r>
              <a:rPr lang="en-US" altLang="ko-KR" dirty="0" err="1">
                <a:latin typeface="SamsungOne-400" panose="020B0503030303020204" pitchFamily="34" charset="0"/>
                <a:ea typeface="SamsungOne-400" panose="020B0503030303020204" pitchFamily="34" charset="0"/>
              </a:rPr>
              <a:t>cho</a:t>
            </a:r>
            <a:r>
              <a:rPr lang="en-US" altLang="ko-KR" dirty="0">
                <a:latin typeface="SamsungOne-400" panose="020B0503030303020204" pitchFamily="34" charset="0"/>
                <a:ea typeface="SamsungOne-400" panose="020B0503030303020204" pitchFamily="34" charset="0"/>
              </a:rPr>
              <a:t> </a:t>
            </a:r>
            <a:r>
              <a:rPr lang="en-US" altLang="ko-KR" dirty="0" err="1">
                <a:latin typeface="SamsungOne-400" panose="020B0503030303020204" pitchFamily="34" charset="0"/>
                <a:ea typeface="SamsungOne-400" panose="020B0503030303020204" pitchFamily="34" charset="0"/>
              </a:rPr>
              <a:t>giá</a:t>
            </a:r>
            <a:r>
              <a:rPr lang="en-US" altLang="ko-KR" dirty="0">
                <a:latin typeface="SamsungOne-400" panose="020B0503030303020204" pitchFamily="34" charset="0"/>
                <a:ea typeface="SamsungOne-400" panose="020B0503030303020204" pitchFamily="34" charset="0"/>
              </a:rPr>
              <a:t> </a:t>
            </a:r>
            <a:r>
              <a:rPr lang="en-US" altLang="ko-KR" dirty="0" err="1">
                <a:latin typeface="SamsungOne-400" panose="020B0503030303020204" pitchFamily="34" charset="0"/>
                <a:ea typeface="SamsungOne-400" panose="020B0503030303020204" pitchFamily="34" charset="0"/>
              </a:rPr>
              <a:t>trị</a:t>
            </a:r>
            <a:r>
              <a:rPr lang="en-US" altLang="ko-KR" dirty="0">
                <a:latin typeface="SamsungOne-400" panose="020B0503030303020204" pitchFamily="34" charset="0"/>
                <a:ea typeface="SamsungOne-400" panose="020B0503030303020204" pitchFamily="34" charset="0"/>
              </a:rPr>
              <a:t> </a:t>
            </a:r>
            <a:r>
              <a:rPr lang="en-US" altLang="ko-KR" dirty="0" err="1">
                <a:latin typeface="SamsungOne-400" panose="020B0503030303020204" pitchFamily="34" charset="0"/>
                <a:ea typeface="SamsungOne-400" panose="020B0503030303020204" pitchFamily="34" charset="0"/>
              </a:rPr>
              <a:t>đúng</a:t>
            </a:r>
            <a:r>
              <a:rPr lang="en-US" altLang="ko-KR" dirty="0">
                <a:latin typeface="SamsungOne-400" panose="020B0503030303020204" pitchFamily="34" charset="0"/>
                <a:ea typeface="SamsungOne-400" panose="020B0503030303020204" pitchFamily="34" charset="0"/>
              </a:rPr>
              <a:t> </a:t>
            </a:r>
            <a:r>
              <a:rPr lang="en-US" altLang="ko-KR" dirty="0" err="1">
                <a:latin typeface="SamsungOne-400" panose="020B0503030303020204" pitchFamily="34" charset="0"/>
                <a:ea typeface="SamsungOne-400" panose="020B0503030303020204" pitchFamily="34" charset="0"/>
              </a:rPr>
              <a:t>và</a:t>
            </a:r>
            <a:r>
              <a:rPr lang="en-US" altLang="ko-KR" dirty="0">
                <a:latin typeface="SamsungOne-400" panose="020B0503030303020204" pitchFamily="34" charset="0"/>
                <a:ea typeface="SamsungOne-400" panose="020B0503030303020204" pitchFamily="34" charset="0"/>
              </a:rPr>
              <a:t> 0 </a:t>
            </a:r>
            <a:r>
              <a:rPr lang="en-US" altLang="ko-KR" dirty="0" err="1">
                <a:latin typeface="SamsungOne-400" panose="020B0503030303020204" pitchFamily="34" charset="0"/>
                <a:ea typeface="SamsungOne-400" panose="020B0503030303020204" pitchFamily="34" charset="0"/>
              </a:rPr>
              <a:t>cho</a:t>
            </a:r>
            <a:r>
              <a:rPr lang="en-US" altLang="ko-KR" dirty="0">
                <a:latin typeface="SamsungOne-400" panose="020B0503030303020204" pitchFamily="34" charset="0"/>
                <a:ea typeface="SamsungOne-400" panose="020B0503030303020204" pitchFamily="34" charset="0"/>
              </a:rPr>
              <a:t> </a:t>
            </a:r>
            <a:r>
              <a:rPr lang="en-US" altLang="ko-KR" dirty="0" err="1">
                <a:latin typeface="SamsungOne-400" panose="020B0503030303020204" pitchFamily="34" charset="0"/>
                <a:ea typeface="SamsungOne-400" panose="020B0503030303020204" pitchFamily="34" charset="0"/>
              </a:rPr>
              <a:t>giá</a:t>
            </a:r>
            <a:r>
              <a:rPr lang="en-US" altLang="ko-KR" dirty="0">
                <a:latin typeface="SamsungOne-400" panose="020B0503030303020204" pitchFamily="34" charset="0"/>
                <a:ea typeface="SamsungOne-400" panose="020B0503030303020204" pitchFamily="34" charset="0"/>
              </a:rPr>
              <a:t> </a:t>
            </a:r>
            <a:r>
              <a:rPr lang="en-US" altLang="ko-KR" dirty="0" err="1">
                <a:latin typeface="SamsungOne-400" panose="020B0503030303020204" pitchFamily="34" charset="0"/>
                <a:ea typeface="SamsungOne-400" panose="020B0503030303020204" pitchFamily="34" charset="0"/>
              </a:rPr>
              <a:t>trị</a:t>
            </a:r>
            <a:r>
              <a:rPr lang="en-US" altLang="ko-KR" dirty="0">
                <a:latin typeface="SamsungOne-400" panose="020B0503030303020204" pitchFamily="34" charset="0"/>
                <a:ea typeface="SamsungOne-400" panose="020B0503030303020204" pitchFamily="34" charset="0"/>
              </a:rPr>
              <a:t> </a:t>
            </a:r>
            <a:r>
              <a:rPr lang="en-US" altLang="ko-KR" dirty="0" err="1">
                <a:latin typeface="SamsungOne-400" panose="020B0503030303020204" pitchFamily="34" charset="0"/>
                <a:ea typeface="SamsungOne-400" panose="020B0503030303020204" pitchFamily="34" charset="0"/>
              </a:rPr>
              <a:t>sai</a:t>
            </a:r>
            <a:r>
              <a:rPr lang="en-US" altLang="ko-KR" dirty="0">
                <a:latin typeface="SamsungOne-400" panose="020B0503030303020204" pitchFamily="34" charset="0"/>
                <a:ea typeface="SamsungOne-400" panose="020B0503030303020204" pitchFamily="34" charset="0"/>
              </a:rPr>
              <a:t>. </a:t>
            </a:r>
            <a:r>
              <a:rPr lang="en-US" altLang="ko-KR" dirty="0" err="1">
                <a:latin typeface="SamsungOne-400" panose="020B0503030303020204" pitchFamily="34" charset="0"/>
                <a:ea typeface="SamsungOne-400" panose="020B0503030303020204" pitchFamily="34" charset="0"/>
              </a:rPr>
              <a:t>Sử</a:t>
            </a:r>
            <a:r>
              <a:rPr lang="en-US" altLang="ko-KR" dirty="0">
                <a:latin typeface="SamsungOne-400" panose="020B0503030303020204" pitchFamily="34" charset="0"/>
                <a:ea typeface="SamsungOne-400" panose="020B0503030303020204" pitchFamily="34" charset="0"/>
              </a:rPr>
              <a:t> </a:t>
            </a:r>
            <a:r>
              <a:rPr lang="en-US" altLang="ko-KR" dirty="0" err="1">
                <a:latin typeface="SamsungOne-400" panose="020B0503030303020204" pitchFamily="34" charset="0"/>
                <a:ea typeface="SamsungOne-400" panose="020B0503030303020204" pitchFamily="34" charset="0"/>
              </a:rPr>
              <a:t>dụng</a:t>
            </a:r>
            <a:r>
              <a:rPr lang="en-US" altLang="ko-KR" dirty="0">
                <a:latin typeface="SamsungOne-400" panose="020B0503030303020204" pitchFamily="34" charset="0"/>
                <a:ea typeface="SamsungOne-400" panose="020B0503030303020204" pitchFamily="34" charset="0"/>
              </a:rPr>
              <a:t> </a:t>
            </a:r>
            <a:r>
              <a:rPr lang="en-US" altLang="ko-KR" dirty="0" err="1">
                <a:latin typeface="SamsungOne-400" panose="020B0503030303020204" pitchFamily="34" charset="0"/>
                <a:ea typeface="SamsungOne-400" panose="020B0503030303020204" pitchFamily="34" charset="0"/>
              </a:rPr>
              <a:t>isnull</a:t>
            </a:r>
            <a:r>
              <a:rPr lang="en-US" altLang="ko-KR" dirty="0">
                <a:latin typeface="SamsungOne-400" panose="020B0503030303020204" pitchFamily="34" charset="0"/>
                <a:ea typeface="SamsungOne-400" panose="020B0503030303020204" pitchFamily="34" charset="0"/>
              </a:rPr>
              <a:t>() </a:t>
            </a:r>
            <a:r>
              <a:rPr lang="en-US" altLang="ko-KR" dirty="0" err="1">
                <a:latin typeface="SamsungOne-400" panose="020B0503030303020204" pitchFamily="34" charset="0"/>
                <a:ea typeface="SamsungOne-400" panose="020B0503030303020204" pitchFamily="34" charset="0"/>
              </a:rPr>
              <a:t>và</a:t>
            </a:r>
            <a:r>
              <a:rPr lang="en-US" altLang="ko-KR" dirty="0">
                <a:latin typeface="SamsungOne-400" panose="020B0503030303020204" pitchFamily="34" charset="0"/>
                <a:ea typeface="SamsungOne-400" panose="020B0503030303020204" pitchFamily="34" charset="0"/>
              </a:rPr>
              <a:t> sum(axis=0) </a:t>
            </a:r>
            <a:r>
              <a:rPr lang="en-US" altLang="ko-KR" dirty="0" err="1">
                <a:latin typeface="SamsungOne-400" panose="020B0503030303020204" pitchFamily="34" charset="0"/>
                <a:ea typeface="SamsungOne-400" panose="020B0503030303020204" pitchFamily="34" charset="0"/>
              </a:rPr>
              <a:t>trả</a:t>
            </a:r>
            <a:r>
              <a:rPr lang="en-US" altLang="ko-KR" dirty="0">
                <a:latin typeface="SamsungOne-400" panose="020B0503030303020204" pitchFamily="34" charset="0"/>
                <a:ea typeface="SamsungOne-400" panose="020B0503030303020204" pitchFamily="34" charset="0"/>
              </a:rPr>
              <a:t> </a:t>
            </a:r>
            <a:r>
              <a:rPr lang="en-US" altLang="ko-KR" dirty="0" err="1">
                <a:latin typeface="SamsungOne-400" panose="020B0503030303020204" pitchFamily="34" charset="0"/>
                <a:ea typeface="SamsungOne-400" panose="020B0503030303020204" pitchFamily="34" charset="0"/>
              </a:rPr>
              <a:t>về</a:t>
            </a:r>
            <a:r>
              <a:rPr lang="en-US" altLang="ko-KR" dirty="0">
                <a:latin typeface="SamsungOne-400" panose="020B0503030303020204" pitchFamily="34" charset="0"/>
                <a:ea typeface="SamsungOne-400" panose="020B0503030303020204" pitchFamily="34" charset="0"/>
              </a:rPr>
              <a:t> true (1).</a:t>
            </a:r>
            <a:endParaRPr lang="en-US" altLang="ko-KR" baseline="0" dirty="0">
              <a:latin typeface="SamsungOne-400" panose="020B0503030303020204" pitchFamily="34" charset="0"/>
              <a:ea typeface="SamsungOne-400" panose="020B0503030303020204" pitchFamily="34" charset="0"/>
            </a:endParaRP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353</a:t>
            </a:fld>
            <a:endParaRPr lang="ko-KR" altLang="en-US" dirty="0"/>
          </a:p>
        </p:txBody>
      </p:sp>
    </p:spTree>
    <p:extLst>
      <p:ext uri="{BB962C8B-B14F-4D97-AF65-F5344CB8AC3E}">
        <p14:creationId xmlns:p14="http://schemas.microsoft.com/office/powerpoint/2010/main" val="2196239342"/>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err="1"/>
              <a:t>Trong</a:t>
            </a:r>
            <a:r>
              <a:rPr lang="en-US" altLang="ko-KR" dirty="0"/>
              <a:t> </a:t>
            </a:r>
            <a:r>
              <a:rPr lang="en-US" altLang="ko-KR" dirty="0" err="1"/>
              <a:t>tổng</a:t>
            </a:r>
            <a:r>
              <a:rPr lang="en-US" altLang="ko-KR" dirty="0"/>
              <a:t> </a:t>
            </a:r>
            <a:r>
              <a:rPr lang="en-US" altLang="ko-KR" dirty="0" err="1"/>
              <a:t>số</a:t>
            </a:r>
            <a:r>
              <a:rPr lang="en-US" altLang="ko-KR" dirty="0"/>
              <a:t> 891 </a:t>
            </a:r>
            <a:r>
              <a:rPr lang="en-US" altLang="ko-KR" dirty="0" err="1"/>
              <a:t>hành</a:t>
            </a:r>
            <a:r>
              <a:rPr lang="en-US" altLang="ko-KR" dirty="0"/>
              <a:t> </a:t>
            </a:r>
            <a:r>
              <a:rPr lang="en-US" altLang="ko-KR" dirty="0" err="1"/>
              <a:t>khách</a:t>
            </a:r>
            <a:r>
              <a:rPr lang="en-US" altLang="ko-KR" dirty="0"/>
              <a:t>, 699 deck (‘deck' </a:t>
            </a:r>
            <a:r>
              <a:rPr lang="en-US" altLang="ko-KR" dirty="0" err="1"/>
              <a:t>thô</a:t>
            </a:r>
            <a:r>
              <a:rPr lang="en-US" altLang="ko-KR" dirty="0"/>
              <a:t>) </a:t>
            </a:r>
            <a:r>
              <a:rPr lang="en-US" altLang="ko-KR" dirty="0" err="1"/>
              <a:t>bị</a:t>
            </a:r>
            <a:r>
              <a:rPr lang="en-US" altLang="ko-KR" dirty="0"/>
              <a:t> </a:t>
            </a:r>
            <a:r>
              <a:rPr lang="en-US" altLang="ko-KR" dirty="0" err="1"/>
              <a:t>thiếu</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Do </a:t>
            </a:r>
            <a:r>
              <a:rPr lang="en-US" altLang="ko-KR" dirty="0" err="1"/>
              <a:t>tỷ</a:t>
            </a:r>
            <a:r>
              <a:rPr lang="en-US" altLang="ko-KR" dirty="0"/>
              <a:t> </a:t>
            </a:r>
            <a:r>
              <a:rPr lang="en-US" altLang="ko-KR" dirty="0" err="1"/>
              <a:t>lệ</a:t>
            </a:r>
            <a:r>
              <a:rPr lang="en-US" altLang="ko-KR" dirty="0"/>
              <a:t> </a:t>
            </a:r>
            <a:r>
              <a:rPr lang="en-US" altLang="ko-KR" dirty="0" err="1"/>
              <a:t>dữ</a:t>
            </a:r>
            <a:r>
              <a:rPr lang="en-US" altLang="ko-KR" dirty="0"/>
              <a:t> </a:t>
            </a:r>
            <a:r>
              <a:rPr lang="en-US" altLang="ko-KR" dirty="0" err="1"/>
              <a:t>liệu</a:t>
            </a:r>
            <a:r>
              <a:rPr lang="en-US" altLang="ko-KR" dirty="0"/>
              <a:t> </a:t>
            </a:r>
            <a:r>
              <a:rPr lang="en-US" altLang="ko-KR" dirty="0" err="1"/>
              <a:t>nhiệm</a:t>
            </a:r>
            <a:r>
              <a:rPr lang="en-US" altLang="ko-KR" dirty="0"/>
              <a:t> </a:t>
            </a:r>
            <a:r>
              <a:rPr lang="en-US" altLang="ko-KR" dirty="0" err="1"/>
              <a:t>vụ</a:t>
            </a:r>
            <a:r>
              <a:rPr lang="en-US" altLang="ko-KR" dirty="0"/>
              <a:t> </a:t>
            </a:r>
            <a:r>
              <a:rPr lang="en-US" altLang="ko-KR" dirty="0" err="1"/>
              <a:t>cao</a:t>
            </a:r>
            <a:r>
              <a:rPr lang="en-US" altLang="ko-KR" dirty="0"/>
              <a:t> </a:t>
            </a:r>
            <a:r>
              <a:rPr lang="en-US" altLang="ko-KR" dirty="0" err="1"/>
              <a:t>nên</a:t>
            </a:r>
            <a:r>
              <a:rPr lang="en-US" altLang="ko-KR" dirty="0"/>
              <a:t> </a:t>
            </a:r>
            <a:r>
              <a:rPr lang="en-US" altLang="ko-KR" dirty="0" err="1"/>
              <a:t>quyết</a:t>
            </a:r>
            <a:r>
              <a:rPr lang="en-US" altLang="ko-KR" dirty="0"/>
              <a:t> </a:t>
            </a:r>
            <a:r>
              <a:rPr lang="en-US" altLang="ko-KR" dirty="0" err="1"/>
              <a:t>định</a:t>
            </a:r>
            <a:r>
              <a:rPr lang="en-US" altLang="ko-KR" dirty="0"/>
              <a:t> </a:t>
            </a:r>
            <a:r>
              <a:rPr lang="en-US" altLang="ko-KR" dirty="0" err="1"/>
              <a:t>loại</a:t>
            </a:r>
            <a:r>
              <a:rPr lang="en-US" altLang="ko-KR" dirty="0"/>
              <a:t> </a:t>
            </a:r>
            <a:r>
              <a:rPr lang="en-US" altLang="ko-KR" dirty="0" err="1"/>
              <a:t>trừ</a:t>
            </a:r>
            <a:r>
              <a:rPr lang="en-US" altLang="ko-KR" dirty="0"/>
              <a:t> </a:t>
            </a:r>
            <a:r>
              <a:rPr lang="en-US" altLang="ko-KR" dirty="0" err="1"/>
              <a:t>dữ</a:t>
            </a:r>
            <a:r>
              <a:rPr lang="en-US" altLang="ko-KR" dirty="0"/>
              <a:t> </a:t>
            </a:r>
            <a:r>
              <a:rPr lang="en-US" altLang="ko-KR" dirty="0" err="1"/>
              <a:t>liệu</a:t>
            </a:r>
            <a:r>
              <a:rPr lang="en-US" altLang="ko-KR" dirty="0"/>
              <a:t> </a:t>
            </a:r>
            <a:r>
              <a:rPr lang="en-US" altLang="ko-KR" dirty="0" err="1"/>
              <a:t>còn</a:t>
            </a:r>
            <a:r>
              <a:rPr lang="en-US" altLang="ko-KR" dirty="0"/>
              <a:t> </a:t>
            </a:r>
            <a:r>
              <a:rPr lang="en-US" altLang="ko-KR" dirty="0" err="1"/>
              <a:t>thiếu</a:t>
            </a:r>
            <a:r>
              <a:rPr lang="en-US" altLang="ko-KR" dirty="0"/>
              <a:t> </a:t>
            </a:r>
            <a:r>
              <a:rPr lang="en-US" altLang="ko-KR" dirty="0" err="1"/>
              <a:t>trong</a:t>
            </a:r>
            <a:r>
              <a:rPr lang="en-US" altLang="ko-KR" dirty="0"/>
              <a:t> </a:t>
            </a:r>
            <a:r>
              <a:rPr lang="en-US" altLang="ko-KR" dirty="0" err="1"/>
              <a:t>phân</a:t>
            </a:r>
            <a:r>
              <a:rPr lang="en-US" altLang="ko-KR" dirty="0"/>
              <a:t> </a:t>
            </a:r>
            <a:r>
              <a:rPr lang="en-US" altLang="ko-KR" dirty="0" err="1"/>
              <a:t>tích</a:t>
            </a:r>
            <a:r>
              <a:rPr lang="en-US" altLang="ko-KR" dirty="0"/>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err="1"/>
              <a:t>Chỉ</a:t>
            </a:r>
            <a:r>
              <a:rPr lang="en-US" altLang="ko-KR" dirty="0"/>
              <a:t> </a:t>
            </a:r>
            <a:r>
              <a:rPr lang="en-US" altLang="ko-KR" dirty="0" err="1"/>
              <a:t>cột</a:t>
            </a:r>
            <a:r>
              <a:rPr lang="en-US" altLang="ko-KR" dirty="0"/>
              <a:t> ‘deck' </a:t>
            </a:r>
            <a:r>
              <a:rPr lang="en-US" altLang="ko-KR" dirty="0" err="1"/>
              <a:t>thích</a:t>
            </a:r>
            <a:r>
              <a:rPr lang="en-US" altLang="ko-KR" dirty="0"/>
              <a:t> </a:t>
            </a:r>
            <a:r>
              <a:rPr lang="en-US" altLang="ko-KR" dirty="0" err="1"/>
              <a:t>hợp</a:t>
            </a:r>
            <a:r>
              <a:rPr lang="en-US" altLang="ko-KR" dirty="0"/>
              <a:t> </a:t>
            </a:r>
            <a:r>
              <a:rPr lang="en-US" altLang="ko-KR" dirty="0" err="1"/>
              <a:t>bị</a:t>
            </a:r>
            <a:r>
              <a:rPr lang="en-US" altLang="ko-KR" dirty="0"/>
              <a:t> </a:t>
            </a:r>
            <a:r>
              <a:rPr lang="en-US" altLang="ko-KR" dirty="0" err="1"/>
              <a:t>xóa</a:t>
            </a:r>
            <a:r>
              <a:rPr lang="en-US" altLang="ko-KR" dirty="0"/>
              <a:t>.</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354</a:t>
            </a:fld>
            <a:endParaRPr lang="ko-KR" altLang="en-US" dirty="0"/>
          </a:p>
        </p:txBody>
      </p:sp>
    </p:spTree>
    <p:extLst>
      <p:ext uri="{BB962C8B-B14F-4D97-AF65-F5344CB8AC3E}">
        <p14:creationId xmlns:p14="http://schemas.microsoft.com/office/powerpoint/2010/main" val="28407180"/>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dirty="0">
                <a:solidFill>
                  <a:schemeClr val="tx1">
                    <a:lumMod val="85000"/>
                    <a:lumOff val="15000"/>
                  </a:schemeClr>
                </a:solidFill>
                <a:latin typeface="SamsungOne-400" panose="020B0503030303020204" pitchFamily="34" charset="0"/>
                <a:ea typeface="SamsungOne-400" panose="020B0503030303020204" pitchFamily="34" charset="0"/>
              </a:rPr>
              <a:t>Delete the ‘how=any’ option when at least one </a:t>
            </a:r>
            <a:r>
              <a:rPr lang="en-US" altLang="ko-KR" sz="1200" dirty="0" err="1">
                <a:solidFill>
                  <a:schemeClr val="tx1">
                    <a:lumMod val="85000"/>
                    <a:lumOff val="15000"/>
                  </a:schemeClr>
                </a:solidFill>
                <a:latin typeface="SamsungOne-400" panose="020B0503030303020204" pitchFamily="34" charset="0"/>
                <a:ea typeface="SamsungOne-400" panose="020B0503030303020204" pitchFamily="34" charset="0"/>
              </a:rPr>
              <a:t>NaN</a:t>
            </a:r>
            <a:r>
              <a:rPr lang="en-US" altLang="ko-KR" sz="1200" baseline="0" dirty="0">
                <a:solidFill>
                  <a:schemeClr val="tx1">
                    <a:lumMod val="85000"/>
                    <a:lumOff val="15000"/>
                  </a:schemeClr>
                </a:solidFill>
                <a:latin typeface="SamsungOne-400" panose="020B0503030303020204" pitchFamily="34" charset="0"/>
                <a:ea typeface="SamsungOne-400" panose="020B0503030303020204" pitchFamily="34" charset="0"/>
              </a:rPr>
              <a:t> value exists.</a:t>
            </a: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355</a:t>
            </a:fld>
            <a:endParaRPr lang="ko-KR" altLang="en-US" dirty="0"/>
          </a:p>
        </p:txBody>
      </p:sp>
    </p:spTree>
    <p:extLst>
      <p:ext uri="{BB962C8B-B14F-4D97-AF65-F5344CB8AC3E}">
        <p14:creationId xmlns:p14="http://schemas.microsoft.com/office/powerpoint/2010/main" val="1844218591"/>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356</a:t>
            </a:fld>
            <a:endParaRPr lang="ko-KR" altLang="en-US" dirty="0"/>
          </a:p>
        </p:txBody>
      </p:sp>
    </p:spTree>
    <p:extLst>
      <p:ext uri="{BB962C8B-B14F-4D97-AF65-F5344CB8AC3E}">
        <p14:creationId xmlns:p14="http://schemas.microsoft.com/office/powerpoint/2010/main" val="2518644510"/>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u="none" dirty="0" err="1"/>
              <a:t>Kiểm</a:t>
            </a:r>
            <a:r>
              <a:rPr lang="en-US" altLang="ko-KR" u="none" dirty="0"/>
              <a:t> </a:t>
            </a:r>
            <a:r>
              <a:rPr lang="en-US" altLang="ko-KR" u="none" dirty="0" err="1"/>
              <a:t>tra</a:t>
            </a:r>
            <a:r>
              <a:rPr lang="en-US" altLang="ko-KR" u="none" dirty="0"/>
              <a:t> </a:t>
            </a:r>
            <a:r>
              <a:rPr lang="en-US" altLang="ko-KR" u="none" dirty="0" err="1"/>
              <a:t>các</a:t>
            </a:r>
            <a:r>
              <a:rPr lang="en-US" altLang="ko-KR" u="none" dirty="0"/>
              <a:t> </a:t>
            </a:r>
            <a:r>
              <a:rPr lang="en-US" altLang="ko-KR" u="none" dirty="0" err="1"/>
              <a:t>phần</a:t>
            </a:r>
            <a:r>
              <a:rPr lang="en-US" altLang="ko-KR" u="none" dirty="0"/>
              <a:t> </a:t>
            </a:r>
            <a:r>
              <a:rPr lang="en-US" altLang="ko-KR" u="none" dirty="0" err="1"/>
              <a:t>của</a:t>
            </a:r>
            <a:r>
              <a:rPr lang="en-US" altLang="ko-KR" u="none" dirty="0"/>
              <a:t> </a:t>
            </a:r>
            <a:r>
              <a:rPr lang="en-US" altLang="ko-KR" u="none" dirty="0" err="1"/>
              <a:t>cột</a:t>
            </a:r>
            <a:r>
              <a:rPr lang="en-US" altLang="ko-KR" u="none" dirty="0"/>
              <a:t> '</a:t>
            </a:r>
            <a:r>
              <a:rPr lang="en-US" altLang="ko-KR" u="none" dirty="0" err="1"/>
              <a:t>embark_town</a:t>
            </a:r>
            <a:r>
              <a:rPr lang="en-US" altLang="ko-KR" u="none" dirty="0"/>
              <a:t>' </a:t>
            </a:r>
            <a:r>
              <a:rPr lang="en-US" altLang="ko-KR" u="none" dirty="0" err="1"/>
              <a:t>biểu</a:t>
            </a:r>
            <a:r>
              <a:rPr lang="en-US" altLang="ko-KR" u="none" dirty="0"/>
              <a:t> </a:t>
            </a:r>
            <a:r>
              <a:rPr lang="en-US" altLang="ko-KR" u="none" dirty="0" err="1"/>
              <a:t>thị</a:t>
            </a:r>
            <a:r>
              <a:rPr lang="en-US" altLang="ko-KR" u="none" dirty="0"/>
              <a:t> </a:t>
            </a:r>
            <a:r>
              <a:rPr lang="en-US" altLang="ko-KR" u="none" dirty="0" err="1"/>
              <a:t>các</a:t>
            </a:r>
            <a:r>
              <a:rPr lang="en-US" altLang="ko-KR" u="none" dirty="0"/>
              <a:t> </a:t>
            </a:r>
            <a:r>
              <a:rPr lang="en-US" altLang="ko-KR" u="none" dirty="0" err="1"/>
              <a:t>thị</a:t>
            </a:r>
            <a:r>
              <a:rPr lang="en-US" altLang="ko-KR" u="none" dirty="0"/>
              <a:t> </a:t>
            </a:r>
            <a:r>
              <a:rPr lang="en-US" altLang="ko-KR" u="none" dirty="0" err="1"/>
              <a:t>trấn</a:t>
            </a:r>
            <a:r>
              <a:rPr lang="en-US" altLang="ko-KR" u="none" dirty="0"/>
              <a:t> </a:t>
            </a:r>
            <a:r>
              <a:rPr lang="en-US" altLang="ko-KR" u="none" dirty="0" err="1"/>
              <a:t>bắt</a:t>
            </a:r>
            <a:r>
              <a:rPr lang="en-US" altLang="ko-KR" u="none" dirty="0"/>
              <a:t> </a:t>
            </a:r>
            <a:r>
              <a:rPr lang="en-US" altLang="ko-KR" u="none" dirty="0" err="1"/>
              <a:t>đầu</a:t>
            </a:r>
            <a:r>
              <a:rPr lang="en-US" altLang="ko-KR" u="none" dirty="0"/>
              <a:t>.</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357</a:t>
            </a:fld>
            <a:endParaRPr lang="ko-KR" altLang="en-US" dirty="0"/>
          </a:p>
        </p:txBody>
      </p:sp>
    </p:spTree>
    <p:extLst>
      <p:ext uri="{BB962C8B-B14F-4D97-AF65-F5344CB8AC3E}">
        <p14:creationId xmlns:p14="http://schemas.microsoft.com/office/powerpoint/2010/main" val="2592798548"/>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Bạn có thể truy xuất số lượng hành khách cho mỗi thị trấn bắt đầu bằng cách sử dụng phương thức value_counts().</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Tìm thị trấn có giá trị lớn nhất bằng cách sử dụng phương thức idxmax().</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Dữ liệu bị thiếu đã được thay thế bằng </a:t>
            </a:r>
            <a:r>
              <a:rPr lang="en-US" altLang="ko-KR" dirty="0"/>
              <a:t>mode</a:t>
            </a:r>
            <a:r>
              <a:rPr lang="vi-VN" altLang="ko-KR" dirty="0"/>
              <a:t> (Southampton).</a:t>
            </a: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358</a:t>
            </a:fld>
            <a:endParaRPr lang="ko-KR" altLang="en-US" dirty="0"/>
          </a:p>
        </p:txBody>
      </p:sp>
    </p:spTree>
    <p:extLst>
      <p:ext uri="{BB962C8B-B14F-4D97-AF65-F5344CB8AC3E}">
        <p14:creationId xmlns:p14="http://schemas.microsoft.com/office/powerpoint/2010/main" val="2628048284"/>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359</a:t>
            </a:fld>
            <a:endParaRPr lang="ko-KR" altLang="en-US" dirty="0"/>
          </a:p>
        </p:txBody>
      </p:sp>
    </p:spTree>
    <p:extLst>
      <p:ext uri="{BB962C8B-B14F-4D97-AF65-F5344CB8AC3E}">
        <p14:creationId xmlns:p14="http://schemas.microsoft.com/office/powerpoint/2010/main" val="2381483495"/>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Nếu bạn thêm tùy chọn method=‘ffill’ vào phương thức fillna(), nó sẽ thay đổi giá trị NaN thành giá trị của hàng ngay trước đó.</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a:t>T</a:t>
            </a:r>
            <a:r>
              <a:rPr lang="vi-VN" altLang="ko-KR" dirty="0"/>
              <a:t>ùy chọn method=‘bfill’ thay đổi giá trị NaN thành giá trị của hàng ngay sau đó.</a:t>
            </a: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360</a:t>
            </a:fld>
            <a:endParaRPr lang="ko-KR" altLang="en-US" dirty="0"/>
          </a:p>
        </p:txBody>
      </p:sp>
    </p:spTree>
    <p:extLst>
      <p:ext uri="{BB962C8B-B14F-4D97-AF65-F5344CB8AC3E}">
        <p14:creationId xmlns:p14="http://schemas.microsoft.com/office/powerpoint/2010/main" val="1547797841"/>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92225"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ko-KR" altLang="en-US" b="0" dirty="0">
              <a:latin typeface="SamsungOne-400" panose="020B0503030303020204"/>
            </a:endParaRPr>
          </a:p>
        </p:txBody>
      </p:sp>
      <p:sp>
        <p:nvSpPr>
          <p:cNvPr id="4" name="슬라이드 번호 개체 틀 3"/>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361</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2237652336"/>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362</a:t>
            </a:fld>
            <a:endParaRPr lang="ko-KR" altLang="en-US" dirty="0"/>
          </a:p>
        </p:txBody>
      </p:sp>
    </p:spTree>
    <p:extLst>
      <p:ext uri="{BB962C8B-B14F-4D97-AF65-F5344CB8AC3E}">
        <p14:creationId xmlns:p14="http://schemas.microsoft.com/office/powerpoint/2010/main" val="270393660"/>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363</a:t>
            </a:fld>
            <a:endParaRPr lang="ko-KR" altLang="en-US" dirty="0"/>
          </a:p>
        </p:txBody>
      </p:sp>
    </p:spTree>
    <p:extLst>
      <p:ext uri="{BB962C8B-B14F-4D97-AF65-F5344CB8AC3E}">
        <p14:creationId xmlns:p14="http://schemas.microsoft.com/office/powerpoint/2010/main" val="2756881500"/>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sz="1200" dirty="0">
                <a:solidFill>
                  <a:schemeClr val="tx1">
                    <a:lumMod val="85000"/>
                    <a:lumOff val="15000"/>
                  </a:schemeClr>
                </a:solidFill>
                <a:latin typeface="SamsungOne-400" panose="020B0503030303020204" pitchFamily="34" charset="0"/>
                <a:ea typeface="SamsungOne-400" panose="020B0503030303020204" pitchFamily="34" charset="0"/>
              </a:rPr>
              <a:t>Dữ liệu của hàng 0 giống với dữ liệu của hàng 1, nhưng nó là giá trị đầu tiên. Tức là nó trả về giá trị False vì không có dữ liệu để so sánh. Điều đó có nghĩa là nó không bị trùng lặp.</a:t>
            </a: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364</a:t>
            </a:fld>
            <a:endParaRPr lang="ko-KR" altLang="en-US" dirty="0"/>
          </a:p>
        </p:txBody>
      </p:sp>
    </p:spTree>
    <p:extLst>
      <p:ext uri="{BB962C8B-B14F-4D97-AF65-F5344CB8AC3E}">
        <p14:creationId xmlns:p14="http://schemas.microsoft.com/office/powerpoint/2010/main" val="847316335"/>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Thêm tùy chọn inplace=True để sửa đổi đối tượng ban đầu.</a:t>
            </a: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365</a:t>
            </a:fld>
            <a:endParaRPr lang="ko-KR" altLang="en-US" dirty="0"/>
          </a:p>
        </p:txBody>
      </p:sp>
    </p:spTree>
    <p:extLst>
      <p:ext uri="{BB962C8B-B14F-4D97-AF65-F5344CB8AC3E}">
        <p14:creationId xmlns:p14="http://schemas.microsoft.com/office/powerpoint/2010/main" val="3958139011"/>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366</a:t>
            </a:fld>
            <a:endParaRPr lang="ko-KR" altLang="en-US" dirty="0"/>
          </a:p>
        </p:txBody>
      </p:sp>
    </p:spTree>
    <p:extLst>
      <p:ext uri="{BB962C8B-B14F-4D97-AF65-F5344CB8AC3E}">
        <p14:creationId xmlns:p14="http://schemas.microsoft.com/office/powerpoint/2010/main" val="4001022645"/>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92225"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ko-KR" altLang="en-US" b="0" dirty="0">
              <a:latin typeface="SamsungOne-400" panose="020B0503030303020204"/>
            </a:endParaRPr>
          </a:p>
        </p:txBody>
      </p:sp>
      <p:sp>
        <p:nvSpPr>
          <p:cNvPr id="4" name="슬라이드 번호 개체 틀 3"/>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367</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1291863100"/>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Ở đây chúng ta có một ví dụ về biến dẫn xuất.</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Tương tự, có thể tạo các biến dẫn xuất từ biến “Thời gian”: có thể tạo biến “Giờ”, Phút”, Giây”. </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368</a:t>
            </a:fld>
            <a:endParaRPr lang="ko-KR" altLang="en-US" dirty="0"/>
          </a:p>
        </p:txBody>
      </p:sp>
    </p:spTree>
    <p:extLst>
      <p:ext uri="{BB962C8B-B14F-4D97-AF65-F5344CB8AC3E}">
        <p14:creationId xmlns:p14="http://schemas.microsoft.com/office/powerpoint/2010/main" val="3253820241"/>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mc:AlternateContent xmlns:mc="http://schemas.openxmlformats.org/markup-compatibility/2006" xmlns:a14="http://schemas.microsoft.com/office/drawing/2010/main">
        <mc:Choice Requires="a14">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Đây là một ví dụ khác về biến dẫn xuất.</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Tương tự, kết hợp biến “Chiều rộng” và “Chiều cao” để tạo ra biến dẫn xuất “Kích thước”:</a:t>
                </a:r>
              </a:p>
              <a:p>
                <a:pPr marL="0" marR="0" lvl="0" indent="0" algn="l" defTabSz="914400" rtl="0" eaLnBrk="1" fontAlgn="auto" latinLnBrk="1"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m:rPr>
                          <m:sty m:val="p"/>
                        </m:rPr>
                        <a:rPr lang="en-US" altLang="ko-KR" sz="1200" b="0" i="0" smtClean="0">
                          <a:latin typeface="Cambria Math" panose="02040503050406030204" pitchFamily="18" charset="0"/>
                          <a:cs typeface="Times New Roman" panose="02020603050405020304" pitchFamily="18" charset="0"/>
                        </a:rPr>
                        <m:t>K</m:t>
                      </m:r>
                      <m:r>
                        <a:rPr lang="en-US" altLang="ko-KR" sz="1200" b="0" i="0" smtClean="0">
                          <a:latin typeface="Cambria Math" panose="02040503050406030204" pitchFamily="18" charset="0"/>
                          <a:cs typeface="Times New Roman" panose="02020603050405020304" pitchFamily="18" charset="0"/>
                        </a:rPr>
                        <m:t>í</m:t>
                      </m:r>
                      <m:r>
                        <m:rPr>
                          <m:sty m:val="p"/>
                        </m:rPr>
                        <a:rPr lang="en-US" altLang="ko-KR" sz="1200" b="0" i="0" smtClean="0">
                          <a:latin typeface="Cambria Math" panose="02040503050406030204" pitchFamily="18" charset="0"/>
                          <a:cs typeface="Times New Roman" panose="02020603050405020304" pitchFamily="18" charset="0"/>
                        </a:rPr>
                        <m:t>ch</m:t>
                      </m:r>
                      <m:r>
                        <a:rPr lang="en-US" altLang="ko-KR" sz="1200" b="0" i="0" smtClean="0">
                          <a:latin typeface="Cambria Math" panose="02040503050406030204" pitchFamily="18" charset="0"/>
                          <a:cs typeface="Times New Roman" panose="02020603050405020304" pitchFamily="18" charset="0"/>
                        </a:rPr>
                        <m:t> </m:t>
                      </m:r>
                      <m:r>
                        <m:rPr>
                          <m:sty m:val="p"/>
                        </m:rPr>
                        <a:rPr lang="en-US" altLang="ko-KR" sz="1200" b="0" i="0" smtClean="0">
                          <a:latin typeface="Cambria Math" panose="02040503050406030204" pitchFamily="18" charset="0"/>
                          <a:cs typeface="Times New Roman" panose="02020603050405020304" pitchFamily="18" charset="0"/>
                        </a:rPr>
                        <m:t>th</m:t>
                      </m:r>
                      <m:r>
                        <a:rPr lang="en-US" altLang="ko-KR" sz="1200" b="0" i="0" smtClean="0">
                          <a:latin typeface="Cambria Math" panose="02040503050406030204" pitchFamily="18" charset="0"/>
                          <a:cs typeface="Times New Roman" panose="02020603050405020304" pitchFamily="18" charset="0"/>
                        </a:rPr>
                        <m:t>ướ</m:t>
                      </m:r>
                      <m:r>
                        <m:rPr>
                          <m:sty m:val="p"/>
                        </m:rPr>
                        <a:rPr lang="en-US" altLang="ko-KR" sz="1200" b="0" i="0" smtClean="0">
                          <a:latin typeface="Cambria Math" panose="02040503050406030204" pitchFamily="18" charset="0"/>
                          <a:cs typeface="Times New Roman" panose="02020603050405020304" pitchFamily="18" charset="0"/>
                        </a:rPr>
                        <m:t>c</m:t>
                      </m:r>
                      <m:r>
                        <a:rPr lang="en-US" altLang="ko-KR" sz="1200" b="0" i="0" smtClean="0">
                          <a:latin typeface="Cambria Math" panose="02040503050406030204" pitchFamily="18" charset="0"/>
                          <a:cs typeface="Times New Roman" panose="02020603050405020304" pitchFamily="18" charset="0"/>
                        </a:rPr>
                        <m:t>=</m:t>
                      </m:r>
                      <m:rad>
                        <m:radPr>
                          <m:degHide m:val="on"/>
                          <m:ctrlPr>
                            <a:rPr lang="en-US" altLang="ko-KR" sz="1200" b="0" i="1" smtClean="0">
                              <a:latin typeface="Cambria Math" panose="02040503050406030204" pitchFamily="18" charset="0"/>
                              <a:cs typeface="Times New Roman" panose="02020603050405020304" pitchFamily="18" charset="0"/>
                            </a:rPr>
                          </m:ctrlPr>
                        </m:radPr>
                        <m:deg/>
                        <m:e>
                          <m:sSup>
                            <m:sSupPr>
                              <m:ctrlPr>
                                <a:rPr lang="en-US" altLang="ko-KR" sz="1200" b="0" i="1" smtClean="0">
                                  <a:latin typeface="Cambria Math" panose="02040503050406030204" pitchFamily="18" charset="0"/>
                                  <a:cs typeface="Times New Roman" panose="02020603050405020304" pitchFamily="18" charset="0"/>
                                </a:rPr>
                              </m:ctrlPr>
                            </m:sSupPr>
                            <m:e>
                              <m:r>
                                <a:rPr lang="en-US" altLang="ko-KR" sz="1200" b="0" i="1" smtClean="0">
                                  <a:latin typeface="Cambria Math" panose="02040503050406030204" pitchFamily="18" charset="0"/>
                                  <a:cs typeface="Times New Roman" panose="02020603050405020304" pitchFamily="18" charset="0"/>
                                </a:rPr>
                                <m:t>𝐶h𝑖</m:t>
                              </m:r>
                              <m:r>
                                <a:rPr lang="en-US" altLang="ko-KR" sz="1200" b="0" i="1" smtClean="0">
                                  <a:latin typeface="Cambria Math" panose="02040503050406030204" pitchFamily="18" charset="0"/>
                                  <a:cs typeface="Times New Roman" panose="02020603050405020304" pitchFamily="18" charset="0"/>
                                </a:rPr>
                                <m:t>ề</m:t>
                              </m:r>
                              <m:r>
                                <a:rPr lang="en-US" altLang="ko-KR" sz="1200" b="0" i="1" smtClean="0">
                                  <a:latin typeface="Cambria Math" panose="02040503050406030204" pitchFamily="18" charset="0"/>
                                  <a:cs typeface="Times New Roman" panose="02020603050405020304" pitchFamily="18" charset="0"/>
                                </a:rPr>
                                <m:t>𝑢</m:t>
                              </m:r>
                              <m:r>
                                <a:rPr lang="en-US" altLang="ko-KR" sz="1200" b="0" i="1" smtClean="0">
                                  <a:latin typeface="Cambria Math" panose="02040503050406030204" pitchFamily="18" charset="0"/>
                                  <a:cs typeface="Times New Roman" panose="02020603050405020304" pitchFamily="18" charset="0"/>
                                </a:rPr>
                                <m:t> </m:t>
                              </m:r>
                              <m:r>
                                <a:rPr lang="en-US" altLang="ko-KR" sz="1200" b="0" i="1" smtClean="0">
                                  <a:latin typeface="Cambria Math" panose="02040503050406030204" pitchFamily="18" charset="0"/>
                                  <a:cs typeface="Times New Roman" panose="02020603050405020304" pitchFamily="18" charset="0"/>
                                </a:rPr>
                                <m:t>𝑟</m:t>
                              </m:r>
                              <m:r>
                                <a:rPr lang="en-US" altLang="ko-KR" sz="1200" b="0" i="1" smtClean="0">
                                  <a:latin typeface="Cambria Math" panose="02040503050406030204" pitchFamily="18" charset="0"/>
                                  <a:cs typeface="Times New Roman" panose="02020603050405020304" pitchFamily="18" charset="0"/>
                                </a:rPr>
                                <m:t>ộ</m:t>
                              </m:r>
                              <m:r>
                                <a:rPr lang="en-US" altLang="ko-KR" sz="1200" b="0" i="1" smtClean="0">
                                  <a:latin typeface="Cambria Math" panose="02040503050406030204" pitchFamily="18" charset="0"/>
                                  <a:cs typeface="Times New Roman" panose="02020603050405020304" pitchFamily="18" charset="0"/>
                                </a:rPr>
                                <m:t>𝑛𝑔</m:t>
                              </m:r>
                            </m:e>
                            <m:sup>
                              <m:r>
                                <a:rPr lang="en-US" altLang="ko-KR" sz="1200" b="0" i="1" smtClean="0">
                                  <a:latin typeface="Cambria Math" panose="02040503050406030204" pitchFamily="18" charset="0"/>
                                  <a:cs typeface="Times New Roman" panose="02020603050405020304" pitchFamily="18" charset="0"/>
                                </a:rPr>
                                <m:t>2</m:t>
                              </m:r>
                            </m:sup>
                          </m:sSup>
                          <m:r>
                            <a:rPr lang="en-US" altLang="ko-KR" sz="1200" b="0" i="1" smtClean="0">
                              <a:latin typeface="Cambria Math" panose="02040503050406030204" pitchFamily="18" charset="0"/>
                              <a:cs typeface="Times New Roman" panose="02020603050405020304" pitchFamily="18" charset="0"/>
                            </a:rPr>
                            <m:t>+</m:t>
                          </m:r>
                          <m:sSup>
                            <m:sSupPr>
                              <m:ctrlPr>
                                <a:rPr lang="en-US" altLang="ko-KR" sz="1200" i="1">
                                  <a:latin typeface="Cambria Math" panose="02040503050406030204" pitchFamily="18" charset="0"/>
                                  <a:cs typeface="Times New Roman" panose="02020603050405020304" pitchFamily="18" charset="0"/>
                                </a:rPr>
                              </m:ctrlPr>
                            </m:sSupPr>
                            <m:e>
                              <m:r>
                                <a:rPr lang="en-US" altLang="ko-KR" sz="1200" b="0" i="1" smtClean="0">
                                  <a:latin typeface="Cambria Math" panose="02040503050406030204" pitchFamily="18" charset="0"/>
                                  <a:cs typeface="Times New Roman" panose="02020603050405020304" pitchFamily="18" charset="0"/>
                                </a:rPr>
                                <m:t>𝐶h𝑖</m:t>
                              </m:r>
                              <m:r>
                                <a:rPr lang="en-US" altLang="ko-KR" sz="1200" b="0" i="1" smtClean="0">
                                  <a:latin typeface="Cambria Math" panose="02040503050406030204" pitchFamily="18" charset="0"/>
                                  <a:cs typeface="Times New Roman" panose="02020603050405020304" pitchFamily="18" charset="0"/>
                                </a:rPr>
                                <m:t>ề</m:t>
                              </m:r>
                              <m:r>
                                <a:rPr lang="en-US" altLang="ko-KR" sz="1200" b="0" i="1" smtClean="0">
                                  <a:latin typeface="Cambria Math" panose="02040503050406030204" pitchFamily="18" charset="0"/>
                                  <a:cs typeface="Times New Roman" panose="02020603050405020304" pitchFamily="18" charset="0"/>
                                </a:rPr>
                                <m:t>𝑢</m:t>
                              </m:r>
                              <m:r>
                                <a:rPr lang="en-US" altLang="ko-KR" sz="1200" b="0" i="1" smtClean="0">
                                  <a:latin typeface="Cambria Math" panose="02040503050406030204" pitchFamily="18" charset="0"/>
                                  <a:cs typeface="Times New Roman" panose="02020603050405020304" pitchFamily="18" charset="0"/>
                                </a:rPr>
                                <m:t> </m:t>
                              </m:r>
                              <m:r>
                                <a:rPr lang="en-US" altLang="ko-KR" sz="1200" b="0" i="1" smtClean="0">
                                  <a:latin typeface="Cambria Math" panose="02040503050406030204" pitchFamily="18" charset="0"/>
                                  <a:cs typeface="Times New Roman" panose="02020603050405020304" pitchFamily="18" charset="0"/>
                                </a:rPr>
                                <m:t>𝑐𝑎𝑜</m:t>
                              </m:r>
                            </m:e>
                            <m:sup>
                              <m:r>
                                <a:rPr lang="en-US" altLang="ko-KR" sz="1200" i="1">
                                  <a:latin typeface="Cambria Math" panose="02040503050406030204" pitchFamily="18" charset="0"/>
                                  <a:cs typeface="Times New Roman" panose="02020603050405020304" pitchFamily="18" charset="0"/>
                                </a:rPr>
                                <m:t>2</m:t>
                              </m:r>
                            </m:sup>
                          </m:sSup>
                        </m:e>
                      </m:rad>
                    </m:oMath>
                  </m:oMathPara>
                </a14:m>
                <a:endParaRPr lang="vi-VN" dirty="0"/>
              </a:p>
            </p:txBody>
          </p:sp>
        </mc:Choice>
        <mc:Fallback xmlns="">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dirty="0"/>
                  <a:t>Note:</a:t>
                </a:r>
              </a:p>
              <a:p>
                <a:pPr marL="0" marR="0" lvl="0" indent="0" algn="l" defTabSz="914400" rtl="0" eaLnBrk="1" fontAlgn="auto" latinLnBrk="1" hangingPunct="1">
                  <a:lnSpc>
                    <a:spcPct val="100000"/>
                  </a:lnSpc>
                  <a:spcBef>
                    <a:spcPts val="0"/>
                  </a:spcBef>
                  <a:spcAft>
                    <a:spcPts val="0"/>
                  </a:spcAft>
                  <a:buClrTx/>
                  <a:buSzTx/>
                  <a:buFontTx/>
                  <a:buNone/>
                  <a:tabLst/>
                  <a:defRPr/>
                </a:pPr>
                <a:r>
                  <a:rPr lang="en-US" dirty="0"/>
                  <a:t>This is another example of derived variables.</a:t>
                </a:r>
              </a:p>
              <a:p>
                <a:pPr marL="0" marR="0" lvl="0" indent="0" algn="l" defTabSz="914400" rtl="0" eaLnBrk="1" fontAlgn="auto" latinLnBrk="1" hangingPunct="1">
                  <a:lnSpc>
                    <a:spcPct val="100000"/>
                  </a:lnSpc>
                  <a:spcBef>
                    <a:spcPts val="0"/>
                  </a:spcBef>
                  <a:spcAft>
                    <a:spcPts val="0"/>
                  </a:spcAft>
                  <a:buClrTx/>
                  <a:buSzTx/>
                  <a:buFontTx/>
                  <a:buNone/>
                  <a:tabLst/>
                  <a:defRPr/>
                </a:pPr>
                <a:r>
                  <a:rPr lang="en-US" dirty="0"/>
                  <a:t>Similarly, combining the “Width” and “Height” we can make a derived variable “Size”:</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i="0">
                    <a:latin typeface="Cambria Math" panose="02040503050406030204" pitchFamily="18" charset="0"/>
                    <a:cs typeface="Times New Roman" panose="02020603050405020304" pitchFamily="18" charset="0"/>
                  </a:rPr>
                  <a:t>𝑆𝑖𝑧𝑒=√(〖𝑊𝑖𝑑𝑡ℎ〗^2+〖𝐻𝑒𝑖𝑔ℎ𝑡〗^</a:t>
                </a:r>
                <a:r>
                  <a:rPr lang="en-US" altLang="ko-KR" sz="1200" i="0">
                    <a:latin typeface="Cambria Math" panose="02040503050406030204" pitchFamily="18" charset="0"/>
                    <a:cs typeface="Times New Roman" panose="02020603050405020304" pitchFamily="18" charset="0"/>
                  </a:rPr>
                  <a:t>2 </a:t>
                </a:r>
                <a:r>
                  <a:rPr lang="en-US" altLang="ko-KR" sz="1200" b="0" i="0">
                    <a:latin typeface="Cambria Math" panose="02040503050406030204" pitchFamily="18" charset="0"/>
                    <a:cs typeface="Times New Roman" panose="02020603050405020304" pitchFamily="18" charset="0"/>
                  </a:rPr>
                  <a:t>)</a:t>
                </a:r>
                <a:endParaRPr lang="en-US" dirty="0"/>
              </a:p>
            </p:txBody>
          </p:sp>
        </mc:Fallback>
      </mc:AlternateContent>
      <p:sp>
        <p:nvSpPr>
          <p:cNvPr id="4" name="Slide Number Placeholder 3"/>
          <p:cNvSpPr>
            <a:spLocks noGrp="1"/>
          </p:cNvSpPr>
          <p:nvPr>
            <p:ph type="sldNum" sz="quarter" idx="10"/>
          </p:nvPr>
        </p:nvSpPr>
        <p:spPr/>
        <p:txBody>
          <a:bodyPr/>
          <a:lstStyle/>
          <a:p>
            <a:fld id="{5B59C55F-00F1-4985-9065-F2D92AE05D03}" type="slidenum">
              <a:rPr lang="ko-KR" altLang="en-US" smtClean="0"/>
              <a:t>369</a:t>
            </a:fld>
            <a:endParaRPr lang="ko-KR" altLang="en-US" dirty="0"/>
          </a:p>
        </p:txBody>
      </p:sp>
    </p:spTree>
    <p:extLst>
      <p:ext uri="{BB962C8B-B14F-4D97-AF65-F5344CB8AC3E}">
        <p14:creationId xmlns:p14="http://schemas.microsoft.com/office/powerpoint/2010/main" val="2413684869"/>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mc:AlternateContent xmlns:mc="http://schemas.openxmlformats.org/markup-compatibility/2006" xmlns:a14="http://schemas.microsoft.com/office/drawing/2010/main">
        <mc:Choice Requires="a14">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“giá trên một đơn vị diện tích”, “đơn giá”, v.v. là những ví dụ điển hình của biến dẫn xuất.</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Trường hợp này, chỉ số khối cơ thể (BMI) cũng là một biến dẫn xuất.</a:t>
                </a:r>
              </a:p>
              <a:p>
                <a:pPr marL="0" marR="0" lvl="0" indent="0" algn="l" defTabSz="914400" rtl="0" eaLnBrk="1" fontAlgn="auto" latinLnBrk="1"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b="0" i="1" smtClean="0">
                          <a:latin typeface="Cambria Math" panose="02040503050406030204" pitchFamily="18" charset="0"/>
                        </a:rPr>
                        <m:t>𝐵𝑀𝐼</m:t>
                      </m:r>
                      <m:r>
                        <a:rPr lang="en-US" b="0" i="1" smtClean="0">
                          <a:latin typeface="Cambria Math" panose="02040503050406030204" pitchFamily="18" charset="0"/>
                        </a:rPr>
                        <m:t>=</m:t>
                      </m:r>
                      <m:r>
                        <a:rPr lang="en-US" b="0" i="1" smtClean="0">
                          <a:latin typeface="Cambria Math" panose="02040503050406030204" pitchFamily="18" charset="0"/>
                        </a:rPr>
                        <m:t>𝐶</m:t>
                      </m:r>
                      <m:r>
                        <a:rPr lang="en-US" b="0" i="1" smtClean="0">
                          <a:latin typeface="Cambria Math" panose="02040503050406030204" pitchFamily="18" charset="0"/>
                        </a:rPr>
                        <m:t>â</m:t>
                      </m:r>
                      <m:r>
                        <a:rPr lang="en-US" b="0" i="1" smtClean="0">
                          <a:latin typeface="Cambria Math" panose="02040503050406030204" pitchFamily="18" charset="0"/>
                        </a:rPr>
                        <m:t>𝑛</m:t>
                      </m:r>
                      <m:r>
                        <a:rPr lang="en-US" b="0" i="1" smtClean="0">
                          <a:latin typeface="Cambria Math" panose="02040503050406030204" pitchFamily="18" charset="0"/>
                        </a:rPr>
                        <m:t> </m:t>
                      </m:r>
                      <m:r>
                        <a:rPr lang="en-US" b="0" i="1" smtClean="0">
                          <a:latin typeface="Cambria Math" panose="02040503050406030204" pitchFamily="18" charset="0"/>
                        </a:rPr>
                        <m:t>𝑛</m:t>
                      </m:r>
                      <m:r>
                        <a:rPr lang="en-US" b="0" i="1" smtClean="0">
                          <a:latin typeface="Cambria Math" panose="02040503050406030204" pitchFamily="18" charset="0"/>
                        </a:rPr>
                        <m:t>ặ</m:t>
                      </m:r>
                      <m:r>
                        <a:rPr lang="en-US" b="0" i="1" smtClean="0">
                          <a:latin typeface="Cambria Math" panose="02040503050406030204" pitchFamily="18" charset="0"/>
                        </a:rPr>
                        <m:t>𝑛𝑔</m:t>
                      </m:r>
                      <m:r>
                        <a:rPr lang="en-US" b="0" i="1" smtClean="0">
                          <a:latin typeface="Cambria Math" panose="02040503050406030204" pitchFamily="18" charset="0"/>
                        </a:rPr>
                        <m:t> </m:t>
                      </m:r>
                      <m:r>
                        <a:rPr lang="en-US" b="0" i="1" smtClean="0">
                          <a:latin typeface="Cambria Math" panose="02040503050406030204" pitchFamily="18" charset="0"/>
                        </a:rPr>
                        <m:t>𝑡</m:t>
                      </m:r>
                      <m:r>
                        <a:rPr lang="en-US" b="0" i="1" smtClean="0">
                          <a:latin typeface="Cambria Math" panose="02040503050406030204" pitchFamily="18" charset="0"/>
                        </a:rPr>
                        <m:t>í</m:t>
                      </m:r>
                      <m:r>
                        <a:rPr lang="en-US" b="0" i="1" smtClean="0">
                          <a:latin typeface="Cambria Math" panose="02040503050406030204" pitchFamily="18" charset="0"/>
                        </a:rPr>
                        <m:t>𝑛h</m:t>
                      </m:r>
                      <m:r>
                        <a:rPr lang="en-US" b="0" i="1" smtClean="0">
                          <a:latin typeface="Cambria Math" panose="02040503050406030204" pitchFamily="18" charset="0"/>
                        </a:rPr>
                        <m:t> </m:t>
                      </m:r>
                      <m:r>
                        <a:rPr lang="en-US" b="0" i="1" smtClean="0">
                          <a:latin typeface="Cambria Math" panose="02040503050406030204" pitchFamily="18" charset="0"/>
                        </a:rPr>
                        <m:t>𝑡h𝑒𝑜</m:t>
                      </m:r>
                      <m:r>
                        <a:rPr lang="en-US" b="0" i="1" smtClean="0">
                          <a:latin typeface="Cambria Math" panose="02040503050406030204" pitchFamily="18" charset="0"/>
                        </a:rPr>
                        <m:t> </m:t>
                      </m:r>
                      <m:r>
                        <a:rPr lang="en-US" b="0" i="1" smtClean="0">
                          <a:latin typeface="Cambria Math" panose="02040503050406030204" pitchFamily="18" charset="0"/>
                        </a:rPr>
                        <m:t>𝑘𝑔</m:t>
                      </m:r>
                      <m:r>
                        <a:rPr lang="en-US" b="0" i="1" smtClean="0">
                          <a:latin typeface="Cambria Math" panose="02040503050406030204" pitchFamily="18" charset="0"/>
                        </a:rPr>
                        <m:t>/</m:t>
                      </m:r>
                      <m:sSup>
                        <m:sSupPr>
                          <m:ctrlPr>
                            <a:rPr lang="en-US" altLang="ko-KR" b="0" i="1" smtClean="0">
                              <a:latin typeface="Cambria Math" panose="02040503050406030204" pitchFamily="18" charset="0"/>
                            </a:rPr>
                          </m:ctrlPr>
                        </m:sSupPr>
                        <m:e>
                          <m:r>
                            <a:rPr lang="en-US" altLang="ko-KR" b="0" i="1" smtClean="0">
                              <a:latin typeface="Cambria Math" panose="02040503050406030204" pitchFamily="18" charset="0"/>
                            </a:rPr>
                            <m:t>[</m:t>
                          </m:r>
                          <m:r>
                            <a:rPr lang="en-US" altLang="ko-KR" b="0" i="1" smtClean="0">
                              <a:latin typeface="Cambria Math" panose="02040503050406030204" pitchFamily="18" charset="0"/>
                            </a:rPr>
                            <m:t>𝐶h𝑖</m:t>
                          </m:r>
                          <m:r>
                            <a:rPr lang="en-US" altLang="ko-KR" b="0" i="1" smtClean="0">
                              <a:latin typeface="Cambria Math" panose="02040503050406030204" pitchFamily="18" charset="0"/>
                            </a:rPr>
                            <m:t>ề</m:t>
                          </m:r>
                          <m:r>
                            <a:rPr lang="en-US" altLang="ko-KR" b="0" i="1" smtClean="0">
                              <a:latin typeface="Cambria Math" panose="02040503050406030204" pitchFamily="18" charset="0"/>
                            </a:rPr>
                            <m:t>𝑢</m:t>
                          </m:r>
                          <m:r>
                            <a:rPr lang="en-US" altLang="ko-KR" b="0" i="1" smtClean="0">
                              <a:latin typeface="Cambria Math" panose="02040503050406030204" pitchFamily="18" charset="0"/>
                            </a:rPr>
                            <m:t> </m:t>
                          </m:r>
                          <m:r>
                            <a:rPr lang="en-US" altLang="ko-KR" b="0" i="1" smtClean="0">
                              <a:latin typeface="Cambria Math" panose="02040503050406030204" pitchFamily="18" charset="0"/>
                            </a:rPr>
                            <m:t>𝑐𝑎𝑜</m:t>
                          </m:r>
                          <m:r>
                            <a:rPr lang="en-US" altLang="ko-KR" b="0" i="1" smtClean="0">
                              <a:latin typeface="Cambria Math" panose="02040503050406030204" pitchFamily="18" charset="0"/>
                            </a:rPr>
                            <m:t> </m:t>
                          </m:r>
                          <m:r>
                            <a:rPr lang="en-US" altLang="ko-KR" b="0" i="1" smtClean="0">
                              <a:latin typeface="Cambria Math" panose="02040503050406030204" pitchFamily="18" charset="0"/>
                            </a:rPr>
                            <m:t>𝑡</m:t>
                          </m:r>
                          <m:r>
                            <a:rPr lang="en-US" altLang="ko-KR" b="0" i="1" smtClean="0">
                              <a:latin typeface="Cambria Math" panose="02040503050406030204" pitchFamily="18" charset="0"/>
                            </a:rPr>
                            <m:t>í</m:t>
                          </m:r>
                          <m:r>
                            <a:rPr lang="en-US" altLang="ko-KR" b="0" i="1" smtClean="0">
                              <a:latin typeface="Cambria Math" panose="02040503050406030204" pitchFamily="18" charset="0"/>
                            </a:rPr>
                            <m:t>𝑛h</m:t>
                          </m:r>
                          <m:r>
                            <a:rPr lang="en-US" altLang="ko-KR" b="0" i="1" smtClean="0">
                              <a:latin typeface="Cambria Math" panose="02040503050406030204" pitchFamily="18" charset="0"/>
                            </a:rPr>
                            <m:t> </m:t>
                          </m:r>
                          <m:r>
                            <a:rPr lang="en-US" altLang="ko-KR" b="0" i="1" smtClean="0">
                              <a:latin typeface="Cambria Math" panose="02040503050406030204" pitchFamily="18" charset="0"/>
                            </a:rPr>
                            <m:t>𝑡h𝑒𝑜</m:t>
                          </m:r>
                          <m:r>
                            <a:rPr lang="en-US" altLang="ko-KR" b="0" i="1" smtClean="0">
                              <a:latin typeface="Cambria Math" panose="02040503050406030204" pitchFamily="18" charset="0"/>
                            </a:rPr>
                            <m:t> </m:t>
                          </m:r>
                          <m:r>
                            <a:rPr lang="en-US" altLang="ko-KR" b="0" i="1" smtClean="0">
                              <a:latin typeface="Cambria Math" panose="02040503050406030204" pitchFamily="18" charset="0"/>
                            </a:rPr>
                            <m:t>𝑚</m:t>
                          </m:r>
                          <m:r>
                            <a:rPr lang="en-US" altLang="ko-KR" b="0" i="1" smtClean="0">
                              <a:latin typeface="Cambria Math" panose="02040503050406030204" pitchFamily="18" charset="0"/>
                            </a:rPr>
                            <m:t>]</m:t>
                          </m:r>
                        </m:e>
                        <m:sup>
                          <m:r>
                            <a:rPr lang="en-US" altLang="ko-KR" b="0" i="1" smtClean="0">
                              <a:latin typeface="Cambria Math" panose="02040503050406030204" pitchFamily="18" charset="0"/>
                            </a:rPr>
                            <m:t>2</m:t>
                          </m:r>
                        </m:sup>
                      </m:sSup>
                    </m:oMath>
                  </m:oMathPara>
                </a14:m>
                <a:endParaRPr lang="vi-VN" dirty="0"/>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 </a:t>
                </a:r>
              </a:p>
            </p:txBody>
          </p:sp>
        </mc:Choice>
        <mc:Fallback xmlns="">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dirty="0" smtClean="0"/>
                  <a:t>“</a:t>
                </a:r>
                <a:r>
                  <a:rPr lang="en-US" dirty="0"/>
                  <a:t>price per area”, “price per </a:t>
                </a:r>
                <a:r>
                  <a:rPr lang="en-US" dirty="0" err="1" smtClean="0"/>
                  <a:t>Bài</a:t>
                </a:r>
                <a:r>
                  <a:rPr lang="en-US" dirty="0" smtClean="0"/>
                  <a:t>”, </a:t>
                </a:r>
                <a:r>
                  <a:rPr lang="en-US" dirty="0"/>
                  <a:t>etc. are common examples of derived variables.</a:t>
                </a:r>
              </a:p>
              <a:p>
                <a:pPr marL="0" marR="0" lvl="0" indent="0" algn="l" defTabSz="914400" rtl="0" eaLnBrk="1" fontAlgn="auto" latinLnBrk="1" hangingPunct="1">
                  <a:lnSpc>
                    <a:spcPct val="100000"/>
                  </a:lnSpc>
                  <a:spcBef>
                    <a:spcPts val="0"/>
                  </a:spcBef>
                  <a:spcAft>
                    <a:spcPts val="0"/>
                  </a:spcAft>
                  <a:buClrTx/>
                  <a:buSzTx/>
                  <a:buFontTx/>
                  <a:buNone/>
                  <a:tabLst/>
                  <a:defRPr/>
                </a:pPr>
                <a:r>
                  <a:rPr lang="en-US" dirty="0"/>
                  <a:t>In this context, the body mass index (BMI) would also be a derived variable.</a:t>
                </a:r>
              </a:p>
              <a:p>
                <a:pPr marL="0" marR="0" lvl="0" indent="0" algn="l" defTabSz="914400" rtl="0" eaLnBrk="1" fontAlgn="auto" latinLnBrk="1" hangingPunct="1">
                  <a:lnSpc>
                    <a:spcPct val="100000"/>
                  </a:lnSpc>
                  <a:spcBef>
                    <a:spcPts val="0"/>
                  </a:spcBef>
                  <a:spcAft>
                    <a:spcPts val="0"/>
                  </a:spcAft>
                  <a:buClrTx/>
                  <a:buSzTx/>
                  <a:buFontTx/>
                  <a:buNone/>
                  <a:tabLst/>
                  <a:defRPr/>
                </a:pPr>
                <a:r>
                  <a:rPr lang="en-US" b="0" i="0" smtClean="0">
                    <a:latin typeface="Cambria Math" panose="02040503050406030204" pitchFamily="18" charset="0"/>
                  </a:rPr>
                  <a:t>𝐵𝑀𝐼=𝑊𝑒𝑖𝑔ℎ𝑡 𝑖𝑛 𝑘𝑔/</a:t>
                </a:r>
                <a:r>
                  <a:rPr lang="en-US" altLang="ko-KR" b="0" i="0" smtClean="0">
                    <a:latin typeface="Cambria Math" panose="02040503050406030204" pitchFamily="18" charset="0"/>
                  </a:rPr>
                  <a:t>〖[𝐻𝑒𝑖𝑔ℎ𝑡 𝑖𝑛 𝑚]〗^2</a:t>
                </a:r>
                <a:endParaRPr lang="en-US"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dirty="0"/>
                  <a:t> </a:t>
                </a:r>
              </a:p>
            </p:txBody>
          </p:sp>
        </mc:Fallback>
      </mc:AlternateContent>
      <p:sp>
        <p:nvSpPr>
          <p:cNvPr id="4" name="Slide Number Placeholder 3"/>
          <p:cNvSpPr>
            <a:spLocks noGrp="1"/>
          </p:cNvSpPr>
          <p:nvPr>
            <p:ph type="sldNum" sz="quarter" idx="10"/>
          </p:nvPr>
        </p:nvSpPr>
        <p:spPr/>
        <p:txBody>
          <a:bodyPr/>
          <a:lstStyle/>
          <a:p>
            <a:fld id="{5B59C55F-00F1-4985-9065-F2D92AE05D03}" type="slidenum">
              <a:rPr lang="ko-KR" altLang="en-US" smtClean="0"/>
              <a:t>370</a:t>
            </a:fld>
            <a:endParaRPr lang="ko-KR" altLang="en-US" dirty="0"/>
          </a:p>
        </p:txBody>
      </p:sp>
    </p:spTree>
    <p:extLst>
      <p:ext uri="{BB962C8B-B14F-4D97-AF65-F5344CB8AC3E}">
        <p14:creationId xmlns:p14="http://schemas.microsoft.com/office/powerpoint/2010/main" val="1156470585"/>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Có thể khái quát hóa khái niệm biến dẫn xuất hơn nữa.</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+Có thể thấy rằng các thành phần chính cũng là các biến dẫn xuất từ các biến khác.</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+Có thể áp dụng các hàm và biểu thức toán học để biến đổi và tạo biến dẫn xuất. </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371</a:t>
            </a:fld>
            <a:endParaRPr lang="ko-KR" altLang="en-US" dirty="0"/>
          </a:p>
        </p:txBody>
      </p:sp>
    </p:spTree>
    <p:extLst>
      <p:ext uri="{BB962C8B-B14F-4D97-AF65-F5344CB8AC3E}">
        <p14:creationId xmlns:p14="http://schemas.microsoft.com/office/powerpoint/2010/main" val="4068316315"/>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Xử lý biến phân loại là một phần rất quan trọng trong bước chuẩn bị dữ liệu.</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Tạo biến giả là một cách.</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 </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372</a:t>
            </a:fld>
            <a:endParaRPr lang="ko-KR" altLang="en-US" dirty="0"/>
          </a:p>
        </p:txBody>
      </p:sp>
    </p:spTree>
    <p:extLst>
      <p:ext uri="{BB962C8B-B14F-4D97-AF65-F5344CB8AC3E}">
        <p14:creationId xmlns:p14="http://schemas.microsoft.com/office/powerpoint/2010/main" val="729405175"/>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Một ví dụ khác về biến giả. </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Hãy lưu ý rằng ba giá trị phân loại có thể được biểu thị bằng hai biến giả.</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373</a:t>
            </a:fld>
            <a:endParaRPr lang="ko-KR" altLang="en-US" dirty="0"/>
          </a:p>
        </p:txBody>
      </p:sp>
    </p:spTree>
    <p:extLst>
      <p:ext uri="{BB962C8B-B14F-4D97-AF65-F5344CB8AC3E}">
        <p14:creationId xmlns:p14="http://schemas.microsoft.com/office/powerpoint/2010/main" val="3842007309"/>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“Mã hóa one-hot” là một cách khác để xử lý biến phân loại.</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Trong ví dụ này, biến </a:t>
            </a:r>
            <a:r>
              <a:rPr lang="vi-VN" b="1" dirty="0"/>
              <a:t>không hẳn là </a:t>
            </a:r>
            <a:r>
              <a:rPr lang="vi-VN" dirty="0"/>
              <a:t>biến phân loại vì nó biểu thị giá trị số nguyên.</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Tuy nhiên, chúng ta thường gặp trường hợp biến số nguyên được xem là biến phân loại.</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Hơn nữa, nếu số giá trị khả dụng bị hạn chế.</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Chúng ta sẽ gặp những trường hợp như thế này sau.</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 </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374</a:t>
            </a:fld>
            <a:endParaRPr lang="ko-KR" altLang="en-US" dirty="0"/>
          </a:p>
        </p:txBody>
      </p:sp>
    </p:spTree>
    <p:extLst>
      <p:ext uri="{BB962C8B-B14F-4D97-AF65-F5344CB8AC3E}">
        <p14:creationId xmlns:p14="http://schemas.microsoft.com/office/powerpoint/2010/main" val="1815557074"/>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Luôn thận trọng khi tiến hành mã hóa nhãn.</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Việc mã hóa nhãn ngầm tự áp đặt thang đo và thứ tự tùy ý. </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Điều này OK với thuật toán dạng Cây vì các thuật toán này chia </a:t>
            </a:r>
            <a:r>
              <a:rPr lang="vi-VN" sz="1200" dirty="0">
                <a:latin typeface="Arial" panose="02020603050405020304" pitchFamily="18" charset="0"/>
                <a:cs typeface="Times New Roman" panose="02020603050405020304" pitchFamily="18" charset="0"/>
              </a:rPr>
              <a:t>không gian cấu hình thành các “bản vá” hầu như không bị </a:t>
            </a:r>
            <a:endParaRPr lang="en-US" sz="1200" dirty="0">
              <a:latin typeface="Arial" panose="02020603050405020304" pitchFamily="18" charset="0"/>
              <a:cs typeface="Times New Roman" panose="02020603050405020304" pitchFamily="18" charset="0"/>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vi-VN" sz="1200" dirty="0">
                <a:latin typeface="Arial" panose="02020603050405020304" pitchFamily="18" charset="0"/>
                <a:cs typeface="Times New Roman" panose="02020603050405020304" pitchFamily="18" charset="0"/>
              </a:rPr>
              <a:t>ảnh hưởng bởi quy mô và thứ tự. </a:t>
            </a:r>
            <a:br>
              <a:rPr lang="vi-VN" sz="1200" dirty="0">
                <a:latin typeface="Arial" panose="02020603050405020304" pitchFamily="18" charset="0"/>
                <a:cs typeface="Times New Roman" panose="02020603050405020304" pitchFamily="18" charset="0"/>
              </a:rPr>
            </a:br>
            <a:r>
              <a:rPr lang="vi-VN" sz="1200" dirty="0">
                <a:latin typeface="Arial" panose="02020603050405020304" pitchFamily="18" charset="0"/>
                <a:cs typeface="Times New Roman" panose="02020603050405020304" pitchFamily="18" charset="0"/>
              </a:rPr>
              <a:t>Tuy nhiên, thuật toán ngoài dạng Cây nhạy cảm nhiều hơn với thang đo và thứ tự.</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dirty="0">
              <a:latin typeface="Times New Roman" panose="02020603050405020304" pitchFamily="18" charset="0"/>
              <a:cs typeface="Times New Roman" panose="02020603050405020304" pitchFamily="18" charset="0"/>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375</a:t>
            </a:fld>
            <a:endParaRPr lang="ko-KR" altLang="en-US" dirty="0"/>
          </a:p>
        </p:txBody>
      </p:sp>
    </p:spTree>
    <p:extLst>
      <p:ext uri="{BB962C8B-B14F-4D97-AF65-F5344CB8AC3E}">
        <p14:creationId xmlns:p14="http://schemas.microsoft.com/office/powerpoint/2010/main" val="74683587"/>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Có thể thấy rằng các biến phân loại hiện được xử lý bằng nhiều cách.</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Tuy nhiên, chúng ta có thể chủ động đi theo hướng ngược lại:</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chuyển đổi một biến số thành biến phân loại và xử lý nó tương tự như với biến giả, v.v.</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Phương pháp này hiệu quả khi biến số gốc đưa các mẫu phức tạp phi tuyến tính vào biến đáp ứng.</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 </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376</a:t>
            </a:fld>
            <a:endParaRPr lang="ko-KR" altLang="en-US" dirty="0"/>
          </a:p>
        </p:txBody>
      </p:sp>
    </p:spTree>
    <p:extLst>
      <p:ext uri="{BB962C8B-B14F-4D97-AF65-F5344CB8AC3E}">
        <p14:creationId xmlns:p14="http://schemas.microsoft.com/office/powerpoint/2010/main" val="3140341157"/>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377</a:t>
            </a:fld>
            <a:endParaRPr lang="ko-KR" altLang="en-US" dirty="0"/>
          </a:p>
        </p:txBody>
      </p:sp>
    </p:spTree>
    <p:extLst>
      <p:ext uri="{BB962C8B-B14F-4D97-AF65-F5344CB8AC3E}">
        <p14:creationId xmlns:p14="http://schemas.microsoft.com/office/powerpoint/2010/main" val="1977000708"/>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378</a:t>
            </a:fld>
            <a:endParaRPr lang="ko-KR" altLang="en-US" dirty="0"/>
          </a:p>
        </p:txBody>
      </p:sp>
    </p:spTree>
    <p:extLst>
      <p:ext uri="{BB962C8B-B14F-4D97-AF65-F5344CB8AC3E}">
        <p14:creationId xmlns:p14="http://schemas.microsoft.com/office/powerpoint/2010/main" val="2073235332"/>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379</a:t>
            </a:fld>
            <a:endParaRPr lang="ko-KR" altLang="en-US" dirty="0"/>
          </a:p>
        </p:txBody>
      </p:sp>
    </p:spTree>
    <p:extLst>
      <p:ext uri="{BB962C8B-B14F-4D97-AF65-F5344CB8AC3E}">
        <p14:creationId xmlns:p14="http://schemas.microsoft.com/office/powerpoint/2010/main" val="2490060194"/>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380</a:t>
            </a:fld>
            <a:endParaRPr lang="ko-KR" altLang="en-US" dirty="0"/>
          </a:p>
        </p:txBody>
      </p:sp>
    </p:spTree>
    <p:extLst>
      <p:ext uri="{BB962C8B-B14F-4D97-AF65-F5344CB8AC3E}">
        <p14:creationId xmlns:p14="http://schemas.microsoft.com/office/powerpoint/2010/main" val="651793186"/>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381</a:t>
            </a:fld>
            <a:endParaRPr lang="ko-KR" altLang="en-US" dirty="0"/>
          </a:p>
        </p:txBody>
      </p:sp>
    </p:spTree>
    <p:extLst>
      <p:ext uri="{BB962C8B-B14F-4D97-AF65-F5344CB8AC3E}">
        <p14:creationId xmlns:p14="http://schemas.microsoft.com/office/powerpoint/2010/main" val="3306325399"/>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382</a:t>
            </a:fld>
            <a:endParaRPr lang="ko-KR" altLang="en-US" dirty="0"/>
          </a:p>
        </p:txBody>
      </p:sp>
    </p:spTree>
    <p:extLst>
      <p:ext uri="{BB962C8B-B14F-4D97-AF65-F5344CB8AC3E}">
        <p14:creationId xmlns:p14="http://schemas.microsoft.com/office/powerpoint/2010/main" val="2079905827"/>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383</a:t>
            </a:fld>
            <a:endParaRPr lang="ko-KR" altLang="en-US" dirty="0"/>
          </a:p>
        </p:txBody>
      </p:sp>
    </p:spTree>
    <p:extLst>
      <p:ext uri="{BB962C8B-B14F-4D97-AF65-F5344CB8AC3E}">
        <p14:creationId xmlns:p14="http://schemas.microsoft.com/office/powerpoint/2010/main" val="3799480998"/>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Nếu bạn chuyển đổi từng dữ liệu số thành tên quốc gia bằng cách sử dụng phương thức thay thế (), nó sẽ chuyển đổi thành kiểu dữ liệu đối tượng hiển thị chuỗi.</a:t>
            </a: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384</a:t>
            </a:fld>
            <a:endParaRPr lang="ko-KR" altLang="en-US" dirty="0"/>
          </a:p>
        </p:txBody>
      </p:sp>
    </p:spTree>
    <p:extLst>
      <p:ext uri="{BB962C8B-B14F-4D97-AF65-F5344CB8AC3E}">
        <p14:creationId xmlns:p14="http://schemas.microsoft.com/office/powerpoint/2010/main" val="2789863578"/>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385</a:t>
            </a:fld>
            <a:endParaRPr lang="ko-KR" altLang="en-US" dirty="0"/>
          </a:p>
        </p:txBody>
      </p:sp>
    </p:spTree>
    <p:extLst>
      <p:ext uri="{BB962C8B-B14F-4D97-AF65-F5344CB8AC3E}">
        <p14:creationId xmlns:p14="http://schemas.microsoft.com/office/powerpoint/2010/main" val="346895162"/>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Đối với số lượng giá trị riêng hữu hạn, hãy sử dụng dữ liệu danh mục.</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Sử dụng phương thức astype(‘str’) để chuyển chuỗi thành kiểu phân loại.</a:t>
            </a: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386</a:t>
            </a:fld>
            <a:endParaRPr lang="ko-KR" altLang="en-US" dirty="0"/>
          </a:p>
        </p:txBody>
      </p:sp>
    </p:spTree>
    <p:extLst>
      <p:ext uri="{BB962C8B-B14F-4D97-AF65-F5344CB8AC3E}">
        <p14:creationId xmlns:p14="http://schemas.microsoft.com/office/powerpoint/2010/main" val="2091192836"/>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387</a:t>
            </a:fld>
            <a:endParaRPr lang="ko-KR" altLang="en-US" dirty="0"/>
          </a:p>
        </p:txBody>
      </p:sp>
    </p:spTree>
    <p:extLst>
      <p:ext uri="{BB962C8B-B14F-4D97-AF65-F5344CB8AC3E}">
        <p14:creationId xmlns:p14="http://schemas.microsoft.com/office/powerpoint/2010/main" val="529531117"/>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Sử dụng hàm histogram() của NumPy để kiếm giá trị biên.</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Trả về số lượng giá trị trong mỗi phần (</a:t>
            </a:r>
            <a:r>
              <a:rPr lang="en-US" altLang="ko-KR" dirty="0"/>
              <a:t>count</a:t>
            </a:r>
            <a:r>
              <a:rPr lang="vi-VN" altLang="ko-KR" dirty="0"/>
              <a:t>) và danh sách các giá trị ranh giới (bin_diverse) bằng cách nhập số lượng </a:t>
            </a:r>
            <a:r>
              <a:rPr lang="en-US" altLang="ko-KR" dirty="0"/>
              <a:t>bin</a:t>
            </a:r>
            <a:r>
              <a:rPr lang="vi-VN" altLang="ko-KR" dirty="0"/>
              <a:t> vào </a:t>
            </a:r>
            <a:r>
              <a:rPr lang="en-US" altLang="ko-KR" dirty="0" err="1"/>
              <a:t>tùy</a:t>
            </a:r>
            <a:r>
              <a:rPr lang="en-US" altLang="ko-KR" baseline="0" dirty="0"/>
              <a:t> </a:t>
            </a:r>
            <a:r>
              <a:rPr lang="en-US" altLang="ko-KR" baseline="0" dirty="0" err="1"/>
              <a:t>chọn</a:t>
            </a:r>
            <a:r>
              <a:rPr lang="en-US" altLang="ko-KR" baseline="0" dirty="0"/>
              <a:t> bin</a:t>
            </a:r>
            <a:r>
              <a:rPr lang="vi-VN" altLang="ko-KR" dirty="0"/>
              <a:t>.</a:t>
            </a: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388</a:t>
            </a:fld>
            <a:endParaRPr lang="ko-KR" altLang="en-US" dirty="0"/>
          </a:p>
        </p:txBody>
      </p:sp>
    </p:spTree>
    <p:extLst>
      <p:ext uri="{BB962C8B-B14F-4D97-AF65-F5344CB8AC3E}">
        <p14:creationId xmlns:p14="http://schemas.microsoft.com/office/powerpoint/2010/main" val="2169187856"/>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389</a:t>
            </a:fld>
            <a:endParaRPr lang="ko-KR" altLang="en-US" dirty="0"/>
          </a:p>
        </p:txBody>
      </p:sp>
    </p:spTree>
    <p:extLst>
      <p:ext uri="{BB962C8B-B14F-4D97-AF65-F5344CB8AC3E}">
        <p14:creationId xmlns:p14="http://schemas.microsoft.com/office/powerpoint/2010/main" val="620305248"/>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390</a:t>
            </a:fld>
            <a:endParaRPr lang="ko-KR" altLang="en-US" dirty="0"/>
          </a:p>
        </p:txBody>
      </p:sp>
    </p:spTree>
    <p:extLst>
      <p:ext uri="{BB962C8B-B14F-4D97-AF65-F5344CB8AC3E}">
        <p14:creationId xmlns:p14="http://schemas.microsoft.com/office/powerpoint/2010/main" val="3380637158"/>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391</a:t>
            </a:fld>
            <a:endParaRPr lang="ko-KR" altLang="en-US" dirty="0"/>
          </a:p>
        </p:txBody>
      </p:sp>
    </p:spTree>
    <p:extLst>
      <p:ext uri="{BB962C8B-B14F-4D97-AF65-F5344CB8AC3E}">
        <p14:creationId xmlns:p14="http://schemas.microsoft.com/office/powerpoint/2010/main" val="1220576104"/>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err="1"/>
              <a:t>Gán</a:t>
            </a:r>
            <a:r>
              <a:rPr lang="en-US" altLang="ko-KR" dirty="0"/>
              <a:t> </a:t>
            </a:r>
            <a:r>
              <a:rPr lang="en-US" altLang="ko-KR" dirty="0" err="1"/>
              <a:t>danh</a:t>
            </a:r>
            <a:r>
              <a:rPr lang="en-US" altLang="ko-KR" dirty="0"/>
              <a:t> </a:t>
            </a:r>
            <a:r>
              <a:rPr lang="en-US" altLang="ko-KR" dirty="0" err="1"/>
              <a:t>sách</a:t>
            </a:r>
            <a:r>
              <a:rPr lang="en-US" altLang="ko-KR" dirty="0"/>
              <a:t> </a:t>
            </a:r>
            <a:r>
              <a:rPr lang="en-US" altLang="ko-KR" dirty="0" err="1"/>
              <a:t>các</a:t>
            </a:r>
            <a:r>
              <a:rPr lang="en-US" altLang="ko-KR" dirty="0"/>
              <a:t> </a:t>
            </a:r>
            <a:r>
              <a:rPr lang="en-US" altLang="ko-KR" dirty="0" err="1"/>
              <a:t>giá</a:t>
            </a:r>
            <a:r>
              <a:rPr lang="en-US" altLang="ko-KR" dirty="0"/>
              <a:t> </a:t>
            </a:r>
            <a:r>
              <a:rPr lang="en-US" altLang="ko-KR" dirty="0" err="1"/>
              <a:t>trị</a:t>
            </a:r>
            <a:r>
              <a:rPr lang="en-US" altLang="ko-KR" dirty="0"/>
              <a:t> </a:t>
            </a:r>
            <a:r>
              <a:rPr lang="en-US" altLang="ko-KR" dirty="0" err="1"/>
              <a:t>ranh</a:t>
            </a:r>
            <a:r>
              <a:rPr lang="en-US" altLang="ko-KR" dirty="0"/>
              <a:t> </a:t>
            </a:r>
            <a:r>
              <a:rPr lang="en-US" altLang="ko-KR" dirty="0" err="1"/>
              <a:t>giới</a:t>
            </a:r>
            <a:r>
              <a:rPr lang="en-US" altLang="ko-KR" dirty="0"/>
              <a:t> (</a:t>
            </a:r>
            <a:r>
              <a:rPr lang="en-US" altLang="ko-KR" dirty="0" err="1"/>
              <a:t>bin_diviers</a:t>
            </a:r>
            <a:r>
              <a:rPr lang="en-US" altLang="ko-KR" dirty="0"/>
              <a:t>) </a:t>
            </a:r>
            <a:r>
              <a:rPr lang="en-US" altLang="ko-KR" dirty="0" err="1"/>
              <a:t>cho</a:t>
            </a:r>
            <a:r>
              <a:rPr lang="en-US" altLang="ko-KR" dirty="0"/>
              <a:t> </a:t>
            </a:r>
            <a:r>
              <a:rPr lang="en-US" altLang="ko-KR" dirty="0" err="1"/>
              <a:t>từng</a:t>
            </a:r>
            <a:r>
              <a:rPr lang="en-US" altLang="ko-KR" dirty="0"/>
              <a:t> </a:t>
            </a:r>
            <a:r>
              <a:rPr lang="en-US" altLang="ko-KR" dirty="0" err="1"/>
              <a:t>tùy</a:t>
            </a:r>
            <a:r>
              <a:rPr lang="en-US" altLang="ko-KR" dirty="0"/>
              <a:t> </a:t>
            </a:r>
            <a:r>
              <a:rPr lang="en-US" altLang="ko-KR" dirty="0" err="1"/>
              <a:t>chọn</a:t>
            </a:r>
            <a:r>
              <a:rPr lang="en-US" altLang="ko-KR" dirty="0"/>
              <a:t> bin </a:t>
            </a:r>
            <a:r>
              <a:rPr lang="en-US" altLang="ko-KR" dirty="0" err="1"/>
              <a:t>và</a:t>
            </a:r>
            <a:r>
              <a:rPr lang="en-US" altLang="ko-KR" dirty="0"/>
              <a:t> </a:t>
            </a:r>
            <a:r>
              <a:rPr lang="en-US" altLang="ko-KR" dirty="0" err="1"/>
              <a:t>gán</a:t>
            </a:r>
            <a:r>
              <a:rPr lang="en-US" altLang="ko-KR" dirty="0"/>
              <a:t> </a:t>
            </a:r>
            <a:r>
              <a:rPr lang="en-US" altLang="ko-KR" dirty="0" err="1"/>
              <a:t>tên</a:t>
            </a:r>
            <a:r>
              <a:rPr lang="en-US" altLang="ko-KR" dirty="0"/>
              <a:t> </a:t>
            </a:r>
            <a:r>
              <a:rPr lang="en-US" altLang="ko-KR" dirty="0" err="1"/>
              <a:t>của</a:t>
            </a:r>
            <a:r>
              <a:rPr lang="en-US" altLang="ko-KR" dirty="0"/>
              <a:t> </a:t>
            </a:r>
            <a:r>
              <a:rPr lang="en-US" altLang="ko-KR" dirty="0" err="1"/>
              <a:t>từng</a:t>
            </a:r>
            <a:r>
              <a:rPr lang="en-US" altLang="ko-KR" dirty="0"/>
              <a:t> </a:t>
            </a:r>
            <a:r>
              <a:rPr lang="en-US" altLang="ko-KR" dirty="0" err="1"/>
              <a:t>ranh</a:t>
            </a:r>
            <a:r>
              <a:rPr lang="en-US" altLang="ko-KR" dirty="0"/>
              <a:t> </a:t>
            </a:r>
            <a:r>
              <a:rPr lang="en-US" altLang="ko-KR" dirty="0" err="1"/>
              <a:t>giới</a:t>
            </a:r>
            <a:r>
              <a:rPr lang="en-US" altLang="ko-KR" dirty="0"/>
              <a:t> (</a:t>
            </a:r>
            <a:r>
              <a:rPr lang="en-US" altLang="ko-KR" dirty="0" err="1"/>
              <a:t>bin_names</a:t>
            </a:r>
            <a:r>
              <a:rPr lang="en-US" altLang="ko-KR" dirty="0"/>
              <a:t>) </a:t>
            </a:r>
            <a:r>
              <a:rPr lang="en-US" altLang="ko-KR" dirty="0" err="1"/>
              <a:t>cho</a:t>
            </a:r>
            <a:r>
              <a:rPr lang="en-US" altLang="ko-KR" dirty="0"/>
              <a:t> </a:t>
            </a:r>
            <a:r>
              <a:rPr lang="en-US" altLang="ko-KR" dirty="0" err="1"/>
              <a:t>tùy</a:t>
            </a:r>
            <a:r>
              <a:rPr lang="en-US" altLang="ko-KR" dirty="0"/>
              <a:t> </a:t>
            </a:r>
            <a:r>
              <a:rPr lang="en-US" altLang="ko-KR" dirty="0" err="1"/>
              <a:t>chọn</a:t>
            </a:r>
            <a:r>
              <a:rPr lang="en-US" altLang="ko-KR" dirty="0"/>
              <a:t> </a:t>
            </a:r>
            <a:r>
              <a:rPr lang="en-US" altLang="ko-KR" dirty="0" err="1"/>
              <a:t>nhãn</a:t>
            </a:r>
            <a:r>
              <a:rPr lang="en-US" altLang="ko-KR" dirty="0"/>
              <a:t>.</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392</a:t>
            </a:fld>
            <a:endParaRPr lang="ko-KR" altLang="en-US" dirty="0"/>
          </a:p>
        </p:txBody>
      </p:sp>
    </p:spTree>
    <p:extLst>
      <p:ext uri="{BB962C8B-B14F-4D97-AF65-F5344CB8AC3E}">
        <p14:creationId xmlns:p14="http://schemas.microsoft.com/office/powerpoint/2010/main" val="3264708593"/>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393</a:t>
            </a:fld>
            <a:endParaRPr lang="ko-KR" altLang="en-US" dirty="0"/>
          </a:p>
        </p:txBody>
      </p:sp>
    </p:spTree>
    <p:extLst>
      <p:ext uri="{BB962C8B-B14F-4D97-AF65-F5344CB8AC3E}">
        <p14:creationId xmlns:p14="http://schemas.microsoft.com/office/powerpoint/2010/main" val="380749092"/>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394</a:t>
            </a:fld>
            <a:endParaRPr lang="ko-KR" altLang="en-US" dirty="0"/>
          </a:p>
        </p:txBody>
      </p:sp>
    </p:spTree>
    <p:extLst>
      <p:ext uri="{BB962C8B-B14F-4D97-AF65-F5344CB8AC3E}">
        <p14:creationId xmlns:p14="http://schemas.microsoft.com/office/powerpoint/2010/main" val="778858915"/>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Ở đây, 0 và 1 không cho biết số đó lớn hay nhỏ, nhưng cho biết một tính năng có hiện diện hay không.</a:t>
            </a: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395</a:t>
            </a:fld>
            <a:endParaRPr lang="ko-KR" altLang="en-US" dirty="0"/>
          </a:p>
        </p:txBody>
      </p:sp>
    </p:spTree>
    <p:extLst>
      <p:ext uri="{BB962C8B-B14F-4D97-AF65-F5344CB8AC3E}">
        <p14:creationId xmlns:p14="http://schemas.microsoft.com/office/powerpoint/2010/main" val="4242310742"/>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396</a:t>
            </a:fld>
            <a:endParaRPr lang="ko-KR" altLang="en-US" dirty="0"/>
          </a:p>
        </p:txBody>
      </p:sp>
    </p:spTree>
    <p:extLst>
      <p:ext uri="{BB962C8B-B14F-4D97-AF65-F5344CB8AC3E}">
        <p14:creationId xmlns:p14="http://schemas.microsoft.com/office/powerpoint/2010/main" val="1553184385"/>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397</a:t>
            </a:fld>
            <a:endParaRPr lang="ko-KR" altLang="en-US" dirty="0"/>
          </a:p>
        </p:txBody>
      </p:sp>
    </p:spTree>
    <p:extLst>
      <p:ext uri="{BB962C8B-B14F-4D97-AF65-F5344CB8AC3E}">
        <p14:creationId xmlns:p14="http://schemas.microsoft.com/office/powerpoint/2010/main" val="3743508763"/>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398</a:t>
            </a:fld>
            <a:endParaRPr lang="ko-KR" altLang="en-US" dirty="0"/>
          </a:p>
        </p:txBody>
      </p:sp>
    </p:spTree>
    <p:extLst>
      <p:ext uri="{BB962C8B-B14F-4D97-AF65-F5344CB8AC3E}">
        <p14:creationId xmlns:p14="http://schemas.microsoft.com/office/powerpoint/2010/main" val="3234982532"/>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399</a:t>
            </a:fld>
            <a:endParaRPr lang="ko-KR" altLang="en-US" dirty="0"/>
          </a:p>
        </p:txBody>
      </p:sp>
    </p:spTree>
    <p:extLst>
      <p:ext uri="{BB962C8B-B14F-4D97-AF65-F5344CB8AC3E}">
        <p14:creationId xmlns:p14="http://schemas.microsoft.com/office/powerpoint/2010/main" val="3648022952"/>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err="1"/>
              <a:t>Mỗi</a:t>
            </a:r>
            <a:r>
              <a:rPr lang="en-US" altLang="ko-KR" dirty="0"/>
              <a:t> </a:t>
            </a:r>
            <a:r>
              <a:rPr lang="en-US" altLang="ko-KR" dirty="0" err="1"/>
              <a:t>một</a:t>
            </a:r>
            <a:r>
              <a:rPr lang="en-US" altLang="ko-KR" dirty="0"/>
              <a:t> </a:t>
            </a:r>
            <a:r>
              <a:rPr lang="en-US" altLang="ko-KR" dirty="0" err="1"/>
              <a:t>trong</a:t>
            </a:r>
            <a:r>
              <a:rPr lang="en-US" altLang="ko-KR" dirty="0"/>
              <a:t> </a:t>
            </a:r>
            <a:r>
              <a:rPr lang="en-US" altLang="ko-KR" dirty="0" err="1"/>
              <a:t>ba</a:t>
            </a:r>
            <a:r>
              <a:rPr lang="en-US" altLang="ko-KR" dirty="0"/>
              <a:t> </a:t>
            </a:r>
            <a:r>
              <a:rPr lang="en-US" altLang="ko-KR" dirty="0" err="1"/>
              <a:t>giá</a:t>
            </a:r>
            <a:r>
              <a:rPr lang="en-US" altLang="ko-KR" dirty="0"/>
              <a:t> </a:t>
            </a:r>
            <a:r>
              <a:rPr lang="en-US" altLang="ko-KR" dirty="0" err="1"/>
              <a:t>trị</a:t>
            </a:r>
            <a:r>
              <a:rPr lang="en-US" altLang="ko-KR" dirty="0"/>
              <a:t> </a:t>
            </a:r>
            <a:r>
              <a:rPr lang="en-US" altLang="ko-KR" dirty="0" err="1"/>
              <a:t>riêng</a:t>
            </a:r>
            <a:r>
              <a:rPr lang="en-US" altLang="ko-KR" dirty="0"/>
              <a:t> </a:t>
            </a:r>
            <a:r>
              <a:rPr lang="en-US" altLang="ko-KR" dirty="0" err="1"/>
              <a:t>của</a:t>
            </a:r>
            <a:r>
              <a:rPr lang="en-US" altLang="ko-KR" dirty="0"/>
              <a:t> </a:t>
            </a:r>
            <a:r>
              <a:rPr lang="en-US" altLang="ko-KR" dirty="0" err="1"/>
              <a:t>cột</a:t>
            </a:r>
            <a:r>
              <a:rPr lang="en-US" altLang="ko-KR" dirty="0"/>
              <a:t> '</a:t>
            </a:r>
            <a:r>
              <a:rPr lang="en-US" altLang="ko-KR" dirty="0" err="1"/>
              <a:t>hp_bin</a:t>
            </a:r>
            <a:r>
              <a:rPr lang="en-US" altLang="ko-KR" dirty="0"/>
              <a:t>' </a:t>
            </a:r>
            <a:r>
              <a:rPr lang="en-US" altLang="ko-KR" dirty="0" err="1"/>
              <a:t>trở</a:t>
            </a:r>
            <a:r>
              <a:rPr lang="en-US" altLang="ko-KR" dirty="0"/>
              <a:t> </a:t>
            </a:r>
            <a:r>
              <a:rPr lang="en-US" altLang="ko-KR" dirty="0" err="1"/>
              <a:t>thành</a:t>
            </a:r>
            <a:r>
              <a:rPr lang="en-US" altLang="ko-KR" dirty="0"/>
              <a:t> </a:t>
            </a:r>
            <a:r>
              <a:rPr lang="en-US" altLang="ko-KR" dirty="0" err="1"/>
              <a:t>tên</a:t>
            </a:r>
            <a:r>
              <a:rPr lang="en-US" altLang="ko-KR" dirty="0"/>
              <a:t> </a:t>
            </a:r>
            <a:r>
              <a:rPr lang="en-US" altLang="ko-KR" dirty="0" err="1"/>
              <a:t>của</a:t>
            </a:r>
            <a:r>
              <a:rPr lang="en-US" altLang="ko-KR" dirty="0"/>
              <a:t> </a:t>
            </a:r>
            <a:r>
              <a:rPr lang="en-US" altLang="ko-KR" dirty="0" err="1"/>
              <a:t>một</a:t>
            </a:r>
            <a:r>
              <a:rPr lang="en-US" altLang="ko-KR" dirty="0"/>
              <a:t> </a:t>
            </a:r>
            <a:r>
              <a:rPr lang="en-US" altLang="ko-KR" dirty="0" err="1"/>
              <a:t>biến</a:t>
            </a:r>
            <a:r>
              <a:rPr lang="en-US" altLang="ko-KR" dirty="0"/>
              <a:t> </a:t>
            </a:r>
            <a:r>
              <a:rPr lang="en-US" altLang="ko-KR" dirty="0" err="1"/>
              <a:t>giả</a:t>
            </a:r>
            <a:r>
              <a:rPr lang="en-US" altLang="ko-KR" dirty="0"/>
              <a:t> </a:t>
            </a:r>
            <a:r>
              <a:rPr lang="en-US" altLang="ko-KR" dirty="0" err="1"/>
              <a:t>mới</a:t>
            </a:r>
            <a:r>
              <a:rPr lang="en-US" altLang="ko-KR" dirty="0"/>
              <a:t>.</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400</a:t>
            </a:fld>
            <a:endParaRPr lang="ko-KR" altLang="en-US" dirty="0"/>
          </a:p>
        </p:txBody>
      </p:sp>
    </p:spTree>
    <p:extLst>
      <p:ext uri="{BB962C8B-B14F-4D97-AF65-F5344CB8AC3E}">
        <p14:creationId xmlns:p14="http://schemas.microsoft.com/office/powerpoint/2010/main" val="565756420"/>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401</a:t>
            </a:fld>
            <a:endParaRPr lang="ko-KR" altLang="en-US" dirty="0"/>
          </a:p>
        </p:txBody>
      </p:sp>
    </p:spTree>
    <p:extLst>
      <p:ext uri="{BB962C8B-B14F-4D97-AF65-F5344CB8AC3E}">
        <p14:creationId xmlns:p14="http://schemas.microsoft.com/office/powerpoint/2010/main" val="2346811347"/>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402</a:t>
            </a:fld>
            <a:endParaRPr lang="ko-KR" altLang="en-US" dirty="0"/>
          </a:p>
        </p:txBody>
      </p:sp>
    </p:spTree>
    <p:extLst>
      <p:ext uri="{BB962C8B-B14F-4D97-AF65-F5344CB8AC3E}">
        <p14:creationId xmlns:p14="http://schemas.microsoft.com/office/powerpoint/2010/main" val="72900136"/>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Nếu biến A có giá trị nằm trong khoảng từ 0 đến 1000,</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Biến B có giá trị nằm trong khoảng từ 0 đến 1,</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Một biến có ảnh hưởng lớn hơn bởi vì nó có giá trị số lớn hơn.</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Do đó, bạn cần loại bỏ sự khác biệt về kích thước giữa dữ liệu số.</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Hiển thị giá trị dữ liệu của từng biến theo tỷ lệ chia cho kích thước giống hệt nhau được gọi là chuẩn hóa.</a:t>
            </a: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403</a:t>
            </a:fld>
            <a:endParaRPr lang="ko-KR" altLang="en-US" dirty="0"/>
          </a:p>
        </p:txBody>
      </p:sp>
    </p:spTree>
    <p:extLst>
      <p:ext uri="{BB962C8B-B14F-4D97-AF65-F5344CB8AC3E}">
        <p14:creationId xmlns:p14="http://schemas.microsoft.com/office/powerpoint/2010/main" val="2189474278"/>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404</a:t>
            </a:fld>
            <a:endParaRPr lang="ko-KR" altLang="en-US" dirty="0"/>
          </a:p>
        </p:txBody>
      </p:sp>
    </p:spTree>
    <p:extLst>
      <p:ext uri="{BB962C8B-B14F-4D97-AF65-F5344CB8AC3E}">
        <p14:creationId xmlns:p14="http://schemas.microsoft.com/office/powerpoint/2010/main" val="1686483545"/>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405</a:t>
            </a:fld>
            <a:endParaRPr lang="ko-KR" altLang="en-US" dirty="0"/>
          </a:p>
        </p:txBody>
      </p:sp>
    </p:spTree>
    <p:extLst>
      <p:ext uri="{BB962C8B-B14F-4D97-AF65-F5344CB8AC3E}">
        <p14:creationId xmlns:p14="http://schemas.microsoft.com/office/powerpoint/2010/main" val="1776643214"/>
      </p:ext>
    </p:extLst>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406</a:t>
            </a:fld>
            <a:endParaRPr lang="ko-KR" altLang="en-US" dirty="0"/>
          </a:p>
        </p:txBody>
      </p:sp>
    </p:spTree>
    <p:extLst>
      <p:ext uri="{BB962C8B-B14F-4D97-AF65-F5344CB8AC3E}">
        <p14:creationId xmlns:p14="http://schemas.microsoft.com/office/powerpoint/2010/main" val="2589870599"/>
      </p:ext>
    </p:extLst>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00150"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latin typeface="Times New Roman" panose="02020603050405020304" pitchFamily="18" charset="0"/>
              </a:rPr>
              <a:t>MỤC</a:t>
            </a:r>
            <a:r>
              <a:rPr lang="en-US" altLang="ko-KR" sz="1200" b="1" baseline="0" dirty="0">
                <a:latin typeface="Times New Roman" panose="02020603050405020304" pitchFamily="18" charset="0"/>
              </a:rPr>
              <a:t> ĐÍCH CỦA BÀI THỰC HÀNH NÀY</a:t>
            </a:r>
            <a:endParaRPr lang="ko-KR" altLang="en-US" dirty="0"/>
          </a:p>
          <a:p>
            <a:pPr latinLnBrk="1"/>
            <a:r>
              <a:rPr lang="vi-VN" altLang="ko-KR" sz="1200" kern="1200" dirty="0">
                <a:solidFill>
                  <a:schemeClr val="tx1"/>
                </a:solidFill>
                <a:effectLst/>
                <a:latin typeface="+mn-lt"/>
                <a:ea typeface="+mn-ea"/>
                <a:cs typeface="+mn-cs"/>
              </a:rPr>
              <a:t>Trong phần thực hành này, bạn sẽ tìm hiểu sâu hơn về mảng NumPy. Bạn học cách thao tác với mảng NumPy. Bạn được giới thiệu về cái gọi là hàm vạn năng. Ngoài ra, bạn khám phá một số phương thức hữu ích đi kèm với các đối tượng mảng NumPy.</a:t>
            </a:r>
            <a:endParaRPr lang="en-US" altLang="ko-KR" sz="1200" kern="1200" dirty="0">
              <a:solidFill>
                <a:schemeClr val="tx1"/>
              </a:solidFill>
              <a:effectLst/>
              <a:latin typeface="+mn-lt"/>
              <a:ea typeface="+mn-ea"/>
              <a:cs typeface="+mn-cs"/>
            </a:endParaRPr>
          </a:p>
          <a:p>
            <a:pPr latinLnBrk="1"/>
            <a:endParaRPr lang="en-US" altLang="ko-KR" sz="1200" b="1" kern="1200" dirty="0">
              <a:solidFill>
                <a:schemeClr val="tx1"/>
              </a:solidFill>
              <a:effectLst/>
              <a:latin typeface="+mn-lt"/>
              <a:ea typeface="+mn-ea"/>
              <a:cs typeface="+mn-cs"/>
            </a:endParaRPr>
          </a:p>
          <a:p>
            <a:pPr latinLnBrk="1"/>
            <a:r>
              <a:rPr lang="en-US" altLang="ko-KR" sz="1000" b="1" kern="1200" dirty="0">
                <a:solidFill>
                  <a:prstClr val="black"/>
                </a:solidFill>
                <a:effectLst/>
                <a:latin typeface="Times New Roman" panose="02020603050405020304" pitchFamily="18" charset="0"/>
                <a:ea typeface="+mn-ea"/>
                <a:cs typeface="+mn-cs"/>
              </a:rPr>
              <a:t>HƯỚNG</a:t>
            </a:r>
            <a:r>
              <a:rPr lang="en-US" altLang="ko-KR" sz="1000" b="1" kern="1200" baseline="0" dirty="0">
                <a:solidFill>
                  <a:prstClr val="black"/>
                </a:solidFill>
                <a:effectLst/>
                <a:latin typeface="Times New Roman" panose="02020603050405020304" pitchFamily="18" charset="0"/>
                <a:ea typeface="+mn-ea"/>
                <a:cs typeface="+mn-cs"/>
              </a:rPr>
              <a:t> DẪN THỰC HÀNH</a:t>
            </a:r>
            <a:endParaRPr lang="ko-KR" altLang="ko-KR" sz="1000" kern="1200" dirty="0">
              <a:solidFill>
                <a:schemeClr val="tx1"/>
              </a:solidFill>
              <a:effectLst/>
              <a:latin typeface="+mn-lt"/>
              <a:ea typeface="+mn-ea"/>
              <a:cs typeface="+mn-cs"/>
            </a:endParaRPr>
          </a:p>
          <a:p>
            <a:pPr marL="342900" lvl="0" indent="-342900">
              <a:spcAft>
                <a:spcPts val="800"/>
              </a:spcAft>
              <a:buFont typeface="+mj-lt"/>
              <a:buAutoNum type="arabicPeriod"/>
            </a:pPr>
            <a:r>
              <a:rPr lang="en-US" altLang="ko-KR" sz="1200" kern="100" dirty="0" err="1">
                <a:solidFill>
                  <a:srgbClr val="000000"/>
                </a:solidFill>
                <a:latin typeface="Times New Roman" panose="02020603050405020304" pitchFamily="18" charset="0"/>
                <a:cs typeface="Times New Roman" panose="02020603050405020304" pitchFamily="18" charset="0"/>
              </a:rPr>
              <a:t>KhởI</a:t>
            </a:r>
            <a:r>
              <a:rPr lang="en-US" altLang="ko-KR" sz="1200" kern="100" baseline="0" dirty="0">
                <a:solidFill>
                  <a:srgbClr val="000000"/>
                </a:solidFill>
                <a:latin typeface="Times New Roman" panose="02020603050405020304" pitchFamily="18" charset="0"/>
                <a:cs typeface="Times New Roman" panose="02020603050405020304" pitchFamily="18" charset="0"/>
              </a:rPr>
              <a:t> </a:t>
            </a:r>
            <a:r>
              <a:rPr lang="en-US" altLang="ko-KR" sz="1200" kern="100" baseline="0" dirty="0" err="1">
                <a:solidFill>
                  <a:srgbClr val="000000"/>
                </a:solidFill>
                <a:latin typeface="Times New Roman" panose="02020603050405020304" pitchFamily="18" charset="0"/>
                <a:cs typeface="Times New Roman" panose="02020603050405020304" pitchFamily="18" charset="0"/>
              </a:rPr>
              <a:t>động</a:t>
            </a:r>
            <a:r>
              <a:rPr lang="en-US" altLang="ko-KR" sz="1200" kern="100" dirty="0">
                <a:solidFill>
                  <a:srgbClr val="000000"/>
                </a:solidFill>
                <a:latin typeface="Times New Roman" panose="02020603050405020304" pitchFamily="18" charset="0"/>
                <a:cs typeface="Times New Roman" panose="02020603050405020304" pitchFamily="18" charset="0"/>
              </a:rPr>
              <a:t> Jupyter Notebook. </a:t>
            </a:r>
          </a:p>
          <a:p>
            <a:pPr marL="342900" marR="0" lvl="0" indent="-342900" algn="l" defTabSz="914400" rtl="0" eaLnBrk="1" fontAlgn="auto" latinLnBrk="1" hangingPunct="1">
              <a:lnSpc>
                <a:spcPct val="100000"/>
              </a:lnSpc>
              <a:spcBef>
                <a:spcPts val="0"/>
              </a:spcBef>
              <a:spcAft>
                <a:spcPts val="800"/>
              </a:spcAft>
              <a:buClrTx/>
              <a:buSzTx/>
              <a:buFont typeface="+mj-lt"/>
              <a:buAutoNum type="arabicPeriod"/>
              <a:tabLst/>
              <a:defRPr/>
            </a:pPr>
            <a:r>
              <a:rPr lang="vi-VN" altLang="ko-KR" sz="1200" kern="1200" dirty="0">
                <a:solidFill>
                  <a:schemeClr val="tx1"/>
                </a:solidFill>
                <a:effectLst/>
                <a:latin typeface="+mn-lt"/>
                <a:ea typeface="+mn-ea"/>
                <a:cs typeface="+mn-cs"/>
              </a:rPr>
              <a:t>Trong Jupyter Notebook, nhấp vào tệp </a:t>
            </a:r>
            <a:r>
              <a:rPr lang="vi-VN" altLang="ko-KR" sz="1200" b="1" kern="1200" dirty="0">
                <a:solidFill>
                  <a:schemeClr val="tx1"/>
                </a:solidFill>
                <a:effectLst/>
                <a:latin typeface="+mn-lt"/>
                <a:ea typeface="+mn-ea"/>
                <a:cs typeface="+mn-cs"/>
              </a:rPr>
              <a:t>ex_0110.ipynb</a:t>
            </a:r>
            <a:r>
              <a:rPr lang="vi-VN" altLang="ko-KR" sz="1200" kern="1200" dirty="0">
                <a:solidFill>
                  <a:schemeClr val="tx1"/>
                </a:solidFill>
                <a:effectLst/>
                <a:latin typeface="+mn-lt"/>
                <a:ea typeface="+mn-ea"/>
                <a:cs typeface="+mn-cs"/>
              </a:rPr>
              <a:t> trong thư mục </a:t>
            </a:r>
            <a:r>
              <a:rPr lang="en-US" altLang="ko-KR" sz="1200" b="1" kern="1200" dirty="0">
                <a:solidFill>
                  <a:schemeClr val="tx1"/>
                </a:solidFill>
                <a:effectLst/>
                <a:latin typeface="+mn-lt"/>
                <a:ea typeface="+mn-ea"/>
                <a:cs typeface="+mn-cs"/>
              </a:rPr>
              <a:t>Coding Exercise</a:t>
            </a:r>
            <a:r>
              <a:rPr lang="vi-VN" altLang="ko-KR" sz="1200" kern="1200" dirty="0">
                <a:solidFill>
                  <a:schemeClr val="tx1"/>
                </a:solidFill>
                <a:effectLst/>
                <a:latin typeface="+mn-lt"/>
                <a:ea typeface="+mn-ea"/>
                <a:cs typeface="+mn-cs"/>
              </a:rPr>
              <a:t>.</a:t>
            </a:r>
            <a:endParaRPr lang="en-US" altLang="ko-KR" sz="1200" kern="1200" dirty="0">
              <a:solidFill>
                <a:schemeClr val="tx1"/>
              </a:solidFill>
              <a:effectLst/>
              <a:latin typeface="+mn-lt"/>
              <a:ea typeface="+mn-ea"/>
              <a:cs typeface="+mn-cs"/>
            </a:endParaRPr>
          </a:p>
          <a:p>
            <a:pPr marL="342900" marR="0" lvl="0" indent="-342900" algn="l" defTabSz="914400" rtl="0" eaLnBrk="1" fontAlgn="auto" latinLnBrk="1" hangingPunct="1">
              <a:lnSpc>
                <a:spcPct val="100000"/>
              </a:lnSpc>
              <a:spcBef>
                <a:spcPts val="0"/>
              </a:spcBef>
              <a:spcAft>
                <a:spcPts val="800"/>
              </a:spcAft>
              <a:buClrTx/>
              <a:buSzTx/>
              <a:buFont typeface="+mj-lt"/>
              <a:buAutoNum type="arabicPeriod"/>
              <a:tabLst/>
              <a:defRPr/>
            </a:pPr>
            <a:r>
              <a:rPr lang="en-US" altLang="ko-KR" sz="1200" kern="1200" dirty="0" err="1">
                <a:solidFill>
                  <a:srgbClr val="FF0000"/>
                </a:solidFill>
                <a:effectLst/>
                <a:latin typeface="+mn-lt"/>
                <a:ea typeface="+mn-ea"/>
                <a:cs typeface="+mn-cs"/>
              </a:rPr>
              <a:t>Xem</a:t>
            </a:r>
            <a:r>
              <a:rPr lang="en-US" altLang="ko-KR" sz="1200" kern="1200" dirty="0">
                <a:solidFill>
                  <a:srgbClr val="FF0000"/>
                </a:solidFill>
                <a:effectLst/>
                <a:latin typeface="+mn-lt"/>
                <a:ea typeface="+mn-ea"/>
                <a:cs typeface="+mn-cs"/>
              </a:rPr>
              <a:t> </a:t>
            </a:r>
            <a:r>
              <a:rPr lang="en-US" altLang="ko-KR" sz="1200" kern="1200" dirty="0" err="1">
                <a:solidFill>
                  <a:srgbClr val="FF0000"/>
                </a:solidFill>
                <a:effectLst/>
                <a:latin typeface="+mn-lt"/>
                <a:ea typeface="+mn-ea"/>
                <a:cs typeface="+mn-cs"/>
              </a:rPr>
              <a:t>lại</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ví</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dụ</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về</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các</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chủ</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đề</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dưới</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đây</a:t>
            </a:r>
            <a:r>
              <a:rPr lang="en-US" altLang="ko-KR" sz="1200" kern="1200" dirty="0">
                <a:solidFill>
                  <a:srgbClr val="FF0000"/>
                </a:solidFill>
                <a:effectLst/>
                <a:latin typeface="+mn-lt"/>
                <a:ea typeface="+mn-ea"/>
                <a:cs typeface="+mn-cs"/>
              </a:rPr>
              <a:t>:</a:t>
            </a:r>
            <a:br>
              <a:rPr lang="en-US" altLang="ko-KR" sz="1200" kern="1200" dirty="0">
                <a:solidFill>
                  <a:srgbClr val="FF0000"/>
                </a:solidFill>
                <a:effectLst/>
                <a:latin typeface="+mn-lt"/>
                <a:ea typeface="+mn-ea"/>
                <a:cs typeface="+mn-cs"/>
              </a:rPr>
            </a:br>
            <a:endParaRPr lang="en-US" altLang="ko-KR" sz="1200" i="1" kern="1200" dirty="0">
              <a:solidFill>
                <a:schemeClr val="tx1"/>
              </a:solidFill>
              <a:effectLst/>
              <a:latin typeface="+mn-lt"/>
              <a:ea typeface="+mn-ea"/>
              <a:cs typeface="+mn-cs"/>
            </a:endParaRPr>
          </a:p>
          <a:p>
            <a:pPr marL="742950" lvl="1" indent="-285750" algn="just" latinLnBrk="1">
              <a:lnSpc>
                <a:spcPct val="107000"/>
              </a:lnSpc>
              <a:spcAft>
                <a:spcPts val="800"/>
              </a:spcAft>
              <a:buFont typeface="+mj-lt"/>
              <a:buAutoNum type="alphaUcPeriod"/>
            </a:pP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Thao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tác</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mảng</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Numpy</a:t>
            </a:r>
            <a:endParaRPr lang="ko-KR" altLang="ko-KR" sz="1000" i="1" kern="100" dirty="0">
              <a:effectLst/>
              <a:latin typeface="맑은 고딕" panose="020B0503020000020004" pitchFamily="50" charset="-127"/>
              <a:ea typeface="+mn-ea"/>
              <a:cs typeface="Times New Roman" panose="02020603050405020304" pitchFamily="18" charset="0"/>
            </a:endParaRPr>
          </a:p>
          <a:p>
            <a:pPr marL="1143000" lvl="2" indent="-228600" algn="just" latinLnBrk="1">
              <a:lnSpc>
                <a:spcPct val="107000"/>
              </a:lnSpc>
              <a:spcAft>
                <a:spcPts val="800"/>
              </a:spcAft>
              <a:buFont typeface="+mj-lt"/>
              <a:buAutoNum type="romanLcPeriod"/>
            </a:pP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Toán</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tử</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và</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cho</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danh</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sách</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Python</a:t>
            </a:r>
          </a:p>
          <a:p>
            <a:pPr marL="1143000" lvl="2" indent="-228600" algn="just" latinLnBrk="1">
              <a:lnSpc>
                <a:spcPct val="107000"/>
              </a:lnSpc>
              <a:spcAft>
                <a:spcPts val="800"/>
              </a:spcAft>
              <a:buFont typeface="+mj-lt"/>
              <a:buAutoNum type="romanLcPeriod"/>
            </a:pP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Toán</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tử</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và</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cho</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mảng</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NumPy</a:t>
            </a:r>
            <a:endPar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endParaRPr>
          </a:p>
          <a:p>
            <a:pPr marL="1143000" lvl="2" indent="-228600" algn="just" latinLnBrk="1">
              <a:lnSpc>
                <a:spcPct val="107000"/>
              </a:lnSpc>
              <a:spcAft>
                <a:spcPts val="800"/>
              </a:spcAft>
              <a:buFont typeface="+mj-lt"/>
              <a:buAutoNum type="romanLcPeriod"/>
            </a:pP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Hàm</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phổ</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quát</a:t>
            </a:r>
            <a:endPar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endParaRPr>
          </a:p>
          <a:p>
            <a:pPr marL="1143000" lvl="2" indent="-228600" algn="just" latinLnBrk="1">
              <a:lnSpc>
                <a:spcPct val="107000"/>
              </a:lnSpc>
              <a:spcAft>
                <a:spcPts val="800"/>
              </a:spcAft>
              <a:buFont typeface="+mj-lt"/>
              <a:buAutoNum type="romanLcPeriod"/>
            </a:pP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Hàm</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NumPy</a:t>
            </a:r>
            <a:endParaRPr lang="ko-KR" altLang="ko-KR" sz="1000" i="1" kern="100" dirty="0">
              <a:effectLst/>
              <a:latin typeface="맑은 고딕" panose="020B0503020000020004" pitchFamily="50" charset="-127"/>
              <a:ea typeface="+mn-ea"/>
              <a:cs typeface="Times New Roman" panose="02020603050405020304" pitchFamily="18" charset="0"/>
            </a:endParaRPr>
          </a:p>
          <a:p>
            <a:pPr marL="1143000" lvl="2" indent="-228600" algn="just" latinLnBrk="1">
              <a:lnSpc>
                <a:spcPct val="107000"/>
              </a:lnSpc>
              <a:spcAft>
                <a:spcPts val="800"/>
              </a:spcAft>
              <a:buFont typeface="+mj-lt"/>
              <a:buAutoNum type="romanLcPeriod"/>
            </a:pP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Phương</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pháp</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thống</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kê</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của</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mảng</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Numpy</a:t>
            </a:r>
            <a:endParaRPr lang="en-US" altLang="ko-KR" sz="1200" i="1" kern="1200" dirty="0">
              <a:solidFill>
                <a:schemeClr val="tx1"/>
              </a:solidFill>
              <a:effectLst/>
              <a:latin typeface="+mn-lt"/>
              <a:ea typeface="+mn-ea"/>
              <a:cs typeface="+mn-cs"/>
            </a:endParaRPr>
          </a:p>
          <a:p>
            <a:pPr marL="342900" lvl="0" indent="-342900">
              <a:spcAft>
                <a:spcPts val="800"/>
              </a:spcAft>
              <a:buFont typeface="+mj-lt"/>
              <a:buAutoNum type="arabicPeriod"/>
            </a:pPr>
            <a:endParaRPr lang="en-US" altLang="ko-KR" sz="1200" i="1" kern="1200" dirty="0">
              <a:solidFill>
                <a:schemeClr val="tx1"/>
              </a:solidFill>
              <a:effectLst/>
              <a:latin typeface="+mn-lt"/>
              <a:ea typeface="+mn-ea"/>
              <a:cs typeface="+mn-cs"/>
            </a:endParaRPr>
          </a:p>
          <a:p>
            <a:pPr marL="342900" lvl="0" indent="-342900">
              <a:spcAft>
                <a:spcPts val="800"/>
              </a:spcAft>
              <a:buFont typeface="+mj-lt"/>
              <a:buAutoNum type="arabicPeriod"/>
            </a:pPr>
            <a:r>
              <a:rPr lang="vi-VN" altLang="ko-KR" sz="1200" kern="1200" dirty="0">
                <a:solidFill>
                  <a:schemeClr val="tx1"/>
                </a:solidFill>
                <a:effectLst/>
                <a:latin typeface="+mn-lt"/>
                <a:ea typeface="+mn-ea"/>
                <a:cs typeface="+mn-cs"/>
              </a:rPr>
              <a:t>(</a:t>
            </a:r>
            <a:r>
              <a:rPr lang="en-US" altLang="ko-KR" sz="1200" kern="1200" dirty="0" err="1">
                <a:solidFill>
                  <a:schemeClr val="tx1"/>
                </a:solidFill>
                <a:effectLst/>
                <a:latin typeface="+mn-lt"/>
                <a:ea typeface="+mn-ea"/>
                <a:cs typeface="+mn-cs"/>
              </a:rPr>
              <a:t>Không</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bắt</a:t>
            </a:r>
            <a:r>
              <a:rPr lang="en-US" altLang="ko-KR" sz="1200" kern="1200" baseline="0" dirty="0">
                <a:solidFill>
                  <a:schemeClr val="tx1"/>
                </a:solidFill>
                <a:effectLst/>
                <a:latin typeface="+mn-lt"/>
                <a:ea typeface="+mn-ea"/>
                <a:cs typeface="+mn-cs"/>
              </a:rPr>
              <a:t> </a:t>
            </a:r>
            <a:r>
              <a:rPr lang="en-US" altLang="ko-KR" sz="1200" kern="1200" baseline="0" dirty="0" err="1">
                <a:solidFill>
                  <a:schemeClr val="tx1"/>
                </a:solidFill>
                <a:effectLst/>
                <a:latin typeface="+mn-lt"/>
                <a:ea typeface="+mn-ea"/>
                <a:cs typeface="+mn-cs"/>
              </a:rPr>
              <a:t>buộc</a:t>
            </a:r>
            <a:r>
              <a:rPr lang="vi-VN" altLang="ko-KR" sz="1200" kern="1200" dirty="0">
                <a:solidFill>
                  <a:schemeClr val="tx1"/>
                </a:solidFill>
                <a:effectLst/>
                <a:latin typeface="+mn-lt"/>
                <a:ea typeface="+mn-ea"/>
                <a:cs typeface="+mn-cs"/>
              </a:rPr>
              <a:t>) Sử dụng ô trống ở dưới cùng để thực hành nhu cầu cá nhân của riêng bạn.</a:t>
            </a:r>
            <a:endParaRPr lang="ko-KR" altLang="ko-KR" sz="1000" kern="1200" dirty="0">
              <a:solidFill>
                <a:schemeClr val="tx1"/>
              </a:solidFill>
              <a:effectLst/>
              <a:latin typeface="+mn-lt"/>
              <a:ea typeface="+mn-ea"/>
              <a:cs typeface="+mn-cs"/>
            </a:endParaRPr>
          </a:p>
        </p:txBody>
      </p:sp>
      <p:sp>
        <p:nvSpPr>
          <p:cNvPr id="4" name="슬라이드 번호 개체 틀 3"/>
          <p:cNvSpPr>
            <a:spLocks noGrp="1"/>
          </p:cNvSpPr>
          <p:nvPr>
            <p:ph type="sldNum" sz="quarter" idx="5"/>
          </p:nvPr>
        </p:nvSpPr>
        <p:spPr/>
        <p:txBody>
          <a:bodyPr/>
          <a:lstStyle/>
          <a:p>
            <a:fld id="{5B59C55F-00F1-4985-9065-F2D92AE05D03}" type="slidenum">
              <a:rPr lang="ko-KR" altLang="en-US" smtClean="0"/>
              <a:t>407</a:t>
            </a:fld>
            <a:endParaRPr lang="ko-KR" altLang="en-US" dirty="0"/>
          </a:p>
        </p:txBody>
      </p:sp>
    </p:spTree>
    <p:extLst>
      <p:ext uri="{BB962C8B-B14F-4D97-AF65-F5344CB8AC3E}">
        <p14:creationId xmlns:p14="http://schemas.microsoft.com/office/powerpoint/2010/main" val="555273064"/>
      </p:ext>
    </p:extLst>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92225"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ko-KR" altLang="en-US" b="0" dirty="0">
              <a:latin typeface="SamsungOne-400" panose="020B0503030303020204"/>
            </a:endParaRPr>
          </a:p>
        </p:txBody>
      </p:sp>
      <p:sp>
        <p:nvSpPr>
          <p:cNvPr id="4" name="슬라이드 번호 개체 틀 3"/>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408</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885068462"/>
      </p:ext>
    </p:extLst>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Ví dụ, trọng số của học sinh. Dữ liệu có một trọng số biến duy nhất là dữ liệu đơn biến.</a:t>
            </a: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409</a:t>
            </a:fld>
            <a:endParaRPr lang="ko-KR" altLang="en-US" dirty="0"/>
          </a:p>
        </p:txBody>
      </p:sp>
    </p:spTree>
    <p:extLst>
      <p:ext uri="{BB962C8B-B14F-4D97-AF65-F5344CB8AC3E}">
        <p14:creationId xmlns:p14="http://schemas.microsoft.com/office/powerpoint/2010/main" val="1435331434"/>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Ví dụ, mối tương quan giữa cân nặng và nơi sinh. Đó là, nơi sinh và cân nặng là những biến số.</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Đối với dữ liệu nhiều biến, bạn phân tích chúng theo mảng hai chiều và đối tượng phân tích là biến.</a:t>
            </a: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410</a:t>
            </a:fld>
            <a:endParaRPr lang="ko-KR" altLang="en-US" dirty="0"/>
          </a:p>
        </p:txBody>
      </p:sp>
    </p:spTree>
    <p:extLst>
      <p:ext uri="{BB962C8B-B14F-4D97-AF65-F5344CB8AC3E}">
        <p14:creationId xmlns:p14="http://schemas.microsoft.com/office/powerpoint/2010/main" val="3393491816"/>
      </p:ext>
    </p:extLst>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92225"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en-US" altLang="ko-KR" dirty="0"/>
          </a:p>
          <a:p>
            <a:pPr marL="0" marR="0" lvl="0" indent="0" algn="l" defTabSz="914400" rtl="0" eaLnBrk="0" fontAlgn="base" latinLnBrk="1" hangingPunct="0">
              <a:lnSpc>
                <a:spcPct val="100000"/>
              </a:lnSpc>
              <a:spcBef>
                <a:spcPct val="30000"/>
              </a:spcBef>
              <a:spcAft>
                <a:spcPct val="0"/>
              </a:spcAft>
              <a:buClrTx/>
              <a:buSzTx/>
              <a:buFontTx/>
              <a:buNone/>
              <a:tabLst/>
              <a:defRPr/>
            </a:pPr>
            <a:endParaRPr lang="ko-KR" altLang="en-US" b="0" dirty="0">
              <a:latin typeface="SamsungOne-400" panose="020B0503030303020204"/>
            </a:endParaRPr>
          </a:p>
        </p:txBody>
      </p:sp>
      <p:sp>
        <p:nvSpPr>
          <p:cNvPr id="4" name="슬라이드 번호 개체 틀 3"/>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411</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1093627038"/>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vi-VN" dirty="0"/>
              <a:t>Bạn sẽ khám phá các loại trực quan hóa phù hợp cho các tình huống khác nhau.</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vi-VN" dirty="0"/>
              <a:t>Bạn sẽ chia các tình huống thành đơn biến (1 biến), hai biến (2 biến) và đa biến (hơn 2 biến).</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vi-VN" dirty="0"/>
              <a:t>Sau đó, bạn sẽ chia nhỏ các kịch bản dưới dạng tổ hợp các biến số và biến phân loại.</a:t>
            </a: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à"/>
              <a:tabLst/>
              <a:defRPr/>
            </a:pPr>
            <a:endParaRPr lang="vi-VN" dirty="0"/>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à"/>
              <a:tabLst/>
              <a:defRPr/>
            </a:pPr>
            <a:r>
              <a:rPr lang="vi-VN" dirty="0"/>
              <a:t>Boxplots rất hữu ích để tạo tóm tắt thống kê của một biến số liên tục.</a:t>
            </a: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à"/>
              <a:tabLst/>
              <a:defRPr/>
            </a:pPr>
            <a:r>
              <a:rPr lang="vi-VN" dirty="0"/>
              <a:t>Boxplots cũng có thể được sử dụng để phát hiện các ngoại lệ: các điểm dữ liệu bên ngoài giới hạn hàng rào.</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412</a:t>
            </a:fld>
            <a:endParaRPr lang="ko-KR" altLang="en-US" dirty="0"/>
          </a:p>
        </p:txBody>
      </p:sp>
    </p:spTree>
    <p:extLst>
      <p:ext uri="{BB962C8B-B14F-4D97-AF65-F5344CB8AC3E}">
        <p14:creationId xmlns:p14="http://schemas.microsoft.com/office/powerpoint/2010/main" val="2993921719"/>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à"/>
              <a:tabLst/>
              <a:defRPr/>
            </a:pPr>
            <a:r>
              <a:rPr lang="vi-VN" altLang="ko-KR" dirty="0"/>
              <a:t>Biểu đồ có thể được sử dụng để hiển thị phân phối xác suất của một biến số liên tục.</a:t>
            </a: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à"/>
              <a:tabLst/>
              <a:defRPr/>
            </a:pPr>
            <a:r>
              <a:rPr lang="vi-VN" altLang="ko-KR" dirty="0"/>
              <a:t>Xin lưu ý rằng các thanh này được “dán liên tục” cạnh nhau.</a:t>
            </a: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413</a:t>
            </a:fld>
            <a:endParaRPr lang="ko-KR" altLang="en-US" dirty="0"/>
          </a:p>
        </p:txBody>
      </p:sp>
    </p:spTree>
    <p:extLst>
      <p:ext uri="{BB962C8B-B14F-4D97-AF65-F5344CB8AC3E}">
        <p14:creationId xmlns:p14="http://schemas.microsoft.com/office/powerpoint/2010/main" val="1193647661"/>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vi-VN" dirty="0">
                <a:sym typeface="Wingdings" panose="05000000000000000000" pitchFamily="2" charset="2"/>
              </a:rPr>
              <a:t>Trong một biểu đồ, độ rộng khoảng có thể được điều chỉnh.</a:t>
            </a:r>
            <a:endParaRPr lang="en-US" dirty="0">
              <a:sym typeface="Wingdings" panose="05000000000000000000" pitchFamily="2" charset="2"/>
            </a:endParaRP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à"/>
              <a:tabLst/>
              <a:defRPr/>
            </a:pPr>
            <a:r>
              <a:rPr lang="vi-VN" dirty="0"/>
              <a:t>Khi chiều rộng của khoảng lớn, các biến thể chiều cao được làm mịn bằng chi phí của các chi tiết.</a:t>
            </a: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à"/>
              <a:tabLst/>
              <a:defRPr/>
            </a:pPr>
            <a:r>
              <a:rPr lang="vi-VN" dirty="0"/>
              <a:t>Khi chiều rộng khoảng nhỏ, các biến thể chiều cao trở nên khá “ồn ào” nhưng bạn đủ khả năng xem “chi tiết” hơn.</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414</a:t>
            </a:fld>
            <a:endParaRPr lang="ko-KR" altLang="en-US" dirty="0"/>
          </a:p>
        </p:txBody>
      </p:sp>
    </p:spTree>
    <p:extLst>
      <p:ext uri="{BB962C8B-B14F-4D97-AF65-F5344CB8AC3E}">
        <p14:creationId xmlns:p14="http://schemas.microsoft.com/office/powerpoint/2010/main" val="2366684944"/>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dirty="0" err="1"/>
              <a:t>Biểu</a:t>
            </a:r>
            <a:r>
              <a:rPr lang="en-US" dirty="0"/>
              <a:t> </a:t>
            </a:r>
            <a:r>
              <a:rPr lang="en-US" dirty="0" err="1"/>
              <a:t>đồ</a:t>
            </a:r>
            <a:r>
              <a:rPr lang="en-US" dirty="0"/>
              <a:t> </a:t>
            </a:r>
            <a:r>
              <a:rPr lang="en-US" dirty="0" err="1"/>
              <a:t>phân</a:t>
            </a:r>
            <a:r>
              <a:rPr lang="en-US" dirty="0"/>
              <a:t> </a:t>
            </a:r>
            <a:r>
              <a:rPr lang="en-US" dirty="0" err="1"/>
              <a:t>tán</a:t>
            </a:r>
            <a:r>
              <a:rPr lang="en-US" dirty="0"/>
              <a:t> </a:t>
            </a:r>
            <a:r>
              <a:rPr lang="en-US" dirty="0" err="1"/>
              <a:t>là</a:t>
            </a:r>
            <a:r>
              <a:rPr lang="en-US" dirty="0"/>
              <a:t> </a:t>
            </a:r>
            <a:r>
              <a:rPr lang="en-US" dirty="0" err="1"/>
              <a:t>loại</a:t>
            </a:r>
            <a:r>
              <a:rPr lang="en-US" dirty="0"/>
              <a:t> </a:t>
            </a:r>
            <a:r>
              <a:rPr lang="en-US" dirty="0" err="1"/>
              <a:t>trực</a:t>
            </a:r>
            <a:r>
              <a:rPr lang="en-US" dirty="0"/>
              <a:t> </a:t>
            </a:r>
            <a:r>
              <a:rPr lang="en-US" dirty="0" err="1"/>
              <a:t>quan</a:t>
            </a:r>
            <a:r>
              <a:rPr lang="en-US" dirty="0"/>
              <a:t> </a:t>
            </a:r>
            <a:r>
              <a:rPr lang="en-US" dirty="0" err="1"/>
              <a:t>hóa</a:t>
            </a:r>
            <a:r>
              <a:rPr lang="en-US" dirty="0"/>
              <a:t> </a:t>
            </a:r>
            <a:r>
              <a:rPr lang="en-US" dirty="0" err="1"/>
              <a:t>tiêu</a:t>
            </a:r>
            <a:r>
              <a:rPr lang="en-US" dirty="0"/>
              <a:t> </a:t>
            </a:r>
            <a:r>
              <a:rPr lang="en-US" dirty="0" err="1"/>
              <a:t>chuẩn</a:t>
            </a:r>
            <a:r>
              <a:rPr lang="en-US" dirty="0"/>
              <a:t> </a:t>
            </a:r>
            <a:r>
              <a:rPr lang="en-US" dirty="0" err="1"/>
              <a:t>trong</a:t>
            </a:r>
            <a:r>
              <a:rPr lang="en-US" dirty="0"/>
              <a:t> </a:t>
            </a:r>
            <a:r>
              <a:rPr lang="en-US" dirty="0" err="1"/>
              <a:t>các</a:t>
            </a:r>
            <a:r>
              <a:rPr lang="en-US" dirty="0"/>
              <a:t> </a:t>
            </a:r>
            <a:r>
              <a:rPr lang="en-US" dirty="0" err="1"/>
              <a:t>tình</a:t>
            </a:r>
            <a:r>
              <a:rPr lang="en-US" dirty="0"/>
              <a:t> </a:t>
            </a:r>
            <a:r>
              <a:rPr lang="en-US" dirty="0" err="1"/>
              <a:t>huống</a:t>
            </a:r>
            <a:r>
              <a:rPr lang="en-US" dirty="0"/>
              <a:t> </a:t>
            </a:r>
            <a:r>
              <a:rPr lang="en-US" dirty="0" err="1"/>
              <a:t>có</a:t>
            </a:r>
            <a:r>
              <a:rPr lang="en-US" dirty="0"/>
              <a:t> </a:t>
            </a:r>
            <a:r>
              <a:rPr lang="en-US" dirty="0" err="1"/>
              <a:t>hai</a:t>
            </a:r>
            <a:r>
              <a:rPr lang="en-US" dirty="0"/>
              <a:t> </a:t>
            </a:r>
            <a:r>
              <a:rPr lang="en-US" dirty="0" err="1"/>
              <a:t>biến</a:t>
            </a:r>
            <a:r>
              <a:rPr lang="en-US" dirty="0"/>
              <a:t> </a:t>
            </a:r>
            <a:r>
              <a:rPr lang="en-US" dirty="0" err="1"/>
              <a:t>số</a:t>
            </a:r>
            <a:r>
              <a:rPr lang="en-US" dirty="0"/>
              <a:t> </a:t>
            </a:r>
            <a:r>
              <a:rPr lang="en-US" dirty="0" err="1"/>
              <a:t>liên</a:t>
            </a:r>
            <a:r>
              <a:rPr lang="en-US" dirty="0"/>
              <a:t> </a:t>
            </a:r>
            <a:r>
              <a:rPr lang="en-US" dirty="0" err="1"/>
              <a:t>tục</a:t>
            </a:r>
            <a:r>
              <a:rPr lang="en-US" dirty="0"/>
              <a:t>.</a:t>
            </a:r>
          </a:p>
          <a:p>
            <a:pPr marL="0" marR="0" lvl="0" indent="0" algn="l" defTabSz="914400" rtl="0" eaLnBrk="1" fontAlgn="auto" latinLnBrk="1" hangingPunct="1">
              <a:lnSpc>
                <a:spcPct val="100000"/>
              </a:lnSpc>
              <a:spcBef>
                <a:spcPts val="0"/>
              </a:spcBef>
              <a:spcAft>
                <a:spcPts val="0"/>
              </a:spcAft>
              <a:buClrTx/>
              <a:buSzTx/>
              <a:buFontTx/>
              <a:buNone/>
              <a:tabLst/>
              <a:defRPr/>
            </a:pPr>
            <a:r>
              <a:rPr lang="en-US" dirty="0" err="1"/>
              <a:t>Mục</a:t>
            </a:r>
            <a:r>
              <a:rPr lang="en-US" dirty="0"/>
              <a:t> </a:t>
            </a:r>
            <a:r>
              <a:rPr lang="en-US" dirty="0" err="1"/>
              <a:t>đích</a:t>
            </a:r>
            <a:r>
              <a:rPr lang="en-US" dirty="0"/>
              <a:t> </a:t>
            </a:r>
            <a:r>
              <a:rPr lang="en-US" dirty="0" err="1"/>
              <a:t>chính</a:t>
            </a:r>
            <a:r>
              <a:rPr lang="en-US" dirty="0"/>
              <a:t> </a:t>
            </a:r>
            <a:r>
              <a:rPr lang="en-US" dirty="0" err="1"/>
              <a:t>là</a:t>
            </a:r>
            <a:r>
              <a:rPr lang="en-US" dirty="0"/>
              <a:t> </a:t>
            </a:r>
            <a:r>
              <a:rPr lang="en-US" dirty="0" err="1"/>
              <a:t>xác</a:t>
            </a:r>
            <a:r>
              <a:rPr lang="en-US" dirty="0"/>
              <a:t> </a:t>
            </a:r>
            <a:r>
              <a:rPr lang="en-US" dirty="0" err="1"/>
              <a:t>định</a:t>
            </a:r>
            <a:r>
              <a:rPr lang="en-US" dirty="0"/>
              <a:t> </a:t>
            </a:r>
            <a:r>
              <a:rPr lang="en-US" dirty="0" err="1"/>
              <a:t>mối</a:t>
            </a:r>
            <a:r>
              <a:rPr lang="en-US" dirty="0"/>
              <a:t> </a:t>
            </a:r>
            <a:r>
              <a:rPr lang="en-US" dirty="0" err="1"/>
              <a:t>quan</a:t>
            </a:r>
            <a:r>
              <a:rPr lang="en-US" dirty="0"/>
              <a:t> </a:t>
            </a:r>
            <a:r>
              <a:rPr lang="en-US" dirty="0" err="1"/>
              <a:t>hệ</a:t>
            </a:r>
            <a:r>
              <a:rPr lang="en-US" dirty="0"/>
              <a:t> </a:t>
            </a:r>
            <a:r>
              <a:rPr lang="en-US" dirty="0" err="1"/>
              <a:t>tuyến</a:t>
            </a:r>
            <a:r>
              <a:rPr lang="en-US" dirty="0"/>
              <a:t> </a:t>
            </a:r>
            <a:r>
              <a:rPr lang="en-US" dirty="0" err="1"/>
              <a:t>tính</a:t>
            </a:r>
            <a:r>
              <a:rPr lang="en-US" dirty="0"/>
              <a:t>.</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415</a:t>
            </a:fld>
            <a:endParaRPr lang="ko-KR" altLang="en-US" dirty="0"/>
          </a:p>
        </p:txBody>
      </p:sp>
    </p:spTree>
    <p:extLst>
      <p:ext uri="{BB962C8B-B14F-4D97-AF65-F5344CB8AC3E}">
        <p14:creationId xmlns:p14="http://schemas.microsoft.com/office/powerpoint/2010/main" val="3301873016"/>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Nó có thể trở nên phức tạp hơn một chút khi một biến phân loại thứ ba được đưa vào.</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Bạn có thể biểu thị các danh mục (loại) của biến phân loại này bằng màu sắc hoặc điểm đánh dấu.</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416</a:t>
            </a:fld>
            <a:endParaRPr lang="ko-KR" altLang="en-US" dirty="0"/>
          </a:p>
        </p:txBody>
      </p:sp>
    </p:spTree>
    <p:extLst>
      <p:ext uri="{BB962C8B-B14F-4D97-AF65-F5344CB8AC3E}">
        <p14:creationId xmlns:p14="http://schemas.microsoft.com/office/powerpoint/2010/main" val="2619273949"/>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Nếu phương pháp được mô tả trong slide trước trở nên quá phức tạp,</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bạn có thể muốn chia dữ liệu thành 2 hoặc nhiều bộ theo danh mục và sau đó tạo nhiều biểu đồ Phân tán.</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417</a:t>
            </a:fld>
            <a:endParaRPr lang="ko-KR" altLang="en-US" dirty="0"/>
          </a:p>
        </p:txBody>
      </p:sp>
    </p:spTree>
    <p:extLst>
      <p:ext uri="{BB962C8B-B14F-4D97-AF65-F5344CB8AC3E}">
        <p14:creationId xmlns:p14="http://schemas.microsoft.com/office/powerpoint/2010/main" val="1970860029"/>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92225"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ko-KR" altLang="en-US" b="0" dirty="0">
              <a:latin typeface="SamsungOne-400" panose="020B0503030303020204"/>
            </a:endParaRPr>
          </a:p>
        </p:txBody>
      </p:sp>
      <p:sp>
        <p:nvSpPr>
          <p:cNvPr id="4" name="슬라이드 번호 개체 틀 3"/>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418</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3413569492"/>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Biểu đồ thanh có thể được sử dụng để tóm tắt tần số của một biến phân loại.</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Biểu đồ thanh có thể đại diện cho cái gọi là “bảng tần suất”.</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419</a:t>
            </a:fld>
            <a:endParaRPr lang="ko-KR" altLang="en-US" dirty="0"/>
          </a:p>
        </p:txBody>
      </p:sp>
    </p:spTree>
    <p:extLst>
      <p:ext uri="{BB962C8B-B14F-4D97-AF65-F5344CB8AC3E}">
        <p14:creationId xmlns:p14="http://schemas.microsoft.com/office/powerpoint/2010/main" val="1304128481"/>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Biểu đồ hình tròn có thể được sử dụng để tóm tắt tỷ lệ tương đối của một biến phân loại.</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Xin lưu ý rằng các lĩnh vực cộng lại thành một vòng tròn hoàn chỉnh.</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Điều này tương tự như tỷ lệ tương đối cộng lại thành 1.</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420</a:t>
            </a:fld>
            <a:endParaRPr lang="ko-KR" altLang="en-US" dirty="0"/>
          </a:p>
        </p:txBody>
      </p:sp>
    </p:spTree>
    <p:extLst>
      <p:ext uri="{BB962C8B-B14F-4D97-AF65-F5344CB8AC3E}">
        <p14:creationId xmlns:p14="http://schemas.microsoft.com/office/powerpoint/2010/main" val="1976634221"/>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dirty="0" err="1"/>
              <a:t>Nhiều</a:t>
            </a:r>
            <a:r>
              <a:rPr lang="en-US" dirty="0"/>
              <a:t> Boxplots </a:t>
            </a:r>
            <a:r>
              <a:rPr lang="en-US" dirty="0" err="1"/>
              <a:t>có</a:t>
            </a:r>
            <a:r>
              <a:rPr lang="en-US" dirty="0"/>
              <a:t> </a:t>
            </a:r>
            <a:r>
              <a:rPr lang="en-US" dirty="0" err="1"/>
              <a:t>thể</a:t>
            </a:r>
            <a:r>
              <a:rPr lang="en-US" dirty="0"/>
              <a:t> </a:t>
            </a:r>
            <a:r>
              <a:rPr lang="en-US" dirty="0" err="1"/>
              <a:t>hữu</a:t>
            </a:r>
            <a:r>
              <a:rPr lang="en-US" dirty="0"/>
              <a:t> </a:t>
            </a:r>
            <a:r>
              <a:rPr lang="en-US" dirty="0" err="1"/>
              <a:t>ích</a:t>
            </a:r>
            <a:r>
              <a:rPr lang="en-US" dirty="0"/>
              <a:t> </a:t>
            </a:r>
            <a:r>
              <a:rPr lang="en-US" dirty="0" err="1"/>
              <a:t>để</a:t>
            </a:r>
            <a:r>
              <a:rPr lang="en-US" dirty="0"/>
              <a:t> </a:t>
            </a:r>
            <a:r>
              <a:rPr lang="en-US" dirty="0" err="1"/>
              <a:t>trực</a:t>
            </a:r>
            <a:r>
              <a:rPr lang="en-US" dirty="0"/>
              <a:t> </a:t>
            </a:r>
            <a:r>
              <a:rPr lang="en-US" dirty="0" err="1"/>
              <a:t>quan</a:t>
            </a:r>
            <a:r>
              <a:rPr lang="en-US" dirty="0"/>
              <a:t> </a:t>
            </a:r>
            <a:r>
              <a:rPr lang="en-US" dirty="0" err="1"/>
              <a:t>hóa</a:t>
            </a:r>
            <a:r>
              <a:rPr lang="en-US" dirty="0"/>
              <a:t> </a:t>
            </a:r>
            <a:r>
              <a:rPr lang="en-US" dirty="0" err="1"/>
              <a:t>trong</a:t>
            </a:r>
            <a:r>
              <a:rPr lang="en-US" dirty="0"/>
              <a:t> </a:t>
            </a:r>
            <a:r>
              <a:rPr lang="en-US" dirty="0" err="1"/>
              <a:t>các</a:t>
            </a:r>
            <a:r>
              <a:rPr lang="en-US" dirty="0"/>
              <a:t> </a:t>
            </a:r>
            <a:r>
              <a:rPr lang="en-US" dirty="0" err="1"/>
              <a:t>tình</a:t>
            </a:r>
            <a:r>
              <a:rPr lang="en-US" dirty="0"/>
              <a:t> </a:t>
            </a:r>
            <a:r>
              <a:rPr lang="en-US" dirty="0" err="1"/>
              <a:t>huống</a:t>
            </a:r>
            <a:r>
              <a:rPr lang="en-US" dirty="0"/>
              <a:t> </a:t>
            </a:r>
            <a:r>
              <a:rPr lang="en-US" dirty="0" err="1"/>
              <a:t>với</a:t>
            </a:r>
            <a:r>
              <a:rPr lang="en-US" dirty="0"/>
              <a:t> </a:t>
            </a:r>
            <a:r>
              <a:rPr lang="en-US" dirty="0" err="1"/>
              <a:t>một</a:t>
            </a:r>
            <a:r>
              <a:rPr lang="en-US" dirty="0"/>
              <a:t> </a:t>
            </a:r>
            <a:r>
              <a:rPr lang="en-US" dirty="0" err="1"/>
              <a:t>biến</a:t>
            </a:r>
            <a:r>
              <a:rPr lang="en-US" dirty="0"/>
              <a:t> </a:t>
            </a:r>
            <a:r>
              <a:rPr lang="en-US" dirty="0" err="1"/>
              <a:t>số</a:t>
            </a:r>
            <a:r>
              <a:rPr lang="en-US" dirty="0"/>
              <a:t> </a:t>
            </a:r>
            <a:r>
              <a:rPr lang="en-US" dirty="0" err="1"/>
              <a:t>liên</a:t>
            </a:r>
            <a:r>
              <a:rPr lang="en-US" dirty="0"/>
              <a:t> </a:t>
            </a:r>
            <a:r>
              <a:rPr lang="en-US" dirty="0" err="1"/>
              <a:t>tục</a:t>
            </a:r>
            <a:r>
              <a:rPr lang="en-US" dirty="0"/>
              <a:t> &amp; </a:t>
            </a:r>
            <a:r>
              <a:rPr lang="en-US" dirty="0" err="1"/>
              <a:t>một</a:t>
            </a:r>
            <a:r>
              <a:rPr lang="en-US" dirty="0"/>
              <a:t> </a:t>
            </a:r>
            <a:r>
              <a:rPr lang="en-US" dirty="0" err="1"/>
              <a:t>biến</a:t>
            </a:r>
            <a:r>
              <a:rPr lang="en-US" dirty="0"/>
              <a:t> </a:t>
            </a:r>
            <a:r>
              <a:rPr lang="en-US" dirty="0" err="1"/>
              <a:t>phân</a:t>
            </a:r>
            <a:r>
              <a:rPr lang="en-US" dirty="0"/>
              <a:t> </a:t>
            </a:r>
            <a:r>
              <a:rPr lang="en-US" dirty="0" err="1"/>
              <a:t>loại</a:t>
            </a:r>
            <a:r>
              <a:rPr lang="en-US" dirty="0"/>
              <a:t>.</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421</a:t>
            </a:fld>
            <a:endParaRPr lang="ko-KR" altLang="en-US" dirty="0"/>
          </a:p>
        </p:txBody>
      </p:sp>
    </p:spTree>
    <p:extLst>
      <p:ext uri="{BB962C8B-B14F-4D97-AF65-F5344CB8AC3E}">
        <p14:creationId xmlns:p14="http://schemas.microsoft.com/office/powerpoint/2010/main" val="3599759802"/>
      </p:ext>
    </p:extLst>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err="1"/>
              <a:t>Nhiều</a:t>
            </a:r>
            <a:r>
              <a:rPr lang="en-US" altLang="ko-KR" dirty="0"/>
              <a:t> </a:t>
            </a:r>
            <a:r>
              <a:rPr lang="en-US" altLang="ko-KR" dirty="0" err="1"/>
              <a:t>Biểu</a:t>
            </a:r>
            <a:r>
              <a:rPr lang="en-US" altLang="ko-KR" dirty="0"/>
              <a:t> </a:t>
            </a:r>
            <a:r>
              <a:rPr lang="en-US" altLang="ko-KR" dirty="0" err="1"/>
              <a:t>đồ</a:t>
            </a:r>
            <a:r>
              <a:rPr lang="en-US" altLang="ko-KR" dirty="0"/>
              <a:t> </a:t>
            </a:r>
            <a:r>
              <a:rPr lang="en-US" altLang="ko-KR" dirty="0" err="1"/>
              <a:t>cũng</a:t>
            </a:r>
            <a:r>
              <a:rPr lang="en-US" altLang="ko-KR" dirty="0"/>
              <a:t> </a:t>
            </a:r>
            <a:r>
              <a:rPr lang="en-US" altLang="ko-KR" dirty="0" err="1"/>
              <a:t>có</a:t>
            </a:r>
            <a:r>
              <a:rPr lang="en-US" altLang="ko-KR" dirty="0"/>
              <a:t> </a:t>
            </a:r>
            <a:r>
              <a:rPr lang="en-US" altLang="ko-KR" dirty="0" err="1"/>
              <a:t>thể</a:t>
            </a:r>
            <a:r>
              <a:rPr lang="en-US" altLang="ko-KR" dirty="0"/>
              <a:t> </a:t>
            </a:r>
            <a:r>
              <a:rPr lang="en-US" altLang="ko-KR" dirty="0" err="1"/>
              <a:t>hữu</a:t>
            </a:r>
            <a:r>
              <a:rPr lang="en-US" altLang="ko-KR" dirty="0"/>
              <a:t> </a:t>
            </a:r>
            <a:r>
              <a:rPr lang="en-US" altLang="ko-KR" dirty="0" err="1"/>
              <a:t>ích</a:t>
            </a:r>
            <a:r>
              <a:rPr lang="en-US" altLang="ko-KR" dirty="0"/>
              <a:t> </a:t>
            </a:r>
            <a:r>
              <a:rPr lang="en-US" altLang="ko-KR" dirty="0" err="1"/>
              <a:t>để</a:t>
            </a:r>
            <a:r>
              <a:rPr lang="en-US" altLang="ko-KR" dirty="0"/>
              <a:t> </a:t>
            </a:r>
            <a:r>
              <a:rPr lang="en-US" altLang="ko-KR" dirty="0" err="1"/>
              <a:t>trực</a:t>
            </a:r>
            <a:r>
              <a:rPr lang="en-US" altLang="ko-KR" dirty="0"/>
              <a:t> </a:t>
            </a:r>
            <a:r>
              <a:rPr lang="en-US" altLang="ko-KR" dirty="0" err="1"/>
              <a:t>quan</a:t>
            </a:r>
            <a:r>
              <a:rPr lang="en-US" altLang="ko-KR" dirty="0"/>
              <a:t> </a:t>
            </a:r>
            <a:r>
              <a:rPr lang="en-US" altLang="ko-KR" dirty="0" err="1"/>
              <a:t>hóa</a:t>
            </a:r>
            <a:r>
              <a:rPr lang="en-US" altLang="ko-KR" dirty="0"/>
              <a:t> </a:t>
            </a:r>
            <a:r>
              <a:rPr lang="en-US" altLang="ko-KR" dirty="0" err="1"/>
              <a:t>trong</a:t>
            </a:r>
            <a:r>
              <a:rPr lang="en-US" altLang="ko-KR" dirty="0"/>
              <a:t> </a:t>
            </a:r>
            <a:r>
              <a:rPr lang="en-US" altLang="ko-KR" dirty="0" err="1"/>
              <a:t>các</a:t>
            </a:r>
            <a:r>
              <a:rPr lang="en-US" altLang="ko-KR" dirty="0"/>
              <a:t> </a:t>
            </a:r>
            <a:r>
              <a:rPr lang="en-US" altLang="ko-KR" dirty="0" err="1"/>
              <a:t>tình</a:t>
            </a:r>
            <a:r>
              <a:rPr lang="en-US" altLang="ko-KR" dirty="0"/>
              <a:t> </a:t>
            </a:r>
            <a:r>
              <a:rPr lang="en-US" altLang="ko-KR" dirty="0" err="1"/>
              <a:t>huống</a:t>
            </a:r>
            <a:r>
              <a:rPr lang="en-US" altLang="ko-KR" dirty="0"/>
              <a:t> </a:t>
            </a:r>
            <a:r>
              <a:rPr lang="en-US" altLang="ko-KR" dirty="0" err="1"/>
              <a:t>có</a:t>
            </a:r>
            <a:r>
              <a:rPr lang="en-US" altLang="ko-KR" dirty="0"/>
              <a:t> </a:t>
            </a:r>
            <a:r>
              <a:rPr lang="en-US" altLang="ko-KR" dirty="0" err="1"/>
              <a:t>một</a:t>
            </a:r>
            <a:r>
              <a:rPr lang="en-US" altLang="ko-KR" dirty="0"/>
              <a:t> </a:t>
            </a:r>
            <a:r>
              <a:rPr lang="en-US" altLang="ko-KR" dirty="0" err="1"/>
              <a:t>biến</a:t>
            </a:r>
            <a:r>
              <a:rPr lang="en-US" altLang="ko-KR" dirty="0"/>
              <a:t> </a:t>
            </a:r>
            <a:r>
              <a:rPr lang="en-US" altLang="ko-KR" dirty="0" err="1"/>
              <a:t>số</a:t>
            </a:r>
            <a:r>
              <a:rPr lang="en-US" altLang="ko-KR" dirty="0"/>
              <a:t> </a:t>
            </a:r>
            <a:r>
              <a:rPr lang="en-US" altLang="ko-KR" dirty="0" err="1"/>
              <a:t>liên</a:t>
            </a:r>
            <a:r>
              <a:rPr lang="en-US" altLang="ko-KR" dirty="0"/>
              <a:t> </a:t>
            </a:r>
            <a:r>
              <a:rPr lang="en-US" altLang="ko-KR" dirty="0" err="1"/>
              <a:t>tục</a:t>
            </a:r>
            <a:r>
              <a:rPr lang="en-US" altLang="ko-KR" dirty="0"/>
              <a:t> &amp; </a:t>
            </a:r>
            <a:r>
              <a:rPr lang="en-US" altLang="ko-KR" dirty="0" err="1"/>
              <a:t>một</a:t>
            </a:r>
            <a:r>
              <a:rPr lang="en-US" altLang="ko-KR" dirty="0"/>
              <a:t> </a:t>
            </a:r>
            <a:r>
              <a:rPr lang="en-US" altLang="ko-KR" dirty="0" err="1"/>
              <a:t>biến</a:t>
            </a:r>
            <a:r>
              <a:rPr lang="en-US" altLang="ko-KR" dirty="0"/>
              <a:t> </a:t>
            </a:r>
            <a:r>
              <a:rPr lang="en-US" altLang="ko-KR" dirty="0" err="1"/>
              <a:t>phân</a:t>
            </a:r>
            <a:r>
              <a:rPr lang="en-US" altLang="ko-KR" dirty="0"/>
              <a:t> </a:t>
            </a:r>
            <a:r>
              <a:rPr lang="en-US" altLang="ko-KR" dirty="0" err="1"/>
              <a:t>loại</a:t>
            </a:r>
            <a:r>
              <a:rPr lang="en-US" altLang="ko-KR" dirty="0"/>
              <a:t>.</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422</a:t>
            </a:fld>
            <a:endParaRPr lang="ko-KR" altLang="en-US" dirty="0"/>
          </a:p>
        </p:txBody>
      </p:sp>
    </p:spTree>
    <p:extLst>
      <p:ext uri="{BB962C8B-B14F-4D97-AF65-F5344CB8AC3E}">
        <p14:creationId xmlns:p14="http://schemas.microsoft.com/office/powerpoint/2010/main" val="2321582995"/>
      </p:ext>
    </p:extLst>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Barplots có thể khá linh hoạt.</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Bạn có thể dễ dàng điều chỉnh Barplots cho phù hợp với các tình huống với hai biến phân loại.</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Thể loại được phân biệt bằng màu sắc.</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423</a:t>
            </a:fld>
            <a:endParaRPr lang="ko-KR" altLang="en-US" dirty="0"/>
          </a:p>
        </p:txBody>
      </p:sp>
    </p:spTree>
    <p:extLst>
      <p:ext uri="{BB962C8B-B14F-4D97-AF65-F5344CB8AC3E}">
        <p14:creationId xmlns:p14="http://schemas.microsoft.com/office/powerpoint/2010/main" val="4216344801"/>
      </p:ext>
    </p:extLst>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Một cách khác bạn có thể sử dụng Barplot trong các tình huống có hai biến phân loại.</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Ở đây, bạn sử dụng các thanh được tô màu khác nhau để biểu thị biến thứ hai.</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424</a:t>
            </a:fld>
            <a:endParaRPr lang="ko-KR" altLang="en-US" dirty="0"/>
          </a:p>
        </p:txBody>
      </p:sp>
    </p:spTree>
    <p:extLst>
      <p:ext uri="{BB962C8B-B14F-4D97-AF65-F5344CB8AC3E}">
        <p14:creationId xmlns:p14="http://schemas.microsoft.com/office/powerpoint/2010/main" val="2231610144"/>
      </p:ext>
    </p:extLst>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Một số khuyến nghị và lưu ý khi trực quan hóa dữ liệu.</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Hãy để chúng tôi làm rõ "từ đâu và đến đâu" các trục được vẽ.</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425</a:t>
            </a:fld>
            <a:endParaRPr lang="ko-KR" altLang="en-US" dirty="0"/>
          </a:p>
        </p:txBody>
      </p:sp>
    </p:spTree>
    <p:extLst>
      <p:ext uri="{BB962C8B-B14F-4D97-AF65-F5344CB8AC3E}">
        <p14:creationId xmlns:p14="http://schemas.microsoft.com/office/powerpoint/2010/main" val="1181924367"/>
      </p:ext>
    </p:extLst>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Biểu đồ Thanh này hiển thị dữ liệu giống như dữ liệu trong trang trình bày trước.</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Tuy nhiên, nhận thức của bạn và diễn giải tiếp theo có thể hoàn toàn khác so với slide trước.</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Là nhà khoa học dữ liệu, bạn nên tránh tạo ra “ảo ảnh” trực quan ngoài ý muốn.</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Bạn nên truyền đạt ý nghĩa của dữ liệu rõ ràng nhất có thể thông qua trực quan hóa.</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426</a:t>
            </a:fld>
            <a:endParaRPr lang="ko-KR" altLang="en-US" dirty="0"/>
          </a:p>
        </p:txBody>
      </p:sp>
    </p:spTree>
    <p:extLst>
      <p:ext uri="{BB962C8B-B14F-4D97-AF65-F5344CB8AC3E}">
        <p14:creationId xmlns:p14="http://schemas.microsoft.com/office/powerpoint/2010/main" val="845625084"/>
      </p:ext>
    </p:extLst>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Bạn không thể nhấn mạnh đủ rằng bạn phải tránh tạo ra những “ảo ảnh” thị giác ngoài ý muốn.</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Bạn nên tránh xa các hiệu ứng đồ họa “sang chảnh” nếu chúng không giúp giao tiếp tốt hơn.</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427</a:t>
            </a:fld>
            <a:endParaRPr lang="ko-KR" altLang="en-US" dirty="0"/>
          </a:p>
        </p:txBody>
      </p:sp>
    </p:spTree>
    <p:extLst>
      <p:ext uri="{BB962C8B-B14F-4D97-AF65-F5344CB8AC3E}">
        <p14:creationId xmlns:p14="http://schemas.microsoft.com/office/powerpoint/2010/main" val="4236531202"/>
      </p:ext>
    </p:extLst>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92225"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ko-KR" altLang="en-US" b="0" dirty="0">
              <a:latin typeface="SamsungOne-400" panose="020B0503030303020204"/>
            </a:endParaRPr>
          </a:p>
        </p:txBody>
      </p:sp>
      <p:sp>
        <p:nvSpPr>
          <p:cNvPr id="4" name="슬라이드 번호 개체 틀 3"/>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428</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2288245541"/>
      </p:ext>
    </p:extLst>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Như thể hiện trong ví dụ này, thật đơn giản để vẽ biểu đồ Bar bằng thư viện Matplotlib.</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429</a:t>
            </a:fld>
            <a:endParaRPr lang="ko-KR" altLang="en-US" dirty="0"/>
          </a:p>
        </p:txBody>
      </p:sp>
    </p:spTree>
    <p:extLst>
      <p:ext uri="{BB962C8B-B14F-4D97-AF65-F5344CB8AC3E}">
        <p14:creationId xmlns:p14="http://schemas.microsoft.com/office/powerpoint/2010/main" val="2929405353"/>
      </p:ext>
    </p:extLst>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Như thể hiện trong ví dụ này, thật đơn giản để vẽ Biểu đồ bằng thư viện Matplotlib.</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430</a:t>
            </a:fld>
            <a:endParaRPr lang="ko-KR" altLang="en-US" dirty="0"/>
          </a:p>
        </p:txBody>
      </p:sp>
    </p:spTree>
    <p:extLst>
      <p:ext uri="{BB962C8B-B14F-4D97-AF65-F5344CB8AC3E}">
        <p14:creationId xmlns:p14="http://schemas.microsoft.com/office/powerpoint/2010/main" val="3354537857"/>
      </p:ext>
    </p:extLst>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Như thể hiện trong ví dụ này, thật đơn giản để vẽ Biểu đồ bằng thư viện Matplotlib.</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431</a:t>
            </a:fld>
            <a:endParaRPr lang="ko-KR" altLang="en-US" dirty="0"/>
          </a:p>
        </p:txBody>
      </p:sp>
    </p:spTree>
    <p:extLst>
      <p:ext uri="{BB962C8B-B14F-4D97-AF65-F5344CB8AC3E}">
        <p14:creationId xmlns:p14="http://schemas.microsoft.com/office/powerpoint/2010/main" val="3280533348"/>
      </p:ext>
    </p:extLst>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Như thể hiện trong ví dụ này, thật dễ dàng để vẽ Boxplots bằng thư viện Matplotlib.</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432</a:t>
            </a:fld>
            <a:endParaRPr lang="ko-KR" altLang="en-US" dirty="0"/>
          </a:p>
        </p:txBody>
      </p:sp>
    </p:spTree>
    <p:extLst>
      <p:ext uri="{BB962C8B-B14F-4D97-AF65-F5344CB8AC3E}">
        <p14:creationId xmlns:p14="http://schemas.microsoft.com/office/powerpoint/2010/main" val="428392198"/>
      </p:ext>
    </p:extLst>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Như thể hiện trong ví dụ này, thật dễ dàng để vẽ Boxplots bằng thư viện Matplotlib.</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433</a:t>
            </a:fld>
            <a:endParaRPr lang="ko-KR" altLang="en-US" dirty="0"/>
          </a:p>
        </p:txBody>
      </p:sp>
    </p:spTree>
    <p:extLst>
      <p:ext uri="{BB962C8B-B14F-4D97-AF65-F5344CB8AC3E}">
        <p14:creationId xmlns:p14="http://schemas.microsoft.com/office/powerpoint/2010/main" val="2748609462"/>
      </p:ext>
    </p:extLst>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Như thể hiện trong ví dụ này, thật dễ dàng để vẽ Boxplots bằng thư viện Matplotlib.</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434</a:t>
            </a:fld>
            <a:endParaRPr lang="ko-KR" altLang="en-US" dirty="0"/>
          </a:p>
        </p:txBody>
      </p:sp>
    </p:spTree>
    <p:extLst>
      <p:ext uri="{BB962C8B-B14F-4D97-AF65-F5344CB8AC3E}">
        <p14:creationId xmlns:p14="http://schemas.microsoft.com/office/powerpoint/2010/main" val="1945895910"/>
      </p:ext>
    </p:extLst>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Như thể hiện trong ví dụ này, thật dễ dàng để vẽ Boxplots bằng thư viện Matplotlib.</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435</a:t>
            </a:fld>
            <a:endParaRPr lang="ko-KR" altLang="en-US" dirty="0"/>
          </a:p>
        </p:txBody>
      </p:sp>
    </p:spTree>
    <p:extLst>
      <p:ext uri="{BB962C8B-B14F-4D97-AF65-F5344CB8AC3E}">
        <p14:creationId xmlns:p14="http://schemas.microsoft.com/office/powerpoint/2010/main" val="1277351408"/>
      </p:ext>
    </p:extLst>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Như thể hiện trong ví dụ này, thật dễ dàng để vẽ Boxplots bằng thư viện Matplotlib.</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436</a:t>
            </a:fld>
            <a:endParaRPr lang="ko-KR" altLang="en-US" dirty="0"/>
          </a:p>
        </p:txBody>
      </p:sp>
    </p:spTree>
    <p:extLst>
      <p:ext uri="{BB962C8B-B14F-4D97-AF65-F5344CB8AC3E}">
        <p14:creationId xmlns:p14="http://schemas.microsoft.com/office/powerpoint/2010/main" val="4159010567"/>
      </p:ext>
    </p:extLst>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Như thể hiện trong ví dụ này, thật dễ dàng để vẽ Boxplots bằng thư viện Matplotlib.</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437</a:t>
            </a:fld>
            <a:endParaRPr lang="ko-KR" altLang="en-US" dirty="0"/>
          </a:p>
        </p:txBody>
      </p:sp>
    </p:spTree>
    <p:extLst>
      <p:ext uri="{BB962C8B-B14F-4D97-AF65-F5344CB8AC3E}">
        <p14:creationId xmlns:p14="http://schemas.microsoft.com/office/powerpoint/2010/main" val="4103233222"/>
      </p:ext>
    </p:extLst>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Như thể hiện trong ví dụ này, thật dễ dàng để vẽ Boxplots bằng thư viện Matplotlib.</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438</a:t>
            </a:fld>
            <a:endParaRPr lang="ko-KR" altLang="en-US" dirty="0"/>
          </a:p>
        </p:txBody>
      </p:sp>
    </p:spTree>
    <p:extLst>
      <p:ext uri="{BB962C8B-B14F-4D97-AF65-F5344CB8AC3E}">
        <p14:creationId xmlns:p14="http://schemas.microsoft.com/office/powerpoint/2010/main" val="4086533687"/>
      </p:ext>
    </p:extLst>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Như thể hiện trong ví dụ này, thật dễ dàng để vẽ Boxplots bằng thư viện Matplotlib.</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439</a:t>
            </a:fld>
            <a:endParaRPr lang="ko-KR" altLang="en-US" dirty="0"/>
          </a:p>
        </p:txBody>
      </p:sp>
    </p:spTree>
    <p:extLst>
      <p:ext uri="{BB962C8B-B14F-4D97-AF65-F5344CB8AC3E}">
        <p14:creationId xmlns:p14="http://schemas.microsoft.com/office/powerpoint/2010/main" val="3018856857"/>
      </p:ext>
    </p:extLst>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Như thể hiện trong ví dụ này, thật dễ dàng để vẽ Boxplots bằng thư viện Matplotlib.</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440</a:t>
            </a:fld>
            <a:endParaRPr lang="ko-KR" altLang="en-US" dirty="0"/>
          </a:p>
        </p:txBody>
      </p:sp>
    </p:spTree>
    <p:extLst>
      <p:ext uri="{BB962C8B-B14F-4D97-AF65-F5344CB8AC3E}">
        <p14:creationId xmlns:p14="http://schemas.microsoft.com/office/powerpoint/2010/main" val="712529836"/>
      </p:ext>
    </p:extLst>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Như thể hiện trong ví dụ này, thật dễ dàng để vẽ Boxplots bằng thư viện Matplotlib.</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441</a:t>
            </a:fld>
            <a:endParaRPr lang="ko-KR" altLang="en-US" dirty="0"/>
          </a:p>
        </p:txBody>
      </p:sp>
    </p:spTree>
    <p:extLst>
      <p:ext uri="{BB962C8B-B14F-4D97-AF65-F5344CB8AC3E}">
        <p14:creationId xmlns:p14="http://schemas.microsoft.com/office/powerpoint/2010/main" val="3897963276"/>
      </p:ext>
    </p:extLst>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Như thể hiện trong ví dụ này, thật dễ dàng để vẽ Boxplots bằng thư viện Matplotlib.</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442</a:t>
            </a:fld>
            <a:endParaRPr lang="ko-KR" altLang="en-US" dirty="0"/>
          </a:p>
        </p:txBody>
      </p:sp>
    </p:spTree>
    <p:extLst>
      <p:ext uri="{BB962C8B-B14F-4D97-AF65-F5344CB8AC3E}">
        <p14:creationId xmlns:p14="http://schemas.microsoft.com/office/powerpoint/2010/main" val="1604567838"/>
      </p:ext>
    </p:extLst>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Như thể hiện trong ví dụ này, thật dễ dàng để vẽ Boxplots bằng thư viện Matplotlib.</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443</a:t>
            </a:fld>
            <a:endParaRPr lang="ko-KR" altLang="en-US" dirty="0"/>
          </a:p>
        </p:txBody>
      </p:sp>
    </p:spTree>
    <p:extLst>
      <p:ext uri="{BB962C8B-B14F-4D97-AF65-F5344CB8AC3E}">
        <p14:creationId xmlns:p14="http://schemas.microsoft.com/office/powerpoint/2010/main" val="2351105783"/>
      </p:ext>
    </p:extLst>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Như thể hiện trong ví dụ này, thật dễ dàng để vẽ Boxplots bằng thư viện Matplotlib.</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444</a:t>
            </a:fld>
            <a:endParaRPr lang="ko-KR" altLang="en-US" dirty="0"/>
          </a:p>
        </p:txBody>
      </p:sp>
    </p:spTree>
    <p:extLst>
      <p:ext uri="{BB962C8B-B14F-4D97-AF65-F5344CB8AC3E}">
        <p14:creationId xmlns:p14="http://schemas.microsoft.com/office/powerpoint/2010/main" val="311445843"/>
      </p:ext>
    </p:extLst>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dirty="0"/>
              <a:t>Như thể hiện trong ví dụ này, thật dễ dàng để vẽ Boxplots bằng thư viện Matplotlib.</a:t>
            </a:r>
            <a:endParaRPr lang="en-US" altLang="ko-KR" dirty="0"/>
          </a:p>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445</a:t>
            </a:fld>
            <a:endParaRPr lang="ko-KR" altLang="en-US" dirty="0"/>
          </a:p>
        </p:txBody>
      </p:sp>
    </p:spTree>
    <p:extLst>
      <p:ext uri="{BB962C8B-B14F-4D97-AF65-F5344CB8AC3E}">
        <p14:creationId xmlns:p14="http://schemas.microsoft.com/office/powerpoint/2010/main" val="766322983"/>
      </p:ext>
    </p:extLst>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dirty="0" err="1"/>
              <a:t>Đây</a:t>
            </a:r>
            <a:r>
              <a:rPr lang="en-US" dirty="0"/>
              <a:t> </a:t>
            </a:r>
            <a:r>
              <a:rPr lang="en-US" dirty="0" err="1"/>
              <a:t>là</a:t>
            </a:r>
            <a:r>
              <a:rPr lang="en-US" dirty="0"/>
              <a:t> </a:t>
            </a:r>
            <a:r>
              <a:rPr lang="en-US" dirty="0" err="1"/>
              <a:t>một</a:t>
            </a:r>
            <a:r>
              <a:rPr lang="en-US" dirty="0"/>
              <a:t> </a:t>
            </a:r>
            <a:r>
              <a:rPr lang="en-US" dirty="0" err="1"/>
              <a:t>phần</a:t>
            </a:r>
            <a:r>
              <a:rPr lang="en-US" dirty="0"/>
              <a:t> </a:t>
            </a:r>
            <a:r>
              <a:rPr lang="en-US" dirty="0" err="1"/>
              <a:t>danh</a:t>
            </a:r>
            <a:r>
              <a:rPr lang="en-US" dirty="0"/>
              <a:t> </a:t>
            </a:r>
            <a:r>
              <a:rPr lang="en-US" dirty="0" err="1"/>
              <a:t>sách</a:t>
            </a:r>
            <a:r>
              <a:rPr lang="en-US" dirty="0"/>
              <a:t> </a:t>
            </a:r>
            <a:r>
              <a:rPr lang="en-US" dirty="0" err="1"/>
              <a:t>các</a:t>
            </a:r>
            <a:r>
              <a:rPr lang="en-US" dirty="0"/>
              <a:t> </a:t>
            </a:r>
            <a:r>
              <a:rPr lang="en-US" dirty="0" err="1"/>
              <a:t>đối</a:t>
            </a:r>
            <a:r>
              <a:rPr lang="en-US" dirty="0"/>
              <a:t> </a:t>
            </a:r>
            <a:r>
              <a:rPr lang="en-US" dirty="0" err="1"/>
              <a:t>số</a:t>
            </a:r>
            <a:r>
              <a:rPr lang="en-US" dirty="0"/>
              <a:t> </a:t>
            </a:r>
            <a:r>
              <a:rPr lang="en-US" dirty="0" err="1"/>
              <a:t>cho</a:t>
            </a:r>
            <a:r>
              <a:rPr lang="en-US" dirty="0"/>
              <a:t> </a:t>
            </a:r>
            <a:r>
              <a:rPr lang="en-US" dirty="0" err="1"/>
              <a:t>hàm</a:t>
            </a:r>
            <a:r>
              <a:rPr lang="en-US" dirty="0"/>
              <a:t> plot().</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446</a:t>
            </a:fld>
            <a:endParaRPr lang="ko-KR" altLang="en-US" dirty="0"/>
          </a:p>
        </p:txBody>
      </p:sp>
    </p:spTree>
    <p:extLst>
      <p:ext uri="{BB962C8B-B14F-4D97-AF65-F5344CB8AC3E}">
        <p14:creationId xmlns:p14="http://schemas.microsoft.com/office/powerpoint/2010/main" val="2497088281"/>
      </p:ext>
    </p:extLst>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Bảng này hiển thị một số giá trị có thể có của đối số kiểu </a:t>
            </a:r>
            <a:r>
              <a:rPr lang="vi-VN" b="1" dirty="0"/>
              <a:t>đường</a:t>
            </a:r>
            <a:r>
              <a:rPr lang="vi-VN" dirty="0"/>
              <a:t> của hàm plot().</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447</a:t>
            </a:fld>
            <a:endParaRPr lang="ko-KR" altLang="en-US" dirty="0"/>
          </a:p>
        </p:txBody>
      </p:sp>
    </p:spTree>
    <p:extLst>
      <p:ext uri="{BB962C8B-B14F-4D97-AF65-F5344CB8AC3E}">
        <p14:creationId xmlns:p14="http://schemas.microsoft.com/office/powerpoint/2010/main" val="3612327539"/>
      </p:ext>
    </p:extLst>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dirty="0" err="1"/>
              <a:t>Bảng</a:t>
            </a:r>
            <a:r>
              <a:rPr lang="en-US" altLang="ko-KR" dirty="0"/>
              <a:t> </a:t>
            </a:r>
            <a:r>
              <a:rPr lang="en-US" altLang="ko-KR" dirty="0" err="1"/>
              <a:t>này</a:t>
            </a:r>
            <a:r>
              <a:rPr lang="en-US" altLang="ko-KR" dirty="0"/>
              <a:t> </a:t>
            </a:r>
            <a:r>
              <a:rPr lang="en-US" altLang="ko-KR" dirty="0" err="1"/>
              <a:t>hiển</a:t>
            </a:r>
            <a:r>
              <a:rPr lang="en-US" altLang="ko-KR" dirty="0"/>
              <a:t> </a:t>
            </a:r>
            <a:r>
              <a:rPr lang="en-US" altLang="ko-KR" dirty="0" err="1"/>
              <a:t>thị</a:t>
            </a:r>
            <a:r>
              <a:rPr lang="en-US" altLang="ko-KR" dirty="0"/>
              <a:t> </a:t>
            </a:r>
            <a:r>
              <a:rPr lang="en-US" altLang="ko-KR" dirty="0" err="1"/>
              <a:t>một</a:t>
            </a:r>
            <a:r>
              <a:rPr lang="en-US" altLang="ko-KR" dirty="0"/>
              <a:t> </a:t>
            </a:r>
            <a:r>
              <a:rPr lang="en-US" altLang="ko-KR" dirty="0" err="1"/>
              <a:t>số</a:t>
            </a:r>
            <a:r>
              <a:rPr lang="en-US" altLang="ko-KR" dirty="0"/>
              <a:t> </a:t>
            </a:r>
            <a:r>
              <a:rPr lang="en-US" altLang="ko-KR" dirty="0" err="1"/>
              <a:t>giá</a:t>
            </a:r>
            <a:r>
              <a:rPr lang="en-US" altLang="ko-KR" dirty="0"/>
              <a:t> </a:t>
            </a:r>
            <a:r>
              <a:rPr lang="en-US" altLang="ko-KR" dirty="0" err="1"/>
              <a:t>trị</a:t>
            </a:r>
            <a:r>
              <a:rPr lang="en-US" altLang="ko-KR" dirty="0"/>
              <a:t> </a:t>
            </a:r>
            <a:r>
              <a:rPr lang="en-US" altLang="ko-KR" dirty="0" err="1"/>
              <a:t>có</a:t>
            </a:r>
            <a:r>
              <a:rPr lang="en-US" altLang="ko-KR" dirty="0"/>
              <a:t> </a:t>
            </a:r>
            <a:r>
              <a:rPr lang="en-US" altLang="ko-KR" dirty="0" err="1"/>
              <a:t>thể</a:t>
            </a:r>
            <a:r>
              <a:rPr lang="en-US" altLang="ko-KR" dirty="0"/>
              <a:t> </a:t>
            </a:r>
            <a:r>
              <a:rPr lang="en-US" altLang="ko-KR" dirty="0" err="1"/>
              <a:t>có</a:t>
            </a:r>
            <a:r>
              <a:rPr lang="en-US" altLang="ko-KR" dirty="0"/>
              <a:t> </a:t>
            </a:r>
            <a:r>
              <a:rPr lang="en-US" altLang="ko-KR" dirty="0" err="1"/>
              <a:t>của</a:t>
            </a:r>
            <a:r>
              <a:rPr lang="en-US" altLang="ko-KR" dirty="0"/>
              <a:t> </a:t>
            </a:r>
            <a:r>
              <a:rPr lang="en-US" altLang="ko-KR" dirty="0" err="1"/>
              <a:t>đối</a:t>
            </a:r>
            <a:r>
              <a:rPr lang="en-US" altLang="ko-KR" dirty="0"/>
              <a:t> </a:t>
            </a:r>
            <a:r>
              <a:rPr lang="en-US" altLang="ko-KR" dirty="0" err="1"/>
              <a:t>số</a:t>
            </a:r>
            <a:r>
              <a:rPr lang="en-US" altLang="ko-KR" dirty="0"/>
              <a:t> </a:t>
            </a:r>
            <a:r>
              <a:rPr lang="en-US" altLang="ko-KR" b="1" dirty="0" err="1"/>
              <a:t>đánh</a:t>
            </a:r>
            <a:r>
              <a:rPr lang="en-US" altLang="ko-KR" b="1" dirty="0"/>
              <a:t> </a:t>
            </a:r>
            <a:r>
              <a:rPr lang="en-US" altLang="ko-KR" b="1" dirty="0" err="1"/>
              <a:t>dấu</a:t>
            </a:r>
            <a:r>
              <a:rPr lang="en-US" altLang="ko-KR" b="1" dirty="0"/>
              <a:t> </a:t>
            </a:r>
            <a:r>
              <a:rPr lang="en-US" altLang="ko-KR" dirty="0" err="1"/>
              <a:t>của</a:t>
            </a:r>
            <a:r>
              <a:rPr lang="en-US" altLang="ko-KR" dirty="0"/>
              <a:t> </a:t>
            </a:r>
            <a:r>
              <a:rPr lang="en-US" altLang="ko-KR" dirty="0" err="1"/>
              <a:t>hàm</a:t>
            </a:r>
            <a:r>
              <a:rPr lang="en-US" altLang="ko-KR" dirty="0"/>
              <a:t> plot().</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448</a:t>
            </a:fld>
            <a:endParaRPr lang="ko-KR" altLang="en-US" dirty="0"/>
          </a:p>
        </p:txBody>
      </p:sp>
    </p:spTree>
    <p:extLst>
      <p:ext uri="{BB962C8B-B14F-4D97-AF65-F5344CB8AC3E}">
        <p14:creationId xmlns:p14="http://schemas.microsoft.com/office/powerpoint/2010/main" val="4275857227"/>
      </p:ext>
    </p:extLst>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Cách lập biểu đồ này có vẻ phức tạp hơn một chút mà không có lợi ích rõ ràng.</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Tuy nhiên, bằng cách sử dụng các đối tượng hình, bạn có nhiều quyền kiểm soát hơn đối với đồ họa như bạn sẽ thấy trong các trang trình bày sau.</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449</a:t>
            </a:fld>
            <a:endParaRPr lang="ko-KR" altLang="en-US" dirty="0"/>
          </a:p>
        </p:txBody>
      </p:sp>
    </p:spTree>
    <p:extLst>
      <p:ext uri="{BB962C8B-B14F-4D97-AF65-F5344CB8AC3E}">
        <p14:creationId xmlns:p14="http://schemas.microsoft.com/office/powerpoint/2010/main" val="371944491"/>
      </p:ext>
    </p:extLst>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450</a:t>
            </a:fld>
            <a:endParaRPr lang="ko-KR" altLang="en-US" dirty="0"/>
          </a:p>
        </p:txBody>
      </p:sp>
    </p:spTree>
    <p:extLst>
      <p:ext uri="{BB962C8B-B14F-4D97-AF65-F5344CB8AC3E}">
        <p14:creationId xmlns:p14="http://schemas.microsoft.com/office/powerpoint/2010/main" val="589398382"/>
      </p:ext>
    </p:extLst>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451</a:t>
            </a:fld>
            <a:endParaRPr lang="ko-KR" altLang="en-US" dirty="0"/>
          </a:p>
        </p:txBody>
      </p:sp>
    </p:spTree>
    <p:extLst>
      <p:ext uri="{BB962C8B-B14F-4D97-AF65-F5344CB8AC3E}">
        <p14:creationId xmlns:p14="http://schemas.microsoft.com/office/powerpoint/2010/main" val="3163865567"/>
      </p:ext>
    </p:extLst>
  </p:cSld>
  <p:clrMapOvr>
    <a:masterClrMapping/>
  </p:clrMapOvr>
</p:notes>
</file>

<file path=ppt/notesSlides/notesSlide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452</a:t>
            </a:fld>
            <a:endParaRPr lang="ko-KR" altLang="en-US" dirty="0"/>
          </a:p>
        </p:txBody>
      </p:sp>
    </p:spTree>
    <p:extLst>
      <p:ext uri="{BB962C8B-B14F-4D97-AF65-F5344CB8AC3E}">
        <p14:creationId xmlns:p14="http://schemas.microsoft.com/office/powerpoint/2010/main" val="3989478841"/>
      </p:ext>
    </p:extLst>
  </p:cSld>
  <p:clrMapOvr>
    <a:masterClrMapping/>
  </p:clrMapOvr>
</p:notes>
</file>

<file path=ppt/notesSlides/notesSlide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453</a:t>
            </a:fld>
            <a:endParaRPr lang="ko-KR" altLang="en-US" dirty="0"/>
          </a:p>
        </p:txBody>
      </p:sp>
    </p:spTree>
    <p:extLst>
      <p:ext uri="{BB962C8B-B14F-4D97-AF65-F5344CB8AC3E}">
        <p14:creationId xmlns:p14="http://schemas.microsoft.com/office/powerpoint/2010/main" val="77240709"/>
      </p:ext>
    </p:extLst>
  </p:cSld>
  <p:clrMapOvr>
    <a:masterClrMapping/>
  </p:clrMapOvr>
</p:notes>
</file>

<file path=ppt/notesSlides/notesSlide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454</a:t>
            </a:fld>
            <a:endParaRPr lang="ko-KR" altLang="en-US" dirty="0"/>
          </a:p>
        </p:txBody>
      </p:sp>
    </p:spTree>
    <p:extLst>
      <p:ext uri="{BB962C8B-B14F-4D97-AF65-F5344CB8AC3E}">
        <p14:creationId xmlns:p14="http://schemas.microsoft.com/office/powerpoint/2010/main" val="3277415133"/>
      </p:ext>
    </p:extLst>
  </p:cSld>
  <p:clrMapOvr>
    <a:masterClrMapping/>
  </p:clrMapOvr>
</p:notes>
</file>

<file path=ppt/notesSlides/notesSlide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455</a:t>
            </a:fld>
            <a:endParaRPr lang="ko-KR" altLang="en-US" dirty="0"/>
          </a:p>
        </p:txBody>
      </p:sp>
    </p:spTree>
    <p:extLst>
      <p:ext uri="{BB962C8B-B14F-4D97-AF65-F5344CB8AC3E}">
        <p14:creationId xmlns:p14="http://schemas.microsoft.com/office/powerpoint/2010/main" val="3599942817"/>
      </p:ext>
    </p:extLst>
  </p:cSld>
  <p:clrMapOvr>
    <a:masterClrMapping/>
  </p:clrMapOvr>
</p:notes>
</file>

<file path=ppt/notesSlides/notesSlide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456</a:t>
            </a:fld>
            <a:endParaRPr lang="ko-KR" altLang="en-US" dirty="0"/>
          </a:p>
        </p:txBody>
      </p:sp>
    </p:spTree>
    <p:extLst>
      <p:ext uri="{BB962C8B-B14F-4D97-AF65-F5344CB8AC3E}">
        <p14:creationId xmlns:p14="http://schemas.microsoft.com/office/powerpoint/2010/main" val="2927207170"/>
      </p:ext>
    </p:extLst>
  </p:cSld>
  <p:clrMapOvr>
    <a:masterClrMapping/>
  </p:clrMapOvr>
</p:notes>
</file>

<file path=ppt/notesSlides/notesSlide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457</a:t>
            </a:fld>
            <a:endParaRPr lang="ko-KR" altLang="en-US" dirty="0"/>
          </a:p>
        </p:txBody>
      </p:sp>
    </p:spTree>
    <p:extLst>
      <p:ext uri="{BB962C8B-B14F-4D97-AF65-F5344CB8AC3E}">
        <p14:creationId xmlns:p14="http://schemas.microsoft.com/office/powerpoint/2010/main" val="3839805136"/>
      </p:ext>
    </p:extLst>
  </p:cSld>
  <p:clrMapOvr>
    <a:masterClrMapping/>
  </p:clrMapOvr>
</p:notes>
</file>

<file path=ppt/notesSlides/notesSlide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Cho đến giờ, bạn đã bao quát phần trực quan hóa bằng thư viện Matplotlib.</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Bây giờ, bạn quay lại thư viện pandas (có pandas!) để hình dung.</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Bạn có thể xuất trực tiếp hình ảnh trực quan từ Sê-ri hoặc Khung dữ liệu như trong ví dụ này.</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458</a:t>
            </a:fld>
            <a:endParaRPr lang="ko-KR" altLang="en-US" dirty="0"/>
          </a:p>
        </p:txBody>
      </p:sp>
    </p:spTree>
    <p:extLst>
      <p:ext uri="{BB962C8B-B14F-4D97-AF65-F5344CB8AC3E}">
        <p14:creationId xmlns:p14="http://schemas.microsoft.com/office/powerpoint/2010/main" val="4182860456"/>
      </p:ext>
    </p:extLst>
  </p:cSld>
  <p:clrMapOvr>
    <a:masterClrMapping/>
  </p:clrMapOvr>
</p:notes>
</file>

<file path=ppt/notesSlides/notesSlide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dirty="0" err="1"/>
              <a:t>Một</a:t>
            </a:r>
            <a:r>
              <a:rPr lang="en-US" dirty="0"/>
              <a:t> </a:t>
            </a:r>
            <a:r>
              <a:rPr lang="en-US" dirty="0" err="1"/>
              <a:t>ví</a:t>
            </a:r>
            <a:r>
              <a:rPr lang="en-US" dirty="0"/>
              <a:t> </a:t>
            </a:r>
            <a:r>
              <a:rPr lang="en-US" dirty="0" err="1"/>
              <a:t>dụ</a:t>
            </a:r>
            <a:r>
              <a:rPr lang="en-US" dirty="0"/>
              <a:t> </a:t>
            </a:r>
            <a:r>
              <a:rPr lang="en-US" dirty="0" err="1"/>
              <a:t>khác</a:t>
            </a:r>
            <a:r>
              <a:rPr lang="en-US" dirty="0"/>
              <a:t> </a:t>
            </a:r>
            <a:r>
              <a:rPr lang="en-US" dirty="0" err="1"/>
              <a:t>trong</a:t>
            </a:r>
            <a:r>
              <a:rPr lang="en-US" dirty="0"/>
              <a:t> </a:t>
            </a:r>
            <a:r>
              <a:rPr lang="en-US" dirty="0" err="1"/>
              <a:t>đó</a:t>
            </a:r>
            <a:r>
              <a:rPr lang="en-US" dirty="0"/>
              <a:t> </a:t>
            </a:r>
            <a:r>
              <a:rPr lang="en-US" dirty="0" err="1"/>
              <a:t>bạn</a:t>
            </a:r>
            <a:r>
              <a:rPr lang="en-US" dirty="0"/>
              <a:t> </a:t>
            </a:r>
            <a:r>
              <a:rPr lang="en-US" dirty="0" err="1"/>
              <a:t>vẽ</a:t>
            </a:r>
            <a:r>
              <a:rPr lang="en-US" dirty="0"/>
              <a:t> </a:t>
            </a:r>
            <a:r>
              <a:rPr lang="en-US" dirty="0" err="1"/>
              <a:t>Biểu</a:t>
            </a:r>
            <a:r>
              <a:rPr lang="en-US" dirty="0"/>
              <a:t> </a:t>
            </a:r>
            <a:r>
              <a:rPr lang="en-US" dirty="0" err="1"/>
              <a:t>đồ</a:t>
            </a:r>
            <a:r>
              <a:rPr lang="en-US" dirty="0"/>
              <a:t> </a:t>
            </a:r>
            <a:r>
              <a:rPr lang="en-US" dirty="0" err="1"/>
              <a:t>trực</a:t>
            </a:r>
            <a:r>
              <a:rPr lang="en-US" dirty="0"/>
              <a:t> </a:t>
            </a:r>
            <a:r>
              <a:rPr lang="en-US" dirty="0" err="1"/>
              <a:t>tiếp</a:t>
            </a:r>
            <a:r>
              <a:rPr lang="en-US" dirty="0"/>
              <a:t> </a:t>
            </a:r>
            <a:r>
              <a:rPr lang="en-US" dirty="0" err="1"/>
              <a:t>từ</a:t>
            </a:r>
            <a:r>
              <a:rPr lang="en-US" dirty="0"/>
              <a:t> </a:t>
            </a:r>
            <a:r>
              <a:rPr lang="en-US" dirty="0" err="1"/>
              <a:t>Khung</a:t>
            </a:r>
            <a:r>
              <a:rPr lang="en-US" dirty="0"/>
              <a:t> </a:t>
            </a:r>
            <a:r>
              <a:rPr lang="en-US" dirty="0" err="1"/>
              <a:t>dữ</a:t>
            </a:r>
            <a:r>
              <a:rPr lang="en-US" dirty="0"/>
              <a:t> </a:t>
            </a:r>
            <a:r>
              <a:rPr lang="en-US" dirty="0" err="1"/>
              <a:t>liệu</a:t>
            </a:r>
            <a:r>
              <a:rPr lang="en-US" dirty="0"/>
              <a:t>.</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459</a:t>
            </a:fld>
            <a:endParaRPr lang="ko-KR" altLang="en-US" dirty="0"/>
          </a:p>
        </p:txBody>
      </p:sp>
    </p:spTree>
    <p:extLst>
      <p:ext uri="{BB962C8B-B14F-4D97-AF65-F5344CB8AC3E}">
        <p14:creationId xmlns:p14="http://schemas.microsoft.com/office/powerpoint/2010/main" val="862305777"/>
      </p:ext>
    </p:extLst>
  </p:cSld>
  <p:clrMapOvr>
    <a:masterClrMapping/>
  </p:clrMapOvr>
</p:notes>
</file>

<file path=ppt/notesSlides/notesSlide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460</a:t>
            </a:fld>
            <a:endParaRPr lang="ko-KR" altLang="en-US" dirty="0"/>
          </a:p>
        </p:txBody>
      </p:sp>
    </p:spTree>
    <p:extLst>
      <p:ext uri="{BB962C8B-B14F-4D97-AF65-F5344CB8AC3E}">
        <p14:creationId xmlns:p14="http://schemas.microsoft.com/office/powerpoint/2010/main" val="1700522290"/>
      </p:ext>
    </p:extLst>
  </p:cSld>
  <p:clrMapOvr>
    <a:masterClrMapping/>
  </p:clrMapOvr>
</p:notes>
</file>

<file path=ppt/notesSlides/notesSlide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461</a:t>
            </a:fld>
            <a:endParaRPr lang="ko-KR" altLang="en-US" dirty="0"/>
          </a:p>
        </p:txBody>
      </p:sp>
    </p:spTree>
    <p:extLst>
      <p:ext uri="{BB962C8B-B14F-4D97-AF65-F5344CB8AC3E}">
        <p14:creationId xmlns:p14="http://schemas.microsoft.com/office/powerpoint/2010/main" val="698866765"/>
      </p:ext>
    </p:extLst>
  </p:cSld>
  <p:clrMapOvr>
    <a:masterClrMapping/>
  </p:clrMapOvr>
</p:notes>
</file>

<file path=ppt/notesSlides/notesSlide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462</a:t>
            </a:fld>
            <a:endParaRPr lang="ko-KR" altLang="en-US" dirty="0"/>
          </a:p>
        </p:txBody>
      </p:sp>
    </p:spTree>
    <p:extLst>
      <p:ext uri="{BB962C8B-B14F-4D97-AF65-F5344CB8AC3E}">
        <p14:creationId xmlns:p14="http://schemas.microsoft.com/office/powerpoint/2010/main" val="2152221066"/>
      </p:ext>
    </p:extLst>
  </p:cSld>
  <p:clrMapOvr>
    <a:masterClrMapping/>
  </p:clrMapOvr>
</p:notes>
</file>

<file path=ppt/notesSlides/notesSlide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463</a:t>
            </a:fld>
            <a:endParaRPr lang="ko-KR" altLang="en-US" dirty="0"/>
          </a:p>
        </p:txBody>
      </p:sp>
    </p:spTree>
    <p:extLst>
      <p:ext uri="{BB962C8B-B14F-4D97-AF65-F5344CB8AC3E}">
        <p14:creationId xmlns:p14="http://schemas.microsoft.com/office/powerpoint/2010/main" val="4221694315"/>
      </p:ext>
    </p:extLst>
  </p:cSld>
  <p:clrMapOvr>
    <a:masterClrMapping/>
  </p:clrMapOvr>
</p:notes>
</file>

<file path=ppt/notesSlides/notesSlide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464</a:t>
            </a:fld>
            <a:endParaRPr lang="ko-KR" altLang="en-US" dirty="0"/>
          </a:p>
        </p:txBody>
      </p:sp>
    </p:spTree>
    <p:extLst>
      <p:ext uri="{BB962C8B-B14F-4D97-AF65-F5344CB8AC3E}">
        <p14:creationId xmlns:p14="http://schemas.microsoft.com/office/powerpoint/2010/main" val="942587364"/>
      </p:ext>
    </p:extLst>
  </p:cSld>
  <p:clrMapOvr>
    <a:masterClrMapping/>
  </p:clrMapOvr>
</p:notes>
</file>

<file path=ppt/notesSlides/notesSlide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465</a:t>
            </a:fld>
            <a:endParaRPr lang="ko-KR" altLang="en-US" dirty="0"/>
          </a:p>
        </p:txBody>
      </p:sp>
    </p:spTree>
    <p:extLst>
      <p:ext uri="{BB962C8B-B14F-4D97-AF65-F5344CB8AC3E}">
        <p14:creationId xmlns:p14="http://schemas.microsoft.com/office/powerpoint/2010/main" val="4276182745"/>
      </p:ext>
    </p:extLst>
  </p:cSld>
  <p:clrMapOvr>
    <a:masterClrMapping/>
  </p:clrMapOvr>
</p:notes>
</file>

<file path=ppt/notesSlides/notesSlide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00150"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latin typeface="Times New Roman" panose="02020603050405020304" pitchFamily="18" charset="0"/>
              </a:rPr>
              <a:t>THỰC HÀNH </a:t>
            </a:r>
            <a:r>
              <a:rPr lang="vi-VN" altLang="ko-KR" sz="1200" b="1" dirty="0">
                <a:latin typeface="Times New Roman" panose="02020603050405020304" pitchFamily="18" charset="0"/>
              </a:rPr>
              <a:t>VỀ NỘI DUNG</a:t>
            </a:r>
          </a:p>
          <a:p>
            <a:pPr latinLnBrk="1"/>
            <a:r>
              <a:rPr lang="vi-VN" altLang="ko-KR" sz="1200" kern="1200" dirty="0">
                <a:solidFill>
                  <a:schemeClr val="tx1"/>
                </a:solidFill>
                <a:effectLst/>
                <a:latin typeface="+mn-lt"/>
                <a:ea typeface="+mn-ea"/>
                <a:cs typeface="+mn-cs"/>
              </a:rPr>
              <a:t>Trong phần thực hành này, bạn chuyển sang một thư viện được thiết kế riêng cho đồ họa, Matplotlib. Bạn thử các kiểu trực quan cơ bản.</a:t>
            </a:r>
          </a:p>
          <a:p>
            <a:pPr latinLnBrk="1"/>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sz="1000" b="1" dirty="0">
                <a:solidFill>
                  <a:prstClr val="black"/>
                </a:solidFill>
                <a:latin typeface="Times New Roman" panose="02020603050405020304" pitchFamily="18" charset="0"/>
              </a:rPr>
              <a:t>HƯỚNG DẪN THỰC HÀNH</a:t>
            </a:r>
            <a:endParaRPr lang="ko-KR" altLang="ko-KR" sz="1000" kern="1200" dirty="0">
              <a:solidFill>
                <a:schemeClr val="tx1"/>
              </a:solidFill>
              <a:effectLst/>
              <a:latin typeface="+mn-lt"/>
              <a:ea typeface="+mn-ea"/>
              <a:cs typeface="+mn-cs"/>
            </a:endParaRPr>
          </a:p>
          <a:p>
            <a:pPr marL="342900" lvl="0" indent="-342900">
              <a:spcAft>
                <a:spcPts val="800"/>
              </a:spcAft>
              <a:buFont typeface="+mj-lt"/>
              <a:buAutoNum type="arabicPeriod"/>
            </a:pPr>
            <a:r>
              <a:rPr lang="vi-VN" altLang="ko-KR" sz="1200" kern="100" dirty="0">
                <a:solidFill>
                  <a:srgbClr val="000000"/>
                </a:solidFill>
                <a:latin typeface="Times New Roman" panose="02020603050405020304" pitchFamily="18" charset="0"/>
                <a:cs typeface="Times New Roman" panose="02020603050405020304" pitchFamily="18" charset="0"/>
              </a:rPr>
              <a:t>Bắt đầu Máy tính xách tay Jupyter.</a:t>
            </a:r>
          </a:p>
          <a:p>
            <a:pPr marL="342900" lvl="0" indent="-342900">
              <a:spcAft>
                <a:spcPts val="800"/>
              </a:spcAft>
              <a:buFont typeface="+mj-lt"/>
              <a:buAutoNum type="arabicPeriod"/>
            </a:pPr>
            <a:r>
              <a:rPr lang="vi-VN" altLang="ko-KR" sz="1200" kern="100" dirty="0">
                <a:solidFill>
                  <a:srgbClr val="000000"/>
                </a:solidFill>
                <a:latin typeface="Times New Roman" panose="02020603050405020304" pitchFamily="18" charset="0"/>
                <a:cs typeface="Times New Roman" panose="02020603050405020304" pitchFamily="18" charset="0"/>
              </a:rPr>
              <a:t>Trong Jupyter Notebook, nhấp vào tệp </a:t>
            </a:r>
            <a:r>
              <a:rPr lang="vi-VN" altLang="ko-KR" sz="1200" b="1" kern="100" dirty="0">
                <a:solidFill>
                  <a:srgbClr val="000000"/>
                </a:solidFill>
                <a:latin typeface="Times New Roman" panose="02020603050405020304" pitchFamily="18" charset="0"/>
                <a:cs typeface="Times New Roman" panose="02020603050405020304" pitchFamily="18" charset="0"/>
              </a:rPr>
              <a:t>ex_0111.ipynb </a:t>
            </a:r>
            <a:r>
              <a:rPr lang="vi-VN" altLang="ko-KR" sz="1200" kern="100" dirty="0">
                <a:solidFill>
                  <a:srgbClr val="000000"/>
                </a:solidFill>
                <a:latin typeface="Times New Roman" panose="02020603050405020304" pitchFamily="18" charset="0"/>
                <a:cs typeface="Times New Roman" panose="02020603050405020304" pitchFamily="18" charset="0"/>
              </a:rPr>
              <a:t>trong thư mục </a:t>
            </a:r>
            <a:r>
              <a:rPr lang="vi-VN" altLang="ko-KR" sz="1200" b="1" kern="100" dirty="0">
                <a:solidFill>
                  <a:srgbClr val="000000"/>
                </a:solidFill>
                <a:latin typeface="Times New Roman" panose="02020603050405020304" pitchFamily="18" charset="0"/>
                <a:cs typeface="Times New Roman" panose="02020603050405020304" pitchFamily="18" charset="0"/>
              </a:rPr>
              <a:t>Bài tập coding</a:t>
            </a:r>
            <a:r>
              <a:rPr lang="vi-VN" altLang="ko-KR" sz="1200" kern="100" dirty="0">
                <a:solidFill>
                  <a:srgbClr val="000000"/>
                </a:solidFill>
                <a:latin typeface="Times New Roman" panose="02020603050405020304" pitchFamily="18" charset="0"/>
                <a:cs typeface="Times New Roman" panose="02020603050405020304" pitchFamily="18" charset="0"/>
              </a:rPr>
              <a:t>.</a:t>
            </a:r>
          </a:p>
          <a:p>
            <a:pPr marL="342900" lvl="0" indent="-342900">
              <a:spcAft>
                <a:spcPts val="800"/>
              </a:spcAft>
              <a:buFont typeface="+mj-lt"/>
              <a:buAutoNum type="arabicPeriod"/>
            </a:pPr>
            <a:r>
              <a:rPr lang="vi-VN" altLang="ko-KR" sz="1200" kern="100" dirty="0">
                <a:solidFill>
                  <a:srgbClr val="000000"/>
                </a:solidFill>
                <a:latin typeface="Times New Roman" panose="02020603050405020304" pitchFamily="18" charset="0"/>
                <a:cs typeface="Times New Roman" panose="02020603050405020304" pitchFamily="18" charset="0"/>
              </a:rPr>
              <a:t>Xem lại các ví dụ về các chủ đề dưới đây:</a:t>
            </a:r>
            <a:br>
              <a:rPr lang="en-US" altLang="ko-KR" sz="1200" kern="1200" dirty="0">
                <a:solidFill>
                  <a:srgbClr val="FF0000"/>
                </a:solidFill>
                <a:effectLst/>
                <a:latin typeface="+mn-lt"/>
                <a:ea typeface="+mn-ea"/>
                <a:cs typeface="+mn-cs"/>
              </a:rPr>
            </a:br>
            <a:endPar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endParaRPr>
          </a:p>
          <a:p>
            <a:pPr marL="742950" lvl="1" indent="-285750" algn="just" latinLnBrk="1">
              <a:lnSpc>
                <a:spcPct val="107000"/>
              </a:lnSpc>
              <a:spcAft>
                <a:spcPts val="800"/>
              </a:spcAft>
              <a:buFont typeface="+mj-lt"/>
              <a:buAutoNum type="alphaUcPeriod"/>
            </a:pPr>
            <a:r>
              <a:rPr lang="vi-VN" altLang="ko-KR" sz="1200" i="1" kern="100" dirty="0">
                <a:solidFill>
                  <a:srgbClr val="000000"/>
                </a:solidFill>
                <a:effectLst/>
                <a:latin typeface="Times New Roman" panose="02020603050405020304" pitchFamily="18" charset="0"/>
                <a:ea typeface="+mn-ea"/>
                <a:cs typeface="Times New Roman" panose="02020603050405020304" pitchFamily="18" charset="0"/>
              </a:rPr>
              <a:t>Khái niệm cơ bản về trực quan hóa Matplotlib</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a:t>
            </a:r>
            <a:endParaRPr lang="ko-KR" altLang="ko-KR" sz="1000" i="1" kern="100" dirty="0">
              <a:effectLst/>
              <a:latin typeface="맑은 고딕" panose="020B0503020000020004" pitchFamily="50" charset="-127"/>
              <a:ea typeface="+mn-ea"/>
              <a:cs typeface="Times New Roman" panose="02020603050405020304" pitchFamily="18" charset="0"/>
            </a:endParaRPr>
          </a:p>
          <a:p>
            <a:pPr marL="1143000" lvl="2" indent="-228600" algn="just" latinLnBrk="1">
              <a:lnSpc>
                <a:spcPct val="107000"/>
              </a:lnSpc>
              <a:spcAft>
                <a:spcPts val="800"/>
              </a:spcAft>
              <a:buFont typeface="+mj-lt"/>
              <a:buAutoNum type="romanLcPeriod"/>
            </a:pP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Bar plot.</a:t>
            </a:r>
            <a:endParaRPr lang="ko-KR" altLang="ko-KR" sz="1000" i="1" kern="100" dirty="0">
              <a:effectLst/>
              <a:latin typeface="맑은 고딕" panose="020B0503020000020004" pitchFamily="50" charset="-127"/>
              <a:ea typeface="+mn-ea"/>
              <a:cs typeface="Times New Roman" panose="02020603050405020304" pitchFamily="18" charset="0"/>
            </a:endParaRPr>
          </a:p>
          <a:p>
            <a:pPr marL="1143000" lvl="2" indent="-228600" algn="just" latinLnBrk="1">
              <a:lnSpc>
                <a:spcPct val="107000"/>
              </a:lnSpc>
              <a:spcAft>
                <a:spcPts val="800"/>
              </a:spcAft>
              <a:buFont typeface="+mj-lt"/>
              <a:buAutoNum type="romanLcPeriod"/>
            </a:pP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Biểu</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đồ</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a:t>
            </a:r>
            <a:endParaRPr lang="ko-KR" altLang="ko-KR" sz="1000" i="1" kern="100" dirty="0">
              <a:effectLst/>
              <a:latin typeface="맑은 고딕" panose="020B0503020000020004" pitchFamily="50" charset="-127"/>
              <a:ea typeface="+mn-ea"/>
              <a:cs typeface="Times New Roman" panose="02020603050405020304" pitchFamily="18" charset="0"/>
            </a:endParaRPr>
          </a:p>
          <a:p>
            <a:pPr marL="1143000" lvl="2" indent="-228600" algn="just" latinLnBrk="1">
              <a:lnSpc>
                <a:spcPct val="107000"/>
              </a:lnSpc>
              <a:spcAft>
                <a:spcPts val="800"/>
              </a:spcAft>
              <a:buFont typeface="+mj-lt"/>
              <a:buAutoNum type="romanLcPeriod"/>
            </a:pP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Box plot.</a:t>
            </a:r>
            <a:endParaRPr lang="ko-KR" altLang="ko-KR" sz="1000" i="1" kern="100" dirty="0">
              <a:effectLst/>
              <a:latin typeface="맑은 고딕" panose="020B0503020000020004" pitchFamily="50" charset="-127"/>
              <a:ea typeface="+mn-ea"/>
              <a:cs typeface="Times New Roman" panose="02020603050405020304" pitchFamily="18" charset="0"/>
            </a:endParaRPr>
          </a:p>
          <a:p>
            <a:pPr marL="1143000" lvl="2" indent="-228600" algn="just" latinLnBrk="1">
              <a:lnSpc>
                <a:spcPct val="107000"/>
              </a:lnSpc>
              <a:spcAft>
                <a:spcPts val="800"/>
              </a:spcAft>
              <a:buFont typeface="+mj-lt"/>
              <a:buAutoNum type="romanLcPeriod"/>
            </a:pPr>
            <a:r>
              <a:rPr lang="vi-VN" altLang="ko-KR" sz="1200" i="1" kern="100" dirty="0">
                <a:solidFill>
                  <a:srgbClr val="000000"/>
                </a:solidFill>
                <a:effectLst/>
                <a:latin typeface="Times New Roman" panose="02020603050405020304" pitchFamily="18" charset="0"/>
                <a:ea typeface="+mn-ea"/>
                <a:cs typeface="Times New Roman" panose="02020603050405020304" pitchFamily="18" charset="0"/>
              </a:rPr>
              <a:t>Biểu đồ đường</a:t>
            </a: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a:t>
            </a:r>
            <a:endParaRPr lang="ko-KR" altLang="ko-KR" sz="1000" i="1" kern="100" dirty="0">
              <a:effectLst/>
              <a:latin typeface="맑은 고딕" panose="020B0503020000020004" pitchFamily="50" charset="-127"/>
              <a:ea typeface="+mn-ea"/>
              <a:cs typeface="Times New Roman" panose="02020603050405020304" pitchFamily="18" charset="0"/>
            </a:endParaRPr>
          </a:p>
          <a:p>
            <a:pPr marL="1143000" lvl="2" indent="-228600" algn="just" latinLnBrk="1">
              <a:lnSpc>
                <a:spcPct val="107000"/>
              </a:lnSpc>
              <a:spcAft>
                <a:spcPts val="800"/>
              </a:spcAft>
              <a:buFont typeface="+mj-lt"/>
              <a:buAutoNum type="romanLcPeriod"/>
            </a:pP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Scatter plot 1.</a:t>
            </a:r>
            <a:endParaRPr lang="ko-KR" altLang="ko-KR" sz="1000" i="1" kern="100" dirty="0">
              <a:effectLst/>
              <a:latin typeface="맑은 고딕" panose="020B0503020000020004" pitchFamily="50" charset="-127"/>
              <a:ea typeface="+mn-ea"/>
              <a:cs typeface="Times New Roman" panose="02020603050405020304" pitchFamily="18" charset="0"/>
            </a:endParaRPr>
          </a:p>
          <a:p>
            <a:pPr marL="1143000" lvl="2" indent="-228600" algn="just" latinLnBrk="1">
              <a:lnSpc>
                <a:spcPct val="107000"/>
              </a:lnSpc>
              <a:spcAft>
                <a:spcPts val="800"/>
              </a:spcAft>
              <a:buFont typeface="+mj-lt"/>
              <a:buAutoNum type="romanLcPeriod"/>
            </a:pPr>
            <a:r>
              <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rPr>
              <a:t>Scatter plot 2.</a:t>
            </a:r>
            <a:endParaRPr lang="ko-KR" altLang="ko-KR" sz="1000" i="1" kern="100" dirty="0">
              <a:effectLst/>
              <a:latin typeface="맑은 고딕" panose="020B0503020000020004" pitchFamily="50" charset="-127"/>
              <a:ea typeface="+mn-ea"/>
              <a:cs typeface="Times New Roman" panose="02020603050405020304" pitchFamily="18" charset="0"/>
            </a:endParaRPr>
          </a:p>
          <a:p>
            <a:pPr marL="342900" lvl="0" indent="-342900">
              <a:spcAft>
                <a:spcPts val="800"/>
              </a:spcAft>
              <a:buFont typeface="+mj-lt"/>
              <a:buAutoNum type="arabicPeriod"/>
            </a:pPr>
            <a:endParaRPr lang="en-US" altLang="ko-KR" sz="1200" i="1" kern="1200" dirty="0">
              <a:solidFill>
                <a:schemeClr val="tx1"/>
              </a:solidFill>
              <a:effectLst/>
              <a:latin typeface="+mn-lt"/>
              <a:ea typeface="+mn-ea"/>
              <a:cs typeface="+mn-cs"/>
            </a:endParaRPr>
          </a:p>
          <a:p>
            <a:pPr marL="342900" lvl="0" indent="-342900">
              <a:spcAft>
                <a:spcPts val="800"/>
              </a:spcAft>
              <a:buFont typeface="+mj-lt"/>
              <a:buAutoNum type="arabicPeriod"/>
            </a:pPr>
            <a:r>
              <a:rPr lang="vi-VN" altLang="ko-KR" sz="1200" kern="1200" dirty="0">
                <a:solidFill>
                  <a:schemeClr val="tx1"/>
                </a:solidFill>
                <a:effectLst/>
                <a:latin typeface="+mn-lt"/>
                <a:ea typeface="+mn-ea"/>
                <a:cs typeface="+mn-cs"/>
              </a:rPr>
              <a:t>(Tùy chọn) Sử dụng ô trống ở dưới cùng để thực hành nhu cầu cá nhân của riêng bạn.</a:t>
            </a:r>
            <a:endParaRPr lang="en-US" altLang="ko-KR" sz="1200" kern="1200" dirty="0">
              <a:solidFill>
                <a:schemeClr val="tx1"/>
              </a:solidFill>
              <a:effectLst/>
              <a:latin typeface="+mn-lt"/>
              <a:ea typeface="+mn-ea"/>
              <a:cs typeface="+mn-cs"/>
            </a:endParaRPr>
          </a:p>
        </p:txBody>
      </p:sp>
      <p:sp>
        <p:nvSpPr>
          <p:cNvPr id="4" name="슬라이드 번호 개체 틀 3"/>
          <p:cNvSpPr>
            <a:spLocks noGrp="1"/>
          </p:cNvSpPr>
          <p:nvPr>
            <p:ph type="sldNum" sz="quarter" idx="5"/>
          </p:nvPr>
        </p:nvSpPr>
        <p:spPr/>
        <p:txBody>
          <a:bodyPr/>
          <a:lstStyle/>
          <a:p>
            <a:fld id="{5B59C55F-00F1-4985-9065-F2D92AE05D03}" type="slidenum">
              <a:rPr lang="ko-KR" altLang="en-US" smtClean="0"/>
              <a:t>466</a:t>
            </a:fld>
            <a:endParaRPr lang="ko-KR" altLang="en-US" dirty="0"/>
          </a:p>
        </p:txBody>
      </p:sp>
    </p:spTree>
    <p:extLst>
      <p:ext uri="{BB962C8B-B14F-4D97-AF65-F5344CB8AC3E}">
        <p14:creationId xmlns:p14="http://schemas.microsoft.com/office/powerpoint/2010/main" val="325518046"/>
      </p:ext>
    </p:extLst>
  </p:cSld>
  <p:clrMapOvr>
    <a:masterClrMapping/>
  </p:clrMapOvr>
</p:notes>
</file>

<file path=ppt/notesSlides/notesSlide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00150"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latin typeface="Times New Roman" panose="02020603050405020304" pitchFamily="18" charset="0"/>
              </a:rPr>
              <a:t>THỰC HÀNH </a:t>
            </a:r>
            <a:r>
              <a:rPr lang="vi-VN" altLang="ko-KR" sz="1200" b="1" dirty="0">
                <a:latin typeface="Times New Roman" panose="02020603050405020304" pitchFamily="18" charset="0"/>
              </a:rPr>
              <a:t>VỀ NỘI DUNG</a:t>
            </a: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sz="1200" kern="1200" dirty="0">
                <a:solidFill>
                  <a:schemeClr val="tx1"/>
                </a:solidFill>
                <a:effectLst/>
                <a:latin typeface="+mn-lt"/>
                <a:ea typeface="+mn-ea"/>
                <a:cs typeface="+mn-cs"/>
              </a:rPr>
              <a:t>Trong thực tế này, bạn áp dụng các tính năng nâng cao hơn của Matplotlib để nâng cao và tùy chỉnh đồ họa của chúng tôi.</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vi-VN" altLang="ko-KR" sz="1000" b="1" dirty="0">
                <a:solidFill>
                  <a:prstClr val="black"/>
                </a:solidFill>
                <a:latin typeface="Times New Roman" panose="02020603050405020304" pitchFamily="18" charset="0"/>
              </a:rPr>
              <a:t>HƯỚNG DẪN THỰC HÀNH</a:t>
            </a:r>
            <a:endParaRPr lang="ko-KR" altLang="ko-KR" sz="1000" kern="1200" dirty="0">
              <a:solidFill>
                <a:schemeClr val="tx1"/>
              </a:solidFill>
              <a:effectLst/>
              <a:latin typeface="+mn-lt"/>
              <a:ea typeface="+mn-ea"/>
              <a:cs typeface="+mn-cs"/>
            </a:endParaRPr>
          </a:p>
          <a:p>
            <a:pPr marL="342900" lvl="0" indent="-342900">
              <a:spcAft>
                <a:spcPts val="800"/>
              </a:spcAft>
              <a:buFont typeface="+mj-lt"/>
              <a:buAutoNum type="arabicPeriod"/>
            </a:pPr>
            <a:r>
              <a:rPr lang="vi-VN" altLang="ko-KR" sz="1200" kern="100" dirty="0">
                <a:solidFill>
                  <a:srgbClr val="000000"/>
                </a:solidFill>
                <a:latin typeface="Times New Roman" panose="02020603050405020304" pitchFamily="18" charset="0"/>
                <a:cs typeface="Times New Roman" panose="02020603050405020304" pitchFamily="18" charset="0"/>
              </a:rPr>
              <a:t>Bắt đầu Máy tính xách tay Jupyter.</a:t>
            </a:r>
          </a:p>
          <a:p>
            <a:pPr marL="342900" lvl="0" indent="-342900">
              <a:spcAft>
                <a:spcPts val="800"/>
              </a:spcAft>
              <a:buFont typeface="+mj-lt"/>
              <a:buAutoNum type="arabicPeriod"/>
            </a:pPr>
            <a:r>
              <a:rPr lang="vi-VN" altLang="ko-KR" sz="1200" kern="100" dirty="0">
                <a:solidFill>
                  <a:srgbClr val="000000"/>
                </a:solidFill>
                <a:latin typeface="Times New Roman" panose="02020603050405020304" pitchFamily="18" charset="0"/>
                <a:cs typeface="Times New Roman" panose="02020603050405020304" pitchFamily="18" charset="0"/>
              </a:rPr>
              <a:t>Trong Jupyter Notebook, nhấp vào tệp </a:t>
            </a:r>
            <a:r>
              <a:rPr lang="vi-VN" altLang="ko-KR" sz="1200" b="1" kern="100" dirty="0">
                <a:solidFill>
                  <a:srgbClr val="000000"/>
                </a:solidFill>
                <a:latin typeface="Times New Roman" panose="02020603050405020304" pitchFamily="18" charset="0"/>
                <a:cs typeface="Times New Roman" panose="02020603050405020304" pitchFamily="18" charset="0"/>
              </a:rPr>
              <a:t>ex_0112.ipynb </a:t>
            </a:r>
            <a:r>
              <a:rPr lang="vi-VN" altLang="ko-KR" sz="1200" kern="100" dirty="0">
                <a:solidFill>
                  <a:srgbClr val="000000"/>
                </a:solidFill>
                <a:latin typeface="Times New Roman" panose="02020603050405020304" pitchFamily="18" charset="0"/>
                <a:cs typeface="Times New Roman" panose="02020603050405020304" pitchFamily="18" charset="0"/>
              </a:rPr>
              <a:t>trong thư mục </a:t>
            </a:r>
            <a:r>
              <a:rPr lang="vi-VN" altLang="ko-KR" sz="1200" b="1" kern="100" dirty="0">
                <a:solidFill>
                  <a:srgbClr val="000000"/>
                </a:solidFill>
                <a:latin typeface="Times New Roman" panose="02020603050405020304" pitchFamily="18" charset="0"/>
                <a:cs typeface="Times New Roman" panose="02020603050405020304" pitchFamily="18" charset="0"/>
              </a:rPr>
              <a:t>Bài tập coding</a:t>
            </a:r>
            <a:r>
              <a:rPr lang="vi-VN" altLang="ko-KR" sz="1200" kern="100" dirty="0">
                <a:solidFill>
                  <a:srgbClr val="000000"/>
                </a:solidFill>
                <a:latin typeface="Times New Roman" panose="02020603050405020304" pitchFamily="18" charset="0"/>
                <a:cs typeface="Times New Roman" panose="02020603050405020304" pitchFamily="18" charset="0"/>
              </a:rPr>
              <a:t>.</a:t>
            </a:r>
          </a:p>
          <a:p>
            <a:pPr marL="342900" lvl="0" indent="-342900">
              <a:spcAft>
                <a:spcPts val="800"/>
              </a:spcAft>
              <a:buFont typeface="+mj-lt"/>
              <a:buAutoNum type="arabicPeriod"/>
            </a:pPr>
            <a:r>
              <a:rPr lang="vi-VN" altLang="ko-KR" sz="1200" kern="100" dirty="0">
                <a:solidFill>
                  <a:srgbClr val="000000"/>
                </a:solidFill>
                <a:latin typeface="Times New Roman" panose="02020603050405020304" pitchFamily="18" charset="0"/>
                <a:cs typeface="Times New Roman" panose="02020603050405020304" pitchFamily="18" charset="0"/>
              </a:rPr>
              <a:t>Xem lại các ví dụ về các chủ đề dưới đây:</a:t>
            </a:r>
            <a:br>
              <a:rPr lang="en-US" altLang="ko-KR" sz="1200" kern="1200" dirty="0">
                <a:solidFill>
                  <a:srgbClr val="FF0000"/>
                </a:solidFill>
                <a:effectLst/>
                <a:latin typeface="+mn-lt"/>
                <a:ea typeface="+mn-ea"/>
                <a:cs typeface="+mn-cs"/>
              </a:rPr>
            </a:br>
            <a:endPar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endParaRPr>
          </a:p>
          <a:p>
            <a:pPr marL="742950" lvl="1" indent="-285750" algn="just" latinLnBrk="1">
              <a:lnSpc>
                <a:spcPct val="107000"/>
              </a:lnSpc>
              <a:spcAft>
                <a:spcPts val="800"/>
              </a:spcAft>
              <a:buFont typeface="+mj-lt"/>
              <a:buAutoNum type="alphaUcPeriod"/>
            </a:pPr>
            <a:r>
              <a:rPr lang="vi-VN" altLang="ko-KR" sz="1200" i="1" kern="100" dirty="0">
                <a:solidFill>
                  <a:srgbClr val="000000"/>
                </a:solidFill>
                <a:effectLst/>
                <a:latin typeface="Times New Roman" panose="02020603050405020304" pitchFamily="18" charset="0"/>
                <a:ea typeface="+mn-ea"/>
                <a:cs typeface="Times New Roman" panose="02020603050405020304" pitchFamily="18" charset="0"/>
              </a:rPr>
              <a:t>Trực quan hóa Matplotlib với các đối tượng.</a:t>
            </a:r>
            <a:endParaRPr lang="ko-KR" altLang="ko-KR" sz="1000" i="1" kern="100" dirty="0">
              <a:effectLst/>
              <a:latin typeface="맑은 고딕" panose="020B0503020000020004" pitchFamily="50" charset="-127"/>
              <a:ea typeface="+mn-ea"/>
              <a:cs typeface="Times New Roman" panose="02020603050405020304" pitchFamily="18" charset="0"/>
            </a:endParaRPr>
          </a:p>
          <a:p>
            <a:pPr marL="1143000" lvl="2" indent="-228600" algn="just" latinLnBrk="1">
              <a:lnSpc>
                <a:spcPct val="107000"/>
              </a:lnSpc>
              <a:spcAft>
                <a:spcPts val="800"/>
              </a:spcAft>
              <a:buFont typeface="+mj-lt"/>
              <a:buAutoNum type="romanLcPeriod"/>
            </a:pPr>
            <a:r>
              <a:rPr lang="vi-VN" altLang="ko-KR" sz="1200" i="1" kern="100" dirty="0">
                <a:solidFill>
                  <a:srgbClr val="000000"/>
                </a:solidFill>
                <a:effectLst/>
                <a:latin typeface="Times New Roman" panose="02020603050405020304" pitchFamily="18" charset="0"/>
                <a:ea typeface="+mn-ea"/>
                <a:cs typeface="Times New Roman" panose="02020603050405020304" pitchFamily="18" charset="0"/>
              </a:rPr>
              <a:t>Trực quan hóa với đối tượng hình.</a:t>
            </a:r>
          </a:p>
          <a:p>
            <a:pPr marL="1143000" lvl="2" indent="-228600" algn="just" latinLnBrk="1">
              <a:lnSpc>
                <a:spcPct val="107000"/>
              </a:lnSpc>
              <a:spcAft>
                <a:spcPts val="800"/>
              </a:spcAft>
              <a:buFont typeface="+mj-lt"/>
              <a:buAutoNum type="romanLcPeriod"/>
            </a:pPr>
            <a:r>
              <a:rPr lang="vi-VN" altLang="ko-KR" sz="1200" i="1" kern="100" dirty="0">
                <a:solidFill>
                  <a:srgbClr val="000000"/>
                </a:solidFill>
                <a:effectLst/>
                <a:latin typeface="Times New Roman" panose="02020603050405020304" pitchFamily="18" charset="0"/>
                <a:ea typeface="+mn-ea"/>
                <a:cs typeface="Times New Roman" panose="02020603050405020304" pitchFamily="18" charset="0"/>
              </a:rPr>
              <a:t>Nhiều ô trong cùng một trục.</a:t>
            </a:r>
          </a:p>
          <a:p>
            <a:pPr marL="1143000" lvl="2" indent="-228600" algn="just" latinLnBrk="1">
              <a:lnSpc>
                <a:spcPct val="107000"/>
              </a:lnSpc>
              <a:spcAft>
                <a:spcPts val="800"/>
              </a:spcAft>
              <a:buFont typeface="+mj-lt"/>
              <a:buAutoNum type="romanLcPeriod"/>
            </a:pPr>
            <a:r>
              <a:rPr lang="vi-VN" altLang="ko-KR" sz="1200" i="1" kern="100" dirty="0">
                <a:solidFill>
                  <a:srgbClr val="000000"/>
                </a:solidFill>
                <a:effectLst/>
                <a:latin typeface="Times New Roman" panose="02020603050405020304" pitchFamily="18" charset="0"/>
                <a:ea typeface="+mn-ea"/>
                <a:cs typeface="Times New Roman" panose="02020603050405020304" pitchFamily="18" charset="0"/>
              </a:rPr>
              <a:t>Nhiều ô trong các trục riêng biệt</a:t>
            </a:r>
          </a:p>
          <a:p>
            <a:pPr marL="1143000" lvl="2" indent="-228600" algn="just" latinLnBrk="1">
              <a:lnSpc>
                <a:spcPct val="107000"/>
              </a:lnSpc>
              <a:spcAft>
                <a:spcPts val="800"/>
              </a:spcAft>
              <a:buFont typeface="+mj-lt"/>
              <a:buAutoNum type="romanLcPeriod"/>
            </a:pPr>
            <a:r>
              <a:rPr lang="vi-VN" altLang="ko-KR" sz="1200" i="1" kern="100" dirty="0">
                <a:solidFill>
                  <a:srgbClr val="000000"/>
                </a:solidFill>
                <a:effectLst/>
                <a:latin typeface="Times New Roman" panose="02020603050405020304" pitchFamily="18" charset="0"/>
                <a:ea typeface="+mn-ea"/>
                <a:cs typeface="Times New Roman" panose="02020603050405020304" pitchFamily="18" charset="0"/>
              </a:rPr>
              <a:t>Nhiều ô trong một mảng các trục.</a:t>
            </a:r>
          </a:p>
          <a:p>
            <a:pPr marL="1143000" lvl="2" indent="-228600" algn="just" latinLnBrk="1">
              <a:lnSpc>
                <a:spcPct val="107000"/>
              </a:lnSpc>
              <a:spcAft>
                <a:spcPts val="800"/>
              </a:spcAft>
              <a:buFont typeface="+mj-lt"/>
              <a:buAutoNum type="romanLcPeriod"/>
            </a:pPr>
            <a:endParaRPr lang="en-US" altLang="ko-KR" sz="1200" i="1" kern="1200" dirty="0">
              <a:solidFill>
                <a:schemeClr val="tx1"/>
              </a:solidFill>
              <a:effectLst/>
              <a:latin typeface="+mn-lt"/>
              <a:ea typeface="+mn-ea"/>
              <a:cs typeface="+mn-cs"/>
            </a:endParaRPr>
          </a:p>
          <a:p>
            <a:pPr marL="342900" lvl="0" indent="-342900">
              <a:spcAft>
                <a:spcPts val="800"/>
              </a:spcAft>
              <a:buFont typeface="+mj-lt"/>
              <a:buAutoNum type="arabicPeriod"/>
            </a:pPr>
            <a:r>
              <a:rPr lang="vi-VN" altLang="ko-KR" sz="1200" kern="1200" dirty="0">
                <a:solidFill>
                  <a:schemeClr val="tx1"/>
                </a:solidFill>
                <a:effectLst/>
                <a:latin typeface="+mn-lt"/>
                <a:ea typeface="+mn-ea"/>
                <a:cs typeface="+mn-cs"/>
              </a:rPr>
              <a:t>(Tùy chọn) Sử dụng ô trống ở dưới cùng để thực hành nhu cầu cá nhân của riêng bạn.</a:t>
            </a:r>
            <a:endParaRPr lang="en-US" altLang="ko-KR" sz="1200" kern="1200" dirty="0">
              <a:solidFill>
                <a:schemeClr val="tx1"/>
              </a:solidFill>
              <a:effectLst/>
              <a:latin typeface="+mn-lt"/>
              <a:ea typeface="+mn-ea"/>
              <a:cs typeface="+mn-cs"/>
            </a:endParaRPr>
          </a:p>
        </p:txBody>
      </p:sp>
      <p:sp>
        <p:nvSpPr>
          <p:cNvPr id="4" name="슬라이드 번호 개체 틀 3"/>
          <p:cNvSpPr>
            <a:spLocks noGrp="1"/>
          </p:cNvSpPr>
          <p:nvPr>
            <p:ph type="sldNum" sz="quarter" idx="5"/>
          </p:nvPr>
        </p:nvSpPr>
        <p:spPr/>
        <p:txBody>
          <a:bodyPr/>
          <a:lstStyle/>
          <a:p>
            <a:fld id="{5B59C55F-00F1-4985-9065-F2D92AE05D03}" type="slidenum">
              <a:rPr lang="ko-KR" altLang="en-US" smtClean="0"/>
              <a:t>467</a:t>
            </a:fld>
            <a:endParaRPr lang="ko-KR" altLang="en-US" dirty="0"/>
          </a:p>
        </p:txBody>
      </p:sp>
    </p:spTree>
    <p:extLst>
      <p:ext uri="{BB962C8B-B14F-4D97-AF65-F5344CB8AC3E}">
        <p14:creationId xmlns:p14="http://schemas.microsoft.com/office/powerpoint/2010/main" val="1402704826"/>
      </p:ext>
    </p:extLst>
  </p:cSld>
  <p:clrMapOvr>
    <a:masterClrMapping/>
  </p:clrMapOvr>
</p:notes>
</file>

<file path=ppt/notesSlides/notesSlide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92225"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0" fontAlgn="base" latinLnBrk="1" hangingPunct="0">
              <a:lnSpc>
                <a:spcPct val="100000"/>
              </a:lnSpc>
              <a:spcBef>
                <a:spcPct val="30000"/>
              </a:spcBef>
              <a:spcAft>
                <a:spcPct val="0"/>
              </a:spcAft>
              <a:buClrTx/>
              <a:buSzTx/>
              <a:buFontTx/>
              <a:buNone/>
              <a:tabLst/>
              <a:defRPr/>
            </a:pPr>
            <a:endParaRPr lang="ko-KR" altLang="en-US" b="0" dirty="0">
              <a:latin typeface="SamsungOne-400" panose="020B0503030303020204"/>
            </a:endParaRPr>
          </a:p>
        </p:txBody>
      </p:sp>
      <p:sp>
        <p:nvSpPr>
          <p:cNvPr id="4" name="슬라이드 번호 개체 틀 3"/>
          <p:cNvSpPr>
            <a:spLocks noGrp="1"/>
          </p:cNvSpPr>
          <p:nvPr>
            <p:ph type="sldNum" sz="quarter" idx="5"/>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9BF5A829-16B0-48B1-95E4-1346D5D62477}"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468</a:t>
            </a:fld>
            <a:endParaRPr kumimoji="0" lang="ko-KR" altLang="en-US" sz="1200" b="0"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1567315886"/>
      </p:ext>
    </p:extLst>
  </p:cSld>
  <p:clrMapOvr>
    <a:masterClrMapping/>
  </p:clrMapOvr>
</p:notes>
</file>

<file path=ppt/notesSlides/notesSlide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Seaborn là một thư viện trực quan cấp cao và mạnh mẽ dựa trên Matplotlib.</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Thư viện này cung cấp nhiều kiểu trực quan hóa khác nhau vượt ra ngoài cơ bản mà bạn đã trình bày cho đến nay.</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469</a:t>
            </a:fld>
            <a:endParaRPr lang="ko-KR" altLang="en-US" dirty="0"/>
          </a:p>
        </p:txBody>
      </p:sp>
    </p:spTree>
    <p:extLst>
      <p:ext uri="{BB962C8B-B14F-4D97-AF65-F5344CB8AC3E}">
        <p14:creationId xmlns:p14="http://schemas.microsoft.com/office/powerpoint/2010/main" val="560946368"/>
      </p:ext>
    </p:extLst>
  </p:cSld>
  <p:clrMapOvr>
    <a:masterClrMapping/>
  </p:clrMapOvr>
</p:notes>
</file>

<file path=ppt/notesSlides/notesSlide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dirty="0" err="1"/>
              <a:t>Một</a:t>
            </a:r>
            <a:r>
              <a:rPr lang="en-US" dirty="0"/>
              <a:t> </a:t>
            </a:r>
            <a:r>
              <a:rPr lang="en-US" dirty="0" err="1"/>
              <a:t>ví</a:t>
            </a:r>
            <a:r>
              <a:rPr lang="en-US" dirty="0"/>
              <a:t> </a:t>
            </a:r>
            <a:r>
              <a:rPr lang="en-US" dirty="0" err="1"/>
              <a:t>dụ</a:t>
            </a:r>
            <a:r>
              <a:rPr lang="en-US" dirty="0"/>
              <a:t> </a:t>
            </a:r>
            <a:r>
              <a:rPr lang="en-US" dirty="0" err="1"/>
              <a:t>khác</a:t>
            </a:r>
            <a:r>
              <a:rPr lang="en-US" dirty="0"/>
              <a:t> </a:t>
            </a:r>
            <a:r>
              <a:rPr lang="en-US" dirty="0" err="1"/>
              <a:t>mà</a:t>
            </a:r>
            <a:r>
              <a:rPr lang="en-US" dirty="0"/>
              <a:t> </a:t>
            </a:r>
            <a:r>
              <a:rPr lang="en-US" dirty="0" err="1"/>
              <a:t>bạn</a:t>
            </a:r>
            <a:r>
              <a:rPr lang="en-US" dirty="0"/>
              <a:t> </a:t>
            </a:r>
            <a:r>
              <a:rPr lang="en-US" dirty="0" err="1"/>
              <a:t>vẽ</a:t>
            </a:r>
            <a:r>
              <a:rPr lang="en-US" dirty="0"/>
              <a:t> </a:t>
            </a:r>
            <a:r>
              <a:rPr lang="en-US" dirty="0" err="1"/>
              <a:t>Biểu</a:t>
            </a:r>
            <a:r>
              <a:rPr lang="en-US" dirty="0"/>
              <a:t> </a:t>
            </a:r>
            <a:r>
              <a:rPr lang="en-US" dirty="0" err="1"/>
              <a:t>đồ</a:t>
            </a:r>
            <a:r>
              <a:rPr lang="en-US" dirty="0"/>
              <a:t> </a:t>
            </a:r>
            <a:r>
              <a:rPr lang="en-US" dirty="0" err="1"/>
              <a:t>trực</a:t>
            </a:r>
            <a:r>
              <a:rPr lang="en-US" dirty="0"/>
              <a:t> </a:t>
            </a:r>
            <a:r>
              <a:rPr lang="en-US" dirty="0" err="1"/>
              <a:t>tiếp</a:t>
            </a:r>
            <a:r>
              <a:rPr lang="en-US" dirty="0"/>
              <a:t> </a:t>
            </a:r>
            <a:r>
              <a:rPr lang="en-US" dirty="0" err="1"/>
              <a:t>từ</a:t>
            </a:r>
            <a:r>
              <a:rPr lang="en-US" dirty="0"/>
              <a:t> </a:t>
            </a:r>
            <a:r>
              <a:rPr lang="en-US" dirty="0" err="1"/>
              <a:t>DataFrame</a:t>
            </a:r>
            <a:r>
              <a:rPr lang="en-US" dirty="0"/>
              <a:t>.</a:t>
            </a:r>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470</a:t>
            </a:fld>
            <a:endParaRPr lang="ko-KR" altLang="en-US" dirty="0"/>
          </a:p>
        </p:txBody>
      </p:sp>
    </p:spTree>
    <p:extLst>
      <p:ext uri="{BB962C8B-B14F-4D97-AF65-F5344CB8AC3E}">
        <p14:creationId xmlns:p14="http://schemas.microsoft.com/office/powerpoint/2010/main" val="1582794846"/>
      </p:ext>
    </p:extLst>
  </p:cSld>
  <p:clrMapOvr>
    <a:masterClrMapping/>
  </p:clrMapOvr>
</p:notes>
</file>

<file path=ppt/notesSlides/notesSlide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471</a:t>
            </a:fld>
            <a:endParaRPr lang="ko-KR" altLang="en-US" dirty="0"/>
          </a:p>
        </p:txBody>
      </p:sp>
    </p:spTree>
    <p:extLst>
      <p:ext uri="{BB962C8B-B14F-4D97-AF65-F5344CB8AC3E}">
        <p14:creationId xmlns:p14="http://schemas.microsoft.com/office/powerpoint/2010/main" val="851908515"/>
      </p:ext>
    </p:extLst>
  </p:cSld>
  <p:clrMapOvr>
    <a:masterClrMapping/>
  </p:clrMapOvr>
</p:notes>
</file>

<file path=ppt/notesSlides/notesSlide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472</a:t>
            </a:fld>
            <a:endParaRPr lang="ko-KR" altLang="en-US" dirty="0"/>
          </a:p>
        </p:txBody>
      </p:sp>
    </p:spTree>
    <p:extLst>
      <p:ext uri="{BB962C8B-B14F-4D97-AF65-F5344CB8AC3E}">
        <p14:creationId xmlns:p14="http://schemas.microsoft.com/office/powerpoint/2010/main" val="266040753"/>
      </p:ext>
    </p:extLst>
  </p:cSld>
  <p:clrMapOvr>
    <a:masterClrMapping/>
  </p:clrMapOvr>
</p:notes>
</file>

<file path=ppt/notesSlides/notesSlide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473</a:t>
            </a:fld>
            <a:endParaRPr lang="ko-KR" altLang="en-US" dirty="0"/>
          </a:p>
        </p:txBody>
      </p:sp>
    </p:spTree>
    <p:extLst>
      <p:ext uri="{BB962C8B-B14F-4D97-AF65-F5344CB8AC3E}">
        <p14:creationId xmlns:p14="http://schemas.microsoft.com/office/powerpoint/2010/main" val="1019307613"/>
      </p:ext>
    </p:extLst>
  </p:cSld>
  <p:clrMapOvr>
    <a:masterClrMapping/>
  </p:clrMapOvr>
</p:notes>
</file>

<file path=ppt/notesSlides/notesSlide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474</a:t>
            </a:fld>
            <a:endParaRPr lang="ko-KR" altLang="en-US" dirty="0"/>
          </a:p>
        </p:txBody>
      </p:sp>
    </p:spTree>
    <p:extLst>
      <p:ext uri="{BB962C8B-B14F-4D97-AF65-F5344CB8AC3E}">
        <p14:creationId xmlns:p14="http://schemas.microsoft.com/office/powerpoint/2010/main" val="1136796419"/>
      </p:ext>
    </p:extLst>
  </p:cSld>
  <p:clrMapOvr>
    <a:masterClrMapping/>
  </p:clrMapOvr>
</p:notes>
</file>

<file path=ppt/notesSlides/notesSlide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475</a:t>
            </a:fld>
            <a:endParaRPr lang="ko-KR" altLang="en-US" dirty="0"/>
          </a:p>
        </p:txBody>
      </p:sp>
    </p:spTree>
    <p:extLst>
      <p:ext uri="{BB962C8B-B14F-4D97-AF65-F5344CB8AC3E}">
        <p14:creationId xmlns:p14="http://schemas.microsoft.com/office/powerpoint/2010/main" val="3622913181"/>
      </p:ext>
    </p:extLst>
  </p:cSld>
  <p:clrMapOvr>
    <a:masterClrMapping/>
  </p:clrMapOvr>
</p:notes>
</file>

<file path=ppt/notesSlides/notesSlide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476</a:t>
            </a:fld>
            <a:endParaRPr lang="ko-KR" altLang="en-US" dirty="0"/>
          </a:p>
        </p:txBody>
      </p:sp>
    </p:spTree>
    <p:extLst>
      <p:ext uri="{BB962C8B-B14F-4D97-AF65-F5344CB8AC3E}">
        <p14:creationId xmlns:p14="http://schemas.microsoft.com/office/powerpoint/2010/main" val="2429787168"/>
      </p:ext>
    </p:extLst>
  </p:cSld>
  <p:clrMapOvr>
    <a:masterClrMapping/>
  </p:clrMapOvr>
</p:notes>
</file>

<file path=ppt/notesSlides/notesSlide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t>. </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477</a:t>
            </a:fld>
            <a:endParaRPr lang="ko-KR" altLang="en-US" dirty="0"/>
          </a:p>
        </p:txBody>
      </p:sp>
    </p:spTree>
    <p:extLst>
      <p:ext uri="{BB962C8B-B14F-4D97-AF65-F5344CB8AC3E}">
        <p14:creationId xmlns:p14="http://schemas.microsoft.com/office/powerpoint/2010/main" val="2954943276"/>
      </p:ext>
    </p:extLst>
  </p:cSld>
  <p:clrMapOvr>
    <a:masterClrMapping/>
  </p:clrMapOvr>
</p:notes>
</file>

<file path=ppt/notesSlides/notesSlide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478</a:t>
            </a:fld>
            <a:endParaRPr lang="ko-KR" altLang="en-US" dirty="0"/>
          </a:p>
        </p:txBody>
      </p:sp>
    </p:spTree>
    <p:extLst>
      <p:ext uri="{BB962C8B-B14F-4D97-AF65-F5344CB8AC3E}">
        <p14:creationId xmlns:p14="http://schemas.microsoft.com/office/powerpoint/2010/main" val="506668235"/>
      </p:ext>
    </p:extLst>
  </p:cSld>
  <p:clrMapOvr>
    <a:masterClrMapping/>
  </p:clrMapOvr>
</p:notes>
</file>

<file path=ppt/notesSlides/notesSlide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479</a:t>
            </a:fld>
            <a:endParaRPr lang="ko-KR" altLang="en-US" dirty="0"/>
          </a:p>
        </p:txBody>
      </p:sp>
    </p:spTree>
    <p:extLst>
      <p:ext uri="{BB962C8B-B14F-4D97-AF65-F5344CB8AC3E}">
        <p14:creationId xmlns:p14="http://schemas.microsoft.com/office/powerpoint/2010/main" val="4144055622"/>
      </p:ext>
    </p:extLst>
  </p:cSld>
  <p:clrMapOvr>
    <a:masterClrMapping/>
  </p:clrMapOvr>
</p:notes>
</file>

<file path=ppt/notesSlides/notesSlide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480</a:t>
            </a:fld>
            <a:endParaRPr lang="ko-KR" altLang="en-US" dirty="0"/>
          </a:p>
        </p:txBody>
      </p:sp>
    </p:spTree>
    <p:extLst>
      <p:ext uri="{BB962C8B-B14F-4D97-AF65-F5344CB8AC3E}">
        <p14:creationId xmlns:p14="http://schemas.microsoft.com/office/powerpoint/2010/main" val="1686226089"/>
      </p:ext>
    </p:extLst>
  </p:cSld>
  <p:clrMapOvr>
    <a:masterClrMapping/>
  </p:clrMapOvr>
</p:notes>
</file>

<file path=ppt/notesSlides/notesSlide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481</a:t>
            </a:fld>
            <a:endParaRPr lang="ko-KR" altLang="en-US" dirty="0"/>
          </a:p>
        </p:txBody>
      </p:sp>
    </p:spTree>
    <p:extLst>
      <p:ext uri="{BB962C8B-B14F-4D97-AF65-F5344CB8AC3E}">
        <p14:creationId xmlns:p14="http://schemas.microsoft.com/office/powerpoint/2010/main" val="2054902899"/>
      </p:ext>
    </p:extLst>
  </p:cSld>
  <p:clrMapOvr>
    <a:masterClrMapping/>
  </p:clrMapOvr>
</p:notes>
</file>

<file path=ppt/notesSlides/notesSlide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482</a:t>
            </a:fld>
            <a:endParaRPr lang="ko-KR" altLang="en-US" dirty="0"/>
          </a:p>
        </p:txBody>
      </p:sp>
    </p:spTree>
    <p:extLst>
      <p:ext uri="{BB962C8B-B14F-4D97-AF65-F5344CB8AC3E}">
        <p14:creationId xmlns:p14="http://schemas.microsoft.com/office/powerpoint/2010/main" val="1787362407"/>
      </p:ext>
    </p:extLst>
  </p:cSld>
  <p:clrMapOvr>
    <a:masterClrMapping/>
  </p:clrMapOvr>
</p:notes>
</file>

<file path=ppt/notesSlides/notesSlide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483</a:t>
            </a:fld>
            <a:endParaRPr lang="ko-KR" altLang="en-US" dirty="0"/>
          </a:p>
        </p:txBody>
      </p:sp>
    </p:spTree>
    <p:extLst>
      <p:ext uri="{BB962C8B-B14F-4D97-AF65-F5344CB8AC3E}">
        <p14:creationId xmlns:p14="http://schemas.microsoft.com/office/powerpoint/2010/main" val="3901040263"/>
      </p:ext>
    </p:extLst>
  </p:cSld>
  <p:clrMapOvr>
    <a:masterClrMapping/>
  </p:clrMapOvr>
</p:notes>
</file>

<file path=ppt/notesSlides/notesSlide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484</a:t>
            </a:fld>
            <a:endParaRPr lang="ko-KR" altLang="en-US" dirty="0"/>
          </a:p>
        </p:txBody>
      </p:sp>
    </p:spTree>
    <p:extLst>
      <p:ext uri="{BB962C8B-B14F-4D97-AF65-F5344CB8AC3E}">
        <p14:creationId xmlns:p14="http://schemas.microsoft.com/office/powerpoint/2010/main" val="27692390"/>
      </p:ext>
    </p:extLst>
  </p:cSld>
  <p:clrMapOvr>
    <a:masterClrMapping/>
  </p:clrMapOvr>
</p:notes>
</file>

<file path=ppt/notesSlides/notesSlide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485</a:t>
            </a:fld>
            <a:endParaRPr lang="ko-KR" altLang="en-US" dirty="0"/>
          </a:p>
        </p:txBody>
      </p:sp>
    </p:spTree>
    <p:extLst>
      <p:ext uri="{BB962C8B-B14F-4D97-AF65-F5344CB8AC3E}">
        <p14:creationId xmlns:p14="http://schemas.microsoft.com/office/powerpoint/2010/main" val="360905173"/>
      </p:ext>
    </p:extLst>
  </p:cSld>
  <p:clrMapOvr>
    <a:masterClrMapping/>
  </p:clrMapOvr>
</p:notes>
</file>

<file path=ppt/notesSlides/notesSlide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486</a:t>
            </a:fld>
            <a:endParaRPr lang="ko-KR" altLang="en-US" dirty="0"/>
          </a:p>
        </p:txBody>
      </p:sp>
    </p:spTree>
    <p:extLst>
      <p:ext uri="{BB962C8B-B14F-4D97-AF65-F5344CB8AC3E}">
        <p14:creationId xmlns:p14="http://schemas.microsoft.com/office/powerpoint/2010/main" val="3201205102"/>
      </p:ext>
    </p:extLst>
  </p:cSld>
  <p:clrMapOvr>
    <a:masterClrMapping/>
  </p:clrMapOvr>
</p:notes>
</file>

<file path=ppt/notesSlides/notesSlide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487</a:t>
            </a:fld>
            <a:endParaRPr lang="ko-KR" altLang="en-US" dirty="0"/>
          </a:p>
        </p:txBody>
      </p:sp>
    </p:spTree>
    <p:extLst>
      <p:ext uri="{BB962C8B-B14F-4D97-AF65-F5344CB8AC3E}">
        <p14:creationId xmlns:p14="http://schemas.microsoft.com/office/powerpoint/2010/main" val="2755960690"/>
      </p:ext>
    </p:extLst>
  </p:cSld>
  <p:clrMapOvr>
    <a:masterClrMapping/>
  </p:clrMapOvr>
</p:notes>
</file>

<file path=ppt/notesSlides/notesSlide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488</a:t>
            </a:fld>
            <a:endParaRPr lang="ko-KR" altLang="en-US" dirty="0"/>
          </a:p>
        </p:txBody>
      </p:sp>
    </p:spTree>
    <p:extLst>
      <p:ext uri="{BB962C8B-B14F-4D97-AF65-F5344CB8AC3E}">
        <p14:creationId xmlns:p14="http://schemas.microsoft.com/office/powerpoint/2010/main" val="3443919110"/>
      </p:ext>
    </p:extLst>
  </p:cSld>
  <p:clrMapOvr>
    <a:masterClrMapping/>
  </p:clrMapOvr>
</p:notes>
</file>

<file path=ppt/notesSlides/notesSlide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489</a:t>
            </a:fld>
            <a:endParaRPr lang="ko-KR" altLang="en-US" dirty="0"/>
          </a:p>
        </p:txBody>
      </p:sp>
    </p:spTree>
    <p:extLst>
      <p:ext uri="{BB962C8B-B14F-4D97-AF65-F5344CB8AC3E}">
        <p14:creationId xmlns:p14="http://schemas.microsoft.com/office/powerpoint/2010/main" val="4244740856"/>
      </p:ext>
    </p:extLst>
  </p:cSld>
  <p:clrMapOvr>
    <a:masterClrMapping/>
  </p:clrMapOvr>
</p:notes>
</file>

<file path=ppt/notesSlides/notesSlide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490</a:t>
            </a:fld>
            <a:endParaRPr lang="ko-KR" altLang="en-US" dirty="0"/>
          </a:p>
        </p:txBody>
      </p:sp>
    </p:spTree>
    <p:extLst>
      <p:ext uri="{BB962C8B-B14F-4D97-AF65-F5344CB8AC3E}">
        <p14:creationId xmlns:p14="http://schemas.microsoft.com/office/powerpoint/2010/main" val="4108557672"/>
      </p:ext>
    </p:extLst>
  </p:cSld>
  <p:clrMapOvr>
    <a:masterClrMapping/>
  </p:clrMapOvr>
</p:notes>
</file>

<file path=ppt/notesSlides/notesSlide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491</a:t>
            </a:fld>
            <a:endParaRPr lang="ko-KR" altLang="en-US" dirty="0"/>
          </a:p>
        </p:txBody>
      </p:sp>
    </p:spTree>
    <p:extLst>
      <p:ext uri="{BB962C8B-B14F-4D97-AF65-F5344CB8AC3E}">
        <p14:creationId xmlns:p14="http://schemas.microsoft.com/office/powerpoint/2010/main" val="436303330"/>
      </p:ext>
    </p:extLst>
  </p:cSld>
  <p:clrMapOvr>
    <a:masterClrMapping/>
  </p:clrMapOvr>
</p:notes>
</file>

<file path=ppt/notesSlides/notesSlide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492</a:t>
            </a:fld>
            <a:endParaRPr lang="ko-KR" altLang="en-US" dirty="0"/>
          </a:p>
        </p:txBody>
      </p:sp>
    </p:spTree>
    <p:extLst>
      <p:ext uri="{BB962C8B-B14F-4D97-AF65-F5344CB8AC3E}">
        <p14:creationId xmlns:p14="http://schemas.microsoft.com/office/powerpoint/2010/main" val="151120812"/>
      </p:ext>
    </p:extLst>
  </p:cSld>
  <p:clrMapOvr>
    <a:masterClrMapping/>
  </p:clrMapOvr>
</p:notes>
</file>

<file path=ppt/notesSlides/notesSlide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493</a:t>
            </a:fld>
            <a:endParaRPr lang="ko-KR" altLang="en-US" dirty="0"/>
          </a:p>
        </p:txBody>
      </p:sp>
    </p:spTree>
    <p:extLst>
      <p:ext uri="{BB962C8B-B14F-4D97-AF65-F5344CB8AC3E}">
        <p14:creationId xmlns:p14="http://schemas.microsoft.com/office/powerpoint/2010/main" val="4144582714"/>
      </p:ext>
    </p:extLst>
  </p:cSld>
  <p:clrMapOvr>
    <a:masterClrMapping/>
  </p:clrMapOvr>
</p:notes>
</file>

<file path=ppt/notesSlides/notesSlide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494</a:t>
            </a:fld>
            <a:endParaRPr lang="ko-KR" altLang="en-US" dirty="0"/>
          </a:p>
        </p:txBody>
      </p:sp>
    </p:spTree>
    <p:extLst>
      <p:ext uri="{BB962C8B-B14F-4D97-AF65-F5344CB8AC3E}">
        <p14:creationId xmlns:p14="http://schemas.microsoft.com/office/powerpoint/2010/main" val="3861797706"/>
      </p:ext>
    </p:extLst>
  </p:cSld>
  <p:clrMapOvr>
    <a:masterClrMapping/>
  </p:clrMapOvr>
</p:notes>
</file>

<file path=ppt/notesSlides/notesSlide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495</a:t>
            </a:fld>
            <a:endParaRPr lang="ko-KR" altLang="en-US" dirty="0"/>
          </a:p>
        </p:txBody>
      </p:sp>
    </p:spTree>
    <p:extLst>
      <p:ext uri="{BB962C8B-B14F-4D97-AF65-F5344CB8AC3E}">
        <p14:creationId xmlns:p14="http://schemas.microsoft.com/office/powerpoint/2010/main" val="3577621002"/>
      </p:ext>
    </p:extLst>
  </p:cSld>
  <p:clrMapOvr>
    <a:masterClrMapping/>
  </p:clrMapOvr>
</p:notes>
</file>

<file path=ppt/notesSlides/notesSlide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496</a:t>
            </a:fld>
            <a:endParaRPr lang="ko-KR" altLang="en-US" dirty="0"/>
          </a:p>
        </p:txBody>
      </p:sp>
    </p:spTree>
    <p:extLst>
      <p:ext uri="{BB962C8B-B14F-4D97-AF65-F5344CB8AC3E}">
        <p14:creationId xmlns:p14="http://schemas.microsoft.com/office/powerpoint/2010/main" val="2988876625"/>
      </p:ext>
    </p:extLst>
  </p:cSld>
  <p:clrMapOvr>
    <a:masterClrMapping/>
  </p:clrMapOvr>
</p:notes>
</file>

<file path=ppt/notesSlides/notesSlide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497</a:t>
            </a:fld>
            <a:endParaRPr lang="ko-KR" altLang="en-US" dirty="0"/>
          </a:p>
        </p:txBody>
      </p:sp>
    </p:spTree>
    <p:extLst>
      <p:ext uri="{BB962C8B-B14F-4D97-AF65-F5344CB8AC3E}">
        <p14:creationId xmlns:p14="http://schemas.microsoft.com/office/powerpoint/2010/main" val="1449623925"/>
      </p:ext>
    </p:extLst>
  </p:cSld>
  <p:clrMapOvr>
    <a:masterClrMapping/>
  </p:clrMapOvr>
</p:notes>
</file>

<file path=ppt/notesSlides/notesSlide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498</a:t>
            </a:fld>
            <a:endParaRPr lang="ko-KR" altLang="en-US" dirty="0"/>
          </a:p>
        </p:txBody>
      </p:sp>
    </p:spTree>
    <p:extLst>
      <p:ext uri="{BB962C8B-B14F-4D97-AF65-F5344CB8AC3E}">
        <p14:creationId xmlns:p14="http://schemas.microsoft.com/office/powerpoint/2010/main" val="3677762569"/>
      </p:ext>
    </p:extLst>
  </p:cSld>
  <p:clrMapOvr>
    <a:masterClrMapping/>
  </p:clrMapOvr>
</p:notes>
</file>

<file path=ppt/notesSlides/notesSlide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499</a:t>
            </a:fld>
            <a:endParaRPr lang="ko-KR" altLang="en-US" dirty="0"/>
          </a:p>
        </p:txBody>
      </p:sp>
    </p:spTree>
    <p:extLst>
      <p:ext uri="{BB962C8B-B14F-4D97-AF65-F5344CB8AC3E}">
        <p14:creationId xmlns:p14="http://schemas.microsoft.com/office/powerpoint/2010/main" val="3972210803"/>
      </p:ext>
    </p:extLst>
  </p:cSld>
  <p:clrMapOvr>
    <a:masterClrMapping/>
  </p:clrMapOvr>
</p:notes>
</file>

<file path=ppt/notesSlides/notesSlide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Seaborn là một thư viện trực quan cấp cao và mạnh mẽ dựa trên Matplotlib.</a:t>
            </a:r>
          </a:p>
          <a:p>
            <a:pPr marL="0" marR="0" lvl="0" indent="0" algn="l" defTabSz="914400" rtl="0" eaLnBrk="1" fontAlgn="auto" latinLnBrk="1" hangingPunct="1">
              <a:lnSpc>
                <a:spcPct val="100000"/>
              </a:lnSpc>
              <a:spcBef>
                <a:spcPts val="0"/>
              </a:spcBef>
              <a:spcAft>
                <a:spcPts val="0"/>
              </a:spcAft>
              <a:buClrTx/>
              <a:buSzTx/>
              <a:buFontTx/>
              <a:buNone/>
              <a:tabLst/>
              <a:defRPr/>
            </a:pPr>
            <a:r>
              <a:rPr lang="vi-VN" dirty="0"/>
              <a:t>Thư viện này cung cấp nhiều kiểu trực quan hóa khác nhau vượt ra ngoài cơ bản mà bạn đã trình bày cho đến nay.</a:t>
            </a: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500</a:t>
            </a:fld>
            <a:endParaRPr lang="ko-KR" altLang="en-US" dirty="0"/>
          </a:p>
        </p:txBody>
      </p:sp>
    </p:spTree>
    <p:extLst>
      <p:ext uri="{BB962C8B-B14F-4D97-AF65-F5344CB8AC3E}">
        <p14:creationId xmlns:p14="http://schemas.microsoft.com/office/powerpoint/2010/main" val="2290734828"/>
      </p:ext>
    </p:extLst>
  </p:cSld>
  <p:clrMapOvr>
    <a:masterClrMapping/>
  </p:clrMapOvr>
</p:notes>
</file>

<file path=ppt/notesSlides/notesSlide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501</a:t>
            </a:fld>
            <a:endParaRPr lang="ko-KR" altLang="en-US" dirty="0"/>
          </a:p>
        </p:txBody>
      </p:sp>
    </p:spTree>
    <p:extLst>
      <p:ext uri="{BB962C8B-B14F-4D97-AF65-F5344CB8AC3E}">
        <p14:creationId xmlns:p14="http://schemas.microsoft.com/office/powerpoint/2010/main" val="202826369"/>
      </p:ext>
    </p:extLst>
  </p:cSld>
  <p:clrMapOvr>
    <a:masterClrMapping/>
  </p:clrMapOvr>
</p:notes>
</file>

<file path=ppt/notesSlides/notesSlide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502</a:t>
            </a:fld>
            <a:endParaRPr lang="ko-KR" altLang="en-US" dirty="0"/>
          </a:p>
        </p:txBody>
      </p:sp>
    </p:spTree>
    <p:extLst>
      <p:ext uri="{BB962C8B-B14F-4D97-AF65-F5344CB8AC3E}">
        <p14:creationId xmlns:p14="http://schemas.microsoft.com/office/powerpoint/2010/main" val="3341193311"/>
      </p:ext>
    </p:extLst>
  </p:cSld>
  <p:clrMapOvr>
    <a:masterClrMapping/>
  </p:clrMapOvr>
</p:notes>
</file>

<file path=ppt/notesSlides/notesSlide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503</a:t>
            </a:fld>
            <a:endParaRPr lang="ko-KR" altLang="en-US" dirty="0"/>
          </a:p>
        </p:txBody>
      </p:sp>
    </p:spTree>
    <p:extLst>
      <p:ext uri="{BB962C8B-B14F-4D97-AF65-F5344CB8AC3E}">
        <p14:creationId xmlns:p14="http://schemas.microsoft.com/office/powerpoint/2010/main" val="757436119"/>
      </p:ext>
    </p:extLst>
  </p:cSld>
  <p:clrMapOvr>
    <a:masterClrMapping/>
  </p:clrMapOvr>
</p:notes>
</file>

<file path=ppt/notesSlides/notesSlide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504</a:t>
            </a:fld>
            <a:endParaRPr lang="ko-KR" altLang="en-US" dirty="0"/>
          </a:p>
        </p:txBody>
      </p:sp>
    </p:spTree>
    <p:extLst>
      <p:ext uri="{BB962C8B-B14F-4D97-AF65-F5344CB8AC3E}">
        <p14:creationId xmlns:p14="http://schemas.microsoft.com/office/powerpoint/2010/main" val="2106854488"/>
      </p:ext>
    </p:extLst>
  </p:cSld>
  <p:clrMapOvr>
    <a:masterClrMapping/>
  </p:clrMapOvr>
</p:notes>
</file>

<file path=ppt/notesSlides/notesSlide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505</a:t>
            </a:fld>
            <a:endParaRPr lang="ko-KR" altLang="en-US" dirty="0"/>
          </a:p>
        </p:txBody>
      </p:sp>
    </p:spTree>
    <p:extLst>
      <p:ext uri="{BB962C8B-B14F-4D97-AF65-F5344CB8AC3E}">
        <p14:creationId xmlns:p14="http://schemas.microsoft.com/office/powerpoint/2010/main" val="3176902130"/>
      </p:ext>
    </p:extLst>
  </p:cSld>
  <p:clrMapOvr>
    <a:masterClrMapping/>
  </p:clrMapOvr>
</p:notes>
</file>

<file path=ppt/notesSlides/notesSlide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506</a:t>
            </a:fld>
            <a:endParaRPr lang="ko-KR" altLang="en-US" dirty="0"/>
          </a:p>
        </p:txBody>
      </p:sp>
    </p:spTree>
    <p:extLst>
      <p:ext uri="{BB962C8B-B14F-4D97-AF65-F5344CB8AC3E}">
        <p14:creationId xmlns:p14="http://schemas.microsoft.com/office/powerpoint/2010/main" val="865079176"/>
      </p:ext>
    </p:extLst>
  </p:cSld>
  <p:clrMapOvr>
    <a:masterClrMapping/>
  </p:clrMapOvr>
</p:notes>
</file>

<file path=ppt/notesSlides/notesSlide5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507</a:t>
            </a:fld>
            <a:endParaRPr lang="ko-KR" altLang="en-US" dirty="0"/>
          </a:p>
        </p:txBody>
      </p:sp>
    </p:spTree>
    <p:extLst>
      <p:ext uri="{BB962C8B-B14F-4D97-AF65-F5344CB8AC3E}">
        <p14:creationId xmlns:p14="http://schemas.microsoft.com/office/powerpoint/2010/main" val="1767186224"/>
      </p:ext>
    </p:extLst>
  </p:cSld>
  <p:clrMapOvr>
    <a:masterClrMapping/>
  </p:clrMapOvr>
</p:notes>
</file>

<file path=ppt/notesSlides/notesSlide5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508</a:t>
            </a:fld>
            <a:endParaRPr lang="ko-KR" altLang="en-US" dirty="0"/>
          </a:p>
        </p:txBody>
      </p:sp>
    </p:spTree>
    <p:extLst>
      <p:ext uri="{BB962C8B-B14F-4D97-AF65-F5344CB8AC3E}">
        <p14:creationId xmlns:p14="http://schemas.microsoft.com/office/powerpoint/2010/main" val="1374192832"/>
      </p:ext>
    </p:extLst>
  </p:cSld>
  <p:clrMapOvr>
    <a:masterClrMapping/>
  </p:clrMapOvr>
</p:notes>
</file>

<file path=ppt/notesSlides/notesSlide5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509</a:t>
            </a:fld>
            <a:endParaRPr lang="ko-KR" altLang="en-US" dirty="0"/>
          </a:p>
        </p:txBody>
      </p:sp>
    </p:spTree>
    <p:extLst>
      <p:ext uri="{BB962C8B-B14F-4D97-AF65-F5344CB8AC3E}">
        <p14:creationId xmlns:p14="http://schemas.microsoft.com/office/powerpoint/2010/main" val="446962263"/>
      </p:ext>
    </p:extLst>
  </p:cSld>
  <p:clrMapOvr>
    <a:masterClrMapping/>
  </p:clrMapOvr>
</p:notes>
</file>

<file path=ppt/notesSlides/notesSlide5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510</a:t>
            </a:fld>
            <a:endParaRPr lang="ko-KR" altLang="en-US" dirty="0"/>
          </a:p>
        </p:txBody>
      </p:sp>
    </p:spTree>
    <p:extLst>
      <p:ext uri="{BB962C8B-B14F-4D97-AF65-F5344CB8AC3E}">
        <p14:creationId xmlns:p14="http://schemas.microsoft.com/office/powerpoint/2010/main" val="3546340938"/>
      </p:ext>
    </p:extLst>
  </p:cSld>
  <p:clrMapOvr>
    <a:masterClrMapping/>
  </p:clrMapOvr>
</p:notes>
</file>

<file path=ppt/notesSlides/notesSlide5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511</a:t>
            </a:fld>
            <a:endParaRPr lang="ko-KR" altLang="en-US" dirty="0"/>
          </a:p>
        </p:txBody>
      </p:sp>
    </p:spTree>
    <p:extLst>
      <p:ext uri="{BB962C8B-B14F-4D97-AF65-F5344CB8AC3E}">
        <p14:creationId xmlns:p14="http://schemas.microsoft.com/office/powerpoint/2010/main" val="2429044106"/>
      </p:ext>
    </p:extLst>
  </p:cSld>
  <p:clrMapOvr>
    <a:masterClrMapping/>
  </p:clrMapOvr>
</p:notes>
</file>

<file path=ppt/notesSlides/notesSlide5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512</a:t>
            </a:fld>
            <a:endParaRPr lang="ko-KR" altLang="en-US" dirty="0"/>
          </a:p>
        </p:txBody>
      </p:sp>
    </p:spTree>
    <p:extLst>
      <p:ext uri="{BB962C8B-B14F-4D97-AF65-F5344CB8AC3E}">
        <p14:creationId xmlns:p14="http://schemas.microsoft.com/office/powerpoint/2010/main" val="2211007355"/>
      </p:ext>
    </p:extLst>
  </p:cSld>
  <p:clrMapOvr>
    <a:masterClrMapping/>
  </p:clrMapOvr>
</p:notes>
</file>

<file path=ppt/notesSlides/notesSlide5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513</a:t>
            </a:fld>
            <a:endParaRPr lang="ko-KR" altLang="en-US" dirty="0"/>
          </a:p>
        </p:txBody>
      </p:sp>
    </p:spTree>
    <p:extLst>
      <p:ext uri="{BB962C8B-B14F-4D97-AF65-F5344CB8AC3E}">
        <p14:creationId xmlns:p14="http://schemas.microsoft.com/office/powerpoint/2010/main" val="1836118925"/>
      </p:ext>
    </p:extLst>
  </p:cSld>
  <p:clrMapOvr>
    <a:masterClrMapping/>
  </p:clrMapOvr>
</p:notes>
</file>

<file path=ppt/notesSlides/notesSlide5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00150" y="1143000"/>
            <a:ext cx="4457700" cy="3086100"/>
          </a:xfrm>
        </p:spPr>
      </p:sp>
      <p:sp>
        <p:nvSpPr>
          <p:cNvPr id="3" name="Notes Placeholder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dirty="0"/>
          </a:p>
        </p:txBody>
      </p:sp>
      <p:sp>
        <p:nvSpPr>
          <p:cNvPr id="4" name="Slide Number Placeholder 3"/>
          <p:cNvSpPr>
            <a:spLocks noGrp="1"/>
          </p:cNvSpPr>
          <p:nvPr>
            <p:ph type="sldNum" sz="quarter" idx="10"/>
          </p:nvPr>
        </p:nvSpPr>
        <p:spPr/>
        <p:txBody>
          <a:bodyPr/>
          <a:lstStyle/>
          <a:p>
            <a:fld id="{5B59C55F-00F1-4985-9065-F2D92AE05D03}" type="slidenum">
              <a:rPr lang="ko-KR" altLang="en-US" smtClean="0"/>
              <a:t>514</a:t>
            </a:fld>
            <a:endParaRPr lang="ko-KR" altLang="en-US" dirty="0"/>
          </a:p>
        </p:txBody>
      </p:sp>
    </p:spTree>
    <p:extLst>
      <p:ext uri="{BB962C8B-B14F-4D97-AF65-F5344CB8AC3E}">
        <p14:creationId xmlns:p14="http://schemas.microsoft.com/office/powerpoint/2010/main" val="2200307010"/>
      </p:ext>
    </p:extLst>
  </p:cSld>
  <p:clrMapOvr>
    <a:masterClrMapping/>
  </p:clrMapOvr>
</p:notes>
</file>

<file path=ppt/notesSlides/notesSlide5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1200150" y="1143000"/>
            <a:ext cx="4457700" cy="3086100"/>
          </a:xfrm>
        </p:spPr>
      </p:sp>
      <p:sp>
        <p:nvSpPr>
          <p:cNvPr id="3" name="슬라이드 노트 개체 틀 2"/>
          <p:cNvSpPr>
            <a:spLocks noGrp="1"/>
          </p:cNvSpPr>
          <p:nvPr>
            <p:ph type="body" idx="1"/>
          </p:nvPr>
        </p:nvSpPr>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latin typeface="Times New Roman" panose="02020603050405020304" pitchFamily="18" charset="0"/>
              </a:rPr>
              <a:t>MỤC</a:t>
            </a:r>
            <a:r>
              <a:rPr lang="en-US" altLang="ko-KR" sz="1200" b="1" baseline="0" dirty="0">
                <a:latin typeface="Times New Roman" panose="02020603050405020304" pitchFamily="18" charset="0"/>
              </a:rPr>
              <a:t> ĐÍCH CỦA BÀI THỰC HÀNH NÀY</a:t>
            </a:r>
            <a:endParaRPr lang="ko-KR" altLang="en-US" dirty="0"/>
          </a:p>
          <a:p>
            <a:pPr latinLnBrk="1"/>
            <a:r>
              <a:rPr lang="vi-VN" altLang="ko-KR" sz="1200" kern="1200" dirty="0">
                <a:solidFill>
                  <a:schemeClr val="tx1"/>
                </a:solidFill>
                <a:effectLst/>
                <a:latin typeface="+mn-lt"/>
                <a:ea typeface="+mn-ea"/>
                <a:cs typeface="+mn-cs"/>
              </a:rPr>
              <a:t>Trong phần thực hành này, bạn quay trở lại thư viện pandas và khám phá khả năng đồ họa của nó.</a:t>
            </a:r>
            <a:endParaRPr lang="en-US" altLang="ko-KR" sz="1200" kern="1200" dirty="0">
              <a:solidFill>
                <a:schemeClr val="tx1"/>
              </a:solidFill>
              <a:effectLst/>
              <a:latin typeface="+mn-lt"/>
              <a:ea typeface="+mn-ea"/>
              <a:cs typeface="+mn-cs"/>
            </a:endParaRPr>
          </a:p>
          <a:p>
            <a:pPr latinLnBrk="1"/>
            <a:endParaRPr lang="en-US" altLang="ko-KR" sz="120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000" b="1" dirty="0">
                <a:solidFill>
                  <a:prstClr val="black"/>
                </a:solidFill>
                <a:latin typeface="Times New Roman" panose="02020603050405020304" pitchFamily="18" charset="0"/>
              </a:rPr>
              <a:t>HƯỚNG</a:t>
            </a:r>
            <a:r>
              <a:rPr lang="en-US" altLang="ko-KR" sz="1000" b="1" baseline="0" dirty="0">
                <a:solidFill>
                  <a:prstClr val="black"/>
                </a:solidFill>
                <a:latin typeface="Times New Roman" panose="02020603050405020304" pitchFamily="18" charset="0"/>
              </a:rPr>
              <a:t> DẪN THỰC HÀNH</a:t>
            </a:r>
            <a:endParaRPr lang="ko-KR" altLang="ko-KR" sz="1000" kern="1200" dirty="0">
              <a:solidFill>
                <a:schemeClr val="tx1"/>
              </a:solidFill>
              <a:effectLst/>
              <a:latin typeface="+mn-lt"/>
              <a:ea typeface="+mn-ea"/>
              <a:cs typeface="+mn-cs"/>
            </a:endParaRPr>
          </a:p>
          <a:p>
            <a:pPr marL="342900" lvl="0" indent="-342900">
              <a:spcAft>
                <a:spcPts val="800"/>
              </a:spcAft>
              <a:buFont typeface="+mj-lt"/>
              <a:buAutoNum type="arabicPeriod"/>
            </a:pPr>
            <a:r>
              <a:rPr lang="en-US" altLang="ko-KR" sz="1200" kern="100" dirty="0" err="1">
                <a:solidFill>
                  <a:srgbClr val="000000"/>
                </a:solidFill>
                <a:latin typeface="Times New Roman" panose="02020603050405020304" pitchFamily="18" charset="0"/>
                <a:cs typeface="Times New Roman" panose="02020603050405020304" pitchFamily="18" charset="0"/>
              </a:rPr>
              <a:t>Khởi</a:t>
            </a:r>
            <a:r>
              <a:rPr lang="en-US" altLang="ko-KR" sz="1200" kern="100" dirty="0">
                <a:solidFill>
                  <a:srgbClr val="000000"/>
                </a:solidFill>
                <a:latin typeface="Times New Roman" panose="02020603050405020304" pitchFamily="18" charset="0"/>
                <a:cs typeface="Times New Roman" panose="02020603050405020304" pitchFamily="18" charset="0"/>
              </a:rPr>
              <a:t> </a:t>
            </a:r>
            <a:r>
              <a:rPr lang="en-US" altLang="ko-KR" sz="1200" kern="100" dirty="0" err="1">
                <a:solidFill>
                  <a:srgbClr val="000000"/>
                </a:solidFill>
                <a:latin typeface="Times New Roman" panose="02020603050405020304" pitchFamily="18" charset="0"/>
                <a:cs typeface="Times New Roman" panose="02020603050405020304" pitchFamily="18" charset="0"/>
              </a:rPr>
              <a:t>động</a:t>
            </a:r>
            <a:r>
              <a:rPr lang="en-US" altLang="ko-KR" sz="1200" kern="100" dirty="0">
                <a:solidFill>
                  <a:srgbClr val="000000"/>
                </a:solidFill>
                <a:latin typeface="Times New Roman" panose="02020603050405020304" pitchFamily="18" charset="0"/>
                <a:cs typeface="Times New Roman" panose="02020603050405020304" pitchFamily="18" charset="0"/>
              </a:rPr>
              <a:t> Jupyter Notebook. </a:t>
            </a:r>
          </a:p>
          <a:p>
            <a:pPr marL="342900" marR="0" lvl="0" indent="-342900" algn="l" defTabSz="914400" rtl="0" eaLnBrk="1" fontAlgn="auto" latinLnBrk="1" hangingPunct="1">
              <a:lnSpc>
                <a:spcPct val="100000"/>
              </a:lnSpc>
              <a:spcBef>
                <a:spcPts val="0"/>
              </a:spcBef>
              <a:spcAft>
                <a:spcPts val="800"/>
              </a:spcAft>
              <a:buClrTx/>
              <a:buSzTx/>
              <a:buFont typeface="+mj-lt"/>
              <a:buAutoNum type="arabicPeriod"/>
              <a:tabLst/>
              <a:defRPr/>
            </a:pPr>
            <a:r>
              <a:rPr lang="vi-VN" altLang="ko-KR" sz="1200" kern="1200" dirty="0">
                <a:solidFill>
                  <a:schemeClr val="tx1"/>
                </a:solidFill>
                <a:effectLst/>
                <a:latin typeface="+mn-lt"/>
                <a:ea typeface="+mn-ea"/>
                <a:cs typeface="+mn-cs"/>
              </a:rPr>
              <a:t>Trong Jupyter Notebook, nhấp vào tệp </a:t>
            </a:r>
            <a:r>
              <a:rPr lang="vi-VN" altLang="ko-KR" sz="1200" b="1" kern="1200" dirty="0">
                <a:solidFill>
                  <a:schemeClr val="tx1"/>
                </a:solidFill>
                <a:effectLst/>
                <a:latin typeface="+mn-lt"/>
                <a:ea typeface="+mn-ea"/>
                <a:cs typeface="+mn-cs"/>
              </a:rPr>
              <a:t>ex_0113.ipynb</a:t>
            </a:r>
            <a:r>
              <a:rPr lang="vi-VN" altLang="ko-KR" sz="1200" kern="1200" dirty="0">
                <a:solidFill>
                  <a:schemeClr val="tx1"/>
                </a:solidFill>
                <a:effectLst/>
                <a:latin typeface="+mn-lt"/>
                <a:ea typeface="+mn-ea"/>
                <a:cs typeface="+mn-cs"/>
              </a:rPr>
              <a:t> trong thư mục </a:t>
            </a:r>
            <a:r>
              <a:rPr lang="en-US" altLang="ko-KR" sz="1200" b="1" kern="1200" dirty="0">
                <a:solidFill>
                  <a:schemeClr val="tx1"/>
                </a:solidFill>
                <a:effectLst/>
                <a:latin typeface="+mn-lt"/>
                <a:ea typeface="+mn-ea"/>
                <a:cs typeface="+mn-cs"/>
              </a:rPr>
              <a:t>Coding Exercise</a:t>
            </a:r>
            <a:r>
              <a:rPr lang="vi-VN" altLang="ko-KR" sz="1200" kern="1200" dirty="0">
                <a:solidFill>
                  <a:schemeClr val="tx1"/>
                </a:solidFill>
                <a:effectLst/>
                <a:latin typeface="+mn-lt"/>
                <a:ea typeface="+mn-ea"/>
                <a:cs typeface="+mn-cs"/>
              </a:rPr>
              <a:t>.</a:t>
            </a:r>
            <a:endParaRPr lang="en-US" altLang="ko-KR" sz="1200" kern="1200" dirty="0">
              <a:solidFill>
                <a:schemeClr val="tx1"/>
              </a:solidFill>
              <a:effectLst/>
              <a:latin typeface="+mn-lt"/>
              <a:ea typeface="+mn-ea"/>
              <a:cs typeface="+mn-cs"/>
            </a:endParaRPr>
          </a:p>
          <a:p>
            <a:pPr marL="342900" marR="0" lvl="0" indent="-342900" algn="l" defTabSz="914400" rtl="0" eaLnBrk="1" fontAlgn="auto" latinLnBrk="1" hangingPunct="1">
              <a:lnSpc>
                <a:spcPct val="100000"/>
              </a:lnSpc>
              <a:spcBef>
                <a:spcPts val="0"/>
              </a:spcBef>
              <a:spcAft>
                <a:spcPts val="800"/>
              </a:spcAft>
              <a:buClrTx/>
              <a:buSzTx/>
              <a:buFont typeface="+mj-lt"/>
              <a:buAutoNum type="arabicPeriod"/>
              <a:tabLst/>
              <a:defRPr/>
            </a:pPr>
            <a:r>
              <a:rPr lang="en-US" altLang="ko-KR" sz="1200" kern="1200" dirty="0" err="1">
                <a:solidFill>
                  <a:srgbClr val="FF0000"/>
                </a:solidFill>
                <a:effectLst/>
                <a:latin typeface="+mn-lt"/>
                <a:ea typeface="+mn-ea"/>
                <a:cs typeface="+mn-cs"/>
              </a:rPr>
              <a:t>Xem</a:t>
            </a:r>
            <a:r>
              <a:rPr lang="en-US" altLang="ko-KR" sz="1200" kern="1200" dirty="0">
                <a:solidFill>
                  <a:srgbClr val="FF0000"/>
                </a:solidFill>
                <a:effectLst/>
                <a:latin typeface="+mn-lt"/>
                <a:ea typeface="+mn-ea"/>
                <a:cs typeface="+mn-cs"/>
              </a:rPr>
              <a:t> </a:t>
            </a:r>
            <a:r>
              <a:rPr lang="en-US" altLang="ko-KR" sz="1200" kern="1200" dirty="0" err="1">
                <a:solidFill>
                  <a:srgbClr val="FF0000"/>
                </a:solidFill>
                <a:effectLst/>
                <a:latin typeface="+mn-lt"/>
                <a:ea typeface="+mn-ea"/>
                <a:cs typeface="+mn-cs"/>
              </a:rPr>
              <a:t>lại</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các</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ví</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dụ</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về</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các</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chủ</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đề</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dưới</a:t>
            </a:r>
            <a:r>
              <a:rPr lang="en-US" altLang="ko-KR" sz="1200" kern="1200" baseline="0" dirty="0">
                <a:solidFill>
                  <a:srgbClr val="FF0000"/>
                </a:solidFill>
                <a:effectLst/>
                <a:latin typeface="+mn-lt"/>
                <a:ea typeface="+mn-ea"/>
                <a:cs typeface="+mn-cs"/>
              </a:rPr>
              <a:t> </a:t>
            </a:r>
            <a:r>
              <a:rPr lang="en-US" altLang="ko-KR" sz="1200" kern="1200" baseline="0" dirty="0" err="1">
                <a:solidFill>
                  <a:srgbClr val="FF0000"/>
                </a:solidFill>
                <a:effectLst/>
                <a:latin typeface="+mn-lt"/>
                <a:ea typeface="+mn-ea"/>
                <a:cs typeface="+mn-cs"/>
              </a:rPr>
              <a:t>đây</a:t>
            </a:r>
            <a:r>
              <a:rPr lang="en-US" altLang="ko-KR" sz="1200" kern="1200" baseline="0" dirty="0">
                <a:solidFill>
                  <a:srgbClr val="FF0000"/>
                </a:solidFill>
                <a:effectLst/>
                <a:latin typeface="+mn-lt"/>
                <a:ea typeface="+mn-ea"/>
                <a:cs typeface="+mn-cs"/>
              </a:rPr>
              <a:t>:</a:t>
            </a:r>
          </a:p>
          <a:p>
            <a:pPr marL="342900" marR="0" lvl="0" indent="-342900" algn="l" defTabSz="914400" rtl="0" eaLnBrk="1" fontAlgn="auto" latinLnBrk="1" hangingPunct="1">
              <a:lnSpc>
                <a:spcPct val="100000"/>
              </a:lnSpc>
              <a:spcBef>
                <a:spcPts val="0"/>
              </a:spcBef>
              <a:spcAft>
                <a:spcPts val="800"/>
              </a:spcAft>
              <a:buClrTx/>
              <a:buSzTx/>
              <a:buFont typeface="+mj-lt"/>
              <a:buAutoNum type="arabicPeriod"/>
              <a:tabLst/>
              <a:defRPr/>
            </a:pPr>
            <a:endPar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endParaRPr>
          </a:p>
          <a:p>
            <a:pPr marL="742950" lvl="1" indent="-285750" algn="just" latinLnBrk="1">
              <a:lnSpc>
                <a:spcPct val="107000"/>
              </a:lnSpc>
              <a:spcAft>
                <a:spcPts val="800"/>
              </a:spcAft>
              <a:buFont typeface="+mj-lt"/>
              <a:buAutoNum type="alphaUcPeriod"/>
            </a:pPr>
            <a:r>
              <a:rPr lang="en-US" altLang="ko-KR" sz="1200" i="1" kern="100" dirty="0" err="1">
                <a:solidFill>
                  <a:srgbClr val="000000"/>
                </a:solidFill>
                <a:effectLst/>
                <a:latin typeface="Times New Roman" panose="02020603050405020304" pitchFamily="18" charset="0"/>
                <a:ea typeface="+mn-ea"/>
                <a:cs typeface="Times New Roman" panose="02020603050405020304" pitchFamily="18" charset="0"/>
              </a:rPr>
              <a:t>Trực</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quan</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hóa</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a:t>
            </a:r>
            <a:r>
              <a:rPr lang="en-US" altLang="ko-KR" sz="1200" i="1" kern="100" baseline="0" dirty="0" err="1">
                <a:solidFill>
                  <a:srgbClr val="000000"/>
                </a:solidFill>
                <a:effectLst/>
                <a:latin typeface="Times New Roman" panose="02020603050405020304" pitchFamily="18" charset="0"/>
                <a:ea typeface="+mn-ea"/>
                <a:cs typeface="Times New Roman" panose="02020603050405020304" pitchFamily="18" charset="0"/>
              </a:rPr>
              <a:t>với</a:t>
            </a:r>
            <a:r>
              <a:rPr lang="en-US" altLang="ko-KR" sz="1200" i="1" kern="100" baseline="0" dirty="0">
                <a:solidFill>
                  <a:srgbClr val="000000"/>
                </a:solidFill>
                <a:effectLst/>
                <a:latin typeface="Times New Roman" panose="02020603050405020304" pitchFamily="18" charset="0"/>
                <a:ea typeface="+mn-ea"/>
                <a:cs typeface="Times New Roman" panose="02020603050405020304" pitchFamily="18" charset="0"/>
              </a:rPr>
              <a:t> pandas</a:t>
            </a:r>
            <a:endParaRPr lang="ko-KR" altLang="ko-KR" sz="1000" i="1" kern="100" dirty="0">
              <a:effectLst/>
              <a:latin typeface="맑은 고딕" panose="020B0503020000020004" pitchFamily="50" charset="-127"/>
              <a:ea typeface="+mn-ea"/>
              <a:cs typeface="Times New Roman" panose="02020603050405020304" pitchFamily="18" charset="0"/>
            </a:endParaRPr>
          </a:p>
          <a:p>
            <a:pPr marL="1143000" lvl="2" indent="-228600" algn="just" latinLnBrk="1">
              <a:lnSpc>
                <a:spcPct val="107000"/>
              </a:lnSpc>
              <a:spcAft>
                <a:spcPts val="800"/>
              </a:spcAft>
              <a:buFont typeface="+mj-lt"/>
              <a:buAutoNum type="romanLcPeriod"/>
            </a:pPr>
            <a:r>
              <a:rPr lang="vi-VN" altLang="ko-KR" sz="1200" i="1" kern="100" dirty="0">
                <a:solidFill>
                  <a:srgbClr val="000000"/>
                </a:solidFill>
                <a:effectLst/>
                <a:latin typeface="Times New Roman" panose="02020603050405020304" pitchFamily="18" charset="0"/>
                <a:ea typeface="+mn-ea"/>
                <a:cs typeface="Times New Roman" panose="02020603050405020304" pitchFamily="18" charset="0"/>
              </a:rPr>
              <a:t>Biểu đồ.</a:t>
            </a:r>
          </a:p>
          <a:p>
            <a:pPr marL="1143000" lvl="2" indent="-228600" algn="just" latinLnBrk="1">
              <a:lnSpc>
                <a:spcPct val="107000"/>
              </a:lnSpc>
              <a:spcAft>
                <a:spcPts val="800"/>
              </a:spcAft>
              <a:buFont typeface="+mj-lt"/>
              <a:buAutoNum type="romanLcPeriod"/>
            </a:pPr>
            <a:r>
              <a:rPr lang="vi-VN" altLang="ko-KR" sz="1200" i="1" kern="100" dirty="0">
                <a:solidFill>
                  <a:srgbClr val="000000"/>
                </a:solidFill>
                <a:effectLst/>
                <a:latin typeface="Times New Roman" panose="02020603050405020304" pitchFamily="18" charset="0"/>
                <a:ea typeface="+mn-ea"/>
                <a:cs typeface="Times New Roman" panose="02020603050405020304" pitchFamily="18" charset="0"/>
              </a:rPr>
              <a:t>Thanh âm mưu.</a:t>
            </a:r>
          </a:p>
          <a:p>
            <a:pPr marL="1143000" lvl="2" indent="-228600" algn="just" latinLnBrk="1">
              <a:lnSpc>
                <a:spcPct val="107000"/>
              </a:lnSpc>
              <a:spcAft>
                <a:spcPts val="800"/>
              </a:spcAft>
              <a:buFont typeface="+mj-lt"/>
              <a:buAutoNum type="romanLcPeriod"/>
            </a:pPr>
            <a:r>
              <a:rPr lang="vi-VN" altLang="ko-KR" sz="1200" i="1" kern="100" dirty="0">
                <a:solidFill>
                  <a:srgbClr val="000000"/>
                </a:solidFill>
                <a:effectLst/>
                <a:latin typeface="Times New Roman" panose="02020603050405020304" pitchFamily="18" charset="0"/>
                <a:ea typeface="+mn-ea"/>
                <a:cs typeface="Times New Roman" panose="02020603050405020304" pitchFamily="18" charset="0"/>
              </a:rPr>
              <a:t>Âm mưu phân tán.</a:t>
            </a:r>
            <a:endParaRPr lang="en-US" altLang="ko-KR" sz="1200" i="1" kern="100" dirty="0">
              <a:solidFill>
                <a:srgbClr val="000000"/>
              </a:solidFill>
              <a:effectLst/>
              <a:latin typeface="Times New Roman" panose="02020603050405020304" pitchFamily="18" charset="0"/>
              <a:ea typeface="+mn-ea"/>
              <a:cs typeface="Times New Roman" panose="02020603050405020304" pitchFamily="18" charset="0"/>
            </a:endParaRPr>
          </a:p>
          <a:p>
            <a:pPr marL="1143000" lvl="2" indent="-228600" algn="just" latinLnBrk="1">
              <a:lnSpc>
                <a:spcPct val="107000"/>
              </a:lnSpc>
              <a:spcAft>
                <a:spcPts val="800"/>
              </a:spcAft>
              <a:buFont typeface="+mj-lt"/>
              <a:buAutoNum type="romanLcPeriod"/>
            </a:pPr>
            <a:endParaRPr lang="en-US" altLang="ko-KR" sz="1200" i="1" kern="1200" dirty="0">
              <a:solidFill>
                <a:schemeClr val="tx1"/>
              </a:solidFill>
              <a:effectLst/>
              <a:latin typeface="+mn-lt"/>
              <a:ea typeface="+mn-ea"/>
              <a:cs typeface="+mn-cs"/>
            </a:endParaRPr>
          </a:p>
          <a:p>
            <a:pPr marL="342900" lvl="0" indent="-342900">
              <a:spcAft>
                <a:spcPts val="800"/>
              </a:spcAft>
              <a:buFont typeface="+mj-lt"/>
              <a:buAutoNum type="arabicPeriod"/>
            </a:pPr>
            <a:r>
              <a:rPr lang="vi-VN" altLang="ko-KR" sz="1200" kern="1200" dirty="0">
                <a:solidFill>
                  <a:schemeClr val="tx1"/>
                </a:solidFill>
                <a:effectLst/>
                <a:latin typeface="+mn-lt"/>
                <a:ea typeface="+mn-ea"/>
                <a:cs typeface="+mn-cs"/>
              </a:rPr>
              <a:t>(Không bắt buộc) Sử dụng ô trống ở dưới cùng để thực hành các nhu cầu cá nhân của riêng bạn.</a:t>
            </a:r>
            <a:endParaRPr lang="en-US" altLang="ko-KR" sz="1200" kern="1200" dirty="0">
              <a:solidFill>
                <a:schemeClr val="tx1"/>
              </a:solidFill>
              <a:effectLst/>
              <a:latin typeface="+mn-lt"/>
              <a:ea typeface="+mn-ea"/>
              <a:cs typeface="+mn-cs"/>
            </a:endParaRPr>
          </a:p>
        </p:txBody>
      </p:sp>
      <p:sp>
        <p:nvSpPr>
          <p:cNvPr id="4" name="슬라이드 번호 개체 틀 3"/>
          <p:cNvSpPr>
            <a:spLocks noGrp="1"/>
          </p:cNvSpPr>
          <p:nvPr>
            <p:ph type="sldNum" sz="quarter" idx="5"/>
          </p:nvPr>
        </p:nvSpPr>
        <p:spPr/>
        <p:txBody>
          <a:bodyPr/>
          <a:lstStyle/>
          <a:p>
            <a:fld id="{5B59C55F-00F1-4985-9065-F2D92AE05D03}" type="slidenum">
              <a:rPr lang="ko-KR" altLang="en-US" smtClean="0"/>
              <a:t>515</a:t>
            </a:fld>
            <a:endParaRPr lang="ko-KR" altLang="en-US" dirty="0"/>
          </a:p>
        </p:txBody>
      </p:sp>
    </p:spTree>
    <p:extLst>
      <p:ext uri="{BB962C8B-B14F-4D97-AF65-F5344CB8AC3E}">
        <p14:creationId xmlns:p14="http://schemas.microsoft.com/office/powerpoint/2010/main" val="230530874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jp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jp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2_Table of Contents">
    <p:spTree>
      <p:nvGrpSpPr>
        <p:cNvPr id="1" name=""/>
        <p:cNvGrpSpPr/>
        <p:nvPr/>
      </p:nvGrpSpPr>
      <p:grpSpPr>
        <a:xfrm>
          <a:off x="0" y="0"/>
          <a:ext cx="0" cy="0"/>
          <a:chOff x="0" y="0"/>
          <a:chExt cx="0" cy="0"/>
        </a:xfrm>
      </p:grpSpPr>
      <p:pic>
        <p:nvPicPr>
          <p:cNvPr id="3" name="그림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902825" cy="6858000"/>
          </a:xfrm>
          <a:prstGeom prst="rect">
            <a:avLst/>
          </a:prstGeom>
        </p:spPr>
      </p:pic>
      <p:cxnSp>
        <p:nvCxnSpPr>
          <p:cNvPr id="12" name="직선 연결선 11">
            <a:extLst>
              <a:ext uri="{FF2B5EF4-FFF2-40B4-BE49-F238E27FC236}">
                <a16:creationId xmlns:a16="http://schemas.microsoft.com/office/drawing/2014/main" id="{107951CE-0A5B-4EC7-B663-290867B6A3B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15">
            <a:extLst>
              <a:ext uri="{FF2B5EF4-FFF2-40B4-BE49-F238E27FC236}">
                <a16:creationId xmlns:a16="http://schemas.microsoft.com/office/drawing/2014/main" id="{DB8B1220-1660-457F-B990-656A8230EA54}"/>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4" name="직사각형 7">
            <a:extLst>
              <a:ext uri="{FF2B5EF4-FFF2-40B4-BE49-F238E27FC236}">
                <a16:creationId xmlns:a16="http://schemas.microsoft.com/office/drawing/2014/main" id="{AA07D337-B9C3-4E5E-811E-AEFBB17ADEF5}"/>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sp>
        <p:nvSpPr>
          <p:cNvPr id="7" name="슬라이드 번호 개체 틀 15">
            <a:extLst>
              <a:ext uri="{FF2B5EF4-FFF2-40B4-BE49-F238E27FC236}">
                <a16:creationId xmlns:a16="http://schemas.microsoft.com/office/drawing/2014/main" id="{CCEC8F59-794B-4743-A6D7-1BC9720006CB}"/>
              </a:ext>
            </a:extLst>
          </p:cNvPr>
          <p:cNvSpPr txBox="1">
            <a:spLocks/>
          </p:cNvSpPr>
          <p:nvPr userDrawn="1"/>
        </p:nvSpPr>
        <p:spPr>
          <a:xfrm>
            <a:off x="4735388" y="6498001"/>
            <a:ext cx="4460971"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146664352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3_Table of Contents">
    <p:spTree>
      <p:nvGrpSpPr>
        <p:cNvPr id="1" name=""/>
        <p:cNvGrpSpPr/>
        <p:nvPr/>
      </p:nvGrpSpPr>
      <p:grpSpPr>
        <a:xfrm>
          <a:off x="0" y="0"/>
          <a:ext cx="0" cy="0"/>
          <a:chOff x="0" y="0"/>
          <a:chExt cx="0" cy="0"/>
        </a:xfrm>
      </p:grpSpPr>
      <p:pic>
        <p:nvPicPr>
          <p:cNvPr id="5" name="그림 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902825" cy="6858000"/>
          </a:xfrm>
          <a:prstGeom prst="rect">
            <a:avLst/>
          </a:prstGeom>
        </p:spPr>
      </p:pic>
      <p:cxnSp>
        <p:nvCxnSpPr>
          <p:cNvPr id="12" name="직선 연결선 11">
            <a:extLst>
              <a:ext uri="{FF2B5EF4-FFF2-40B4-BE49-F238E27FC236}">
                <a16:creationId xmlns:a16="http://schemas.microsoft.com/office/drawing/2014/main" id="{107951CE-0A5B-4EC7-B663-290867B6A3B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15">
            <a:extLst>
              <a:ext uri="{FF2B5EF4-FFF2-40B4-BE49-F238E27FC236}">
                <a16:creationId xmlns:a16="http://schemas.microsoft.com/office/drawing/2014/main" id="{DB8B1220-1660-457F-B990-656A8230EA54}"/>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4" name="직사각형 7">
            <a:extLst>
              <a:ext uri="{FF2B5EF4-FFF2-40B4-BE49-F238E27FC236}">
                <a16:creationId xmlns:a16="http://schemas.microsoft.com/office/drawing/2014/main" id="{AA07D337-B9C3-4E5E-811E-AEFBB17ADEF5}"/>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sp>
        <p:nvSpPr>
          <p:cNvPr id="7" name="슬라이드 번호 개체 틀 15">
            <a:extLst>
              <a:ext uri="{FF2B5EF4-FFF2-40B4-BE49-F238E27FC236}">
                <a16:creationId xmlns:a16="http://schemas.microsoft.com/office/drawing/2014/main" id="{CCEC8F59-794B-4743-A6D7-1BC9720006CB}"/>
              </a:ext>
            </a:extLst>
          </p:cNvPr>
          <p:cNvSpPr txBox="1">
            <a:spLocks/>
          </p:cNvSpPr>
          <p:nvPr userDrawn="1"/>
        </p:nvSpPr>
        <p:spPr>
          <a:xfrm>
            <a:off x="4735388" y="6498001"/>
            <a:ext cx="4460971"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
        <p:nvSpPr>
          <p:cNvPr id="2" name="Title 1">
            <a:extLst>
              <a:ext uri="{FF2B5EF4-FFF2-40B4-BE49-F238E27FC236}">
                <a16:creationId xmlns:a16="http://schemas.microsoft.com/office/drawing/2014/main" id="{E58EC76E-8CB6-D04F-B751-855F50EC3F99}"/>
              </a:ext>
            </a:extLst>
          </p:cNvPr>
          <p:cNvSpPr>
            <a:spLocks noGrp="1"/>
          </p:cNvSpPr>
          <p:nvPr>
            <p:ph type="title"/>
          </p:nvPr>
        </p:nvSpPr>
        <p:spPr>
          <a:xfrm>
            <a:off x="681038" y="365125"/>
            <a:ext cx="8540750" cy="1325563"/>
          </a:xfrm>
          <a:prstGeom prst="rect">
            <a:avLst/>
          </a:prstGeom>
        </p:spPr>
        <p:txBody>
          <a:bodyPr/>
          <a:lstStyle/>
          <a:p>
            <a:r>
              <a:rPr lang="en-US"/>
              <a:t>Click to edit Master title style</a:t>
            </a:r>
          </a:p>
        </p:txBody>
      </p:sp>
    </p:spTree>
    <p:extLst>
      <p:ext uri="{BB962C8B-B14F-4D97-AF65-F5344CB8AC3E}">
        <p14:creationId xmlns:p14="http://schemas.microsoft.com/office/powerpoint/2010/main" val="62045887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4_Table of Contents">
    <p:spTree>
      <p:nvGrpSpPr>
        <p:cNvPr id="1" name=""/>
        <p:cNvGrpSpPr/>
        <p:nvPr/>
      </p:nvGrpSpPr>
      <p:grpSpPr>
        <a:xfrm>
          <a:off x="0" y="0"/>
          <a:ext cx="0" cy="0"/>
          <a:chOff x="0" y="0"/>
          <a:chExt cx="0" cy="0"/>
        </a:xfrm>
      </p:grpSpPr>
      <p:cxnSp>
        <p:nvCxnSpPr>
          <p:cNvPr id="12" name="직선 연결선 11">
            <a:extLst>
              <a:ext uri="{FF2B5EF4-FFF2-40B4-BE49-F238E27FC236}">
                <a16:creationId xmlns:a16="http://schemas.microsoft.com/office/drawing/2014/main" id="{107951CE-0A5B-4EC7-B663-290867B6A3B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15">
            <a:extLst>
              <a:ext uri="{FF2B5EF4-FFF2-40B4-BE49-F238E27FC236}">
                <a16:creationId xmlns:a16="http://schemas.microsoft.com/office/drawing/2014/main" id="{DB8B1220-1660-457F-B990-656A8230EA54}"/>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4" name="직사각형 7">
            <a:extLst>
              <a:ext uri="{FF2B5EF4-FFF2-40B4-BE49-F238E27FC236}">
                <a16:creationId xmlns:a16="http://schemas.microsoft.com/office/drawing/2014/main" id="{AA07D337-B9C3-4E5E-811E-AEFBB17ADEF5}"/>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grpSp>
        <p:nvGrpSpPr>
          <p:cNvPr id="3" name="그룹 2">
            <a:extLst>
              <a:ext uri="{FF2B5EF4-FFF2-40B4-BE49-F238E27FC236}">
                <a16:creationId xmlns:a16="http://schemas.microsoft.com/office/drawing/2014/main" id="{423B230F-BF07-4420-8C5E-EAE4EFC61AF1}"/>
              </a:ext>
            </a:extLst>
          </p:cNvPr>
          <p:cNvGrpSpPr/>
          <p:nvPr userDrawn="1"/>
        </p:nvGrpSpPr>
        <p:grpSpPr>
          <a:xfrm>
            <a:off x="0" y="1"/>
            <a:ext cx="9902825" cy="999802"/>
            <a:chOff x="0" y="1"/>
            <a:chExt cx="9906000" cy="999802"/>
          </a:xfrm>
        </p:grpSpPr>
        <p:sp>
          <p:nvSpPr>
            <p:cNvPr id="10" name="직사각형 9">
              <a:extLst>
                <a:ext uri="{FF2B5EF4-FFF2-40B4-BE49-F238E27FC236}">
                  <a16:creationId xmlns:a16="http://schemas.microsoft.com/office/drawing/2014/main" id="{85CF76A4-51CF-4D05-A1A1-2F9ED08538A3}"/>
                </a:ext>
              </a:extLst>
            </p:cNvPr>
            <p:cNvSpPr/>
            <p:nvPr userDrawn="1"/>
          </p:nvSpPr>
          <p:spPr>
            <a:xfrm>
              <a:off x="0" y="619930"/>
              <a:ext cx="9906000" cy="379873"/>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8" name="직사각형 7">
              <a:extLst>
                <a:ext uri="{FF2B5EF4-FFF2-40B4-BE49-F238E27FC236}">
                  <a16:creationId xmlns:a16="http://schemas.microsoft.com/office/drawing/2014/main" id="{B99AF68C-BDD5-4210-9E4D-B73D0E1AF2BC}"/>
                </a:ext>
              </a:extLst>
            </p:cNvPr>
            <p:cNvSpPr/>
            <p:nvPr userDrawn="1"/>
          </p:nvSpPr>
          <p:spPr>
            <a:xfrm>
              <a:off x="0" y="1"/>
              <a:ext cx="9906000" cy="877824"/>
            </a:xfrm>
            <a:prstGeom prst="rect">
              <a:avLst/>
            </a:prstGeom>
            <a:solidFill>
              <a:srgbClr val="1429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grpSp>
      <p:grpSp>
        <p:nvGrpSpPr>
          <p:cNvPr id="16" name="그룹 15">
            <a:extLst>
              <a:ext uri="{FF2B5EF4-FFF2-40B4-BE49-F238E27FC236}">
                <a16:creationId xmlns:a16="http://schemas.microsoft.com/office/drawing/2014/main" id="{1AD70F94-445E-41A7-8574-B25CBA89D8C1}"/>
              </a:ext>
            </a:extLst>
          </p:cNvPr>
          <p:cNvGrpSpPr/>
          <p:nvPr userDrawn="1"/>
        </p:nvGrpSpPr>
        <p:grpSpPr>
          <a:xfrm>
            <a:off x="449855" y="1251376"/>
            <a:ext cx="9015111" cy="4993976"/>
            <a:chOff x="578678" y="1436154"/>
            <a:chExt cx="8748000" cy="4993976"/>
          </a:xfrm>
          <a:solidFill>
            <a:srgbClr val="ECEFF6"/>
          </a:solidFill>
        </p:grpSpPr>
        <p:sp>
          <p:nvSpPr>
            <p:cNvPr id="17" name="직사각형 16">
              <a:extLst>
                <a:ext uri="{FF2B5EF4-FFF2-40B4-BE49-F238E27FC236}">
                  <a16:creationId xmlns:a16="http://schemas.microsoft.com/office/drawing/2014/main" id="{DD7B4B47-6621-481B-B3CE-E8345036F393}"/>
                </a:ext>
              </a:extLst>
            </p:cNvPr>
            <p:cNvSpPr/>
            <p:nvPr/>
          </p:nvSpPr>
          <p:spPr>
            <a:xfrm>
              <a:off x="578678" y="1436154"/>
              <a:ext cx="8748000" cy="811746"/>
            </a:xfrm>
            <a:prstGeom prst="rect">
              <a:avLst/>
            </a:prstGeom>
            <a:grp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18" name="직사각형 17">
              <a:extLst>
                <a:ext uri="{FF2B5EF4-FFF2-40B4-BE49-F238E27FC236}">
                  <a16:creationId xmlns:a16="http://schemas.microsoft.com/office/drawing/2014/main" id="{CF06F76F-5148-46B2-9B1F-DC949288372A}"/>
                </a:ext>
              </a:extLst>
            </p:cNvPr>
            <p:cNvSpPr/>
            <p:nvPr/>
          </p:nvSpPr>
          <p:spPr>
            <a:xfrm>
              <a:off x="578678" y="2286000"/>
              <a:ext cx="8748000" cy="4144130"/>
            </a:xfrm>
            <a:prstGeom prst="rect">
              <a:avLst/>
            </a:prstGeom>
            <a:grp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19" name="직사각형 18">
              <a:extLst>
                <a:ext uri="{FF2B5EF4-FFF2-40B4-BE49-F238E27FC236}">
                  <a16:creationId xmlns:a16="http://schemas.microsoft.com/office/drawing/2014/main" id="{9F696305-6820-48F1-BDDE-99074AB95DFF}"/>
                </a:ext>
              </a:extLst>
            </p:cNvPr>
            <p:cNvSpPr/>
            <p:nvPr/>
          </p:nvSpPr>
          <p:spPr>
            <a:xfrm>
              <a:off x="768350" y="1631455"/>
              <a:ext cx="1029652" cy="492443"/>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3199" dirty="0">
                  <a:solidFill>
                    <a:srgbClr val="0D0D0D"/>
                  </a:solidFill>
                  <a:latin typeface="iCiel Samsung Sharp Sans Bold" pitchFamily="2" charset="0"/>
                  <a:ea typeface="iCiel Samsung Sharp Sans Bold" pitchFamily="2" charset="0"/>
                  <a:cs typeface="iCiel Samsung Sharp Sans Bold" pitchFamily="2" charset="0"/>
                </a:rPr>
                <a:t>Q1.</a:t>
              </a:r>
            </a:p>
          </p:txBody>
        </p:sp>
      </p:grpSp>
      <p:sp>
        <p:nvSpPr>
          <p:cNvPr id="20" name="슬라이드 번호 개체 틀 15">
            <a:extLst>
              <a:ext uri="{FF2B5EF4-FFF2-40B4-BE49-F238E27FC236}">
                <a16:creationId xmlns:a16="http://schemas.microsoft.com/office/drawing/2014/main" id="{CCEC8F59-794B-4743-A6D7-1BC9720006CB}"/>
              </a:ext>
            </a:extLst>
          </p:cNvPr>
          <p:cNvSpPr txBox="1">
            <a:spLocks/>
          </p:cNvSpPr>
          <p:nvPr userDrawn="1"/>
        </p:nvSpPr>
        <p:spPr>
          <a:xfrm>
            <a:off x="4735388" y="6498001"/>
            <a:ext cx="4460971"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51295863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onemore">
    <p:spTree>
      <p:nvGrpSpPr>
        <p:cNvPr id="1" name=""/>
        <p:cNvGrpSpPr/>
        <p:nvPr/>
      </p:nvGrpSpPr>
      <p:grpSpPr>
        <a:xfrm>
          <a:off x="0" y="0"/>
          <a:ext cx="0" cy="0"/>
          <a:chOff x="0" y="0"/>
          <a:chExt cx="0" cy="0"/>
        </a:xfrm>
      </p:grpSpPr>
      <p:grpSp>
        <p:nvGrpSpPr>
          <p:cNvPr id="51" name="그룹 50">
            <a:extLst>
              <a:ext uri="{FF2B5EF4-FFF2-40B4-BE49-F238E27FC236}">
                <a16:creationId xmlns:a16="http://schemas.microsoft.com/office/drawing/2014/main" id="{85278258-AEB2-4213-B5E6-13FC86FAB418}"/>
              </a:ext>
            </a:extLst>
          </p:cNvPr>
          <p:cNvGrpSpPr/>
          <p:nvPr userDrawn="1"/>
        </p:nvGrpSpPr>
        <p:grpSpPr>
          <a:xfrm>
            <a:off x="449468" y="1462227"/>
            <a:ext cx="9000714" cy="4500283"/>
            <a:chOff x="578678" y="1445207"/>
            <a:chExt cx="8748000" cy="4136077"/>
          </a:xfrm>
        </p:grpSpPr>
        <p:sp>
          <p:nvSpPr>
            <p:cNvPr id="52" name="직사각형 51">
              <a:extLst>
                <a:ext uri="{FF2B5EF4-FFF2-40B4-BE49-F238E27FC236}">
                  <a16:creationId xmlns:a16="http://schemas.microsoft.com/office/drawing/2014/main" id="{8AE44DED-1433-4AE2-91CF-6B4CC836C247}"/>
                </a:ext>
              </a:extLst>
            </p:cNvPr>
            <p:cNvSpPr/>
            <p:nvPr userDrawn="1"/>
          </p:nvSpPr>
          <p:spPr>
            <a:xfrm>
              <a:off x="578678" y="2038352"/>
              <a:ext cx="8748000" cy="3542932"/>
            </a:xfrm>
            <a:prstGeom prst="rect">
              <a:avLst/>
            </a:prstGeom>
            <a:solidFill>
              <a:srgbClr val="ECEFF6"/>
            </a:solidFill>
            <a:ln w="38100">
              <a:solidFill>
                <a:srgbClr val="0D0D0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53" name="직사각형 52">
              <a:extLst>
                <a:ext uri="{FF2B5EF4-FFF2-40B4-BE49-F238E27FC236}">
                  <a16:creationId xmlns:a16="http://schemas.microsoft.com/office/drawing/2014/main" id="{16E0A36A-E308-4F66-AC01-5E98B501B58D}"/>
                </a:ext>
              </a:extLst>
            </p:cNvPr>
            <p:cNvSpPr/>
            <p:nvPr userDrawn="1"/>
          </p:nvSpPr>
          <p:spPr>
            <a:xfrm>
              <a:off x="578678" y="1445207"/>
              <a:ext cx="8748000" cy="617940"/>
            </a:xfrm>
            <a:prstGeom prst="rect">
              <a:avLst/>
            </a:prstGeom>
            <a:solidFill>
              <a:srgbClr val="ECEFF6"/>
            </a:solidFill>
            <a:ln w="38100">
              <a:solidFill>
                <a:srgbClr val="0D0D0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54" name="이등변 삼각형 53">
              <a:extLst>
                <a:ext uri="{FF2B5EF4-FFF2-40B4-BE49-F238E27FC236}">
                  <a16:creationId xmlns:a16="http://schemas.microsoft.com/office/drawing/2014/main" id="{1AAE9217-6132-41DE-8B52-1E10CDDAD122}"/>
                </a:ext>
              </a:extLst>
            </p:cNvPr>
            <p:cNvSpPr/>
            <p:nvPr userDrawn="1"/>
          </p:nvSpPr>
          <p:spPr>
            <a:xfrm rot="2700000">
              <a:off x="8915045" y="1573924"/>
              <a:ext cx="396525" cy="198725"/>
            </a:xfrm>
            <a:prstGeom prst="triangle">
              <a:avLst/>
            </a:prstGeom>
            <a:solidFill>
              <a:srgbClr val="0D0D0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grpSp>
      <p:grpSp>
        <p:nvGrpSpPr>
          <p:cNvPr id="17" name="그룹 16">
            <a:extLst>
              <a:ext uri="{FF2B5EF4-FFF2-40B4-BE49-F238E27FC236}">
                <a16:creationId xmlns:a16="http://schemas.microsoft.com/office/drawing/2014/main" id="{8F9D91F2-1DA9-4775-A2F4-3EA836FC8AC8}"/>
              </a:ext>
            </a:extLst>
          </p:cNvPr>
          <p:cNvGrpSpPr/>
          <p:nvPr userDrawn="1"/>
        </p:nvGrpSpPr>
        <p:grpSpPr>
          <a:xfrm>
            <a:off x="0" y="1"/>
            <a:ext cx="9902825" cy="999802"/>
            <a:chOff x="0" y="1"/>
            <a:chExt cx="9906000" cy="999802"/>
          </a:xfrm>
        </p:grpSpPr>
        <p:sp>
          <p:nvSpPr>
            <p:cNvPr id="18" name="직사각형 17">
              <a:extLst>
                <a:ext uri="{FF2B5EF4-FFF2-40B4-BE49-F238E27FC236}">
                  <a16:creationId xmlns:a16="http://schemas.microsoft.com/office/drawing/2014/main" id="{2445BDC7-3EC5-4A98-AB9C-DAF702D163B6}"/>
                </a:ext>
              </a:extLst>
            </p:cNvPr>
            <p:cNvSpPr/>
            <p:nvPr userDrawn="1"/>
          </p:nvSpPr>
          <p:spPr>
            <a:xfrm>
              <a:off x="0" y="619930"/>
              <a:ext cx="9906000" cy="379873"/>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19" name="직사각형 18">
              <a:extLst>
                <a:ext uri="{FF2B5EF4-FFF2-40B4-BE49-F238E27FC236}">
                  <a16:creationId xmlns:a16="http://schemas.microsoft.com/office/drawing/2014/main" id="{7C3EF875-C94A-48D5-8A2F-D7E1606943F8}"/>
                </a:ext>
              </a:extLst>
            </p:cNvPr>
            <p:cNvSpPr/>
            <p:nvPr userDrawn="1"/>
          </p:nvSpPr>
          <p:spPr>
            <a:xfrm>
              <a:off x="0" y="1"/>
              <a:ext cx="9906000" cy="877824"/>
            </a:xfrm>
            <a:prstGeom prst="rect">
              <a:avLst/>
            </a:prstGeom>
            <a:solidFill>
              <a:srgbClr val="1429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grpSp>
      <p:cxnSp>
        <p:nvCxnSpPr>
          <p:cNvPr id="20" name="직선 연결선 19">
            <a:extLst>
              <a:ext uri="{FF2B5EF4-FFF2-40B4-BE49-F238E27FC236}">
                <a16:creationId xmlns:a16="http://schemas.microsoft.com/office/drawing/2014/main" id="{F763F9BA-EE85-4466-9F91-463051CFC433}"/>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슬라이드 번호 개체 틀 15">
            <a:extLst>
              <a:ext uri="{FF2B5EF4-FFF2-40B4-BE49-F238E27FC236}">
                <a16:creationId xmlns:a16="http://schemas.microsoft.com/office/drawing/2014/main" id="{83DE29B4-2918-48DA-8AAD-6689F9D9B25F}"/>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22" name="직사각형 7">
            <a:extLst>
              <a:ext uri="{FF2B5EF4-FFF2-40B4-BE49-F238E27FC236}">
                <a16:creationId xmlns:a16="http://schemas.microsoft.com/office/drawing/2014/main" id="{3C9B8629-554D-4DBE-9C51-F645BAD954BC}"/>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grpSp>
        <p:nvGrpSpPr>
          <p:cNvPr id="8" name="그룹 7">
            <a:extLst>
              <a:ext uri="{FF2B5EF4-FFF2-40B4-BE49-F238E27FC236}">
                <a16:creationId xmlns:a16="http://schemas.microsoft.com/office/drawing/2014/main" id="{E8CA0DD3-9254-499A-BE4D-7F93C9791163}"/>
              </a:ext>
            </a:extLst>
          </p:cNvPr>
          <p:cNvGrpSpPr/>
          <p:nvPr userDrawn="1"/>
        </p:nvGrpSpPr>
        <p:grpSpPr>
          <a:xfrm>
            <a:off x="747594" y="2408824"/>
            <a:ext cx="8536863" cy="3303528"/>
            <a:chOff x="747834" y="2129937"/>
            <a:chExt cx="8539600" cy="3303528"/>
          </a:xfrm>
        </p:grpSpPr>
        <p:grpSp>
          <p:nvGrpSpPr>
            <p:cNvPr id="24" name="그룹 23">
              <a:extLst>
                <a:ext uri="{FF2B5EF4-FFF2-40B4-BE49-F238E27FC236}">
                  <a16:creationId xmlns:a16="http://schemas.microsoft.com/office/drawing/2014/main" id="{13D70919-1A43-46D4-9CAD-A2E01D8807D4}"/>
                </a:ext>
              </a:extLst>
            </p:cNvPr>
            <p:cNvGrpSpPr/>
            <p:nvPr userDrawn="1"/>
          </p:nvGrpSpPr>
          <p:grpSpPr>
            <a:xfrm>
              <a:off x="747834" y="2129937"/>
              <a:ext cx="8539600" cy="1267182"/>
              <a:chOff x="805623" y="2423005"/>
              <a:chExt cx="8539600" cy="1267182"/>
            </a:xfrm>
          </p:grpSpPr>
          <p:grpSp>
            <p:nvGrpSpPr>
              <p:cNvPr id="25" name="그룹 24">
                <a:extLst>
                  <a:ext uri="{FF2B5EF4-FFF2-40B4-BE49-F238E27FC236}">
                    <a16:creationId xmlns:a16="http://schemas.microsoft.com/office/drawing/2014/main" id="{57BC89B2-745B-42C0-A2BD-AB73D818DF63}"/>
                  </a:ext>
                </a:extLst>
              </p:cNvPr>
              <p:cNvGrpSpPr/>
              <p:nvPr/>
            </p:nvGrpSpPr>
            <p:grpSpPr>
              <a:xfrm>
                <a:off x="966158" y="2423005"/>
                <a:ext cx="8379065" cy="1267182"/>
                <a:chOff x="1098893" y="2558690"/>
                <a:chExt cx="8379065" cy="1267182"/>
              </a:xfrm>
            </p:grpSpPr>
            <p:sp>
              <p:nvSpPr>
                <p:cNvPr id="27" name="직사각형 26">
                  <a:extLst>
                    <a:ext uri="{FF2B5EF4-FFF2-40B4-BE49-F238E27FC236}">
                      <a16:creationId xmlns:a16="http://schemas.microsoft.com/office/drawing/2014/main" id="{DBE993FE-4059-43C4-BE9B-506F5F93E2AC}"/>
                    </a:ext>
                  </a:extLst>
                </p:cNvPr>
                <p:cNvSpPr/>
                <p:nvPr/>
              </p:nvSpPr>
              <p:spPr>
                <a:xfrm>
                  <a:off x="1098894" y="2558690"/>
                  <a:ext cx="7907946" cy="2073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400" b="1"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Guideline, mechanisms &amp; contingency plan</a:t>
                  </a:r>
                </a:p>
              </p:txBody>
            </p:sp>
            <p:sp>
              <p:nvSpPr>
                <p:cNvPr id="28" name="직사각형 27">
                  <a:extLst>
                    <a:ext uri="{FF2B5EF4-FFF2-40B4-BE49-F238E27FC236}">
                      <a16:creationId xmlns:a16="http://schemas.microsoft.com/office/drawing/2014/main" id="{87DAFBC1-2EB6-4BFD-9C34-0D2CABDD431F}"/>
                    </a:ext>
                  </a:extLst>
                </p:cNvPr>
                <p:cNvSpPr/>
                <p:nvPr/>
              </p:nvSpPr>
              <p:spPr>
                <a:xfrm>
                  <a:off x="1098893" y="2799950"/>
                  <a:ext cx="8379065" cy="102592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300"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Preparing pair programming involves establishing guidelines and mechanisms to help students pair properly and to keep them paired. For example, students should take turns “driving the mouse.” Effective preparation requires contingency plans in case one partner is absent or decides not to participate for one reason or another. In these cases, it is important to make it clear that the active student will not be punished because the pairing did not work well.</a:t>
                  </a:r>
                </a:p>
              </p:txBody>
            </p:sp>
          </p:grpSp>
          <p:sp>
            <p:nvSpPr>
              <p:cNvPr id="26" name="직사각형 25">
                <a:extLst>
                  <a:ext uri="{FF2B5EF4-FFF2-40B4-BE49-F238E27FC236}">
                    <a16:creationId xmlns:a16="http://schemas.microsoft.com/office/drawing/2014/main" id="{7A9CD47E-DFEB-409E-8A3C-002C106D4FF6}"/>
                  </a:ext>
                </a:extLst>
              </p:cNvPr>
              <p:cNvSpPr/>
              <p:nvPr/>
            </p:nvSpPr>
            <p:spPr>
              <a:xfrm>
                <a:off x="805623" y="2439855"/>
                <a:ext cx="36000" cy="179958"/>
              </a:xfrm>
              <a:prstGeom prst="rect">
                <a:avLst/>
              </a:prstGeom>
              <a:solidFill>
                <a:srgbClr val="0D0D0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solidFill>
                    <a:prstClr val="white"/>
                  </a:solidFill>
                  <a:latin typeface="SamsungOne-400" panose="020B0503030303020204" pitchFamily="34" charset="0"/>
                </a:endParaRPr>
              </a:p>
            </p:txBody>
          </p:sp>
        </p:grpSp>
        <p:grpSp>
          <p:nvGrpSpPr>
            <p:cNvPr id="30" name="그룹 29">
              <a:extLst>
                <a:ext uri="{FF2B5EF4-FFF2-40B4-BE49-F238E27FC236}">
                  <a16:creationId xmlns:a16="http://schemas.microsoft.com/office/drawing/2014/main" id="{EA101DA7-28A0-4825-8294-91ED14409235}"/>
                </a:ext>
              </a:extLst>
            </p:cNvPr>
            <p:cNvGrpSpPr/>
            <p:nvPr userDrawn="1"/>
          </p:nvGrpSpPr>
          <p:grpSpPr>
            <a:xfrm>
              <a:off x="747834" y="3559917"/>
              <a:ext cx="8539600" cy="1055714"/>
              <a:chOff x="805623" y="3889855"/>
              <a:chExt cx="8539600" cy="1055714"/>
            </a:xfrm>
          </p:grpSpPr>
          <p:grpSp>
            <p:nvGrpSpPr>
              <p:cNvPr id="31" name="그룹 30">
                <a:extLst>
                  <a:ext uri="{FF2B5EF4-FFF2-40B4-BE49-F238E27FC236}">
                    <a16:creationId xmlns:a16="http://schemas.microsoft.com/office/drawing/2014/main" id="{6D52BA93-54E3-4CA4-81A3-AAAA6FD74E74}"/>
                  </a:ext>
                </a:extLst>
              </p:cNvPr>
              <p:cNvGrpSpPr/>
              <p:nvPr/>
            </p:nvGrpSpPr>
            <p:grpSpPr>
              <a:xfrm>
                <a:off x="958539" y="3889855"/>
                <a:ext cx="8386684" cy="1055714"/>
                <a:chOff x="1098894" y="2558690"/>
                <a:chExt cx="8386684" cy="1055714"/>
              </a:xfrm>
            </p:grpSpPr>
            <p:sp>
              <p:nvSpPr>
                <p:cNvPr id="33" name="직사각형 32">
                  <a:extLst>
                    <a:ext uri="{FF2B5EF4-FFF2-40B4-BE49-F238E27FC236}">
                      <a16:creationId xmlns:a16="http://schemas.microsoft.com/office/drawing/2014/main" id="{6A161631-0A23-4125-B4F4-FAA21DADAE31}"/>
                    </a:ext>
                  </a:extLst>
                </p:cNvPr>
                <p:cNvSpPr/>
                <p:nvPr/>
              </p:nvSpPr>
              <p:spPr>
                <a:xfrm>
                  <a:off x="1098894" y="2558690"/>
                  <a:ext cx="7907946" cy="2051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400" b="1"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Pairing similar, not necessarily equal, abilities as partners</a:t>
                  </a:r>
                </a:p>
              </p:txBody>
            </p:sp>
            <p:sp>
              <p:nvSpPr>
                <p:cNvPr id="34" name="직사각형 33">
                  <a:extLst>
                    <a:ext uri="{FF2B5EF4-FFF2-40B4-BE49-F238E27FC236}">
                      <a16:creationId xmlns:a16="http://schemas.microsoft.com/office/drawing/2014/main" id="{A138E381-77DA-4306-A103-3A1DDA69FDFA}"/>
                    </a:ext>
                  </a:extLst>
                </p:cNvPr>
                <p:cNvSpPr/>
                <p:nvPr/>
              </p:nvSpPr>
              <p:spPr>
                <a:xfrm>
                  <a:off x="1098894" y="2799950"/>
                  <a:ext cx="8386684" cy="8144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300"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Pair programming can be effective when students of similar, though not necessarily equal, abilities are paired as partners. Pairing mismatched students often can lead to unbalanced participation. Teachers must emphasize that pair programming is not a “divide-and-conquer” strategy, but rather a true collaborative effort in every endeavor for the entire project. Teachers should avoid pairing very weak students with very strong students.</a:t>
                  </a:r>
                </a:p>
              </p:txBody>
            </p:sp>
          </p:grpSp>
          <p:sp>
            <p:nvSpPr>
              <p:cNvPr id="32" name="직사각형 31">
                <a:extLst>
                  <a:ext uri="{FF2B5EF4-FFF2-40B4-BE49-F238E27FC236}">
                    <a16:creationId xmlns:a16="http://schemas.microsoft.com/office/drawing/2014/main" id="{E4812128-0A26-4117-A6F0-B97B55B1C046}"/>
                  </a:ext>
                </a:extLst>
              </p:cNvPr>
              <p:cNvSpPr/>
              <p:nvPr/>
            </p:nvSpPr>
            <p:spPr>
              <a:xfrm>
                <a:off x="805623" y="3897487"/>
                <a:ext cx="36000" cy="179958"/>
              </a:xfrm>
              <a:prstGeom prst="rect">
                <a:avLst/>
              </a:prstGeom>
              <a:solidFill>
                <a:srgbClr val="0D0D0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solidFill>
                    <a:prstClr val="white"/>
                  </a:solidFill>
                  <a:latin typeface="SamsungOne-400" panose="020B0503030303020204" pitchFamily="34" charset="0"/>
                </a:endParaRPr>
              </a:p>
            </p:txBody>
          </p:sp>
        </p:grpSp>
        <p:grpSp>
          <p:nvGrpSpPr>
            <p:cNvPr id="35" name="그룹 34">
              <a:extLst>
                <a:ext uri="{FF2B5EF4-FFF2-40B4-BE49-F238E27FC236}">
                  <a16:creationId xmlns:a16="http://schemas.microsoft.com/office/drawing/2014/main" id="{093BAA16-736E-4E14-ADD4-D0B065F97B84}"/>
                </a:ext>
              </a:extLst>
            </p:cNvPr>
            <p:cNvGrpSpPr/>
            <p:nvPr userDrawn="1"/>
          </p:nvGrpSpPr>
          <p:grpSpPr>
            <a:xfrm>
              <a:off x="747834" y="4781836"/>
              <a:ext cx="8539600" cy="651629"/>
              <a:chOff x="805623" y="5143345"/>
              <a:chExt cx="8539600" cy="651629"/>
            </a:xfrm>
          </p:grpSpPr>
          <p:grpSp>
            <p:nvGrpSpPr>
              <p:cNvPr id="36" name="그룹 35">
                <a:extLst>
                  <a:ext uri="{FF2B5EF4-FFF2-40B4-BE49-F238E27FC236}">
                    <a16:creationId xmlns:a16="http://schemas.microsoft.com/office/drawing/2014/main" id="{D293E823-4052-43C0-BEAE-3C7039D15A90}"/>
                  </a:ext>
                </a:extLst>
              </p:cNvPr>
              <p:cNvGrpSpPr/>
              <p:nvPr/>
            </p:nvGrpSpPr>
            <p:grpSpPr>
              <a:xfrm>
                <a:off x="966159" y="5143345"/>
                <a:ext cx="8379064" cy="651629"/>
                <a:chOff x="1098894" y="2558690"/>
                <a:chExt cx="8379064" cy="651629"/>
              </a:xfrm>
            </p:grpSpPr>
            <p:sp>
              <p:nvSpPr>
                <p:cNvPr id="38" name="직사각형 37">
                  <a:extLst>
                    <a:ext uri="{FF2B5EF4-FFF2-40B4-BE49-F238E27FC236}">
                      <a16:creationId xmlns:a16="http://schemas.microsoft.com/office/drawing/2014/main" id="{65518604-971B-46EE-9C46-B0A61E2C0C76}"/>
                    </a:ext>
                  </a:extLst>
                </p:cNvPr>
                <p:cNvSpPr/>
                <p:nvPr/>
              </p:nvSpPr>
              <p:spPr>
                <a:xfrm>
                  <a:off x="1098894" y="2558690"/>
                  <a:ext cx="7907946" cy="2051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300" b="1"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Motivate students by offering extra incentives </a:t>
                  </a:r>
                </a:p>
              </p:txBody>
            </p:sp>
            <p:sp>
              <p:nvSpPr>
                <p:cNvPr id="39" name="직사각형 38">
                  <a:extLst>
                    <a:ext uri="{FF2B5EF4-FFF2-40B4-BE49-F238E27FC236}">
                      <a16:creationId xmlns:a16="http://schemas.microsoft.com/office/drawing/2014/main" id="{EAD2FD8D-1FE7-49E5-8A52-6F8FA9CE371A}"/>
                    </a:ext>
                  </a:extLst>
                </p:cNvPr>
                <p:cNvSpPr/>
                <p:nvPr/>
              </p:nvSpPr>
              <p:spPr>
                <a:xfrm>
                  <a:off x="1098894" y="2799950"/>
                  <a:ext cx="8379064" cy="4103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300"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Offering extra incentives can help motivate students to pair, especially with advanced students. Some teachers have found it helpful to require students to pair for only one or two assignments. </a:t>
                  </a:r>
                </a:p>
              </p:txBody>
            </p:sp>
          </p:grpSp>
          <p:sp>
            <p:nvSpPr>
              <p:cNvPr id="37" name="직사각형 36">
                <a:extLst>
                  <a:ext uri="{FF2B5EF4-FFF2-40B4-BE49-F238E27FC236}">
                    <a16:creationId xmlns:a16="http://schemas.microsoft.com/office/drawing/2014/main" id="{D4A20AB2-235D-462A-AFBE-F2CE15681FE2}"/>
                  </a:ext>
                </a:extLst>
              </p:cNvPr>
              <p:cNvSpPr/>
              <p:nvPr/>
            </p:nvSpPr>
            <p:spPr>
              <a:xfrm>
                <a:off x="805623" y="5156017"/>
                <a:ext cx="36000" cy="179958"/>
              </a:xfrm>
              <a:prstGeom prst="rect">
                <a:avLst/>
              </a:prstGeom>
              <a:solidFill>
                <a:srgbClr val="0D0D0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solidFill>
                    <a:prstClr val="white"/>
                  </a:solidFill>
                  <a:latin typeface="SamsungOne-400" panose="020B0503030303020204" pitchFamily="34" charset="0"/>
                </a:endParaRPr>
              </a:p>
            </p:txBody>
          </p:sp>
        </p:grpSp>
      </p:grpSp>
      <p:grpSp>
        <p:nvGrpSpPr>
          <p:cNvPr id="40" name="그룹 39">
            <a:extLst>
              <a:ext uri="{FF2B5EF4-FFF2-40B4-BE49-F238E27FC236}">
                <a16:creationId xmlns:a16="http://schemas.microsoft.com/office/drawing/2014/main" id="{D8D49945-C464-4DDD-ADD7-9189776293B8}"/>
              </a:ext>
            </a:extLst>
          </p:cNvPr>
          <p:cNvGrpSpPr/>
          <p:nvPr userDrawn="1"/>
        </p:nvGrpSpPr>
        <p:grpSpPr>
          <a:xfrm>
            <a:off x="589619" y="1588472"/>
            <a:ext cx="6613544" cy="430887"/>
            <a:chOff x="790976" y="1592058"/>
            <a:chExt cx="6615664" cy="430887"/>
          </a:xfrm>
        </p:grpSpPr>
        <p:sp>
          <p:nvSpPr>
            <p:cNvPr id="41" name="직사각형 40">
              <a:extLst>
                <a:ext uri="{FF2B5EF4-FFF2-40B4-BE49-F238E27FC236}">
                  <a16:creationId xmlns:a16="http://schemas.microsoft.com/office/drawing/2014/main" id="{0BC8F9B7-B969-4E3D-817F-48154FD61D7A}"/>
                </a:ext>
              </a:extLst>
            </p:cNvPr>
            <p:cNvSpPr/>
            <p:nvPr/>
          </p:nvSpPr>
          <p:spPr>
            <a:xfrm>
              <a:off x="1332314" y="1592058"/>
              <a:ext cx="6074326"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799" b="1" dirty="0">
                  <a:solidFill>
                    <a:srgbClr val="0D0D0D"/>
                  </a:solidFill>
                  <a:latin typeface="iCiel Samsung Sharp Sans Bold" pitchFamily="2" charset="0"/>
                  <a:ea typeface="iCiel Samsung Sharp Sans Bold" pitchFamily="2" charset="0"/>
                  <a:cs typeface="iCiel Samsung Sharp Sans Bold" pitchFamily="2" charset="0"/>
                </a:rPr>
                <a:t>Pair Programming Practice</a:t>
              </a:r>
            </a:p>
          </p:txBody>
        </p:sp>
        <p:pic>
          <p:nvPicPr>
            <p:cNvPr id="42" name="그림 41">
              <a:extLst>
                <a:ext uri="{FF2B5EF4-FFF2-40B4-BE49-F238E27FC236}">
                  <a16:creationId xmlns:a16="http://schemas.microsoft.com/office/drawing/2014/main" id="{FD7DDC59-B654-4FF4-83F2-92986CFB865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0976" y="1653961"/>
              <a:ext cx="374669" cy="323867"/>
            </a:xfrm>
            <a:prstGeom prst="rect">
              <a:avLst/>
            </a:prstGeom>
          </p:spPr>
        </p:pic>
      </p:grpSp>
      <p:sp>
        <p:nvSpPr>
          <p:cNvPr id="43" name="슬라이드 번호 개체 틀 15">
            <a:extLst>
              <a:ext uri="{FF2B5EF4-FFF2-40B4-BE49-F238E27FC236}">
                <a16:creationId xmlns:a16="http://schemas.microsoft.com/office/drawing/2014/main" id="{CCEC8F59-794B-4743-A6D7-1BC9720006CB}"/>
              </a:ext>
            </a:extLst>
          </p:cNvPr>
          <p:cNvSpPr txBox="1">
            <a:spLocks/>
          </p:cNvSpPr>
          <p:nvPr userDrawn="1"/>
        </p:nvSpPr>
        <p:spPr>
          <a:xfrm>
            <a:off x="4735388" y="6498001"/>
            <a:ext cx="4460971"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40137095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onemore">
    <p:spTree>
      <p:nvGrpSpPr>
        <p:cNvPr id="1" name=""/>
        <p:cNvGrpSpPr/>
        <p:nvPr/>
      </p:nvGrpSpPr>
      <p:grpSpPr>
        <a:xfrm>
          <a:off x="0" y="0"/>
          <a:ext cx="0" cy="0"/>
          <a:chOff x="0" y="0"/>
          <a:chExt cx="0" cy="0"/>
        </a:xfrm>
      </p:grpSpPr>
      <p:grpSp>
        <p:nvGrpSpPr>
          <p:cNvPr id="17" name="그룹 16">
            <a:extLst>
              <a:ext uri="{FF2B5EF4-FFF2-40B4-BE49-F238E27FC236}">
                <a16:creationId xmlns:a16="http://schemas.microsoft.com/office/drawing/2014/main" id="{8F9D91F2-1DA9-4775-A2F4-3EA836FC8AC8}"/>
              </a:ext>
            </a:extLst>
          </p:cNvPr>
          <p:cNvGrpSpPr/>
          <p:nvPr userDrawn="1"/>
        </p:nvGrpSpPr>
        <p:grpSpPr>
          <a:xfrm>
            <a:off x="0" y="1"/>
            <a:ext cx="9902825" cy="999802"/>
            <a:chOff x="0" y="1"/>
            <a:chExt cx="9906000" cy="999802"/>
          </a:xfrm>
        </p:grpSpPr>
        <p:sp>
          <p:nvSpPr>
            <p:cNvPr id="18" name="직사각형 17">
              <a:extLst>
                <a:ext uri="{FF2B5EF4-FFF2-40B4-BE49-F238E27FC236}">
                  <a16:creationId xmlns:a16="http://schemas.microsoft.com/office/drawing/2014/main" id="{2445BDC7-3EC5-4A98-AB9C-DAF702D163B6}"/>
                </a:ext>
              </a:extLst>
            </p:cNvPr>
            <p:cNvSpPr/>
            <p:nvPr userDrawn="1"/>
          </p:nvSpPr>
          <p:spPr>
            <a:xfrm>
              <a:off x="0" y="619930"/>
              <a:ext cx="9906000" cy="379873"/>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19" name="직사각형 18">
              <a:extLst>
                <a:ext uri="{FF2B5EF4-FFF2-40B4-BE49-F238E27FC236}">
                  <a16:creationId xmlns:a16="http://schemas.microsoft.com/office/drawing/2014/main" id="{7C3EF875-C94A-48D5-8A2F-D7E1606943F8}"/>
                </a:ext>
              </a:extLst>
            </p:cNvPr>
            <p:cNvSpPr/>
            <p:nvPr userDrawn="1"/>
          </p:nvSpPr>
          <p:spPr>
            <a:xfrm>
              <a:off x="0" y="1"/>
              <a:ext cx="9906000" cy="877824"/>
            </a:xfrm>
            <a:prstGeom prst="rect">
              <a:avLst/>
            </a:prstGeom>
            <a:solidFill>
              <a:srgbClr val="1429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grpSp>
      <p:cxnSp>
        <p:nvCxnSpPr>
          <p:cNvPr id="20" name="직선 연결선 19">
            <a:extLst>
              <a:ext uri="{FF2B5EF4-FFF2-40B4-BE49-F238E27FC236}">
                <a16:creationId xmlns:a16="http://schemas.microsoft.com/office/drawing/2014/main" id="{F763F9BA-EE85-4466-9F91-463051CFC433}"/>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슬라이드 번호 개체 틀 15">
            <a:extLst>
              <a:ext uri="{FF2B5EF4-FFF2-40B4-BE49-F238E27FC236}">
                <a16:creationId xmlns:a16="http://schemas.microsoft.com/office/drawing/2014/main" id="{83DE29B4-2918-48DA-8AAD-6689F9D9B25F}"/>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22" name="직사각형 7">
            <a:extLst>
              <a:ext uri="{FF2B5EF4-FFF2-40B4-BE49-F238E27FC236}">
                <a16:creationId xmlns:a16="http://schemas.microsoft.com/office/drawing/2014/main" id="{3C9B8629-554D-4DBE-9C51-F645BAD954BC}"/>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grpSp>
        <p:nvGrpSpPr>
          <p:cNvPr id="7" name="그룹 6">
            <a:extLst>
              <a:ext uri="{FF2B5EF4-FFF2-40B4-BE49-F238E27FC236}">
                <a16:creationId xmlns:a16="http://schemas.microsoft.com/office/drawing/2014/main" id="{FDEC6B4D-744D-4E9D-89EE-6B4FB27E7344}"/>
              </a:ext>
            </a:extLst>
          </p:cNvPr>
          <p:cNvGrpSpPr/>
          <p:nvPr userDrawn="1"/>
        </p:nvGrpSpPr>
        <p:grpSpPr>
          <a:xfrm>
            <a:off x="449468" y="1462227"/>
            <a:ext cx="9000714" cy="4500283"/>
            <a:chOff x="449612" y="1219200"/>
            <a:chExt cx="9003600" cy="4500283"/>
          </a:xfrm>
        </p:grpSpPr>
        <p:grpSp>
          <p:nvGrpSpPr>
            <p:cNvPr id="2" name="그룹 1">
              <a:extLst>
                <a:ext uri="{FF2B5EF4-FFF2-40B4-BE49-F238E27FC236}">
                  <a16:creationId xmlns:a16="http://schemas.microsoft.com/office/drawing/2014/main" id="{15B09C5B-34F7-4FED-9E9F-30D9359F898E}"/>
                </a:ext>
              </a:extLst>
            </p:cNvPr>
            <p:cNvGrpSpPr/>
            <p:nvPr userDrawn="1"/>
          </p:nvGrpSpPr>
          <p:grpSpPr>
            <a:xfrm>
              <a:off x="449612" y="1219200"/>
              <a:ext cx="9003600" cy="4500283"/>
              <a:chOff x="578678" y="1445207"/>
              <a:chExt cx="8748000" cy="4136077"/>
            </a:xfrm>
          </p:grpSpPr>
          <p:sp>
            <p:nvSpPr>
              <p:cNvPr id="3" name="직사각형 2"/>
              <p:cNvSpPr/>
              <p:nvPr userDrawn="1"/>
            </p:nvSpPr>
            <p:spPr>
              <a:xfrm>
                <a:off x="578678" y="2038352"/>
                <a:ext cx="8748000" cy="3542932"/>
              </a:xfrm>
              <a:prstGeom prst="rect">
                <a:avLst/>
              </a:prstGeom>
              <a:solidFill>
                <a:srgbClr val="ECEFF6"/>
              </a:solidFill>
              <a:ln w="38100">
                <a:solidFill>
                  <a:srgbClr val="0D0D0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4" name="직사각형 3"/>
              <p:cNvSpPr/>
              <p:nvPr userDrawn="1"/>
            </p:nvSpPr>
            <p:spPr>
              <a:xfrm>
                <a:off x="578678" y="1445207"/>
                <a:ext cx="8748000" cy="617940"/>
              </a:xfrm>
              <a:prstGeom prst="rect">
                <a:avLst/>
              </a:prstGeom>
              <a:solidFill>
                <a:srgbClr val="ECEFF6"/>
              </a:solidFill>
              <a:ln w="38100">
                <a:solidFill>
                  <a:srgbClr val="0D0D0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29" name="이등변 삼각형 28"/>
              <p:cNvSpPr/>
              <p:nvPr userDrawn="1"/>
            </p:nvSpPr>
            <p:spPr>
              <a:xfrm rot="2700000">
                <a:off x="8915045" y="1573924"/>
                <a:ext cx="396525" cy="198725"/>
              </a:xfrm>
              <a:prstGeom prst="triangle">
                <a:avLst/>
              </a:prstGeom>
              <a:solidFill>
                <a:srgbClr val="0D0D0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grpSp>
        <p:grpSp>
          <p:nvGrpSpPr>
            <p:cNvPr id="24" name="그룹 23">
              <a:extLst>
                <a:ext uri="{FF2B5EF4-FFF2-40B4-BE49-F238E27FC236}">
                  <a16:creationId xmlns:a16="http://schemas.microsoft.com/office/drawing/2014/main" id="{13D70919-1A43-46D4-9CAD-A2E01D8807D4}"/>
                </a:ext>
              </a:extLst>
            </p:cNvPr>
            <p:cNvGrpSpPr/>
            <p:nvPr userDrawn="1"/>
          </p:nvGrpSpPr>
          <p:grpSpPr>
            <a:xfrm>
              <a:off x="747834" y="2165797"/>
              <a:ext cx="8539600" cy="1267182"/>
              <a:chOff x="805623" y="2423005"/>
              <a:chExt cx="8539600" cy="1267182"/>
            </a:xfrm>
          </p:grpSpPr>
          <p:grpSp>
            <p:nvGrpSpPr>
              <p:cNvPr id="25" name="그룹 24">
                <a:extLst>
                  <a:ext uri="{FF2B5EF4-FFF2-40B4-BE49-F238E27FC236}">
                    <a16:creationId xmlns:a16="http://schemas.microsoft.com/office/drawing/2014/main" id="{57BC89B2-745B-42C0-A2BD-AB73D818DF63}"/>
                  </a:ext>
                </a:extLst>
              </p:cNvPr>
              <p:cNvGrpSpPr/>
              <p:nvPr/>
            </p:nvGrpSpPr>
            <p:grpSpPr>
              <a:xfrm>
                <a:off x="966158" y="2423005"/>
                <a:ext cx="8379065" cy="1267182"/>
                <a:chOff x="1098893" y="2558690"/>
                <a:chExt cx="8379065" cy="1267182"/>
              </a:xfrm>
            </p:grpSpPr>
            <p:sp>
              <p:nvSpPr>
                <p:cNvPr id="27" name="직사각형 26">
                  <a:extLst>
                    <a:ext uri="{FF2B5EF4-FFF2-40B4-BE49-F238E27FC236}">
                      <a16:creationId xmlns:a16="http://schemas.microsoft.com/office/drawing/2014/main" id="{DBE993FE-4059-43C4-BE9B-506F5F93E2AC}"/>
                    </a:ext>
                  </a:extLst>
                </p:cNvPr>
                <p:cNvSpPr/>
                <p:nvPr/>
              </p:nvSpPr>
              <p:spPr>
                <a:xfrm>
                  <a:off x="1098894" y="2558690"/>
                  <a:ext cx="7907946" cy="2073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400" b="1"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Prevent collaboration cheating</a:t>
                  </a:r>
                </a:p>
              </p:txBody>
            </p:sp>
            <p:sp>
              <p:nvSpPr>
                <p:cNvPr id="28" name="직사각형 27">
                  <a:extLst>
                    <a:ext uri="{FF2B5EF4-FFF2-40B4-BE49-F238E27FC236}">
                      <a16:creationId xmlns:a16="http://schemas.microsoft.com/office/drawing/2014/main" id="{87DAFBC1-2EB6-4BFD-9C34-0D2CABDD431F}"/>
                    </a:ext>
                  </a:extLst>
                </p:cNvPr>
                <p:cNvSpPr/>
                <p:nvPr/>
              </p:nvSpPr>
              <p:spPr>
                <a:xfrm>
                  <a:off x="1098893" y="2799950"/>
                  <a:ext cx="8379065" cy="102592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300"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The challenge for the teacher is to find ways to assess individual outcomes, while leveraging the benefits of collaboration. How do you know whether a student learned or cheated? Experts recommend revisiting course design and assessment, as well as explicitly and concretely discussing with the students on behaviors that will be interpreted as cheating. Experts encourage teachers to make assignments meaningful to students and to explain the value of what students will learn by completing them.</a:t>
                  </a:r>
                </a:p>
              </p:txBody>
            </p:sp>
          </p:grpSp>
          <p:sp>
            <p:nvSpPr>
              <p:cNvPr id="26" name="직사각형 25">
                <a:extLst>
                  <a:ext uri="{FF2B5EF4-FFF2-40B4-BE49-F238E27FC236}">
                    <a16:creationId xmlns:a16="http://schemas.microsoft.com/office/drawing/2014/main" id="{7A9CD47E-DFEB-409E-8A3C-002C106D4FF6}"/>
                  </a:ext>
                </a:extLst>
              </p:cNvPr>
              <p:cNvSpPr/>
              <p:nvPr/>
            </p:nvSpPr>
            <p:spPr>
              <a:xfrm>
                <a:off x="805623" y="2439855"/>
                <a:ext cx="36000" cy="179958"/>
              </a:xfrm>
              <a:prstGeom prst="rect">
                <a:avLst/>
              </a:prstGeom>
              <a:solidFill>
                <a:srgbClr val="0D0D0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solidFill>
                    <a:prstClr val="white"/>
                  </a:solidFill>
                  <a:latin typeface="SamsungOne-400" panose="020B0503030303020204" pitchFamily="34" charset="0"/>
                </a:endParaRPr>
              </a:p>
            </p:txBody>
          </p:sp>
        </p:grpSp>
        <p:grpSp>
          <p:nvGrpSpPr>
            <p:cNvPr id="30" name="그룹 29">
              <a:extLst>
                <a:ext uri="{FF2B5EF4-FFF2-40B4-BE49-F238E27FC236}">
                  <a16:creationId xmlns:a16="http://schemas.microsoft.com/office/drawing/2014/main" id="{EA101DA7-28A0-4825-8294-91ED14409235}"/>
                </a:ext>
              </a:extLst>
            </p:cNvPr>
            <p:cNvGrpSpPr/>
            <p:nvPr userDrawn="1"/>
          </p:nvGrpSpPr>
          <p:grpSpPr>
            <a:xfrm>
              <a:off x="747834" y="3595777"/>
              <a:ext cx="8539600" cy="1876451"/>
              <a:chOff x="805623" y="3889855"/>
              <a:chExt cx="8539600" cy="1876451"/>
            </a:xfrm>
          </p:grpSpPr>
          <p:grpSp>
            <p:nvGrpSpPr>
              <p:cNvPr id="31" name="그룹 30">
                <a:extLst>
                  <a:ext uri="{FF2B5EF4-FFF2-40B4-BE49-F238E27FC236}">
                    <a16:creationId xmlns:a16="http://schemas.microsoft.com/office/drawing/2014/main" id="{6D52BA93-54E3-4CA4-81A3-AAAA6FD74E74}"/>
                  </a:ext>
                </a:extLst>
              </p:cNvPr>
              <p:cNvGrpSpPr/>
              <p:nvPr/>
            </p:nvGrpSpPr>
            <p:grpSpPr>
              <a:xfrm>
                <a:off x="958539" y="3889855"/>
                <a:ext cx="8386684" cy="1876451"/>
                <a:chOff x="1098894" y="2558690"/>
                <a:chExt cx="8386684" cy="1876451"/>
              </a:xfrm>
            </p:grpSpPr>
            <p:sp>
              <p:nvSpPr>
                <p:cNvPr id="33" name="직사각형 32">
                  <a:extLst>
                    <a:ext uri="{FF2B5EF4-FFF2-40B4-BE49-F238E27FC236}">
                      <a16:creationId xmlns:a16="http://schemas.microsoft.com/office/drawing/2014/main" id="{6A161631-0A23-4125-B4F4-FAA21DADAE31}"/>
                    </a:ext>
                  </a:extLst>
                </p:cNvPr>
                <p:cNvSpPr/>
                <p:nvPr/>
              </p:nvSpPr>
              <p:spPr>
                <a:xfrm>
                  <a:off x="1098894" y="2558690"/>
                  <a:ext cx="7907946" cy="2051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400" b="1"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Collaborative learning environment</a:t>
                  </a:r>
                </a:p>
              </p:txBody>
            </p:sp>
            <p:sp>
              <p:nvSpPr>
                <p:cNvPr id="34" name="직사각형 33">
                  <a:extLst>
                    <a:ext uri="{FF2B5EF4-FFF2-40B4-BE49-F238E27FC236}">
                      <a16:creationId xmlns:a16="http://schemas.microsoft.com/office/drawing/2014/main" id="{A138E381-77DA-4306-A103-3A1DDA69FDFA}"/>
                    </a:ext>
                  </a:extLst>
                </p:cNvPr>
                <p:cNvSpPr/>
                <p:nvPr/>
              </p:nvSpPr>
              <p:spPr>
                <a:xfrm>
                  <a:off x="1098894" y="2799950"/>
                  <a:ext cx="8386684" cy="163519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300"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A collaborative learning environment occurs anytime an instructor requires students to work together on learning activities. Collaborative learning environments can involve both formal and informal activities and may or may not include direct assessment. For example, pairs of students work on programming assignments; small groups of students discuss possible answers to a professor’s question during lecture; and students work together outside of class to learn new concepts. Collaborative learning is distinct from projects where students “divide and conquer.” When students divide the work, each is responsible for only part of the problem solving and there are very limited </a:t>
                  </a:r>
                  <a:r>
                    <a:rPr lang="en-US" altLang="ko-KR" sz="1300" dirty="0" err="1">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opportBàiies</a:t>
                  </a:r>
                  <a:r>
                    <a:rPr lang="en-US" altLang="ko-KR" sz="1300"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 for working through problems with others. In collaborative environments, students are engaged in intellectual talk with each other.</a:t>
                  </a:r>
                </a:p>
              </p:txBody>
            </p:sp>
          </p:grpSp>
          <p:sp>
            <p:nvSpPr>
              <p:cNvPr id="32" name="직사각형 31">
                <a:extLst>
                  <a:ext uri="{FF2B5EF4-FFF2-40B4-BE49-F238E27FC236}">
                    <a16:creationId xmlns:a16="http://schemas.microsoft.com/office/drawing/2014/main" id="{E4812128-0A26-4117-A6F0-B97B55B1C046}"/>
                  </a:ext>
                </a:extLst>
              </p:cNvPr>
              <p:cNvSpPr/>
              <p:nvPr/>
            </p:nvSpPr>
            <p:spPr>
              <a:xfrm>
                <a:off x="805623" y="3897487"/>
                <a:ext cx="36000" cy="179958"/>
              </a:xfrm>
              <a:prstGeom prst="rect">
                <a:avLst/>
              </a:prstGeom>
              <a:solidFill>
                <a:srgbClr val="0D0D0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solidFill>
                    <a:prstClr val="white"/>
                  </a:solidFill>
                  <a:latin typeface="SamsungOne-400" panose="020B0503030303020204" pitchFamily="34" charset="0"/>
                </a:endParaRPr>
              </a:p>
            </p:txBody>
          </p:sp>
        </p:grpSp>
        <p:grpSp>
          <p:nvGrpSpPr>
            <p:cNvPr id="40" name="그룹 39">
              <a:extLst>
                <a:ext uri="{FF2B5EF4-FFF2-40B4-BE49-F238E27FC236}">
                  <a16:creationId xmlns:a16="http://schemas.microsoft.com/office/drawing/2014/main" id="{D8D49945-C464-4DDD-ADD7-9189776293B8}"/>
                </a:ext>
              </a:extLst>
            </p:cNvPr>
            <p:cNvGrpSpPr/>
            <p:nvPr userDrawn="1"/>
          </p:nvGrpSpPr>
          <p:grpSpPr>
            <a:xfrm>
              <a:off x="589808" y="1345444"/>
              <a:ext cx="6615664" cy="430887"/>
              <a:chOff x="790976" y="1592058"/>
              <a:chExt cx="6615664" cy="430887"/>
            </a:xfrm>
          </p:grpSpPr>
          <p:sp>
            <p:nvSpPr>
              <p:cNvPr id="41" name="직사각형 40">
                <a:extLst>
                  <a:ext uri="{FF2B5EF4-FFF2-40B4-BE49-F238E27FC236}">
                    <a16:creationId xmlns:a16="http://schemas.microsoft.com/office/drawing/2014/main" id="{0BC8F9B7-B969-4E3D-817F-48154FD61D7A}"/>
                  </a:ext>
                </a:extLst>
              </p:cNvPr>
              <p:cNvSpPr/>
              <p:nvPr/>
            </p:nvSpPr>
            <p:spPr>
              <a:xfrm>
                <a:off x="1332314" y="1592058"/>
                <a:ext cx="6074326"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799" b="1" dirty="0">
                    <a:solidFill>
                      <a:srgbClr val="0D0D0D"/>
                    </a:solidFill>
                    <a:latin typeface="iCiel Samsung Sharp Sans Bold" pitchFamily="2" charset="0"/>
                    <a:ea typeface="iCiel Samsung Sharp Sans Bold" pitchFamily="2" charset="0"/>
                    <a:cs typeface="iCiel Samsung Sharp Sans Bold" pitchFamily="2" charset="0"/>
                  </a:rPr>
                  <a:t>Pair Programming Practice</a:t>
                </a:r>
              </a:p>
            </p:txBody>
          </p:sp>
          <p:pic>
            <p:nvPicPr>
              <p:cNvPr id="42" name="그림 41">
                <a:extLst>
                  <a:ext uri="{FF2B5EF4-FFF2-40B4-BE49-F238E27FC236}">
                    <a16:creationId xmlns:a16="http://schemas.microsoft.com/office/drawing/2014/main" id="{FD7DDC59-B654-4FF4-83F2-92986CFB865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0976" y="1653961"/>
                <a:ext cx="374669" cy="323867"/>
              </a:xfrm>
              <a:prstGeom prst="rect">
                <a:avLst/>
              </a:prstGeom>
            </p:spPr>
          </p:pic>
        </p:grpSp>
      </p:grpSp>
      <p:sp>
        <p:nvSpPr>
          <p:cNvPr id="35" name="슬라이드 번호 개체 틀 15">
            <a:extLst>
              <a:ext uri="{FF2B5EF4-FFF2-40B4-BE49-F238E27FC236}">
                <a16:creationId xmlns:a16="http://schemas.microsoft.com/office/drawing/2014/main" id="{CCEC8F59-794B-4743-A6D7-1BC9720006CB}"/>
              </a:ext>
            </a:extLst>
          </p:cNvPr>
          <p:cNvSpPr txBox="1">
            <a:spLocks/>
          </p:cNvSpPr>
          <p:nvPr userDrawn="1"/>
        </p:nvSpPr>
        <p:spPr>
          <a:xfrm>
            <a:off x="4735388" y="6498001"/>
            <a:ext cx="4460971"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defTabSz="914094" latinLnBrk="1">
              <a:defRPr/>
            </a:pPr>
            <a:r>
              <a:rPr lang="vi-VN" altLang="ko-KR" sz="9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ko-KR" altLang="en-US" sz="900" b="1" i="0" dirty="0">
                <a:solidFill>
                  <a:schemeClr val="bg1">
                    <a:lumMod val="50000"/>
                  </a:schemeClr>
                </a:solidFill>
                <a:latin typeface="iCiel Samsung Sharp Sans Medium" pitchFamily="2" charset="0"/>
                <a:ea typeface="SamsungSharpSans-Medium" pitchFamily="2" charset="0"/>
                <a:cs typeface="iCiel Samsung Sharp Sans Medium" pitchFamily="2" charset="0"/>
              </a:rPr>
              <a:t>빠른 연산을 위한 </a:t>
            </a:r>
            <a:r>
              <a:rPr lang="en-US" altLang="ko-KR" sz="9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NumPy</a:t>
            </a:r>
            <a:r>
              <a:rPr lang="ko-KR" altLang="en-US" sz="900" b="1" i="0" dirty="0">
                <a:solidFill>
                  <a:schemeClr val="bg1">
                    <a:lumMod val="50000"/>
                  </a:schemeClr>
                </a:solidFill>
                <a:latin typeface="iCiel Samsung Sharp Sans Medium" pitchFamily="2" charset="0"/>
                <a:ea typeface="SamsungSharpSans-Medium" pitchFamily="2" charset="0"/>
                <a:cs typeface="iCiel Samsung Sharp Sans Medium" pitchFamily="2" charset="0"/>
              </a:rPr>
              <a:t> 배열과 </a:t>
            </a:r>
            <a:r>
              <a:rPr lang="en-US" altLang="ko-KR" sz="9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pandas</a:t>
            </a:r>
            <a:r>
              <a:rPr lang="ko-KR" altLang="en-US" sz="900" b="1" i="0" dirty="0">
                <a:solidFill>
                  <a:schemeClr val="bg1">
                    <a:lumMod val="50000"/>
                  </a:schemeClr>
                </a:solidFill>
                <a:latin typeface="iCiel Samsung Sharp Sans Medium" pitchFamily="2" charset="0"/>
                <a:ea typeface="SamsungSharpSans-Medium" pitchFamily="2" charset="0"/>
                <a:cs typeface="iCiel Samsung Sharp Sans Medium" pitchFamily="2" charset="0"/>
              </a:rPr>
              <a:t>를 활용한 탐색적 데이터 분석</a:t>
            </a:r>
          </a:p>
        </p:txBody>
      </p:sp>
    </p:spTree>
    <p:extLst>
      <p:ext uri="{BB962C8B-B14F-4D97-AF65-F5344CB8AC3E}">
        <p14:creationId xmlns:p14="http://schemas.microsoft.com/office/powerpoint/2010/main" val="415976854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Quiz">
    <p:spTree>
      <p:nvGrpSpPr>
        <p:cNvPr id="1" name=""/>
        <p:cNvGrpSpPr/>
        <p:nvPr/>
      </p:nvGrpSpPr>
      <p:grpSpPr>
        <a:xfrm>
          <a:off x="0" y="0"/>
          <a:ext cx="0" cy="0"/>
          <a:chOff x="0" y="0"/>
          <a:chExt cx="0" cy="0"/>
        </a:xfrm>
      </p:grpSpPr>
      <p:sp>
        <p:nvSpPr>
          <p:cNvPr id="3" name="직사각형 2"/>
          <p:cNvSpPr/>
          <p:nvPr userDrawn="1"/>
        </p:nvSpPr>
        <p:spPr>
          <a:xfrm>
            <a:off x="451162" y="1220478"/>
            <a:ext cx="8999020" cy="811746"/>
          </a:xfrm>
          <a:prstGeom prst="rect">
            <a:avLst/>
          </a:prstGeom>
          <a:solidFill>
            <a:srgbClr val="ECEFF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4" name="직사각형 3"/>
          <p:cNvSpPr/>
          <p:nvPr userDrawn="1"/>
        </p:nvSpPr>
        <p:spPr>
          <a:xfrm>
            <a:off x="451162" y="2070324"/>
            <a:ext cx="8999020" cy="4231864"/>
          </a:xfrm>
          <a:prstGeom prst="rect">
            <a:avLst/>
          </a:prstGeom>
          <a:solidFill>
            <a:srgbClr val="ECEFF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5" name="직사각형 4">
            <a:extLst>
              <a:ext uri="{FF2B5EF4-FFF2-40B4-BE49-F238E27FC236}">
                <a16:creationId xmlns:a16="http://schemas.microsoft.com/office/drawing/2014/main" id="{3B885908-D506-4EF6-8EA9-375133536ADE}"/>
              </a:ext>
            </a:extLst>
          </p:cNvPr>
          <p:cNvSpPr/>
          <p:nvPr userDrawn="1"/>
        </p:nvSpPr>
        <p:spPr>
          <a:xfrm>
            <a:off x="646276" y="1415780"/>
            <a:ext cx="1059197" cy="4924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3199" dirty="0">
                <a:solidFill>
                  <a:srgbClr val="0D0D0D"/>
                </a:solidFill>
                <a:latin typeface="iCiel Samsung Sharp Sans Bold" pitchFamily="2" charset="0"/>
                <a:ea typeface="iCiel Samsung Sharp Sans Bold" pitchFamily="2" charset="0"/>
                <a:cs typeface="iCiel Samsung Sharp Sans Bold" pitchFamily="2" charset="0"/>
              </a:rPr>
              <a:t>Q1.</a:t>
            </a:r>
          </a:p>
        </p:txBody>
      </p:sp>
      <p:pic>
        <p:nvPicPr>
          <p:cNvPr id="22" name="그림 2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02139" y="5406365"/>
            <a:ext cx="112868" cy="109719"/>
          </a:xfrm>
          <a:prstGeom prst="rect">
            <a:avLst/>
          </a:prstGeom>
        </p:spPr>
      </p:pic>
      <p:cxnSp>
        <p:nvCxnSpPr>
          <p:cNvPr id="14" name="직선 연결선 13">
            <a:extLst>
              <a:ext uri="{FF2B5EF4-FFF2-40B4-BE49-F238E27FC236}">
                <a16:creationId xmlns:a16="http://schemas.microsoft.com/office/drawing/2014/main" id="{3BBBBCF4-8F64-4C44-B381-7016C297D04F}"/>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7" name="슬라이드 번호 개체 틀 15">
            <a:extLst>
              <a:ext uri="{FF2B5EF4-FFF2-40B4-BE49-F238E27FC236}">
                <a16:creationId xmlns:a16="http://schemas.microsoft.com/office/drawing/2014/main" id="{2FC1FA6A-7119-4287-A121-C31068A9FCD3}"/>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8" name="직사각형 7">
            <a:extLst>
              <a:ext uri="{FF2B5EF4-FFF2-40B4-BE49-F238E27FC236}">
                <a16:creationId xmlns:a16="http://schemas.microsoft.com/office/drawing/2014/main" id="{94BFF8EC-69D9-42AE-A84D-CEFDE15AD513}"/>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grpSp>
        <p:nvGrpSpPr>
          <p:cNvPr id="27" name="그룹 26">
            <a:extLst>
              <a:ext uri="{FF2B5EF4-FFF2-40B4-BE49-F238E27FC236}">
                <a16:creationId xmlns:a16="http://schemas.microsoft.com/office/drawing/2014/main" id="{A3338F14-C71C-49FB-9B8F-636CAA3F7EFA}"/>
              </a:ext>
            </a:extLst>
          </p:cNvPr>
          <p:cNvGrpSpPr/>
          <p:nvPr userDrawn="1"/>
        </p:nvGrpSpPr>
        <p:grpSpPr>
          <a:xfrm>
            <a:off x="0" y="1"/>
            <a:ext cx="9902825" cy="999802"/>
            <a:chOff x="0" y="1"/>
            <a:chExt cx="9906000" cy="999802"/>
          </a:xfrm>
        </p:grpSpPr>
        <p:sp>
          <p:nvSpPr>
            <p:cNvPr id="28" name="직사각형 27">
              <a:extLst>
                <a:ext uri="{FF2B5EF4-FFF2-40B4-BE49-F238E27FC236}">
                  <a16:creationId xmlns:a16="http://schemas.microsoft.com/office/drawing/2014/main" id="{845141B1-0821-46A7-A897-9E66E1D5B440}"/>
                </a:ext>
              </a:extLst>
            </p:cNvPr>
            <p:cNvSpPr/>
            <p:nvPr userDrawn="1"/>
          </p:nvSpPr>
          <p:spPr>
            <a:xfrm>
              <a:off x="0" y="619930"/>
              <a:ext cx="9906000" cy="379873"/>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29" name="직사각형 28">
              <a:extLst>
                <a:ext uri="{FF2B5EF4-FFF2-40B4-BE49-F238E27FC236}">
                  <a16:creationId xmlns:a16="http://schemas.microsoft.com/office/drawing/2014/main" id="{1C7333F1-B594-4B0D-BB31-CF147773CE81}"/>
                </a:ext>
              </a:extLst>
            </p:cNvPr>
            <p:cNvSpPr/>
            <p:nvPr userDrawn="1"/>
          </p:nvSpPr>
          <p:spPr>
            <a:xfrm>
              <a:off x="0" y="1"/>
              <a:ext cx="9906000" cy="877824"/>
            </a:xfrm>
            <a:prstGeom prst="rect">
              <a:avLst/>
            </a:prstGeom>
            <a:solidFill>
              <a:srgbClr val="1429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grpSp>
      <p:sp>
        <p:nvSpPr>
          <p:cNvPr id="13" name="슬라이드 번호 개체 틀 15">
            <a:extLst>
              <a:ext uri="{FF2B5EF4-FFF2-40B4-BE49-F238E27FC236}">
                <a16:creationId xmlns:a16="http://schemas.microsoft.com/office/drawing/2014/main" id="{CCEC8F59-794B-4743-A6D7-1BC9720006CB}"/>
              </a:ext>
            </a:extLst>
          </p:cNvPr>
          <p:cNvSpPr txBox="1">
            <a:spLocks/>
          </p:cNvSpPr>
          <p:nvPr userDrawn="1"/>
        </p:nvSpPr>
        <p:spPr>
          <a:xfrm>
            <a:off x="4735388" y="6498001"/>
            <a:ext cx="4460971"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331256326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1_Body">
    <p:spTree>
      <p:nvGrpSpPr>
        <p:cNvPr id="1" name=""/>
        <p:cNvGrpSpPr/>
        <p:nvPr/>
      </p:nvGrpSpPr>
      <p:grpSpPr>
        <a:xfrm>
          <a:off x="0" y="0"/>
          <a:ext cx="0" cy="0"/>
          <a:chOff x="0" y="0"/>
          <a:chExt cx="0" cy="0"/>
        </a:xfrm>
      </p:grpSpPr>
      <p:cxnSp>
        <p:nvCxnSpPr>
          <p:cNvPr id="10" name="직선 연결선 9">
            <a:extLst>
              <a:ext uri="{FF2B5EF4-FFF2-40B4-BE49-F238E27FC236}">
                <a16:creationId xmlns:a16="http://schemas.microsoft.com/office/drawing/2014/main" id="{107951CE-0A5B-4EC7-B663-290867B6A3B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슬라이드 번호 개체 틀 15">
            <a:extLst>
              <a:ext uri="{FF2B5EF4-FFF2-40B4-BE49-F238E27FC236}">
                <a16:creationId xmlns:a16="http://schemas.microsoft.com/office/drawing/2014/main" id="{DB8B1220-1660-457F-B990-656A8230EA54}"/>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8" name="직사각형 7">
            <a:extLst>
              <a:ext uri="{FF2B5EF4-FFF2-40B4-BE49-F238E27FC236}">
                <a16:creationId xmlns:a16="http://schemas.microsoft.com/office/drawing/2014/main" id="{AA07D337-B9C3-4E5E-811E-AEFBB17ADEF5}"/>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cxnSp>
        <p:nvCxnSpPr>
          <p:cNvPr id="7" name="직선 연결선 6"/>
          <p:cNvCxnSpPr/>
          <p:nvPr userDrawn="1"/>
        </p:nvCxnSpPr>
        <p:spPr>
          <a:xfrm>
            <a:off x="449468" y="900000"/>
            <a:ext cx="9000714" cy="0"/>
          </a:xfrm>
          <a:prstGeom prst="line">
            <a:avLst/>
          </a:prstGeom>
          <a:ln w="15875">
            <a:solidFill>
              <a:srgbClr val="0924A5"/>
            </a:solidFill>
          </a:ln>
        </p:spPr>
        <p:style>
          <a:lnRef idx="1">
            <a:schemeClr val="accent1"/>
          </a:lnRef>
          <a:fillRef idx="0">
            <a:schemeClr val="accent1"/>
          </a:fillRef>
          <a:effectRef idx="0">
            <a:schemeClr val="accent1"/>
          </a:effectRef>
          <a:fontRef idx="minor">
            <a:schemeClr val="tx1"/>
          </a:fontRef>
        </p:style>
      </p:cxnSp>
      <p:sp>
        <p:nvSpPr>
          <p:cNvPr id="9" name="슬라이드 번호 개체 틀 15">
            <a:extLst>
              <a:ext uri="{FF2B5EF4-FFF2-40B4-BE49-F238E27FC236}">
                <a16:creationId xmlns:a16="http://schemas.microsoft.com/office/drawing/2014/main" id="{CCEC8F59-794B-4743-A6D7-1BC9720006CB}"/>
              </a:ext>
            </a:extLst>
          </p:cNvPr>
          <p:cNvSpPr txBox="1">
            <a:spLocks/>
          </p:cNvSpPr>
          <p:nvPr userDrawn="1"/>
        </p:nvSpPr>
        <p:spPr>
          <a:xfrm>
            <a:off x="4735388" y="6498001"/>
            <a:ext cx="4460971"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167028025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last">
    <p:spTree>
      <p:nvGrpSpPr>
        <p:cNvPr id="1" name=""/>
        <p:cNvGrpSpPr/>
        <p:nvPr/>
      </p:nvGrpSpPr>
      <p:grpSpPr>
        <a:xfrm>
          <a:off x="0" y="0"/>
          <a:ext cx="0" cy="0"/>
          <a:chOff x="0" y="0"/>
          <a:chExt cx="0" cy="0"/>
        </a:xfrm>
      </p:grpSpPr>
      <p:pic>
        <p:nvPicPr>
          <p:cNvPr id="6" name="그림 2">
            <a:extLst>
              <a:ext uri="{FF2B5EF4-FFF2-40B4-BE49-F238E27FC236}">
                <a16:creationId xmlns:a16="http://schemas.microsoft.com/office/drawing/2014/main" id="{C441AFAB-5BBF-465C-B7A8-FED86E62617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 y="4395"/>
            <a:ext cx="9899651" cy="6853605"/>
          </a:xfrm>
          <a:prstGeom prst="rect">
            <a:avLst/>
          </a:prstGeom>
        </p:spPr>
      </p:pic>
      <p:sp>
        <p:nvSpPr>
          <p:cNvPr id="2" name="직사각형 1"/>
          <p:cNvSpPr/>
          <p:nvPr userDrawn="1"/>
        </p:nvSpPr>
        <p:spPr>
          <a:xfrm>
            <a:off x="2" y="0"/>
            <a:ext cx="9899651" cy="6858000"/>
          </a:xfrm>
          <a:prstGeom prst="rect">
            <a:avLst/>
          </a:prstGeom>
          <a:solidFill>
            <a:srgbClr val="1428A0">
              <a:alpha val="8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959" dirty="0"/>
          </a:p>
        </p:txBody>
      </p:sp>
      <p:sp>
        <p:nvSpPr>
          <p:cNvPr id="7" name="직사각형 6">
            <a:extLst>
              <a:ext uri="{FF2B5EF4-FFF2-40B4-BE49-F238E27FC236}">
                <a16:creationId xmlns:a16="http://schemas.microsoft.com/office/drawing/2014/main" id="{782B242C-8600-47F0-98D5-6EA512C41BF2}"/>
              </a:ext>
            </a:extLst>
          </p:cNvPr>
          <p:cNvSpPr/>
          <p:nvPr userDrawn="1"/>
        </p:nvSpPr>
        <p:spPr>
          <a:xfrm>
            <a:off x="449468" y="5677032"/>
            <a:ext cx="9000714" cy="7309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0" marR="0" lvl="0" indent="0" algn="l" defTabSz="914126"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SamsungOne 400C" panose="020B0506030303020204" pitchFamily="34" charset="0"/>
                <a:ea typeface="SamsungOne-400" panose="020B0503030303020204" pitchFamily="34" charset="0"/>
                <a:cs typeface="+mn-cs"/>
              </a:rPr>
              <a:t>ⓒ</a:t>
            </a:r>
            <a:r>
              <a:rPr kumimoji="0" lang="en-US" altLang="ko-KR" sz="1000" b="0" i="0" u="none" strike="noStrike" kern="1200" cap="none" spc="0" normalizeH="0" baseline="0" noProof="0" dirty="0">
                <a:ln>
                  <a:noFill/>
                </a:ln>
                <a:solidFill>
                  <a:prstClr val="white"/>
                </a:solidFill>
                <a:effectLst/>
                <a:uLnTx/>
                <a:uFillTx/>
                <a:latin typeface="SamsungOne 400C" panose="020B0506030303020204" pitchFamily="34" charset="0"/>
                <a:ea typeface="SamsungOne 400C" panose="020B0506030303020204" pitchFamily="34" charset="0"/>
                <a:cs typeface="+mn-cs"/>
              </a:rPr>
              <a:t>2021 SAMSUNG. All rights reserved.</a:t>
            </a:r>
          </a:p>
          <a:p>
            <a:pPr marL="0" marR="0" lvl="0" indent="0" algn="l" defTabSz="914126" rtl="0" eaLnBrk="1" fontAlgn="auto" latinLnBrk="1" hangingPunct="1">
              <a:lnSpc>
                <a:spcPct val="100000"/>
              </a:lnSpc>
              <a:spcBef>
                <a:spcPts val="600"/>
              </a:spcBef>
              <a:spcAft>
                <a:spcPts val="0"/>
              </a:spcAft>
              <a:buClrTx/>
              <a:buSzTx/>
              <a:buFontTx/>
              <a:buNone/>
              <a:tabLst/>
              <a:defRPr/>
            </a:pPr>
            <a:r>
              <a:rPr kumimoji="0" lang="en-US" altLang="ko-KR" sz="1000" b="0" i="0" u="none" strike="noStrike" kern="1200" cap="none" spc="0" normalizeH="0" baseline="0" noProof="0" dirty="0">
                <a:ln>
                  <a:noFill/>
                </a:ln>
                <a:solidFill>
                  <a:prstClr val="white"/>
                </a:solidFill>
                <a:effectLst/>
                <a:uLnTx/>
                <a:uFillTx/>
                <a:latin typeface="SamsungOne 400C" panose="020B0506030303020204" pitchFamily="34" charset="0"/>
                <a:ea typeface="SamsungOne 400C" panose="020B0506030303020204" pitchFamily="34" charset="0"/>
                <a:cs typeface="+mn-cs"/>
              </a:rPr>
              <a:t>Samsung Electronics Corporate Citizenship Office holds the copyright of book.</a:t>
            </a:r>
          </a:p>
          <a:p>
            <a:pPr marL="0" marR="0" lvl="0" indent="0" algn="l" defTabSz="914126" rtl="0" eaLnBrk="1" fontAlgn="auto" latinLnBrk="1" hangingPunct="1">
              <a:lnSpc>
                <a:spcPct val="100000"/>
              </a:lnSpc>
              <a:spcBef>
                <a:spcPts val="300"/>
              </a:spcBef>
              <a:spcAft>
                <a:spcPts val="0"/>
              </a:spcAft>
              <a:buClrTx/>
              <a:buSzTx/>
              <a:buFontTx/>
              <a:buNone/>
              <a:tabLst/>
              <a:defRPr/>
            </a:pPr>
            <a:r>
              <a:rPr kumimoji="0" lang="en-US" altLang="ko-KR" sz="1000" b="0" i="0" u="none" strike="noStrike" kern="1200" cap="none" spc="0" normalizeH="0" baseline="0" noProof="0" dirty="0">
                <a:ln>
                  <a:noFill/>
                </a:ln>
                <a:solidFill>
                  <a:prstClr val="white"/>
                </a:solidFill>
                <a:effectLst/>
                <a:uLnTx/>
                <a:uFillTx/>
                <a:latin typeface="SamsungOne 400C" panose="020B0506030303020204" pitchFamily="34" charset="0"/>
                <a:ea typeface="SamsungOne 400C" panose="020B0506030303020204" pitchFamily="34" charset="0"/>
                <a:cs typeface="+mn-cs"/>
              </a:rPr>
              <a:t>This book is a literary property protected by copyright law so reprint and reproduction without permission are prohibited. </a:t>
            </a:r>
          </a:p>
          <a:p>
            <a:pPr marL="0" marR="0" lvl="0" indent="0" algn="l" defTabSz="914126"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white"/>
                </a:solidFill>
                <a:effectLst/>
                <a:uLnTx/>
                <a:uFillTx/>
                <a:latin typeface="SamsungOne 400C" panose="020B0506030303020204" pitchFamily="34" charset="0"/>
                <a:ea typeface="SamsungOne 400C" panose="020B0506030303020204" pitchFamily="34" charset="0"/>
                <a:cs typeface="+mn-cs"/>
              </a:rPr>
              <a:t>To use this book other than the curriculum of Samsung Innovation Campus or to use the entire or part of this book, you must receive written consent from copyright holder.</a:t>
            </a:r>
          </a:p>
        </p:txBody>
      </p:sp>
      <p:pic>
        <p:nvPicPr>
          <p:cNvPr id="10" name="그림 3">
            <a:extLst>
              <a:ext uri="{FF2B5EF4-FFF2-40B4-BE49-F238E27FC236}">
                <a16:creationId xmlns:a16="http://schemas.microsoft.com/office/drawing/2014/main" id="{A977D3D7-ABF1-4BDD-B1E5-CCA79CC8184C}"/>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3711822" y="3022951"/>
            <a:ext cx="2476006" cy="812098"/>
          </a:xfrm>
          <a:prstGeom prst="rect">
            <a:avLst/>
          </a:prstGeom>
        </p:spPr>
      </p:pic>
      <p:sp>
        <p:nvSpPr>
          <p:cNvPr id="9" name="Freeform 5">
            <a:extLst>
              <a:ext uri="{FF2B5EF4-FFF2-40B4-BE49-F238E27FC236}">
                <a16:creationId xmlns:a16="http://schemas.microsoft.com/office/drawing/2014/main" id="{0D8AEED9-5E8F-4A4F-8427-AE314BEC60F8}"/>
              </a:ext>
            </a:extLst>
          </p:cNvPr>
          <p:cNvSpPr>
            <a:spLocks noChangeAspect="1" noEditPoints="1"/>
          </p:cNvSpPr>
          <p:nvPr userDrawn="1"/>
        </p:nvSpPr>
        <p:spPr bwMode="auto">
          <a:xfrm>
            <a:off x="449468" y="450000"/>
            <a:ext cx="1290568" cy="198000"/>
          </a:xfrm>
          <a:custGeom>
            <a:avLst/>
            <a:gdLst>
              <a:gd name="T0" fmla="*/ 82 w 2179"/>
              <a:gd name="T1" fmla="*/ 74 h 334"/>
              <a:gd name="T2" fmla="*/ 140 w 2179"/>
              <a:gd name="T3" fmla="*/ 82 h 334"/>
              <a:gd name="T4" fmla="*/ 218 w 2179"/>
              <a:gd name="T5" fmla="*/ 101 h 334"/>
              <a:gd name="T6" fmla="*/ 112 w 2179"/>
              <a:gd name="T7" fmla="*/ 0 h 334"/>
              <a:gd name="T8" fmla="*/ 4 w 2179"/>
              <a:gd name="T9" fmla="*/ 112 h 334"/>
              <a:gd name="T10" fmla="*/ 145 w 2179"/>
              <a:gd name="T11" fmla="*/ 257 h 334"/>
              <a:gd name="T12" fmla="*/ 84 w 2179"/>
              <a:gd name="T13" fmla="*/ 250 h 334"/>
              <a:gd name="T14" fmla="*/ 0 w 2179"/>
              <a:gd name="T15" fmla="*/ 220 h 334"/>
              <a:gd name="T16" fmla="*/ 113 w 2179"/>
              <a:gd name="T17" fmla="*/ 334 h 334"/>
              <a:gd name="T18" fmla="*/ 223 w 2179"/>
              <a:gd name="T19" fmla="*/ 212 h 334"/>
              <a:gd name="T20" fmla="*/ 1096 w 2179"/>
              <a:gd name="T21" fmla="*/ 91 h 334"/>
              <a:gd name="T22" fmla="*/ 1124 w 2179"/>
              <a:gd name="T23" fmla="*/ 54 h 334"/>
              <a:gd name="T24" fmla="*/ 1152 w 2179"/>
              <a:gd name="T25" fmla="*/ 102 h 334"/>
              <a:gd name="T26" fmla="*/ 1229 w 2179"/>
              <a:gd name="T27" fmla="*/ 80 h 334"/>
              <a:gd name="T28" fmla="*/ 1017 w 2179"/>
              <a:gd name="T29" fmla="*/ 71 h 334"/>
              <a:gd name="T30" fmla="*/ 1157 w 2179"/>
              <a:gd name="T31" fmla="*/ 233 h 334"/>
              <a:gd name="T32" fmla="*/ 1128 w 2179"/>
              <a:gd name="T33" fmla="*/ 277 h 334"/>
              <a:gd name="T34" fmla="*/ 1097 w 2179"/>
              <a:gd name="T35" fmla="*/ 219 h 334"/>
              <a:gd name="T36" fmla="*/ 1014 w 2179"/>
              <a:gd name="T37" fmla="*/ 243 h 334"/>
              <a:gd name="T38" fmla="*/ 1235 w 2179"/>
              <a:gd name="T39" fmla="*/ 262 h 334"/>
              <a:gd name="T40" fmla="*/ 1096 w 2179"/>
              <a:gd name="T41" fmla="*/ 91 h 334"/>
              <a:gd name="T42" fmla="*/ 1730 w 2179"/>
              <a:gd name="T43" fmla="*/ 10 h 334"/>
              <a:gd name="T44" fmla="*/ 1614 w 2179"/>
              <a:gd name="T45" fmla="*/ 319 h 334"/>
              <a:gd name="T46" fmla="*/ 1686 w 2179"/>
              <a:gd name="T47" fmla="*/ 60 h 334"/>
              <a:gd name="T48" fmla="*/ 1876 w 2179"/>
              <a:gd name="T49" fmla="*/ 319 h 334"/>
              <a:gd name="T50" fmla="*/ 1799 w 2179"/>
              <a:gd name="T51" fmla="*/ 10 h 334"/>
              <a:gd name="T52" fmla="*/ 333 w 2179"/>
              <a:gd name="T53" fmla="*/ 10 h 334"/>
              <a:gd name="T54" fmla="*/ 360 w 2179"/>
              <a:gd name="T55" fmla="*/ 322 h 334"/>
              <a:gd name="T56" fmla="*/ 446 w 2179"/>
              <a:gd name="T57" fmla="*/ 322 h 334"/>
              <a:gd name="T58" fmla="*/ 472 w 2179"/>
              <a:gd name="T59" fmla="*/ 10 h 334"/>
              <a:gd name="T60" fmla="*/ 804 w 2179"/>
              <a:gd name="T61" fmla="*/ 10 h 334"/>
              <a:gd name="T62" fmla="*/ 725 w 2179"/>
              <a:gd name="T63" fmla="*/ 10 h 334"/>
              <a:gd name="T64" fmla="*/ 592 w 2179"/>
              <a:gd name="T65" fmla="*/ 322 h 334"/>
              <a:gd name="T66" fmla="*/ 671 w 2179"/>
              <a:gd name="T67" fmla="*/ 33 h 334"/>
              <a:gd name="T68" fmla="*/ 804 w 2179"/>
              <a:gd name="T69" fmla="*/ 322 h 334"/>
              <a:gd name="T70" fmla="*/ 860 w 2179"/>
              <a:gd name="T71" fmla="*/ 322 h 334"/>
              <a:gd name="T72" fmla="*/ 931 w 2179"/>
              <a:gd name="T73" fmla="*/ 10 h 334"/>
              <a:gd name="T74" fmla="*/ 1528 w 2179"/>
              <a:gd name="T75" fmla="*/ 10 h 334"/>
              <a:gd name="T76" fmla="*/ 1449 w 2179"/>
              <a:gd name="T77" fmla="*/ 241 h 334"/>
              <a:gd name="T78" fmla="*/ 1418 w 2179"/>
              <a:gd name="T79" fmla="*/ 275 h 334"/>
              <a:gd name="T80" fmla="*/ 1388 w 2179"/>
              <a:gd name="T81" fmla="*/ 241 h 334"/>
              <a:gd name="T82" fmla="*/ 1309 w 2179"/>
              <a:gd name="T83" fmla="*/ 10 h 334"/>
              <a:gd name="T84" fmla="*/ 1310 w 2179"/>
              <a:gd name="T85" fmla="*/ 254 h 334"/>
              <a:gd name="T86" fmla="*/ 1527 w 2179"/>
              <a:gd name="T87" fmla="*/ 254 h 334"/>
              <a:gd name="T88" fmla="*/ 1528 w 2179"/>
              <a:gd name="T89" fmla="*/ 10 h 334"/>
              <a:gd name="T90" fmla="*/ 2069 w 2179"/>
              <a:gd name="T91" fmla="*/ 192 h 334"/>
              <a:gd name="T92" fmla="*/ 2101 w 2179"/>
              <a:gd name="T93" fmla="*/ 237 h 334"/>
              <a:gd name="T94" fmla="*/ 2068 w 2179"/>
              <a:gd name="T95" fmla="*/ 272 h 334"/>
              <a:gd name="T96" fmla="*/ 2035 w 2179"/>
              <a:gd name="T97" fmla="*/ 237 h 334"/>
              <a:gd name="T98" fmla="*/ 2037 w 2179"/>
              <a:gd name="T99" fmla="*/ 80 h 334"/>
              <a:gd name="T100" fmla="*/ 2099 w 2179"/>
              <a:gd name="T101" fmla="*/ 80 h 334"/>
              <a:gd name="T102" fmla="*/ 2100 w 2179"/>
              <a:gd name="T103" fmla="*/ 110 h 334"/>
              <a:gd name="T104" fmla="*/ 2178 w 2179"/>
              <a:gd name="T105" fmla="*/ 99 h 334"/>
              <a:gd name="T106" fmla="*/ 2068 w 2179"/>
              <a:gd name="T107" fmla="*/ 2 h 334"/>
              <a:gd name="T108" fmla="*/ 1958 w 2179"/>
              <a:gd name="T109" fmla="*/ 99 h 334"/>
              <a:gd name="T110" fmla="*/ 1959 w 2179"/>
              <a:gd name="T111" fmla="*/ 251 h 334"/>
              <a:gd name="T112" fmla="*/ 2178 w 2179"/>
              <a:gd name="T113" fmla="*/ 251 h 334"/>
              <a:gd name="T114" fmla="*/ 2179 w 2179"/>
              <a:gd name="T115" fmla="*/ 147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9" h="334">
                <a:moveTo>
                  <a:pt x="83" y="91"/>
                </a:moveTo>
                <a:cubicBezTo>
                  <a:pt x="81" y="84"/>
                  <a:pt x="82" y="78"/>
                  <a:pt x="82" y="74"/>
                </a:cubicBezTo>
                <a:cubicBezTo>
                  <a:pt x="84" y="64"/>
                  <a:pt x="91" y="53"/>
                  <a:pt x="111" y="53"/>
                </a:cubicBezTo>
                <a:cubicBezTo>
                  <a:pt x="129" y="53"/>
                  <a:pt x="140" y="65"/>
                  <a:pt x="140" y="82"/>
                </a:cubicBezTo>
                <a:cubicBezTo>
                  <a:pt x="140" y="101"/>
                  <a:pt x="140" y="101"/>
                  <a:pt x="140" y="101"/>
                </a:cubicBezTo>
                <a:cubicBezTo>
                  <a:pt x="218" y="101"/>
                  <a:pt x="218" y="101"/>
                  <a:pt x="218" y="101"/>
                </a:cubicBezTo>
                <a:cubicBezTo>
                  <a:pt x="218" y="79"/>
                  <a:pt x="218" y="79"/>
                  <a:pt x="218" y="79"/>
                </a:cubicBezTo>
                <a:cubicBezTo>
                  <a:pt x="218" y="11"/>
                  <a:pt x="156" y="0"/>
                  <a:pt x="112" y="0"/>
                </a:cubicBezTo>
                <a:cubicBezTo>
                  <a:pt x="57" y="0"/>
                  <a:pt x="12" y="19"/>
                  <a:pt x="4" y="70"/>
                </a:cubicBezTo>
                <a:cubicBezTo>
                  <a:pt x="1" y="84"/>
                  <a:pt x="1" y="96"/>
                  <a:pt x="4" y="112"/>
                </a:cubicBezTo>
                <a:cubicBezTo>
                  <a:pt x="18" y="175"/>
                  <a:pt x="128" y="194"/>
                  <a:pt x="145" y="234"/>
                </a:cubicBezTo>
                <a:cubicBezTo>
                  <a:pt x="148" y="241"/>
                  <a:pt x="147" y="251"/>
                  <a:pt x="145" y="257"/>
                </a:cubicBezTo>
                <a:cubicBezTo>
                  <a:pt x="143" y="267"/>
                  <a:pt x="136" y="278"/>
                  <a:pt x="115" y="278"/>
                </a:cubicBezTo>
                <a:cubicBezTo>
                  <a:pt x="95" y="278"/>
                  <a:pt x="84" y="267"/>
                  <a:pt x="84" y="250"/>
                </a:cubicBezTo>
                <a:cubicBezTo>
                  <a:pt x="83" y="220"/>
                  <a:pt x="83" y="220"/>
                  <a:pt x="83" y="220"/>
                </a:cubicBezTo>
                <a:cubicBezTo>
                  <a:pt x="0" y="220"/>
                  <a:pt x="0" y="220"/>
                  <a:pt x="0" y="220"/>
                </a:cubicBezTo>
                <a:cubicBezTo>
                  <a:pt x="0" y="244"/>
                  <a:pt x="0" y="244"/>
                  <a:pt x="0" y="244"/>
                </a:cubicBezTo>
                <a:cubicBezTo>
                  <a:pt x="0" y="313"/>
                  <a:pt x="55" y="334"/>
                  <a:pt x="113" y="334"/>
                </a:cubicBezTo>
                <a:cubicBezTo>
                  <a:pt x="169" y="334"/>
                  <a:pt x="216" y="315"/>
                  <a:pt x="223" y="263"/>
                </a:cubicBezTo>
                <a:cubicBezTo>
                  <a:pt x="227" y="236"/>
                  <a:pt x="224" y="218"/>
                  <a:pt x="223" y="212"/>
                </a:cubicBezTo>
                <a:cubicBezTo>
                  <a:pt x="210" y="146"/>
                  <a:pt x="92" y="127"/>
                  <a:pt x="83" y="91"/>
                </a:cubicBezTo>
                <a:moveTo>
                  <a:pt x="1096" y="91"/>
                </a:moveTo>
                <a:cubicBezTo>
                  <a:pt x="1094" y="85"/>
                  <a:pt x="1095" y="79"/>
                  <a:pt x="1096" y="75"/>
                </a:cubicBezTo>
                <a:cubicBezTo>
                  <a:pt x="1098" y="65"/>
                  <a:pt x="1104" y="54"/>
                  <a:pt x="1124" y="54"/>
                </a:cubicBezTo>
                <a:cubicBezTo>
                  <a:pt x="1142" y="54"/>
                  <a:pt x="1152" y="66"/>
                  <a:pt x="1152" y="82"/>
                </a:cubicBezTo>
                <a:cubicBezTo>
                  <a:pt x="1152" y="102"/>
                  <a:pt x="1152" y="102"/>
                  <a:pt x="1152" y="102"/>
                </a:cubicBezTo>
                <a:cubicBezTo>
                  <a:pt x="1229" y="102"/>
                  <a:pt x="1229" y="102"/>
                  <a:pt x="1229" y="102"/>
                </a:cubicBezTo>
                <a:cubicBezTo>
                  <a:pt x="1229" y="80"/>
                  <a:pt x="1229" y="80"/>
                  <a:pt x="1229" y="80"/>
                </a:cubicBezTo>
                <a:cubicBezTo>
                  <a:pt x="1229" y="13"/>
                  <a:pt x="1169" y="2"/>
                  <a:pt x="1125" y="2"/>
                </a:cubicBezTo>
                <a:cubicBezTo>
                  <a:pt x="1070" y="2"/>
                  <a:pt x="1026" y="20"/>
                  <a:pt x="1017" y="71"/>
                </a:cubicBezTo>
                <a:cubicBezTo>
                  <a:pt x="1015" y="84"/>
                  <a:pt x="1015" y="97"/>
                  <a:pt x="1018" y="112"/>
                </a:cubicBezTo>
                <a:cubicBezTo>
                  <a:pt x="1032" y="175"/>
                  <a:pt x="1141" y="193"/>
                  <a:pt x="1157" y="233"/>
                </a:cubicBezTo>
                <a:cubicBezTo>
                  <a:pt x="1160" y="241"/>
                  <a:pt x="1159" y="250"/>
                  <a:pt x="1158" y="256"/>
                </a:cubicBezTo>
                <a:cubicBezTo>
                  <a:pt x="1155" y="267"/>
                  <a:pt x="1148" y="277"/>
                  <a:pt x="1128" y="277"/>
                </a:cubicBezTo>
                <a:cubicBezTo>
                  <a:pt x="1108" y="277"/>
                  <a:pt x="1097" y="266"/>
                  <a:pt x="1097" y="249"/>
                </a:cubicBezTo>
                <a:cubicBezTo>
                  <a:pt x="1097" y="219"/>
                  <a:pt x="1097" y="219"/>
                  <a:pt x="1097" y="219"/>
                </a:cubicBezTo>
                <a:cubicBezTo>
                  <a:pt x="1014" y="219"/>
                  <a:pt x="1014" y="219"/>
                  <a:pt x="1014" y="219"/>
                </a:cubicBezTo>
                <a:cubicBezTo>
                  <a:pt x="1014" y="243"/>
                  <a:pt x="1014" y="243"/>
                  <a:pt x="1014" y="243"/>
                </a:cubicBezTo>
                <a:cubicBezTo>
                  <a:pt x="1014" y="312"/>
                  <a:pt x="1068" y="332"/>
                  <a:pt x="1126" y="332"/>
                </a:cubicBezTo>
                <a:cubicBezTo>
                  <a:pt x="1182" y="332"/>
                  <a:pt x="1228" y="313"/>
                  <a:pt x="1235" y="262"/>
                </a:cubicBezTo>
                <a:cubicBezTo>
                  <a:pt x="1238" y="235"/>
                  <a:pt x="1236" y="218"/>
                  <a:pt x="1234" y="211"/>
                </a:cubicBezTo>
                <a:cubicBezTo>
                  <a:pt x="1221" y="147"/>
                  <a:pt x="1105" y="127"/>
                  <a:pt x="1096" y="91"/>
                </a:cubicBezTo>
                <a:moveTo>
                  <a:pt x="1803" y="261"/>
                </a:moveTo>
                <a:cubicBezTo>
                  <a:pt x="1730" y="10"/>
                  <a:pt x="1730" y="10"/>
                  <a:pt x="1730" y="10"/>
                </a:cubicBezTo>
                <a:cubicBezTo>
                  <a:pt x="1614" y="10"/>
                  <a:pt x="1614" y="10"/>
                  <a:pt x="1614" y="10"/>
                </a:cubicBezTo>
                <a:cubicBezTo>
                  <a:pt x="1614" y="319"/>
                  <a:pt x="1614" y="319"/>
                  <a:pt x="1614" y="319"/>
                </a:cubicBezTo>
                <a:cubicBezTo>
                  <a:pt x="1691" y="319"/>
                  <a:pt x="1691" y="319"/>
                  <a:pt x="1691" y="319"/>
                </a:cubicBezTo>
                <a:cubicBezTo>
                  <a:pt x="1686" y="60"/>
                  <a:pt x="1686" y="60"/>
                  <a:pt x="1686" y="60"/>
                </a:cubicBezTo>
                <a:cubicBezTo>
                  <a:pt x="1765" y="319"/>
                  <a:pt x="1765" y="319"/>
                  <a:pt x="1765" y="319"/>
                </a:cubicBezTo>
                <a:cubicBezTo>
                  <a:pt x="1876" y="319"/>
                  <a:pt x="1876" y="319"/>
                  <a:pt x="1876" y="319"/>
                </a:cubicBezTo>
                <a:cubicBezTo>
                  <a:pt x="1876" y="10"/>
                  <a:pt x="1876" y="10"/>
                  <a:pt x="1876" y="10"/>
                </a:cubicBezTo>
                <a:cubicBezTo>
                  <a:pt x="1799" y="10"/>
                  <a:pt x="1799" y="10"/>
                  <a:pt x="1799" y="10"/>
                </a:cubicBezTo>
                <a:lnTo>
                  <a:pt x="1803" y="261"/>
                </a:lnTo>
                <a:close/>
                <a:moveTo>
                  <a:pt x="333" y="10"/>
                </a:moveTo>
                <a:cubicBezTo>
                  <a:pt x="276" y="322"/>
                  <a:pt x="276" y="322"/>
                  <a:pt x="276" y="322"/>
                </a:cubicBezTo>
                <a:cubicBezTo>
                  <a:pt x="360" y="322"/>
                  <a:pt x="360" y="322"/>
                  <a:pt x="360" y="322"/>
                </a:cubicBezTo>
                <a:cubicBezTo>
                  <a:pt x="403" y="33"/>
                  <a:pt x="403" y="33"/>
                  <a:pt x="403" y="33"/>
                </a:cubicBezTo>
                <a:cubicBezTo>
                  <a:pt x="446" y="322"/>
                  <a:pt x="446" y="322"/>
                  <a:pt x="446" y="322"/>
                </a:cubicBezTo>
                <a:cubicBezTo>
                  <a:pt x="529" y="322"/>
                  <a:pt x="529" y="322"/>
                  <a:pt x="529" y="322"/>
                </a:cubicBezTo>
                <a:cubicBezTo>
                  <a:pt x="472" y="10"/>
                  <a:pt x="472" y="10"/>
                  <a:pt x="472" y="10"/>
                </a:cubicBezTo>
                <a:lnTo>
                  <a:pt x="333" y="10"/>
                </a:lnTo>
                <a:close/>
                <a:moveTo>
                  <a:pt x="804" y="10"/>
                </a:moveTo>
                <a:cubicBezTo>
                  <a:pt x="765" y="254"/>
                  <a:pt x="765" y="254"/>
                  <a:pt x="765" y="254"/>
                </a:cubicBezTo>
                <a:cubicBezTo>
                  <a:pt x="725" y="10"/>
                  <a:pt x="725" y="10"/>
                  <a:pt x="725" y="10"/>
                </a:cubicBezTo>
                <a:cubicBezTo>
                  <a:pt x="598" y="10"/>
                  <a:pt x="598" y="10"/>
                  <a:pt x="598" y="10"/>
                </a:cubicBezTo>
                <a:cubicBezTo>
                  <a:pt x="592" y="322"/>
                  <a:pt x="592" y="322"/>
                  <a:pt x="592" y="322"/>
                </a:cubicBezTo>
                <a:cubicBezTo>
                  <a:pt x="669" y="322"/>
                  <a:pt x="669" y="322"/>
                  <a:pt x="669" y="322"/>
                </a:cubicBezTo>
                <a:cubicBezTo>
                  <a:pt x="671" y="33"/>
                  <a:pt x="671" y="33"/>
                  <a:pt x="671" y="33"/>
                </a:cubicBezTo>
                <a:cubicBezTo>
                  <a:pt x="725" y="322"/>
                  <a:pt x="725" y="322"/>
                  <a:pt x="725" y="322"/>
                </a:cubicBezTo>
                <a:cubicBezTo>
                  <a:pt x="804" y="322"/>
                  <a:pt x="804" y="322"/>
                  <a:pt x="804" y="322"/>
                </a:cubicBezTo>
                <a:cubicBezTo>
                  <a:pt x="858" y="33"/>
                  <a:pt x="858" y="33"/>
                  <a:pt x="858" y="33"/>
                </a:cubicBezTo>
                <a:cubicBezTo>
                  <a:pt x="860" y="322"/>
                  <a:pt x="860" y="322"/>
                  <a:pt x="860" y="322"/>
                </a:cubicBezTo>
                <a:cubicBezTo>
                  <a:pt x="938" y="322"/>
                  <a:pt x="938" y="322"/>
                  <a:pt x="938" y="322"/>
                </a:cubicBezTo>
                <a:cubicBezTo>
                  <a:pt x="931" y="10"/>
                  <a:pt x="931" y="10"/>
                  <a:pt x="931" y="10"/>
                </a:cubicBezTo>
                <a:lnTo>
                  <a:pt x="804" y="10"/>
                </a:lnTo>
                <a:close/>
                <a:moveTo>
                  <a:pt x="1528" y="10"/>
                </a:moveTo>
                <a:cubicBezTo>
                  <a:pt x="1449" y="10"/>
                  <a:pt x="1449" y="10"/>
                  <a:pt x="1449" y="10"/>
                </a:cubicBezTo>
                <a:cubicBezTo>
                  <a:pt x="1449" y="241"/>
                  <a:pt x="1449" y="241"/>
                  <a:pt x="1449" y="241"/>
                </a:cubicBezTo>
                <a:cubicBezTo>
                  <a:pt x="1449" y="245"/>
                  <a:pt x="1449" y="249"/>
                  <a:pt x="1448" y="253"/>
                </a:cubicBezTo>
                <a:cubicBezTo>
                  <a:pt x="1447" y="260"/>
                  <a:pt x="1440" y="275"/>
                  <a:pt x="1418" y="275"/>
                </a:cubicBezTo>
                <a:cubicBezTo>
                  <a:pt x="1397" y="275"/>
                  <a:pt x="1390" y="260"/>
                  <a:pt x="1389" y="253"/>
                </a:cubicBezTo>
                <a:cubicBezTo>
                  <a:pt x="1388" y="249"/>
                  <a:pt x="1388" y="245"/>
                  <a:pt x="1388" y="241"/>
                </a:cubicBezTo>
                <a:cubicBezTo>
                  <a:pt x="1388" y="10"/>
                  <a:pt x="1388" y="10"/>
                  <a:pt x="1388" y="10"/>
                </a:cubicBezTo>
                <a:cubicBezTo>
                  <a:pt x="1309" y="10"/>
                  <a:pt x="1309" y="10"/>
                  <a:pt x="1309" y="10"/>
                </a:cubicBezTo>
                <a:cubicBezTo>
                  <a:pt x="1309" y="234"/>
                  <a:pt x="1309" y="234"/>
                  <a:pt x="1309" y="234"/>
                </a:cubicBezTo>
                <a:cubicBezTo>
                  <a:pt x="1309" y="239"/>
                  <a:pt x="1309" y="251"/>
                  <a:pt x="1310" y="254"/>
                </a:cubicBezTo>
                <a:cubicBezTo>
                  <a:pt x="1315" y="312"/>
                  <a:pt x="1361" y="331"/>
                  <a:pt x="1418" y="331"/>
                </a:cubicBezTo>
                <a:cubicBezTo>
                  <a:pt x="1476" y="331"/>
                  <a:pt x="1522" y="312"/>
                  <a:pt x="1527" y="254"/>
                </a:cubicBezTo>
                <a:cubicBezTo>
                  <a:pt x="1528" y="251"/>
                  <a:pt x="1528" y="239"/>
                  <a:pt x="1528" y="234"/>
                </a:cubicBezTo>
                <a:lnTo>
                  <a:pt x="1528" y="10"/>
                </a:lnTo>
                <a:close/>
                <a:moveTo>
                  <a:pt x="2069" y="147"/>
                </a:moveTo>
                <a:cubicBezTo>
                  <a:pt x="2069" y="192"/>
                  <a:pt x="2069" y="192"/>
                  <a:pt x="2069" y="192"/>
                </a:cubicBezTo>
                <a:cubicBezTo>
                  <a:pt x="2101" y="192"/>
                  <a:pt x="2101" y="192"/>
                  <a:pt x="2101" y="192"/>
                </a:cubicBezTo>
                <a:cubicBezTo>
                  <a:pt x="2101" y="237"/>
                  <a:pt x="2101" y="237"/>
                  <a:pt x="2101" y="237"/>
                </a:cubicBezTo>
                <a:cubicBezTo>
                  <a:pt x="2101" y="241"/>
                  <a:pt x="2101" y="246"/>
                  <a:pt x="2100" y="249"/>
                </a:cubicBezTo>
                <a:cubicBezTo>
                  <a:pt x="2099" y="258"/>
                  <a:pt x="2091" y="272"/>
                  <a:pt x="2068" y="272"/>
                </a:cubicBezTo>
                <a:cubicBezTo>
                  <a:pt x="2045" y="272"/>
                  <a:pt x="2038" y="258"/>
                  <a:pt x="2036" y="249"/>
                </a:cubicBezTo>
                <a:cubicBezTo>
                  <a:pt x="2036" y="246"/>
                  <a:pt x="2035" y="241"/>
                  <a:pt x="2035" y="237"/>
                </a:cubicBezTo>
                <a:cubicBezTo>
                  <a:pt x="2035" y="95"/>
                  <a:pt x="2035" y="95"/>
                  <a:pt x="2035" y="95"/>
                </a:cubicBezTo>
                <a:cubicBezTo>
                  <a:pt x="2035" y="90"/>
                  <a:pt x="2036" y="85"/>
                  <a:pt x="2037" y="80"/>
                </a:cubicBezTo>
                <a:cubicBezTo>
                  <a:pt x="2038" y="73"/>
                  <a:pt x="2045" y="58"/>
                  <a:pt x="2068" y="58"/>
                </a:cubicBezTo>
                <a:cubicBezTo>
                  <a:pt x="2092" y="58"/>
                  <a:pt x="2098" y="74"/>
                  <a:pt x="2099" y="80"/>
                </a:cubicBezTo>
                <a:cubicBezTo>
                  <a:pt x="2100" y="85"/>
                  <a:pt x="2100" y="92"/>
                  <a:pt x="2100" y="92"/>
                </a:cubicBezTo>
                <a:cubicBezTo>
                  <a:pt x="2100" y="110"/>
                  <a:pt x="2100" y="110"/>
                  <a:pt x="2100" y="110"/>
                </a:cubicBezTo>
                <a:cubicBezTo>
                  <a:pt x="2178" y="110"/>
                  <a:pt x="2178" y="110"/>
                  <a:pt x="2178" y="110"/>
                </a:cubicBezTo>
                <a:cubicBezTo>
                  <a:pt x="2178" y="99"/>
                  <a:pt x="2178" y="99"/>
                  <a:pt x="2178" y="99"/>
                </a:cubicBezTo>
                <a:cubicBezTo>
                  <a:pt x="2178" y="99"/>
                  <a:pt x="2179" y="89"/>
                  <a:pt x="2178" y="79"/>
                </a:cubicBezTo>
                <a:cubicBezTo>
                  <a:pt x="2172" y="20"/>
                  <a:pt x="2124" y="2"/>
                  <a:pt x="2068" y="2"/>
                </a:cubicBezTo>
                <a:cubicBezTo>
                  <a:pt x="2013" y="2"/>
                  <a:pt x="1966" y="21"/>
                  <a:pt x="1959" y="79"/>
                </a:cubicBezTo>
                <a:cubicBezTo>
                  <a:pt x="1958" y="84"/>
                  <a:pt x="1958" y="94"/>
                  <a:pt x="1958" y="99"/>
                </a:cubicBezTo>
                <a:cubicBezTo>
                  <a:pt x="1958" y="230"/>
                  <a:pt x="1958" y="230"/>
                  <a:pt x="1958" y="230"/>
                </a:cubicBezTo>
                <a:cubicBezTo>
                  <a:pt x="1958" y="236"/>
                  <a:pt x="1958" y="241"/>
                  <a:pt x="1959" y="251"/>
                </a:cubicBezTo>
                <a:cubicBezTo>
                  <a:pt x="1964" y="308"/>
                  <a:pt x="2013" y="328"/>
                  <a:pt x="2068" y="328"/>
                </a:cubicBezTo>
                <a:cubicBezTo>
                  <a:pt x="2124" y="328"/>
                  <a:pt x="2173" y="308"/>
                  <a:pt x="2178" y="251"/>
                </a:cubicBezTo>
                <a:cubicBezTo>
                  <a:pt x="2179" y="241"/>
                  <a:pt x="2179" y="236"/>
                  <a:pt x="2179" y="230"/>
                </a:cubicBezTo>
                <a:cubicBezTo>
                  <a:pt x="2179" y="147"/>
                  <a:pt x="2179" y="147"/>
                  <a:pt x="2179" y="147"/>
                </a:cubicBezTo>
                <a:lnTo>
                  <a:pt x="2069" y="147"/>
                </a:lnTo>
                <a:close/>
              </a:path>
            </a:pathLst>
          </a:custGeom>
          <a:solidFill>
            <a:schemeClr val="bg1"/>
          </a:solidFill>
          <a:ln>
            <a:noFill/>
          </a:ln>
        </p:spPr>
        <p:txBody>
          <a:bodyPr vert="horz" wrap="square" lIns="91411" tIns="45705" rIns="91411" bIns="45705" numCol="1" anchor="t" anchorCtr="0" compatLnSpc="1">
            <a:prstTxWarp prst="textNoShape">
              <a:avLst/>
            </a:prstTxWarp>
            <a:scene3d>
              <a:camera prst="orthographicFront"/>
              <a:lightRig rig="threePt" dir="t"/>
            </a:scene3d>
            <a:sp3d>
              <a:bevelT w="0" h="6350"/>
            </a:sp3d>
          </a:bodyPr>
          <a:lstStyle/>
          <a:p>
            <a:pPr marL="0" marR="0" lvl="0" indent="0" algn="l" defTabSz="914126" rtl="0" eaLnBrk="1" fontAlgn="auto" latinLnBrk="1" hangingPunct="1">
              <a:lnSpc>
                <a:spcPct val="100000"/>
              </a:lnSpc>
              <a:spcBef>
                <a:spcPts val="0"/>
              </a:spcBef>
              <a:spcAft>
                <a:spcPts val="0"/>
              </a:spcAft>
              <a:buClrTx/>
              <a:buSzTx/>
              <a:buFontTx/>
              <a:buNone/>
              <a:tabLst/>
              <a:defRPr/>
            </a:pPr>
            <a:endParaRPr lang="ko-KR" altLang="en-US" sz="1959" noProof="0" dirty="0"/>
          </a:p>
        </p:txBody>
      </p:sp>
    </p:spTree>
    <p:extLst>
      <p:ext uri="{BB962C8B-B14F-4D97-AF65-F5344CB8AC3E}">
        <p14:creationId xmlns:p14="http://schemas.microsoft.com/office/powerpoint/2010/main" val="281179814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blank" preserve="1">
  <p:cSld name="2_Body">
    <p:bg>
      <p:bgPr>
        <a:solidFill>
          <a:schemeClr val="bg1">
            <a:lumMod val="95000"/>
          </a:schemeClr>
        </a:solidFill>
        <a:effectLst/>
      </p:bgPr>
    </p:bg>
    <p:spTree>
      <p:nvGrpSpPr>
        <p:cNvPr id="1" name=""/>
        <p:cNvGrpSpPr/>
        <p:nvPr/>
      </p:nvGrpSpPr>
      <p:grpSpPr>
        <a:xfrm>
          <a:off x="0" y="0"/>
          <a:ext cx="0" cy="0"/>
          <a:chOff x="0" y="0"/>
          <a:chExt cx="0" cy="0"/>
        </a:xfrm>
      </p:grpSpPr>
      <p:pic>
        <p:nvPicPr>
          <p:cNvPr id="3" name="그림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902825" cy="6858000"/>
          </a:xfrm>
          <a:prstGeom prst="rect">
            <a:avLst/>
          </a:prstGeom>
        </p:spPr>
      </p:pic>
      <p:sp>
        <p:nvSpPr>
          <p:cNvPr id="5" name="Freeform 5">
            <a:extLst>
              <a:ext uri="{FF2B5EF4-FFF2-40B4-BE49-F238E27FC236}">
                <a16:creationId xmlns:a16="http://schemas.microsoft.com/office/drawing/2014/main" id="{0D8AEED9-5E8F-4A4F-8427-AE314BEC60F8}"/>
              </a:ext>
            </a:extLst>
          </p:cNvPr>
          <p:cNvSpPr>
            <a:spLocks noChangeAspect="1" noEditPoints="1"/>
          </p:cNvSpPr>
          <p:nvPr userDrawn="1"/>
        </p:nvSpPr>
        <p:spPr bwMode="auto">
          <a:xfrm>
            <a:off x="449468" y="450000"/>
            <a:ext cx="1282022" cy="198000"/>
          </a:xfrm>
          <a:custGeom>
            <a:avLst/>
            <a:gdLst>
              <a:gd name="T0" fmla="*/ 82 w 2179"/>
              <a:gd name="T1" fmla="*/ 74 h 334"/>
              <a:gd name="T2" fmla="*/ 140 w 2179"/>
              <a:gd name="T3" fmla="*/ 82 h 334"/>
              <a:gd name="T4" fmla="*/ 218 w 2179"/>
              <a:gd name="T5" fmla="*/ 101 h 334"/>
              <a:gd name="T6" fmla="*/ 112 w 2179"/>
              <a:gd name="T7" fmla="*/ 0 h 334"/>
              <a:gd name="T8" fmla="*/ 4 w 2179"/>
              <a:gd name="T9" fmla="*/ 112 h 334"/>
              <a:gd name="T10" fmla="*/ 145 w 2179"/>
              <a:gd name="T11" fmla="*/ 257 h 334"/>
              <a:gd name="T12" fmla="*/ 84 w 2179"/>
              <a:gd name="T13" fmla="*/ 250 h 334"/>
              <a:gd name="T14" fmla="*/ 0 w 2179"/>
              <a:gd name="T15" fmla="*/ 220 h 334"/>
              <a:gd name="T16" fmla="*/ 113 w 2179"/>
              <a:gd name="T17" fmla="*/ 334 h 334"/>
              <a:gd name="T18" fmla="*/ 223 w 2179"/>
              <a:gd name="T19" fmla="*/ 212 h 334"/>
              <a:gd name="T20" fmla="*/ 1096 w 2179"/>
              <a:gd name="T21" fmla="*/ 91 h 334"/>
              <a:gd name="T22" fmla="*/ 1124 w 2179"/>
              <a:gd name="T23" fmla="*/ 54 h 334"/>
              <a:gd name="T24" fmla="*/ 1152 w 2179"/>
              <a:gd name="T25" fmla="*/ 102 h 334"/>
              <a:gd name="T26" fmla="*/ 1229 w 2179"/>
              <a:gd name="T27" fmla="*/ 80 h 334"/>
              <a:gd name="T28" fmla="*/ 1017 w 2179"/>
              <a:gd name="T29" fmla="*/ 71 h 334"/>
              <a:gd name="T30" fmla="*/ 1157 w 2179"/>
              <a:gd name="T31" fmla="*/ 233 h 334"/>
              <a:gd name="T32" fmla="*/ 1128 w 2179"/>
              <a:gd name="T33" fmla="*/ 277 h 334"/>
              <a:gd name="T34" fmla="*/ 1097 w 2179"/>
              <a:gd name="T35" fmla="*/ 219 h 334"/>
              <a:gd name="T36" fmla="*/ 1014 w 2179"/>
              <a:gd name="T37" fmla="*/ 243 h 334"/>
              <a:gd name="T38" fmla="*/ 1235 w 2179"/>
              <a:gd name="T39" fmla="*/ 262 h 334"/>
              <a:gd name="T40" fmla="*/ 1096 w 2179"/>
              <a:gd name="T41" fmla="*/ 91 h 334"/>
              <a:gd name="T42" fmla="*/ 1730 w 2179"/>
              <a:gd name="T43" fmla="*/ 10 h 334"/>
              <a:gd name="T44" fmla="*/ 1614 w 2179"/>
              <a:gd name="T45" fmla="*/ 319 h 334"/>
              <a:gd name="T46" fmla="*/ 1686 w 2179"/>
              <a:gd name="T47" fmla="*/ 60 h 334"/>
              <a:gd name="T48" fmla="*/ 1876 w 2179"/>
              <a:gd name="T49" fmla="*/ 319 h 334"/>
              <a:gd name="T50" fmla="*/ 1799 w 2179"/>
              <a:gd name="T51" fmla="*/ 10 h 334"/>
              <a:gd name="T52" fmla="*/ 333 w 2179"/>
              <a:gd name="T53" fmla="*/ 10 h 334"/>
              <a:gd name="T54" fmla="*/ 360 w 2179"/>
              <a:gd name="T55" fmla="*/ 322 h 334"/>
              <a:gd name="T56" fmla="*/ 446 w 2179"/>
              <a:gd name="T57" fmla="*/ 322 h 334"/>
              <a:gd name="T58" fmla="*/ 472 w 2179"/>
              <a:gd name="T59" fmla="*/ 10 h 334"/>
              <a:gd name="T60" fmla="*/ 804 w 2179"/>
              <a:gd name="T61" fmla="*/ 10 h 334"/>
              <a:gd name="T62" fmla="*/ 725 w 2179"/>
              <a:gd name="T63" fmla="*/ 10 h 334"/>
              <a:gd name="T64" fmla="*/ 592 w 2179"/>
              <a:gd name="T65" fmla="*/ 322 h 334"/>
              <a:gd name="T66" fmla="*/ 671 w 2179"/>
              <a:gd name="T67" fmla="*/ 33 h 334"/>
              <a:gd name="T68" fmla="*/ 804 w 2179"/>
              <a:gd name="T69" fmla="*/ 322 h 334"/>
              <a:gd name="T70" fmla="*/ 860 w 2179"/>
              <a:gd name="T71" fmla="*/ 322 h 334"/>
              <a:gd name="T72" fmla="*/ 931 w 2179"/>
              <a:gd name="T73" fmla="*/ 10 h 334"/>
              <a:gd name="T74" fmla="*/ 1528 w 2179"/>
              <a:gd name="T75" fmla="*/ 10 h 334"/>
              <a:gd name="T76" fmla="*/ 1449 w 2179"/>
              <a:gd name="T77" fmla="*/ 241 h 334"/>
              <a:gd name="T78" fmla="*/ 1418 w 2179"/>
              <a:gd name="T79" fmla="*/ 275 h 334"/>
              <a:gd name="T80" fmla="*/ 1388 w 2179"/>
              <a:gd name="T81" fmla="*/ 241 h 334"/>
              <a:gd name="T82" fmla="*/ 1309 w 2179"/>
              <a:gd name="T83" fmla="*/ 10 h 334"/>
              <a:gd name="T84" fmla="*/ 1310 w 2179"/>
              <a:gd name="T85" fmla="*/ 254 h 334"/>
              <a:gd name="T86" fmla="*/ 1527 w 2179"/>
              <a:gd name="T87" fmla="*/ 254 h 334"/>
              <a:gd name="T88" fmla="*/ 1528 w 2179"/>
              <a:gd name="T89" fmla="*/ 10 h 334"/>
              <a:gd name="T90" fmla="*/ 2069 w 2179"/>
              <a:gd name="T91" fmla="*/ 192 h 334"/>
              <a:gd name="T92" fmla="*/ 2101 w 2179"/>
              <a:gd name="T93" fmla="*/ 237 h 334"/>
              <a:gd name="T94" fmla="*/ 2068 w 2179"/>
              <a:gd name="T95" fmla="*/ 272 h 334"/>
              <a:gd name="T96" fmla="*/ 2035 w 2179"/>
              <a:gd name="T97" fmla="*/ 237 h 334"/>
              <a:gd name="T98" fmla="*/ 2037 w 2179"/>
              <a:gd name="T99" fmla="*/ 80 h 334"/>
              <a:gd name="T100" fmla="*/ 2099 w 2179"/>
              <a:gd name="T101" fmla="*/ 80 h 334"/>
              <a:gd name="T102" fmla="*/ 2100 w 2179"/>
              <a:gd name="T103" fmla="*/ 110 h 334"/>
              <a:gd name="T104" fmla="*/ 2178 w 2179"/>
              <a:gd name="T105" fmla="*/ 99 h 334"/>
              <a:gd name="T106" fmla="*/ 2068 w 2179"/>
              <a:gd name="T107" fmla="*/ 2 h 334"/>
              <a:gd name="T108" fmla="*/ 1958 w 2179"/>
              <a:gd name="T109" fmla="*/ 99 h 334"/>
              <a:gd name="T110" fmla="*/ 1959 w 2179"/>
              <a:gd name="T111" fmla="*/ 251 h 334"/>
              <a:gd name="T112" fmla="*/ 2178 w 2179"/>
              <a:gd name="T113" fmla="*/ 251 h 334"/>
              <a:gd name="T114" fmla="*/ 2179 w 2179"/>
              <a:gd name="T115" fmla="*/ 147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9" h="334">
                <a:moveTo>
                  <a:pt x="83" y="91"/>
                </a:moveTo>
                <a:cubicBezTo>
                  <a:pt x="81" y="84"/>
                  <a:pt x="82" y="78"/>
                  <a:pt x="82" y="74"/>
                </a:cubicBezTo>
                <a:cubicBezTo>
                  <a:pt x="84" y="64"/>
                  <a:pt x="91" y="53"/>
                  <a:pt x="111" y="53"/>
                </a:cubicBezTo>
                <a:cubicBezTo>
                  <a:pt x="129" y="53"/>
                  <a:pt x="140" y="65"/>
                  <a:pt x="140" y="82"/>
                </a:cubicBezTo>
                <a:cubicBezTo>
                  <a:pt x="140" y="101"/>
                  <a:pt x="140" y="101"/>
                  <a:pt x="140" y="101"/>
                </a:cubicBezTo>
                <a:cubicBezTo>
                  <a:pt x="218" y="101"/>
                  <a:pt x="218" y="101"/>
                  <a:pt x="218" y="101"/>
                </a:cubicBezTo>
                <a:cubicBezTo>
                  <a:pt x="218" y="79"/>
                  <a:pt x="218" y="79"/>
                  <a:pt x="218" y="79"/>
                </a:cubicBezTo>
                <a:cubicBezTo>
                  <a:pt x="218" y="11"/>
                  <a:pt x="156" y="0"/>
                  <a:pt x="112" y="0"/>
                </a:cubicBezTo>
                <a:cubicBezTo>
                  <a:pt x="57" y="0"/>
                  <a:pt x="12" y="19"/>
                  <a:pt x="4" y="70"/>
                </a:cubicBezTo>
                <a:cubicBezTo>
                  <a:pt x="1" y="84"/>
                  <a:pt x="1" y="96"/>
                  <a:pt x="4" y="112"/>
                </a:cubicBezTo>
                <a:cubicBezTo>
                  <a:pt x="18" y="175"/>
                  <a:pt x="128" y="194"/>
                  <a:pt x="145" y="234"/>
                </a:cubicBezTo>
                <a:cubicBezTo>
                  <a:pt x="148" y="241"/>
                  <a:pt x="147" y="251"/>
                  <a:pt x="145" y="257"/>
                </a:cubicBezTo>
                <a:cubicBezTo>
                  <a:pt x="143" y="267"/>
                  <a:pt x="136" y="278"/>
                  <a:pt x="115" y="278"/>
                </a:cubicBezTo>
                <a:cubicBezTo>
                  <a:pt x="95" y="278"/>
                  <a:pt x="84" y="267"/>
                  <a:pt x="84" y="250"/>
                </a:cubicBezTo>
                <a:cubicBezTo>
                  <a:pt x="83" y="220"/>
                  <a:pt x="83" y="220"/>
                  <a:pt x="83" y="220"/>
                </a:cubicBezTo>
                <a:cubicBezTo>
                  <a:pt x="0" y="220"/>
                  <a:pt x="0" y="220"/>
                  <a:pt x="0" y="220"/>
                </a:cubicBezTo>
                <a:cubicBezTo>
                  <a:pt x="0" y="244"/>
                  <a:pt x="0" y="244"/>
                  <a:pt x="0" y="244"/>
                </a:cubicBezTo>
                <a:cubicBezTo>
                  <a:pt x="0" y="313"/>
                  <a:pt x="55" y="334"/>
                  <a:pt x="113" y="334"/>
                </a:cubicBezTo>
                <a:cubicBezTo>
                  <a:pt x="169" y="334"/>
                  <a:pt x="216" y="315"/>
                  <a:pt x="223" y="263"/>
                </a:cubicBezTo>
                <a:cubicBezTo>
                  <a:pt x="227" y="236"/>
                  <a:pt x="224" y="218"/>
                  <a:pt x="223" y="212"/>
                </a:cubicBezTo>
                <a:cubicBezTo>
                  <a:pt x="210" y="146"/>
                  <a:pt x="92" y="127"/>
                  <a:pt x="83" y="91"/>
                </a:cubicBezTo>
                <a:moveTo>
                  <a:pt x="1096" y="91"/>
                </a:moveTo>
                <a:cubicBezTo>
                  <a:pt x="1094" y="85"/>
                  <a:pt x="1095" y="79"/>
                  <a:pt x="1096" y="75"/>
                </a:cubicBezTo>
                <a:cubicBezTo>
                  <a:pt x="1098" y="65"/>
                  <a:pt x="1104" y="54"/>
                  <a:pt x="1124" y="54"/>
                </a:cubicBezTo>
                <a:cubicBezTo>
                  <a:pt x="1142" y="54"/>
                  <a:pt x="1152" y="66"/>
                  <a:pt x="1152" y="82"/>
                </a:cubicBezTo>
                <a:cubicBezTo>
                  <a:pt x="1152" y="102"/>
                  <a:pt x="1152" y="102"/>
                  <a:pt x="1152" y="102"/>
                </a:cubicBezTo>
                <a:cubicBezTo>
                  <a:pt x="1229" y="102"/>
                  <a:pt x="1229" y="102"/>
                  <a:pt x="1229" y="102"/>
                </a:cubicBezTo>
                <a:cubicBezTo>
                  <a:pt x="1229" y="80"/>
                  <a:pt x="1229" y="80"/>
                  <a:pt x="1229" y="80"/>
                </a:cubicBezTo>
                <a:cubicBezTo>
                  <a:pt x="1229" y="13"/>
                  <a:pt x="1169" y="2"/>
                  <a:pt x="1125" y="2"/>
                </a:cubicBezTo>
                <a:cubicBezTo>
                  <a:pt x="1070" y="2"/>
                  <a:pt x="1026" y="20"/>
                  <a:pt x="1017" y="71"/>
                </a:cubicBezTo>
                <a:cubicBezTo>
                  <a:pt x="1015" y="84"/>
                  <a:pt x="1015" y="97"/>
                  <a:pt x="1018" y="112"/>
                </a:cubicBezTo>
                <a:cubicBezTo>
                  <a:pt x="1032" y="175"/>
                  <a:pt x="1141" y="193"/>
                  <a:pt x="1157" y="233"/>
                </a:cubicBezTo>
                <a:cubicBezTo>
                  <a:pt x="1160" y="241"/>
                  <a:pt x="1159" y="250"/>
                  <a:pt x="1158" y="256"/>
                </a:cubicBezTo>
                <a:cubicBezTo>
                  <a:pt x="1155" y="267"/>
                  <a:pt x="1148" y="277"/>
                  <a:pt x="1128" y="277"/>
                </a:cubicBezTo>
                <a:cubicBezTo>
                  <a:pt x="1108" y="277"/>
                  <a:pt x="1097" y="266"/>
                  <a:pt x="1097" y="249"/>
                </a:cubicBezTo>
                <a:cubicBezTo>
                  <a:pt x="1097" y="219"/>
                  <a:pt x="1097" y="219"/>
                  <a:pt x="1097" y="219"/>
                </a:cubicBezTo>
                <a:cubicBezTo>
                  <a:pt x="1014" y="219"/>
                  <a:pt x="1014" y="219"/>
                  <a:pt x="1014" y="219"/>
                </a:cubicBezTo>
                <a:cubicBezTo>
                  <a:pt x="1014" y="243"/>
                  <a:pt x="1014" y="243"/>
                  <a:pt x="1014" y="243"/>
                </a:cubicBezTo>
                <a:cubicBezTo>
                  <a:pt x="1014" y="312"/>
                  <a:pt x="1068" y="332"/>
                  <a:pt x="1126" y="332"/>
                </a:cubicBezTo>
                <a:cubicBezTo>
                  <a:pt x="1182" y="332"/>
                  <a:pt x="1228" y="313"/>
                  <a:pt x="1235" y="262"/>
                </a:cubicBezTo>
                <a:cubicBezTo>
                  <a:pt x="1238" y="235"/>
                  <a:pt x="1236" y="218"/>
                  <a:pt x="1234" y="211"/>
                </a:cubicBezTo>
                <a:cubicBezTo>
                  <a:pt x="1221" y="147"/>
                  <a:pt x="1105" y="127"/>
                  <a:pt x="1096" y="91"/>
                </a:cubicBezTo>
                <a:moveTo>
                  <a:pt x="1803" y="261"/>
                </a:moveTo>
                <a:cubicBezTo>
                  <a:pt x="1730" y="10"/>
                  <a:pt x="1730" y="10"/>
                  <a:pt x="1730" y="10"/>
                </a:cubicBezTo>
                <a:cubicBezTo>
                  <a:pt x="1614" y="10"/>
                  <a:pt x="1614" y="10"/>
                  <a:pt x="1614" y="10"/>
                </a:cubicBezTo>
                <a:cubicBezTo>
                  <a:pt x="1614" y="319"/>
                  <a:pt x="1614" y="319"/>
                  <a:pt x="1614" y="319"/>
                </a:cubicBezTo>
                <a:cubicBezTo>
                  <a:pt x="1691" y="319"/>
                  <a:pt x="1691" y="319"/>
                  <a:pt x="1691" y="319"/>
                </a:cubicBezTo>
                <a:cubicBezTo>
                  <a:pt x="1686" y="60"/>
                  <a:pt x="1686" y="60"/>
                  <a:pt x="1686" y="60"/>
                </a:cubicBezTo>
                <a:cubicBezTo>
                  <a:pt x="1765" y="319"/>
                  <a:pt x="1765" y="319"/>
                  <a:pt x="1765" y="319"/>
                </a:cubicBezTo>
                <a:cubicBezTo>
                  <a:pt x="1876" y="319"/>
                  <a:pt x="1876" y="319"/>
                  <a:pt x="1876" y="319"/>
                </a:cubicBezTo>
                <a:cubicBezTo>
                  <a:pt x="1876" y="10"/>
                  <a:pt x="1876" y="10"/>
                  <a:pt x="1876" y="10"/>
                </a:cubicBezTo>
                <a:cubicBezTo>
                  <a:pt x="1799" y="10"/>
                  <a:pt x="1799" y="10"/>
                  <a:pt x="1799" y="10"/>
                </a:cubicBezTo>
                <a:lnTo>
                  <a:pt x="1803" y="261"/>
                </a:lnTo>
                <a:close/>
                <a:moveTo>
                  <a:pt x="333" y="10"/>
                </a:moveTo>
                <a:cubicBezTo>
                  <a:pt x="276" y="322"/>
                  <a:pt x="276" y="322"/>
                  <a:pt x="276" y="322"/>
                </a:cubicBezTo>
                <a:cubicBezTo>
                  <a:pt x="360" y="322"/>
                  <a:pt x="360" y="322"/>
                  <a:pt x="360" y="322"/>
                </a:cubicBezTo>
                <a:cubicBezTo>
                  <a:pt x="403" y="33"/>
                  <a:pt x="403" y="33"/>
                  <a:pt x="403" y="33"/>
                </a:cubicBezTo>
                <a:cubicBezTo>
                  <a:pt x="446" y="322"/>
                  <a:pt x="446" y="322"/>
                  <a:pt x="446" y="322"/>
                </a:cubicBezTo>
                <a:cubicBezTo>
                  <a:pt x="529" y="322"/>
                  <a:pt x="529" y="322"/>
                  <a:pt x="529" y="322"/>
                </a:cubicBezTo>
                <a:cubicBezTo>
                  <a:pt x="472" y="10"/>
                  <a:pt x="472" y="10"/>
                  <a:pt x="472" y="10"/>
                </a:cubicBezTo>
                <a:lnTo>
                  <a:pt x="333" y="10"/>
                </a:lnTo>
                <a:close/>
                <a:moveTo>
                  <a:pt x="804" y="10"/>
                </a:moveTo>
                <a:cubicBezTo>
                  <a:pt x="765" y="254"/>
                  <a:pt x="765" y="254"/>
                  <a:pt x="765" y="254"/>
                </a:cubicBezTo>
                <a:cubicBezTo>
                  <a:pt x="725" y="10"/>
                  <a:pt x="725" y="10"/>
                  <a:pt x="725" y="10"/>
                </a:cubicBezTo>
                <a:cubicBezTo>
                  <a:pt x="598" y="10"/>
                  <a:pt x="598" y="10"/>
                  <a:pt x="598" y="10"/>
                </a:cubicBezTo>
                <a:cubicBezTo>
                  <a:pt x="592" y="322"/>
                  <a:pt x="592" y="322"/>
                  <a:pt x="592" y="322"/>
                </a:cubicBezTo>
                <a:cubicBezTo>
                  <a:pt x="669" y="322"/>
                  <a:pt x="669" y="322"/>
                  <a:pt x="669" y="322"/>
                </a:cubicBezTo>
                <a:cubicBezTo>
                  <a:pt x="671" y="33"/>
                  <a:pt x="671" y="33"/>
                  <a:pt x="671" y="33"/>
                </a:cubicBezTo>
                <a:cubicBezTo>
                  <a:pt x="725" y="322"/>
                  <a:pt x="725" y="322"/>
                  <a:pt x="725" y="322"/>
                </a:cubicBezTo>
                <a:cubicBezTo>
                  <a:pt x="804" y="322"/>
                  <a:pt x="804" y="322"/>
                  <a:pt x="804" y="322"/>
                </a:cubicBezTo>
                <a:cubicBezTo>
                  <a:pt x="858" y="33"/>
                  <a:pt x="858" y="33"/>
                  <a:pt x="858" y="33"/>
                </a:cubicBezTo>
                <a:cubicBezTo>
                  <a:pt x="860" y="322"/>
                  <a:pt x="860" y="322"/>
                  <a:pt x="860" y="322"/>
                </a:cubicBezTo>
                <a:cubicBezTo>
                  <a:pt x="938" y="322"/>
                  <a:pt x="938" y="322"/>
                  <a:pt x="938" y="322"/>
                </a:cubicBezTo>
                <a:cubicBezTo>
                  <a:pt x="931" y="10"/>
                  <a:pt x="931" y="10"/>
                  <a:pt x="931" y="10"/>
                </a:cubicBezTo>
                <a:lnTo>
                  <a:pt x="804" y="10"/>
                </a:lnTo>
                <a:close/>
                <a:moveTo>
                  <a:pt x="1528" y="10"/>
                </a:moveTo>
                <a:cubicBezTo>
                  <a:pt x="1449" y="10"/>
                  <a:pt x="1449" y="10"/>
                  <a:pt x="1449" y="10"/>
                </a:cubicBezTo>
                <a:cubicBezTo>
                  <a:pt x="1449" y="241"/>
                  <a:pt x="1449" y="241"/>
                  <a:pt x="1449" y="241"/>
                </a:cubicBezTo>
                <a:cubicBezTo>
                  <a:pt x="1449" y="245"/>
                  <a:pt x="1449" y="249"/>
                  <a:pt x="1448" y="253"/>
                </a:cubicBezTo>
                <a:cubicBezTo>
                  <a:pt x="1447" y="260"/>
                  <a:pt x="1440" y="275"/>
                  <a:pt x="1418" y="275"/>
                </a:cubicBezTo>
                <a:cubicBezTo>
                  <a:pt x="1397" y="275"/>
                  <a:pt x="1390" y="260"/>
                  <a:pt x="1389" y="253"/>
                </a:cubicBezTo>
                <a:cubicBezTo>
                  <a:pt x="1388" y="249"/>
                  <a:pt x="1388" y="245"/>
                  <a:pt x="1388" y="241"/>
                </a:cubicBezTo>
                <a:cubicBezTo>
                  <a:pt x="1388" y="10"/>
                  <a:pt x="1388" y="10"/>
                  <a:pt x="1388" y="10"/>
                </a:cubicBezTo>
                <a:cubicBezTo>
                  <a:pt x="1309" y="10"/>
                  <a:pt x="1309" y="10"/>
                  <a:pt x="1309" y="10"/>
                </a:cubicBezTo>
                <a:cubicBezTo>
                  <a:pt x="1309" y="234"/>
                  <a:pt x="1309" y="234"/>
                  <a:pt x="1309" y="234"/>
                </a:cubicBezTo>
                <a:cubicBezTo>
                  <a:pt x="1309" y="239"/>
                  <a:pt x="1309" y="251"/>
                  <a:pt x="1310" y="254"/>
                </a:cubicBezTo>
                <a:cubicBezTo>
                  <a:pt x="1315" y="312"/>
                  <a:pt x="1361" y="331"/>
                  <a:pt x="1418" y="331"/>
                </a:cubicBezTo>
                <a:cubicBezTo>
                  <a:pt x="1476" y="331"/>
                  <a:pt x="1522" y="312"/>
                  <a:pt x="1527" y="254"/>
                </a:cubicBezTo>
                <a:cubicBezTo>
                  <a:pt x="1528" y="251"/>
                  <a:pt x="1528" y="239"/>
                  <a:pt x="1528" y="234"/>
                </a:cubicBezTo>
                <a:lnTo>
                  <a:pt x="1528" y="10"/>
                </a:lnTo>
                <a:close/>
                <a:moveTo>
                  <a:pt x="2069" y="147"/>
                </a:moveTo>
                <a:cubicBezTo>
                  <a:pt x="2069" y="192"/>
                  <a:pt x="2069" y="192"/>
                  <a:pt x="2069" y="192"/>
                </a:cubicBezTo>
                <a:cubicBezTo>
                  <a:pt x="2101" y="192"/>
                  <a:pt x="2101" y="192"/>
                  <a:pt x="2101" y="192"/>
                </a:cubicBezTo>
                <a:cubicBezTo>
                  <a:pt x="2101" y="237"/>
                  <a:pt x="2101" y="237"/>
                  <a:pt x="2101" y="237"/>
                </a:cubicBezTo>
                <a:cubicBezTo>
                  <a:pt x="2101" y="241"/>
                  <a:pt x="2101" y="246"/>
                  <a:pt x="2100" y="249"/>
                </a:cubicBezTo>
                <a:cubicBezTo>
                  <a:pt x="2099" y="258"/>
                  <a:pt x="2091" y="272"/>
                  <a:pt x="2068" y="272"/>
                </a:cubicBezTo>
                <a:cubicBezTo>
                  <a:pt x="2045" y="272"/>
                  <a:pt x="2038" y="258"/>
                  <a:pt x="2036" y="249"/>
                </a:cubicBezTo>
                <a:cubicBezTo>
                  <a:pt x="2036" y="246"/>
                  <a:pt x="2035" y="241"/>
                  <a:pt x="2035" y="237"/>
                </a:cubicBezTo>
                <a:cubicBezTo>
                  <a:pt x="2035" y="95"/>
                  <a:pt x="2035" y="95"/>
                  <a:pt x="2035" y="95"/>
                </a:cubicBezTo>
                <a:cubicBezTo>
                  <a:pt x="2035" y="90"/>
                  <a:pt x="2036" y="85"/>
                  <a:pt x="2037" y="80"/>
                </a:cubicBezTo>
                <a:cubicBezTo>
                  <a:pt x="2038" y="73"/>
                  <a:pt x="2045" y="58"/>
                  <a:pt x="2068" y="58"/>
                </a:cubicBezTo>
                <a:cubicBezTo>
                  <a:pt x="2092" y="58"/>
                  <a:pt x="2098" y="74"/>
                  <a:pt x="2099" y="80"/>
                </a:cubicBezTo>
                <a:cubicBezTo>
                  <a:pt x="2100" y="85"/>
                  <a:pt x="2100" y="92"/>
                  <a:pt x="2100" y="92"/>
                </a:cubicBezTo>
                <a:cubicBezTo>
                  <a:pt x="2100" y="110"/>
                  <a:pt x="2100" y="110"/>
                  <a:pt x="2100" y="110"/>
                </a:cubicBezTo>
                <a:cubicBezTo>
                  <a:pt x="2178" y="110"/>
                  <a:pt x="2178" y="110"/>
                  <a:pt x="2178" y="110"/>
                </a:cubicBezTo>
                <a:cubicBezTo>
                  <a:pt x="2178" y="99"/>
                  <a:pt x="2178" y="99"/>
                  <a:pt x="2178" y="99"/>
                </a:cubicBezTo>
                <a:cubicBezTo>
                  <a:pt x="2178" y="99"/>
                  <a:pt x="2179" y="89"/>
                  <a:pt x="2178" y="79"/>
                </a:cubicBezTo>
                <a:cubicBezTo>
                  <a:pt x="2172" y="20"/>
                  <a:pt x="2124" y="2"/>
                  <a:pt x="2068" y="2"/>
                </a:cubicBezTo>
                <a:cubicBezTo>
                  <a:pt x="2013" y="2"/>
                  <a:pt x="1966" y="21"/>
                  <a:pt x="1959" y="79"/>
                </a:cubicBezTo>
                <a:cubicBezTo>
                  <a:pt x="1958" y="84"/>
                  <a:pt x="1958" y="94"/>
                  <a:pt x="1958" y="99"/>
                </a:cubicBezTo>
                <a:cubicBezTo>
                  <a:pt x="1958" y="230"/>
                  <a:pt x="1958" y="230"/>
                  <a:pt x="1958" y="230"/>
                </a:cubicBezTo>
                <a:cubicBezTo>
                  <a:pt x="1958" y="236"/>
                  <a:pt x="1958" y="241"/>
                  <a:pt x="1959" y="251"/>
                </a:cubicBezTo>
                <a:cubicBezTo>
                  <a:pt x="1964" y="308"/>
                  <a:pt x="2013" y="328"/>
                  <a:pt x="2068" y="328"/>
                </a:cubicBezTo>
                <a:cubicBezTo>
                  <a:pt x="2124" y="328"/>
                  <a:pt x="2173" y="308"/>
                  <a:pt x="2178" y="251"/>
                </a:cubicBezTo>
                <a:cubicBezTo>
                  <a:pt x="2179" y="241"/>
                  <a:pt x="2179" y="236"/>
                  <a:pt x="2179" y="230"/>
                </a:cubicBezTo>
                <a:cubicBezTo>
                  <a:pt x="2179" y="147"/>
                  <a:pt x="2179" y="147"/>
                  <a:pt x="2179" y="147"/>
                </a:cubicBezTo>
                <a:lnTo>
                  <a:pt x="2069" y="147"/>
                </a:lnTo>
                <a:close/>
              </a:path>
            </a:pathLst>
          </a:custGeom>
          <a:solidFill>
            <a:srgbClr val="0924A5"/>
          </a:solidFill>
          <a:ln>
            <a:noFill/>
          </a:ln>
        </p:spPr>
        <p:txBody>
          <a:bodyPr vert="horz" wrap="square" lIns="91411" tIns="45705" rIns="91411" bIns="45705" numCol="1" anchor="t" anchorCtr="0" compatLnSpc="1">
            <a:prstTxWarp prst="textNoShape">
              <a:avLst/>
            </a:prstTxWarp>
            <a:scene3d>
              <a:camera prst="orthographicFront"/>
              <a:lightRig rig="threePt" dir="t"/>
            </a:scene3d>
            <a:sp3d>
              <a:bevelT w="0" h="6350"/>
            </a:sp3d>
          </a:bodyPr>
          <a:lstStyle/>
          <a:p>
            <a:pPr marL="0" marR="0" lvl="0" indent="0" algn="l" defTabSz="914126" rtl="0" eaLnBrk="1" fontAlgn="auto" latinLnBrk="1" hangingPunct="1">
              <a:lnSpc>
                <a:spcPct val="100000"/>
              </a:lnSpc>
              <a:spcBef>
                <a:spcPts val="0"/>
              </a:spcBef>
              <a:spcAft>
                <a:spcPts val="0"/>
              </a:spcAft>
              <a:buClrTx/>
              <a:buSzTx/>
              <a:buFontTx/>
              <a:buNone/>
              <a:tabLst/>
              <a:defRPr/>
            </a:pPr>
            <a:endParaRPr lang="ko-KR" altLang="en-US" sz="1959" noProof="0" dirty="0"/>
          </a:p>
        </p:txBody>
      </p:sp>
      <p:pic>
        <p:nvPicPr>
          <p:cNvPr id="8" name="그림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4265631" y="6141164"/>
            <a:ext cx="1371564" cy="450000"/>
          </a:xfrm>
          <a:prstGeom prst="rect">
            <a:avLst/>
          </a:prstGeom>
        </p:spPr>
      </p:pic>
    </p:spTree>
    <p:extLst>
      <p:ext uri="{BB962C8B-B14F-4D97-AF65-F5344CB8AC3E}">
        <p14:creationId xmlns:p14="http://schemas.microsoft.com/office/powerpoint/2010/main" val="109314143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Front Cover">
    <p:bg>
      <p:bgPr>
        <a:solidFill>
          <a:schemeClr val="bg1">
            <a:lumMod val="95000"/>
          </a:schemeClr>
        </a:solidFill>
        <a:effectLst/>
      </p:bgPr>
    </p:bg>
    <p:spTree>
      <p:nvGrpSpPr>
        <p:cNvPr id="1" name=""/>
        <p:cNvGrpSpPr/>
        <p:nvPr/>
      </p:nvGrpSpPr>
      <p:grpSpPr>
        <a:xfrm>
          <a:off x="0" y="0"/>
          <a:ext cx="0" cy="0"/>
          <a:chOff x="0" y="0"/>
          <a:chExt cx="0" cy="0"/>
        </a:xfrm>
      </p:grpSpPr>
      <p:pic>
        <p:nvPicPr>
          <p:cNvPr id="9" name="그림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902825" cy="6858000"/>
          </a:xfrm>
          <a:prstGeom prst="rect">
            <a:avLst/>
          </a:prstGeom>
        </p:spPr>
      </p:pic>
      <p:sp>
        <p:nvSpPr>
          <p:cNvPr id="6" name="Freeform 5">
            <a:extLst>
              <a:ext uri="{FF2B5EF4-FFF2-40B4-BE49-F238E27FC236}">
                <a16:creationId xmlns:a16="http://schemas.microsoft.com/office/drawing/2014/main" id="{0D8AEED9-5E8F-4A4F-8427-AE314BEC60F8}"/>
              </a:ext>
            </a:extLst>
          </p:cNvPr>
          <p:cNvSpPr>
            <a:spLocks noChangeAspect="1" noEditPoints="1"/>
          </p:cNvSpPr>
          <p:nvPr userDrawn="1"/>
        </p:nvSpPr>
        <p:spPr bwMode="auto">
          <a:xfrm>
            <a:off x="449468" y="450000"/>
            <a:ext cx="1282022" cy="198000"/>
          </a:xfrm>
          <a:custGeom>
            <a:avLst/>
            <a:gdLst>
              <a:gd name="T0" fmla="*/ 82 w 2179"/>
              <a:gd name="T1" fmla="*/ 74 h 334"/>
              <a:gd name="T2" fmla="*/ 140 w 2179"/>
              <a:gd name="T3" fmla="*/ 82 h 334"/>
              <a:gd name="T4" fmla="*/ 218 w 2179"/>
              <a:gd name="T5" fmla="*/ 101 h 334"/>
              <a:gd name="T6" fmla="*/ 112 w 2179"/>
              <a:gd name="T7" fmla="*/ 0 h 334"/>
              <a:gd name="T8" fmla="*/ 4 w 2179"/>
              <a:gd name="T9" fmla="*/ 112 h 334"/>
              <a:gd name="T10" fmla="*/ 145 w 2179"/>
              <a:gd name="T11" fmla="*/ 257 h 334"/>
              <a:gd name="T12" fmla="*/ 84 w 2179"/>
              <a:gd name="T13" fmla="*/ 250 h 334"/>
              <a:gd name="T14" fmla="*/ 0 w 2179"/>
              <a:gd name="T15" fmla="*/ 220 h 334"/>
              <a:gd name="T16" fmla="*/ 113 w 2179"/>
              <a:gd name="T17" fmla="*/ 334 h 334"/>
              <a:gd name="T18" fmla="*/ 223 w 2179"/>
              <a:gd name="T19" fmla="*/ 212 h 334"/>
              <a:gd name="T20" fmla="*/ 1096 w 2179"/>
              <a:gd name="T21" fmla="*/ 91 h 334"/>
              <a:gd name="T22" fmla="*/ 1124 w 2179"/>
              <a:gd name="T23" fmla="*/ 54 h 334"/>
              <a:gd name="T24" fmla="*/ 1152 w 2179"/>
              <a:gd name="T25" fmla="*/ 102 h 334"/>
              <a:gd name="T26" fmla="*/ 1229 w 2179"/>
              <a:gd name="T27" fmla="*/ 80 h 334"/>
              <a:gd name="T28" fmla="*/ 1017 w 2179"/>
              <a:gd name="T29" fmla="*/ 71 h 334"/>
              <a:gd name="T30" fmla="*/ 1157 w 2179"/>
              <a:gd name="T31" fmla="*/ 233 h 334"/>
              <a:gd name="T32" fmla="*/ 1128 w 2179"/>
              <a:gd name="T33" fmla="*/ 277 h 334"/>
              <a:gd name="T34" fmla="*/ 1097 w 2179"/>
              <a:gd name="T35" fmla="*/ 219 h 334"/>
              <a:gd name="T36" fmla="*/ 1014 w 2179"/>
              <a:gd name="T37" fmla="*/ 243 h 334"/>
              <a:gd name="T38" fmla="*/ 1235 w 2179"/>
              <a:gd name="T39" fmla="*/ 262 h 334"/>
              <a:gd name="T40" fmla="*/ 1096 w 2179"/>
              <a:gd name="T41" fmla="*/ 91 h 334"/>
              <a:gd name="T42" fmla="*/ 1730 w 2179"/>
              <a:gd name="T43" fmla="*/ 10 h 334"/>
              <a:gd name="T44" fmla="*/ 1614 w 2179"/>
              <a:gd name="T45" fmla="*/ 319 h 334"/>
              <a:gd name="T46" fmla="*/ 1686 w 2179"/>
              <a:gd name="T47" fmla="*/ 60 h 334"/>
              <a:gd name="T48" fmla="*/ 1876 w 2179"/>
              <a:gd name="T49" fmla="*/ 319 h 334"/>
              <a:gd name="T50" fmla="*/ 1799 w 2179"/>
              <a:gd name="T51" fmla="*/ 10 h 334"/>
              <a:gd name="T52" fmla="*/ 333 w 2179"/>
              <a:gd name="T53" fmla="*/ 10 h 334"/>
              <a:gd name="T54" fmla="*/ 360 w 2179"/>
              <a:gd name="T55" fmla="*/ 322 h 334"/>
              <a:gd name="T56" fmla="*/ 446 w 2179"/>
              <a:gd name="T57" fmla="*/ 322 h 334"/>
              <a:gd name="T58" fmla="*/ 472 w 2179"/>
              <a:gd name="T59" fmla="*/ 10 h 334"/>
              <a:gd name="T60" fmla="*/ 804 w 2179"/>
              <a:gd name="T61" fmla="*/ 10 h 334"/>
              <a:gd name="T62" fmla="*/ 725 w 2179"/>
              <a:gd name="T63" fmla="*/ 10 h 334"/>
              <a:gd name="T64" fmla="*/ 592 w 2179"/>
              <a:gd name="T65" fmla="*/ 322 h 334"/>
              <a:gd name="T66" fmla="*/ 671 w 2179"/>
              <a:gd name="T67" fmla="*/ 33 h 334"/>
              <a:gd name="T68" fmla="*/ 804 w 2179"/>
              <a:gd name="T69" fmla="*/ 322 h 334"/>
              <a:gd name="T70" fmla="*/ 860 w 2179"/>
              <a:gd name="T71" fmla="*/ 322 h 334"/>
              <a:gd name="T72" fmla="*/ 931 w 2179"/>
              <a:gd name="T73" fmla="*/ 10 h 334"/>
              <a:gd name="T74" fmla="*/ 1528 w 2179"/>
              <a:gd name="T75" fmla="*/ 10 h 334"/>
              <a:gd name="T76" fmla="*/ 1449 w 2179"/>
              <a:gd name="T77" fmla="*/ 241 h 334"/>
              <a:gd name="T78" fmla="*/ 1418 w 2179"/>
              <a:gd name="T79" fmla="*/ 275 h 334"/>
              <a:gd name="T80" fmla="*/ 1388 w 2179"/>
              <a:gd name="T81" fmla="*/ 241 h 334"/>
              <a:gd name="T82" fmla="*/ 1309 w 2179"/>
              <a:gd name="T83" fmla="*/ 10 h 334"/>
              <a:gd name="T84" fmla="*/ 1310 w 2179"/>
              <a:gd name="T85" fmla="*/ 254 h 334"/>
              <a:gd name="T86" fmla="*/ 1527 w 2179"/>
              <a:gd name="T87" fmla="*/ 254 h 334"/>
              <a:gd name="T88" fmla="*/ 1528 w 2179"/>
              <a:gd name="T89" fmla="*/ 10 h 334"/>
              <a:gd name="T90" fmla="*/ 2069 w 2179"/>
              <a:gd name="T91" fmla="*/ 192 h 334"/>
              <a:gd name="T92" fmla="*/ 2101 w 2179"/>
              <a:gd name="T93" fmla="*/ 237 h 334"/>
              <a:gd name="T94" fmla="*/ 2068 w 2179"/>
              <a:gd name="T95" fmla="*/ 272 h 334"/>
              <a:gd name="T96" fmla="*/ 2035 w 2179"/>
              <a:gd name="T97" fmla="*/ 237 h 334"/>
              <a:gd name="T98" fmla="*/ 2037 w 2179"/>
              <a:gd name="T99" fmla="*/ 80 h 334"/>
              <a:gd name="T100" fmla="*/ 2099 w 2179"/>
              <a:gd name="T101" fmla="*/ 80 h 334"/>
              <a:gd name="T102" fmla="*/ 2100 w 2179"/>
              <a:gd name="T103" fmla="*/ 110 h 334"/>
              <a:gd name="T104" fmla="*/ 2178 w 2179"/>
              <a:gd name="T105" fmla="*/ 99 h 334"/>
              <a:gd name="T106" fmla="*/ 2068 w 2179"/>
              <a:gd name="T107" fmla="*/ 2 h 334"/>
              <a:gd name="T108" fmla="*/ 1958 w 2179"/>
              <a:gd name="T109" fmla="*/ 99 h 334"/>
              <a:gd name="T110" fmla="*/ 1959 w 2179"/>
              <a:gd name="T111" fmla="*/ 251 h 334"/>
              <a:gd name="T112" fmla="*/ 2178 w 2179"/>
              <a:gd name="T113" fmla="*/ 251 h 334"/>
              <a:gd name="T114" fmla="*/ 2179 w 2179"/>
              <a:gd name="T115" fmla="*/ 147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9" h="334">
                <a:moveTo>
                  <a:pt x="83" y="91"/>
                </a:moveTo>
                <a:cubicBezTo>
                  <a:pt x="81" y="84"/>
                  <a:pt x="82" y="78"/>
                  <a:pt x="82" y="74"/>
                </a:cubicBezTo>
                <a:cubicBezTo>
                  <a:pt x="84" y="64"/>
                  <a:pt x="91" y="53"/>
                  <a:pt x="111" y="53"/>
                </a:cubicBezTo>
                <a:cubicBezTo>
                  <a:pt x="129" y="53"/>
                  <a:pt x="140" y="65"/>
                  <a:pt x="140" y="82"/>
                </a:cubicBezTo>
                <a:cubicBezTo>
                  <a:pt x="140" y="101"/>
                  <a:pt x="140" y="101"/>
                  <a:pt x="140" y="101"/>
                </a:cubicBezTo>
                <a:cubicBezTo>
                  <a:pt x="218" y="101"/>
                  <a:pt x="218" y="101"/>
                  <a:pt x="218" y="101"/>
                </a:cubicBezTo>
                <a:cubicBezTo>
                  <a:pt x="218" y="79"/>
                  <a:pt x="218" y="79"/>
                  <a:pt x="218" y="79"/>
                </a:cubicBezTo>
                <a:cubicBezTo>
                  <a:pt x="218" y="11"/>
                  <a:pt x="156" y="0"/>
                  <a:pt x="112" y="0"/>
                </a:cubicBezTo>
                <a:cubicBezTo>
                  <a:pt x="57" y="0"/>
                  <a:pt x="12" y="19"/>
                  <a:pt x="4" y="70"/>
                </a:cubicBezTo>
                <a:cubicBezTo>
                  <a:pt x="1" y="84"/>
                  <a:pt x="1" y="96"/>
                  <a:pt x="4" y="112"/>
                </a:cubicBezTo>
                <a:cubicBezTo>
                  <a:pt x="18" y="175"/>
                  <a:pt x="128" y="194"/>
                  <a:pt x="145" y="234"/>
                </a:cubicBezTo>
                <a:cubicBezTo>
                  <a:pt x="148" y="241"/>
                  <a:pt x="147" y="251"/>
                  <a:pt x="145" y="257"/>
                </a:cubicBezTo>
                <a:cubicBezTo>
                  <a:pt x="143" y="267"/>
                  <a:pt x="136" y="278"/>
                  <a:pt x="115" y="278"/>
                </a:cubicBezTo>
                <a:cubicBezTo>
                  <a:pt x="95" y="278"/>
                  <a:pt x="84" y="267"/>
                  <a:pt x="84" y="250"/>
                </a:cubicBezTo>
                <a:cubicBezTo>
                  <a:pt x="83" y="220"/>
                  <a:pt x="83" y="220"/>
                  <a:pt x="83" y="220"/>
                </a:cubicBezTo>
                <a:cubicBezTo>
                  <a:pt x="0" y="220"/>
                  <a:pt x="0" y="220"/>
                  <a:pt x="0" y="220"/>
                </a:cubicBezTo>
                <a:cubicBezTo>
                  <a:pt x="0" y="244"/>
                  <a:pt x="0" y="244"/>
                  <a:pt x="0" y="244"/>
                </a:cubicBezTo>
                <a:cubicBezTo>
                  <a:pt x="0" y="313"/>
                  <a:pt x="55" y="334"/>
                  <a:pt x="113" y="334"/>
                </a:cubicBezTo>
                <a:cubicBezTo>
                  <a:pt x="169" y="334"/>
                  <a:pt x="216" y="315"/>
                  <a:pt x="223" y="263"/>
                </a:cubicBezTo>
                <a:cubicBezTo>
                  <a:pt x="227" y="236"/>
                  <a:pt x="224" y="218"/>
                  <a:pt x="223" y="212"/>
                </a:cubicBezTo>
                <a:cubicBezTo>
                  <a:pt x="210" y="146"/>
                  <a:pt x="92" y="127"/>
                  <a:pt x="83" y="91"/>
                </a:cubicBezTo>
                <a:moveTo>
                  <a:pt x="1096" y="91"/>
                </a:moveTo>
                <a:cubicBezTo>
                  <a:pt x="1094" y="85"/>
                  <a:pt x="1095" y="79"/>
                  <a:pt x="1096" y="75"/>
                </a:cubicBezTo>
                <a:cubicBezTo>
                  <a:pt x="1098" y="65"/>
                  <a:pt x="1104" y="54"/>
                  <a:pt x="1124" y="54"/>
                </a:cubicBezTo>
                <a:cubicBezTo>
                  <a:pt x="1142" y="54"/>
                  <a:pt x="1152" y="66"/>
                  <a:pt x="1152" y="82"/>
                </a:cubicBezTo>
                <a:cubicBezTo>
                  <a:pt x="1152" y="102"/>
                  <a:pt x="1152" y="102"/>
                  <a:pt x="1152" y="102"/>
                </a:cubicBezTo>
                <a:cubicBezTo>
                  <a:pt x="1229" y="102"/>
                  <a:pt x="1229" y="102"/>
                  <a:pt x="1229" y="102"/>
                </a:cubicBezTo>
                <a:cubicBezTo>
                  <a:pt x="1229" y="80"/>
                  <a:pt x="1229" y="80"/>
                  <a:pt x="1229" y="80"/>
                </a:cubicBezTo>
                <a:cubicBezTo>
                  <a:pt x="1229" y="13"/>
                  <a:pt x="1169" y="2"/>
                  <a:pt x="1125" y="2"/>
                </a:cubicBezTo>
                <a:cubicBezTo>
                  <a:pt x="1070" y="2"/>
                  <a:pt x="1026" y="20"/>
                  <a:pt x="1017" y="71"/>
                </a:cubicBezTo>
                <a:cubicBezTo>
                  <a:pt x="1015" y="84"/>
                  <a:pt x="1015" y="97"/>
                  <a:pt x="1018" y="112"/>
                </a:cubicBezTo>
                <a:cubicBezTo>
                  <a:pt x="1032" y="175"/>
                  <a:pt x="1141" y="193"/>
                  <a:pt x="1157" y="233"/>
                </a:cubicBezTo>
                <a:cubicBezTo>
                  <a:pt x="1160" y="241"/>
                  <a:pt x="1159" y="250"/>
                  <a:pt x="1158" y="256"/>
                </a:cubicBezTo>
                <a:cubicBezTo>
                  <a:pt x="1155" y="267"/>
                  <a:pt x="1148" y="277"/>
                  <a:pt x="1128" y="277"/>
                </a:cubicBezTo>
                <a:cubicBezTo>
                  <a:pt x="1108" y="277"/>
                  <a:pt x="1097" y="266"/>
                  <a:pt x="1097" y="249"/>
                </a:cubicBezTo>
                <a:cubicBezTo>
                  <a:pt x="1097" y="219"/>
                  <a:pt x="1097" y="219"/>
                  <a:pt x="1097" y="219"/>
                </a:cubicBezTo>
                <a:cubicBezTo>
                  <a:pt x="1014" y="219"/>
                  <a:pt x="1014" y="219"/>
                  <a:pt x="1014" y="219"/>
                </a:cubicBezTo>
                <a:cubicBezTo>
                  <a:pt x="1014" y="243"/>
                  <a:pt x="1014" y="243"/>
                  <a:pt x="1014" y="243"/>
                </a:cubicBezTo>
                <a:cubicBezTo>
                  <a:pt x="1014" y="312"/>
                  <a:pt x="1068" y="332"/>
                  <a:pt x="1126" y="332"/>
                </a:cubicBezTo>
                <a:cubicBezTo>
                  <a:pt x="1182" y="332"/>
                  <a:pt x="1228" y="313"/>
                  <a:pt x="1235" y="262"/>
                </a:cubicBezTo>
                <a:cubicBezTo>
                  <a:pt x="1238" y="235"/>
                  <a:pt x="1236" y="218"/>
                  <a:pt x="1234" y="211"/>
                </a:cubicBezTo>
                <a:cubicBezTo>
                  <a:pt x="1221" y="147"/>
                  <a:pt x="1105" y="127"/>
                  <a:pt x="1096" y="91"/>
                </a:cubicBezTo>
                <a:moveTo>
                  <a:pt x="1803" y="261"/>
                </a:moveTo>
                <a:cubicBezTo>
                  <a:pt x="1730" y="10"/>
                  <a:pt x="1730" y="10"/>
                  <a:pt x="1730" y="10"/>
                </a:cubicBezTo>
                <a:cubicBezTo>
                  <a:pt x="1614" y="10"/>
                  <a:pt x="1614" y="10"/>
                  <a:pt x="1614" y="10"/>
                </a:cubicBezTo>
                <a:cubicBezTo>
                  <a:pt x="1614" y="319"/>
                  <a:pt x="1614" y="319"/>
                  <a:pt x="1614" y="319"/>
                </a:cubicBezTo>
                <a:cubicBezTo>
                  <a:pt x="1691" y="319"/>
                  <a:pt x="1691" y="319"/>
                  <a:pt x="1691" y="319"/>
                </a:cubicBezTo>
                <a:cubicBezTo>
                  <a:pt x="1686" y="60"/>
                  <a:pt x="1686" y="60"/>
                  <a:pt x="1686" y="60"/>
                </a:cubicBezTo>
                <a:cubicBezTo>
                  <a:pt x="1765" y="319"/>
                  <a:pt x="1765" y="319"/>
                  <a:pt x="1765" y="319"/>
                </a:cubicBezTo>
                <a:cubicBezTo>
                  <a:pt x="1876" y="319"/>
                  <a:pt x="1876" y="319"/>
                  <a:pt x="1876" y="319"/>
                </a:cubicBezTo>
                <a:cubicBezTo>
                  <a:pt x="1876" y="10"/>
                  <a:pt x="1876" y="10"/>
                  <a:pt x="1876" y="10"/>
                </a:cubicBezTo>
                <a:cubicBezTo>
                  <a:pt x="1799" y="10"/>
                  <a:pt x="1799" y="10"/>
                  <a:pt x="1799" y="10"/>
                </a:cubicBezTo>
                <a:lnTo>
                  <a:pt x="1803" y="261"/>
                </a:lnTo>
                <a:close/>
                <a:moveTo>
                  <a:pt x="333" y="10"/>
                </a:moveTo>
                <a:cubicBezTo>
                  <a:pt x="276" y="322"/>
                  <a:pt x="276" y="322"/>
                  <a:pt x="276" y="322"/>
                </a:cubicBezTo>
                <a:cubicBezTo>
                  <a:pt x="360" y="322"/>
                  <a:pt x="360" y="322"/>
                  <a:pt x="360" y="322"/>
                </a:cubicBezTo>
                <a:cubicBezTo>
                  <a:pt x="403" y="33"/>
                  <a:pt x="403" y="33"/>
                  <a:pt x="403" y="33"/>
                </a:cubicBezTo>
                <a:cubicBezTo>
                  <a:pt x="446" y="322"/>
                  <a:pt x="446" y="322"/>
                  <a:pt x="446" y="322"/>
                </a:cubicBezTo>
                <a:cubicBezTo>
                  <a:pt x="529" y="322"/>
                  <a:pt x="529" y="322"/>
                  <a:pt x="529" y="322"/>
                </a:cubicBezTo>
                <a:cubicBezTo>
                  <a:pt x="472" y="10"/>
                  <a:pt x="472" y="10"/>
                  <a:pt x="472" y="10"/>
                </a:cubicBezTo>
                <a:lnTo>
                  <a:pt x="333" y="10"/>
                </a:lnTo>
                <a:close/>
                <a:moveTo>
                  <a:pt x="804" y="10"/>
                </a:moveTo>
                <a:cubicBezTo>
                  <a:pt x="765" y="254"/>
                  <a:pt x="765" y="254"/>
                  <a:pt x="765" y="254"/>
                </a:cubicBezTo>
                <a:cubicBezTo>
                  <a:pt x="725" y="10"/>
                  <a:pt x="725" y="10"/>
                  <a:pt x="725" y="10"/>
                </a:cubicBezTo>
                <a:cubicBezTo>
                  <a:pt x="598" y="10"/>
                  <a:pt x="598" y="10"/>
                  <a:pt x="598" y="10"/>
                </a:cubicBezTo>
                <a:cubicBezTo>
                  <a:pt x="592" y="322"/>
                  <a:pt x="592" y="322"/>
                  <a:pt x="592" y="322"/>
                </a:cubicBezTo>
                <a:cubicBezTo>
                  <a:pt x="669" y="322"/>
                  <a:pt x="669" y="322"/>
                  <a:pt x="669" y="322"/>
                </a:cubicBezTo>
                <a:cubicBezTo>
                  <a:pt x="671" y="33"/>
                  <a:pt x="671" y="33"/>
                  <a:pt x="671" y="33"/>
                </a:cubicBezTo>
                <a:cubicBezTo>
                  <a:pt x="725" y="322"/>
                  <a:pt x="725" y="322"/>
                  <a:pt x="725" y="322"/>
                </a:cubicBezTo>
                <a:cubicBezTo>
                  <a:pt x="804" y="322"/>
                  <a:pt x="804" y="322"/>
                  <a:pt x="804" y="322"/>
                </a:cubicBezTo>
                <a:cubicBezTo>
                  <a:pt x="858" y="33"/>
                  <a:pt x="858" y="33"/>
                  <a:pt x="858" y="33"/>
                </a:cubicBezTo>
                <a:cubicBezTo>
                  <a:pt x="860" y="322"/>
                  <a:pt x="860" y="322"/>
                  <a:pt x="860" y="322"/>
                </a:cubicBezTo>
                <a:cubicBezTo>
                  <a:pt x="938" y="322"/>
                  <a:pt x="938" y="322"/>
                  <a:pt x="938" y="322"/>
                </a:cubicBezTo>
                <a:cubicBezTo>
                  <a:pt x="931" y="10"/>
                  <a:pt x="931" y="10"/>
                  <a:pt x="931" y="10"/>
                </a:cubicBezTo>
                <a:lnTo>
                  <a:pt x="804" y="10"/>
                </a:lnTo>
                <a:close/>
                <a:moveTo>
                  <a:pt x="1528" y="10"/>
                </a:moveTo>
                <a:cubicBezTo>
                  <a:pt x="1449" y="10"/>
                  <a:pt x="1449" y="10"/>
                  <a:pt x="1449" y="10"/>
                </a:cubicBezTo>
                <a:cubicBezTo>
                  <a:pt x="1449" y="241"/>
                  <a:pt x="1449" y="241"/>
                  <a:pt x="1449" y="241"/>
                </a:cubicBezTo>
                <a:cubicBezTo>
                  <a:pt x="1449" y="245"/>
                  <a:pt x="1449" y="249"/>
                  <a:pt x="1448" y="253"/>
                </a:cubicBezTo>
                <a:cubicBezTo>
                  <a:pt x="1447" y="260"/>
                  <a:pt x="1440" y="275"/>
                  <a:pt x="1418" y="275"/>
                </a:cubicBezTo>
                <a:cubicBezTo>
                  <a:pt x="1397" y="275"/>
                  <a:pt x="1390" y="260"/>
                  <a:pt x="1389" y="253"/>
                </a:cubicBezTo>
                <a:cubicBezTo>
                  <a:pt x="1388" y="249"/>
                  <a:pt x="1388" y="245"/>
                  <a:pt x="1388" y="241"/>
                </a:cubicBezTo>
                <a:cubicBezTo>
                  <a:pt x="1388" y="10"/>
                  <a:pt x="1388" y="10"/>
                  <a:pt x="1388" y="10"/>
                </a:cubicBezTo>
                <a:cubicBezTo>
                  <a:pt x="1309" y="10"/>
                  <a:pt x="1309" y="10"/>
                  <a:pt x="1309" y="10"/>
                </a:cubicBezTo>
                <a:cubicBezTo>
                  <a:pt x="1309" y="234"/>
                  <a:pt x="1309" y="234"/>
                  <a:pt x="1309" y="234"/>
                </a:cubicBezTo>
                <a:cubicBezTo>
                  <a:pt x="1309" y="239"/>
                  <a:pt x="1309" y="251"/>
                  <a:pt x="1310" y="254"/>
                </a:cubicBezTo>
                <a:cubicBezTo>
                  <a:pt x="1315" y="312"/>
                  <a:pt x="1361" y="331"/>
                  <a:pt x="1418" y="331"/>
                </a:cubicBezTo>
                <a:cubicBezTo>
                  <a:pt x="1476" y="331"/>
                  <a:pt x="1522" y="312"/>
                  <a:pt x="1527" y="254"/>
                </a:cubicBezTo>
                <a:cubicBezTo>
                  <a:pt x="1528" y="251"/>
                  <a:pt x="1528" y="239"/>
                  <a:pt x="1528" y="234"/>
                </a:cubicBezTo>
                <a:lnTo>
                  <a:pt x="1528" y="10"/>
                </a:lnTo>
                <a:close/>
                <a:moveTo>
                  <a:pt x="2069" y="147"/>
                </a:moveTo>
                <a:cubicBezTo>
                  <a:pt x="2069" y="192"/>
                  <a:pt x="2069" y="192"/>
                  <a:pt x="2069" y="192"/>
                </a:cubicBezTo>
                <a:cubicBezTo>
                  <a:pt x="2101" y="192"/>
                  <a:pt x="2101" y="192"/>
                  <a:pt x="2101" y="192"/>
                </a:cubicBezTo>
                <a:cubicBezTo>
                  <a:pt x="2101" y="237"/>
                  <a:pt x="2101" y="237"/>
                  <a:pt x="2101" y="237"/>
                </a:cubicBezTo>
                <a:cubicBezTo>
                  <a:pt x="2101" y="241"/>
                  <a:pt x="2101" y="246"/>
                  <a:pt x="2100" y="249"/>
                </a:cubicBezTo>
                <a:cubicBezTo>
                  <a:pt x="2099" y="258"/>
                  <a:pt x="2091" y="272"/>
                  <a:pt x="2068" y="272"/>
                </a:cubicBezTo>
                <a:cubicBezTo>
                  <a:pt x="2045" y="272"/>
                  <a:pt x="2038" y="258"/>
                  <a:pt x="2036" y="249"/>
                </a:cubicBezTo>
                <a:cubicBezTo>
                  <a:pt x="2036" y="246"/>
                  <a:pt x="2035" y="241"/>
                  <a:pt x="2035" y="237"/>
                </a:cubicBezTo>
                <a:cubicBezTo>
                  <a:pt x="2035" y="95"/>
                  <a:pt x="2035" y="95"/>
                  <a:pt x="2035" y="95"/>
                </a:cubicBezTo>
                <a:cubicBezTo>
                  <a:pt x="2035" y="90"/>
                  <a:pt x="2036" y="85"/>
                  <a:pt x="2037" y="80"/>
                </a:cubicBezTo>
                <a:cubicBezTo>
                  <a:pt x="2038" y="73"/>
                  <a:pt x="2045" y="58"/>
                  <a:pt x="2068" y="58"/>
                </a:cubicBezTo>
                <a:cubicBezTo>
                  <a:pt x="2092" y="58"/>
                  <a:pt x="2098" y="74"/>
                  <a:pt x="2099" y="80"/>
                </a:cubicBezTo>
                <a:cubicBezTo>
                  <a:pt x="2100" y="85"/>
                  <a:pt x="2100" y="92"/>
                  <a:pt x="2100" y="92"/>
                </a:cubicBezTo>
                <a:cubicBezTo>
                  <a:pt x="2100" y="110"/>
                  <a:pt x="2100" y="110"/>
                  <a:pt x="2100" y="110"/>
                </a:cubicBezTo>
                <a:cubicBezTo>
                  <a:pt x="2178" y="110"/>
                  <a:pt x="2178" y="110"/>
                  <a:pt x="2178" y="110"/>
                </a:cubicBezTo>
                <a:cubicBezTo>
                  <a:pt x="2178" y="99"/>
                  <a:pt x="2178" y="99"/>
                  <a:pt x="2178" y="99"/>
                </a:cubicBezTo>
                <a:cubicBezTo>
                  <a:pt x="2178" y="99"/>
                  <a:pt x="2179" y="89"/>
                  <a:pt x="2178" y="79"/>
                </a:cubicBezTo>
                <a:cubicBezTo>
                  <a:pt x="2172" y="20"/>
                  <a:pt x="2124" y="2"/>
                  <a:pt x="2068" y="2"/>
                </a:cubicBezTo>
                <a:cubicBezTo>
                  <a:pt x="2013" y="2"/>
                  <a:pt x="1966" y="21"/>
                  <a:pt x="1959" y="79"/>
                </a:cubicBezTo>
                <a:cubicBezTo>
                  <a:pt x="1958" y="84"/>
                  <a:pt x="1958" y="94"/>
                  <a:pt x="1958" y="99"/>
                </a:cubicBezTo>
                <a:cubicBezTo>
                  <a:pt x="1958" y="230"/>
                  <a:pt x="1958" y="230"/>
                  <a:pt x="1958" y="230"/>
                </a:cubicBezTo>
                <a:cubicBezTo>
                  <a:pt x="1958" y="236"/>
                  <a:pt x="1958" y="241"/>
                  <a:pt x="1959" y="251"/>
                </a:cubicBezTo>
                <a:cubicBezTo>
                  <a:pt x="1964" y="308"/>
                  <a:pt x="2013" y="328"/>
                  <a:pt x="2068" y="328"/>
                </a:cubicBezTo>
                <a:cubicBezTo>
                  <a:pt x="2124" y="328"/>
                  <a:pt x="2173" y="308"/>
                  <a:pt x="2178" y="251"/>
                </a:cubicBezTo>
                <a:cubicBezTo>
                  <a:pt x="2179" y="241"/>
                  <a:pt x="2179" y="236"/>
                  <a:pt x="2179" y="230"/>
                </a:cubicBezTo>
                <a:cubicBezTo>
                  <a:pt x="2179" y="147"/>
                  <a:pt x="2179" y="147"/>
                  <a:pt x="2179" y="147"/>
                </a:cubicBezTo>
                <a:lnTo>
                  <a:pt x="2069" y="147"/>
                </a:lnTo>
                <a:close/>
              </a:path>
            </a:pathLst>
          </a:custGeom>
          <a:solidFill>
            <a:srgbClr val="0924A5"/>
          </a:solidFill>
          <a:ln>
            <a:noFill/>
          </a:ln>
        </p:spPr>
        <p:txBody>
          <a:bodyPr vert="horz" wrap="square" lIns="91411" tIns="45705" rIns="91411" bIns="45705" numCol="1" anchor="t" anchorCtr="0" compatLnSpc="1">
            <a:prstTxWarp prst="textNoShape">
              <a:avLst/>
            </a:prstTxWarp>
            <a:scene3d>
              <a:camera prst="orthographicFront"/>
              <a:lightRig rig="threePt" dir="t"/>
            </a:scene3d>
            <a:sp3d>
              <a:bevelT w="0" h="6350"/>
            </a:sp3d>
          </a:bodyPr>
          <a:lstStyle/>
          <a:p>
            <a:pPr marL="0" marR="0" lvl="0" indent="0" algn="l" defTabSz="914126" rtl="0" eaLnBrk="1" fontAlgn="auto" latinLnBrk="1" hangingPunct="1">
              <a:lnSpc>
                <a:spcPct val="100000"/>
              </a:lnSpc>
              <a:spcBef>
                <a:spcPts val="0"/>
              </a:spcBef>
              <a:spcAft>
                <a:spcPts val="0"/>
              </a:spcAft>
              <a:buClrTx/>
              <a:buSzTx/>
              <a:buFontTx/>
              <a:buNone/>
              <a:tabLst/>
              <a:defRPr/>
            </a:pPr>
            <a:endParaRPr lang="ko-KR" altLang="en-US" sz="1959" noProof="0" dirty="0"/>
          </a:p>
        </p:txBody>
      </p:sp>
      <p:pic>
        <p:nvPicPr>
          <p:cNvPr id="10" name="그림 9"/>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4265631" y="6141164"/>
            <a:ext cx="1371564" cy="450000"/>
          </a:xfrm>
          <a:prstGeom prst="rect">
            <a:avLst/>
          </a:prstGeom>
        </p:spPr>
      </p:pic>
    </p:spTree>
    <p:extLst>
      <p:ext uri="{BB962C8B-B14F-4D97-AF65-F5344CB8AC3E}">
        <p14:creationId xmlns:p14="http://schemas.microsoft.com/office/powerpoint/2010/main" val="246499953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Break Time Slide">
    <p:spTree>
      <p:nvGrpSpPr>
        <p:cNvPr id="1" name=""/>
        <p:cNvGrpSpPr/>
        <p:nvPr/>
      </p:nvGrpSpPr>
      <p:grpSpPr>
        <a:xfrm>
          <a:off x="0" y="0"/>
          <a:ext cx="0" cy="0"/>
          <a:chOff x="0" y="0"/>
          <a:chExt cx="0" cy="0"/>
        </a:xfrm>
      </p:grpSpPr>
      <p:sp>
        <p:nvSpPr>
          <p:cNvPr id="3" name="슬라이드 번호 개체 틀 15">
            <a:extLst>
              <a:ext uri="{FF2B5EF4-FFF2-40B4-BE49-F238E27FC236}">
                <a16:creationId xmlns:a16="http://schemas.microsoft.com/office/drawing/2014/main" id="{8C6D6C91-60C1-41CF-B03F-1735A6A41637}"/>
              </a:ext>
            </a:extLst>
          </p:cNvPr>
          <p:cNvSpPr txBox="1">
            <a:spLocks/>
          </p:cNvSpPr>
          <p:nvPr userDrawn="1"/>
        </p:nvSpPr>
        <p:spPr>
          <a:xfrm>
            <a:off x="8805867" y="6347726"/>
            <a:ext cx="538163" cy="1692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1100" smtClean="0">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11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Tree>
    <p:extLst>
      <p:ext uri="{BB962C8B-B14F-4D97-AF65-F5344CB8AC3E}">
        <p14:creationId xmlns:p14="http://schemas.microsoft.com/office/powerpoint/2010/main" val="344543821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5_Table of Contents">
    <p:spTree>
      <p:nvGrpSpPr>
        <p:cNvPr id="1" name=""/>
        <p:cNvGrpSpPr/>
        <p:nvPr/>
      </p:nvGrpSpPr>
      <p:grpSpPr>
        <a:xfrm>
          <a:off x="0" y="0"/>
          <a:ext cx="0" cy="0"/>
          <a:chOff x="0" y="0"/>
          <a:chExt cx="0" cy="0"/>
        </a:xfrm>
      </p:grpSpPr>
      <p:cxnSp>
        <p:nvCxnSpPr>
          <p:cNvPr id="12" name="직선 연결선 11">
            <a:extLst>
              <a:ext uri="{FF2B5EF4-FFF2-40B4-BE49-F238E27FC236}">
                <a16:creationId xmlns:a16="http://schemas.microsoft.com/office/drawing/2014/main" id="{107951CE-0A5B-4EC7-B663-290867B6A3B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15">
            <a:extLst>
              <a:ext uri="{FF2B5EF4-FFF2-40B4-BE49-F238E27FC236}">
                <a16:creationId xmlns:a16="http://schemas.microsoft.com/office/drawing/2014/main" id="{DB8B1220-1660-457F-B990-656A8230EA54}"/>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4" name="직사각형 7">
            <a:extLst>
              <a:ext uri="{FF2B5EF4-FFF2-40B4-BE49-F238E27FC236}">
                <a16:creationId xmlns:a16="http://schemas.microsoft.com/office/drawing/2014/main" id="{AA07D337-B9C3-4E5E-811E-AEFBB17ADEF5}"/>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sp>
        <p:nvSpPr>
          <p:cNvPr id="6" name="슬라이드 번호 개체 틀 15">
            <a:extLst>
              <a:ext uri="{FF2B5EF4-FFF2-40B4-BE49-F238E27FC236}">
                <a16:creationId xmlns:a16="http://schemas.microsoft.com/office/drawing/2014/main" id="{CCEC8F59-794B-4743-A6D7-1BC9720006CB}"/>
              </a:ext>
            </a:extLst>
          </p:cNvPr>
          <p:cNvSpPr txBox="1">
            <a:spLocks/>
          </p:cNvSpPr>
          <p:nvPr userDrawn="1"/>
        </p:nvSpPr>
        <p:spPr>
          <a:xfrm>
            <a:off x="4735388" y="6498001"/>
            <a:ext cx="4460971"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399182524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3_Table of Contents2">
    <p:spTree>
      <p:nvGrpSpPr>
        <p:cNvPr id="1" name=""/>
        <p:cNvGrpSpPr/>
        <p:nvPr/>
      </p:nvGrpSpPr>
      <p:grpSpPr>
        <a:xfrm>
          <a:off x="0" y="0"/>
          <a:ext cx="0" cy="0"/>
          <a:chOff x="0" y="0"/>
          <a:chExt cx="0" cy="0"/>
        </a:xfrm>
      </p:grpSpPr>
      <p:pic>
        <p:nvPicPr>
          <p:cNvPr id="2" name="그림 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902825" cy="6858000"/>
          </a:xfrm>
          <a:prstGeom prst="rect">
            <a:avLst/>
          </a:prstGeom>
        </p:spPr>
      </p:pic>
      <p:cxnSp>
        <p:nvCxnSpPr>
          <p:cNvPr id="12" name="직선 연결선 11">
            <a:extLst>
              <a:ext uri="{FF2B5EF4-FFF2-40B4-BE49-F238E27FC236}">
                <a16:creationId xmlns:a16="http://schemas.microsoft.com/office/drawing/2014/main" id="{107951CE-0A5B-4EC7-B663-290867B6A3B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15">
            <a:extLst>
              <a:ext uri="{FF2B5EF4-FFF2-40B4-BE49-F238E27FC236}">
                <a16:creationId xmlns:a16="http://schemas.microsoft.com/office/drawing/2014/main" id="{DB8B1220-1660-457F-B990-656A8230EA54}"/>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4" name="직사각형 7">
            <a:extLst>
              <a:ext uri="{FF2B5EF4-FFF2-40B4-BE49-F238E27FC236}">
                <a16:creationId xmlns:a16="http://schemas.microsoft.com/office/drawing/2014/main" id="{AA07D337-B9C3-4E5E-811E-AEFBB17ADEF5}"/>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spTree>
    <p:extLst>
      <p:ext uri="{BB962C8B-B14F-4D97-AF65-F5344CB8AC3E}">
        <p14:creationId xmlns:p14="http://schemas.microsoft.com/office/powerpoint/2010/main" val="114360083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6_Table of Contents">
    <p:spTree>
      <p:nvGrpSpPr>
        <p:cNvPr id="1" name=""/>
        <p:cNvGrpSpPr/>
        <p:nvPr/>
      </p:nvGrpSpPr>
      <p:grpSpPr>
        <a:xfrm>
          <a:off x="0" y="0"/>
          <a:ext cx="0" cy="0"/>
          <a:chOff x="0" y="0"/>
          <a:chExt cx="0" cy="0"/>
        </a:xfrm>
      </p:grpSpPr>
      <p:pic>
        <p:nvPicPr>
          <p:cNvPr id="3" name="그림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902825" cy="6858000"/>
          </a:xfrm>
          <a:prstGeom prst="rect">
            <a:avLst/>
          </a:prstGeom>
        </p:spPr>
      </p:pic>
      <p:cxnSp>
        <p:nvCxnSpPr>
          <p:cNvPr id="12" name="직선 연결선 11">
            <a:extLst>
              <a:ext uri="{FF2B5EF4-FFF2-40B4-BE49-F238E27FC236}">
                <a16:creationId xmlns:a16="http://schemas.microsoft.com/office/drawing/2014/main" id="{107951CE-0A5B-4EC7-B663-290867B6A3B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15">
            <a:extLst>
              <a:ext uri="{FF2B5EF4-FFF2-40B4-BE49-F238E27FC236}">
                <a16:creationId xmlns:a16="http://schemas.microsoft.com/office/drawing/2014/main" id="{DB8B1220-1660-457F-B990-656A8230EA54}"/>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4" name="직사각형 7">
            <a:extLst>
              <a:ext uri="{FF2B5EF4-FFF2-40B4-BE49-F238E27FC236}">
                <a16:creationId xmlns:a16="http://schemas.microsoft.com/office/drawing/2014/main" id="{AA07D337-B9C3-4E5E-811E-AEFBB17ADEF5}"/>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sp>
        <p:nvSpPr>
          <p:cNvPr id="15" name="슬라이드 번호 개체 틀 15">
            <a:extLst>
              <a:ext uri="{FF2B5EF4-FFF2-40B4-BE49-F238E27FC236}">
                <a16:creationId xmlns:a16="http://schemas.microsoft.com/office/drawing/2014/main" id="{CCEC8F59-794B-4743-A6D7-1BC9720006CB}"/>
              </a:ext>
            </a:extLst>
          </p:cNvPr>
          <p:cNvSpPr txBox="1">
            <a:spLocks/>
          </p:cNvSpPr>
          <p:nvPr userDrawn="1"/>
        </p:nvSpPr>
        <p:spPr>
          <a:xfrm>
            <a:off x="4735388" y="6498001"/>
            <a:ext cx="4460971"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284949432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7_Table of Contents">
    <p:spTree>
      <p:nvGrpSpPr>
        <p:cNvPr id="1" name=""/>
        <p:cNvGrpSpPr/>
        <p:nvPr/>
      </p:nvGrpSpPr>
      <p:grpSpPr>
        <a:xfrm>
          <a:off x="0" y="0"/>
          <a:ext cx="0" cy="0"/>
          <a:chOff x="0" y="0"/>
          <a:chExt cx="0" cy="0"/>
        </a:xfrm>
      </p:grpSpPr>
      <p:pic>
        <p:nvPicPr>
          <p:cNvPr id="5" name="그림 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902825" cy="6858000"/>
          </a:xfrm>
          <a:prstGeom prst="rect">
            <a:avLst/>
          </a:prstGeom>
        </p:spPr>
      </p:pic>
      <p:cxnSp>
        <p:nvCxnSpPr>
          <p:cNvPr id="12" name="직선 연결선 11">
            <a:extLst>
              <a:ext uri="{FF2B5EF4-FFF2-40B4-BE49-F238E27FC236}">
                <a16:creationId xmlns:a16="http://schemas.microsoft.com/office/drawing/2014/main" id="{107951CE-0A5B-4EC7-B663-290867B6A3B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15">
            <a:extLst>
              <a:ext uri="{FF2B5EF4-FFF2-40B4-BE49-F238E27FC236}">
                <a16:creationId xmlns:a16="http://schemas.microsoft.com/office/drawing/2014/main" id="{DB8B1220-1660-457F-B990-656A8230EA54}"/>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4" name="직사각형 7">
            <a:extLst>
              <a:ext uri="{FF2B5EF4-FFF2-40B4-BE49-F238E27FC236}">
                <a16:creationId xmlns:a16="http://schemas.microsoft.com/office/drawing/2014/main" id="{AA07D337-B9C3-4E5E-811E-AEFBB17ADEF5}"/>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sp>
        <p:nvSpPr>
          <p:cNvPr id="7" name="슬라이드 번호 개체 틀 15">
            <a:extLst>
              <a:ext uri="{FF2B5EF4-FFF2-40B4-BE49-F238E27FC236}">
                <a16:creationId xmlns:a16="http://schemas.microsoft.com/office/drawing/2014/main" id="{CCEC8F59-794B-4743-A6D7-1BC9720006CB}"/>
              </a:ext>
            </a:extLst>
          </p:cNvPr>
          <p:cNvSpPr txBox="1">
            <a:spLocks/>
          </p:cNvSpPr>
          <p:nvPr userDrawn="1"/>
        </p:nvSpPr>
        <p:spPr>
          <a:xfrm>
            <a:off x="4735388" y="6498001"/>
            <a:ext cx="4460971"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383788351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blank" preserve="1">
  <p:cSld name="3_Body">
    <p:spTree>
      <p:nvGrpSpPr>
        <p:cNvPr id="1" name=""/>
        <p:cNvGrpSpPr/>
        <p:nvPr/>
      </p:nvGrpSpPr>
      <p:grpSpPr>
        <a:xfrm>
          <a:off x="0" y="0"/>
          <a:ext cx="0" cy="0"/>
          <a:chOff x="0" y="0"/>
          <a:chExt cx="0" cy="0"/>
        </a:xfrm>
      </p:grpSpPr>
      <p:cxnSp>
        <p:nvCxnSpPr>
          <p:cNvPr id="10" name="직선 연결선 9">
            <a:extLst>
              <a:ext uri="{FF2B5EF4-FFF2-40B4-BE49-F238E27FC236}">
                <a16:creationId xmlns:a16="http://schemas.microsoft.com/office/drawing/2014/main" id="{107951CE-0A5B-4EC7-B663-290867B6A3B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슬라이드 번호 개체 틀 15">
            <a:extLst>
              <a:ext uri="{FF2B5EF4-FFF2-40B4-BE49-F238E27FC236}">
                <a16:creationId xmlns:a16="http://schemas.microsoft.com/office/drawing/2014/main" id="{DB8B1220-1660-457F-B990-656A8230EA54}"/>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8" name="직사각형 7">
            <a:extLst>
              <a:ext uri="{FF2B5EF4-FFF2-40B4-BE49-F238E27FC236}">
                <a16:creationId xmlns:a16="http://schemas.microsoft.com/office/drawing/2014/main" id="{AA07D337-B9C3-4E5E-811E-AEFBB17ADEF5}"/>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cxnSp>
        <p:nvCxnSpPr>
          <p:cNvPr id="7" name="직선 연결선 6"/>
          <p:cNvCxnSpPr/>
          <p:nvPr userDrawn="1"/>
        </p:nvCxnSpPr>
        <p:spPr>
          <a:xfrm>
            <a:off x="449468" y="900000"/>
            <a:ext cx="9000714" cy="0"/>
          </a:xfrm>
          <a:prstGeom prst="line">
            <a:avLst/>
          </a:prstGeom>
          <a:ln w="15875">
            <a:solidFill>
              <a:srgbClr val="0924A5"/>
            </a:solidFill>
          </a:ln>
        </p:spPr>
        <p:style>
          <a:lnRef idx="1">
            <a:schemeClr val="accent1"/>
          </a:lnRef>
          <a:fillRef idx="0">
            <a:schemeClr val="accent1"/>
          </a:fillRef>
          <a:effectRef idx="0">
            <a:schemeClr val="accent1"/>
          </a:effectRef>
          <a:fontRef idx="minor">
            <a:schemeClr val="tx1"/>
          </a:fontRef>
        </p:style>
      </p:cxnSp>
      <p:sp>
        <p:nvSpPr>
          <p:cNvPr id="9" name="슬라이드 번호 개체 틀 15">
            <a:extLst>
              <a:ext uri="{FF2B5EF4-FFF2-40B4-BE49-F238E27FC236}">
                <a16:creationId xmlns:a16="http://schemas.microsoft.com/office/drawing/2014/main" id="{CCEC8F59-794B-4743-A6D7-1BC9720006CB}"/>
              </a:ext>
            </a:extLst>
          </p:cNvPr>
          <p:cNvSpPr txBox="1">
            <a:spLocks/>
          </p:cNvSpPr>
          <p:nvPr userDrawn="1"/>
        </p:nvSpPr>
        <p:spPr>
          <a:xfrm>
            <a:off x="4735388" y="6498001"/>
            <a:ext cx="4460971"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397906201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blank" preserve="1">
  <p:cSld name="1_last">
    <p:spTree>
      <p:nvGrpSpPr>
        <p:cNvPr id="1" name=""/>
        <p:cNvGrpSpPr/>
        <p:nvPr/>
      </p:nvGrpSpPr>
      <p:grpSpPr>
        <a:xfrm>
          <a:off x="0" y="0"/>
          <a:ext cx="0" cy="0"/>
          <a:chOff x="0" y="0"/>
          <a:chExt cx="0" cy="0"/>
        </a:xfrm>
      </p:grpSpPr>
      <p:pic>
        <p:nvPicPr>
          <p:cNvPr id="6" name="그림 2">
            <a:extLst>
              <a:ext uri="{FF2B5EF4-FFF2-40B4-BE49-F238E27FC236}">
                <a16:creationId xmlns:a16="http://schemas.microsoft.com/office/drawing/2014/main" id="{C441AFAB-5BBF-465C-B7A8-FED86E62617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 y="4395"/>
            <a:ext cx="9899651" cy="6853605"/>
          </a:xfrm>
          <a:prstGeom prst="rect">
            <a:avLst/>
          </a:prstGeom>
        </p:spPr>
      </p:pic>
      <p:sp>
        <p:nvSpPr>
          <p:cNvPr id="2" name="직사각형 1"/>
          <p:cNvSpPr/>
          <p:nvPr userDrawn="1"/>
        </p:nvSpPr>
        <p:spPr>
          <a:xfrm>
            <a:off x="2" y="0"/>
            <a:ext cx="9899651" cy="6858000"/>
          </a:xfrm>
          <a:prstGeom prst="rect">
            <a:avLst/>
          </a:prstGeom>
          <a:solidFill>
            <a:srgbClr val="1428A0">
              <a:alpha val="8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959" dirty="0"/>
          </a:p>
        </p:txBody>
      </p:sp>
      <p:sp>
        <p:nvSpPr>
          <p:cNvPr id="7" name="직사각형 6">
            <a:extLst>
              <a:ext uri="{FF2B5EF4-FFF2-40B4-BE49-F238E27FC236}">
                <a16:creationId xmlns:a16="http://schemas.microsoft.com/office/drawing/2014/main" id="{782B242C-8600-47F0-98D5-6EA512C41BF2}"/>
              </a:ext>
            </a:extLst>
          </p:cNvPr>
          <p:cNvSpPr/>
          <p:nvPr userDrawn="1"/>
        </p:nvSpPr>
        <p:spPr>
          <a:xfrm>
            <a:off x="449468" y="5677032"/>
            <a:ext cx="9000714" cy="7309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0" marR="0" lvl="0" indent="0" algn="l" defTabSz="914126"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SamsungOne 400C" panose="020B0506030303020204" pitchFamily="34" charset="0"/>
                <a:ea typeface="SamsungOne-400" panose="020B0503030303020204" pitchFamily="34" charset="0"/>
                <a:cs typeface="+mn-cs"/>
              </a:rPr>
              <a:t>ⓒ</a:t>
            </a:r>
            <a:r>
              <a:rPr kumimoji="0" lang="en-US" altLang="ko-KR" sz="1000" b="0" i="0" u="none" strike="noStrike" kern="1200" cap="none" spc="0" normalizeH="0" baseline="0" noProof="0" dirty="0">
                <a:ln>
                  <a:noFill/>
                </a:ln>
                <a:solidFill>
                  <a:prstClr val="white"/>
                </a:solidFill>
                <a:effectLst/>
                <a:uLnTx/>
                <a:uFillTx/>
                <a:latin typeface="SamsungOne 400C" panose="020B0506030303020204" pitchFamily="34" charset="0"/>
                <a:ea typeface="SamsungOne 400C" panose="020B0506030303020204" pitchFamily="34" charset="0"/>
                <a:cs typeface="+mn-cs"/>
              </a:rPr>
              <a:t>2021 SAMSUNG. All rights reserved.</a:t>
            </a:r>
          </a:p>
          <a:p>
            <a:pPr marL="0" marR="0" lvl="0" indent="0" algn="l" defTabSz="914126" rtl="0" eaLnBrk="1" fontAlgn="auto" latinLnBrk="1" hangingPunct="1">
              <a:lnSpc>
                <a:spcPct val="100000"/>
              </a:lnSpc>
              <a:spcBef>
                <a:spcPts val="600"/>
              </a:spcBef>
              <a:spcAft>
                <a:spcPts val="0"/>
              </a:spcAft>
              <a:buClrTx/>
              <a:buSzTx/>
              <a:buFontTx/>
              <a:buNone/>
              <a:tabLst/>
              <a:defRPr/>
            </a:pPr>
            <a:r>
              <a:rPr kumimoji="0" lang="en-US" altLang="ko-KR" sz="1000" b="0" i="0" u="none" strike="noStrike" kern="1200" cap="none" spc="0" normalizeH="0" baseline="0" noProof="0" dirty="0">
                <a:ln>
                  <a:noFill/>
                </a:ln>
                <a:solidFill>
                  <a:prstClr val="white"/>
                </a:solidFill>
                <a:effectLst/>
                <a:uLnTx/>
                <a:uFillTx/>
                <a:latin typeface="SamsungOne 400C" panose="020B0506030303020204" pitchFamily="34" charset="0"/>
                <a:ea typeface="SamsungOne 400C" panose="020B0506030303020204" pitchFamily="34" charset="0"/>
                <a:cs typeface="+mn-cs"/>
              </a:rPr>
              <a:t>Samsung Electronics Corporate Citizenship Office holds the copyright of book.</a:t>
            </a:r>
          </a:p>
          <a:p>
            <a:pPr marL="0" marR="0" lvl="0" indent="0" algn="l" defTabSz="914126" rtl="0" eaLnBrk="1" fontAlgn="auto" latinLnBrk="1" hangingPunct="1">
              <a:lnSpc>
                <a:spcPct val="100000"/>
              </a:lnSpc>
              <a:spcBef>
                <a:spcPts val="300"/>
              </a:spcBef>
              <a:spcAft>
                <a:spcPts val="0"/>
              </a:spcAft>
              <a:buClrTx/>
              <a:buSzTx/>
              <a:buFontTx/>
              <a:buNone/>
              <a:tabLst/>
              <a:defRPr/>
            </a:pPr>
            <a:r>
              <a:rPr kumimoji="0" lang="en-US" altLang="ko-KR" sz="1000" b="0" i="0" u="none" strike="noStrike" kern="1200" cap="none" spc="0" normalizeH="0" baseline="0" noProof="0" dirty="0">
                <a:ln>
                  <a:noFill/>
                </a:ln>
                <a:solidFill>
                  <a:prstClr val="white"/>
                </a:solidFill>
                <a:effectLst/>
                <a:uLnTx/>
                <a:uFillTx/>
                <a:latin typeface="SamsungOne 400C" panose="020B0506030303020204" pitchFamily="34" charset="0"/>
                <a:ea typeface="SamsungOne 400C" panose="020B0506030303020204" pitchFamily="34" charset="0"/>
                <a:cs typeface="+mn-cs"/>
              </a:rPr>
              <a:t>This book is a literary property protected by copyright law so reprint and reproduction without permission are prohibited. </a:t>
            </a:r>
          </a:p>
          <a:p>
            <a:pPr marL="0" marR="0" lvl="0" indent="0" algn="l" defTabSz="914126"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white"/>
                </a:solidFill>
                <a:effectLst/>
                <a:uLnTx/>
                <a:uFillTx/>
                <a:latin typeface="SamsungOne 400C" panose="020B0506030303020204" pitchFamily="34" charset="0"/>
                <a:ea typeface="SamsungOne 400C" panose="020B0506030303020204" pitchFamily="34" charset="0"/>
                <a:cs typeface="+mn-cs"/>
              </a:rPr>
              <a:t>To use this book other than the curriculum of Samsung Innovation Campus or to use the entire or part of this book, you must receive written consent from copyright holder.</a:t>
            </a:r>
          </a:p>
        </p:txBody>
      </p:sp>
      <p:pic>
        <p:nvPicPr>
          <p:cNvPr id="10" name="그림 3">
            <a:extLst>
              <a:ext uri="{FF2B5EF4-FFF2-40B4-BE49-F238E27FC236}">
                <a16:creationId xmlns:a16="http://schemas.microsoft.com/office/drawing/2014/main" id="{A977D3D7-ABF1-4BDD-B1E5-CCA79CC8184C}"/>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3711822" y="3022951"/>
            <a:ext cx="2476006" cy="812098"/>
          </a:xfrm>
          <a:prstGeom prst="rect">
            <a:avLst/>
          </a:prstGeom>
        </p:spPr>
      </p:pic>
      <p:sp>
        <p:nvSpPr>
          <p:cNvPr id="9" name="Freeform 5">
            <a:extLst>
              <a:ext uri="{FF2B5EF4-FFF2-40B4-BE49-F238E27FC236}">
                <a16:creationId xmlns:a16="http://schemas.microsoft.com/office/drawing/2014/main" id="{0D8AEED9-5E8F-4A4F-8427-AE314BEC60F8}"/>
              </a:ext>
            </a:extLst>
          </p:cNvPr>
          <p:cNvSpPr>
            <a:spLocks noChangeAspect="1" noEditPoints="1"/>
          </p:cNvSpPr>
          <p:nvPr userDrawn="1"/>
        </p:nvSpPr>
        <p:spPr bwMode="auto">
          <a:xfrm>
            <a:off x="449468" y="450000"/>
            <a:ext cx="1290568" cy="198000"/>
          </a:xfrm>
          <a:custGeom>
            <a:avLst/>
            <a:gdLst>
              <a:gd name="T0" fmla="*/ 82 w 2179"/>
              <a:gd name="T1" fmla="*/ 74 h 334"/>
              <a:gd name="T2" fmla="*/ 140 w 2179"/>
              <a:gd name="T3" fmla="*/ 82 h 334"/>
              <a:gd name="T4" fmla="*/ 218 w 2179"/>
              <a:gd name="T5" fmla="*/ 101 h 334"/>
              <a:gd name="T6" fmla="*/ 112 w 2179"/>
              <a:gd name="T7" fmla="*/ 0 h 334"/>
              <a:gd name="T8" fmla="*/ 4 w 2179"/>
              <a:gd name="T9" fmla="*/ 112 h 334"/>
              <a:gd name="T10" fmla="*/ 145 w 2179"/>
              <a:gd name="T11" fmla="*/ 257 h 334"/>
              <a:gd name="T12" fmla="*/ 84 w 2179"/>
              <a:gd name="T13" fmla="*/ 250 h 334"/>
              <a:gd name="T14" fmla="*/ 0 w 2179"/>
              <a:gd name="T15" fmla="*/ 220 h 334"/>
              <a:gd name="T16" fmla="*/ 113 w 2179"/>
              <a:gd name="T17" fmla="*/ 334 h 334"/>
              <a:gd name="T18" fmla="*/ 223 w 2179"/>
              <a:gd name="T19" fmla="*/ 212 h 334"/>
              <a:gd name="T20" fmla="*/ 1096 w 2179"/>
              <a:gd name="T21" fmla="*/ 91 h 334"/>
              <a:gd name="T22" fmla="*/ 1124 w 2179"/>
              <a:gd name="T23" fmla="*/ 54 h 334"/>
              <a:gd name="T24" fmla="*/ 1152 w 2179"/>
              <a:gd name="T25" fmla="*/ 102 h 334"/>
              <a:gd name="T26" fmla="*/ 1229 w 2179"/>
              <a:gd name="T27" fmla="*/ 80 h 334"/>
              <a:gd name="T28" fmla="*/ 1017 w 2179"/>
              <a:gd name="T29" fmla="*/ 71 h 334"/>
              <a:gd name="T30" fmla="*/ 1157 w 2179"/>
              <a:gd name="T31" fmla="*/ 233 h 334"/>
              <a:gd name="T32" fmla="*/ 1128 w 2179"/>
              <a:gd name="T33" fmla="*/ 277 h 334"/>
              <a:gd name="T34" fmla="*/ 1097 w 2179"/>
              <a:gd name="T35" fmla="*/ 219 h 334"/>
              <a:gd name="T36" fmla="*/ 1014 w 2179"/>
              <a:gd name="T37" fmla="*/ 243 h 334"/>
              <a:gd name="T38" fmla="*/ 1235 w 2179"/>
              <a:gd name="T39" fmla="*/ 262 h 334"/>
              <a:gd name="T40" fmla="*/ 1096 w 2179"/>
              <a:gd name="T41" fmla="*/ 91 h 334"/>
              <a:gd name="T42" fmla="*/ 1730 w 2179"/>
              <a:gd name="T43" fmla="*/ 10 h 334"/>
              <a:gd name="T44" fmla="*/ 1614 w 2179"/>
              <a:gd name="T45" fmla="*/ 319 h 334"/>
              <a:gd name="T46" fmla="*/ 1686 w 2179"/>
              <a:gd name="T47" fmla="*/ 60 h 334"/>
              <a:gd name="T48" fmla="*/ 1876 w 2179"/>
              <a:gd name="T49" fmla="*/ 319 h 334"/>
              <a:gd name="T50" fmla="*/ 1799 w 2179"/>
              <a:gd name="T51" fmla="*/ 10 h 334"/>
              <a:gd name="T52" fmla="*/ 333 w 2179"/>
              <a:gd name="T53" fmla="*/ 10 h 334"/>
              <a:gd name="T54" fmla="*/ 360 w 2179"/>
              <a:gd name="T55" fmla="*/ 322 h 334"/>
              <a:gd name="T56" fmla="*/ 446 w 2179"/>
              <a:gd name="T57" fmla="*/ 322 h 334"/>
              <a:gd name="T58" fmla="*/ 472 w 2179"/>
              <a:gd name="T59" fmla="*/ 10 h 334"/>
              <a:gd name="T60" fmla="*/ 804 w 2179"/>
              <a:gd name="T61" fmla="*/ 10 h 334"/>
              <a:gd name="T62" fmla="*/ 725 w 2179"/>
              <a:gd name="T63" fmla="*/ 10 h 334"/>
              <a:gd name="T64" fmla="*/ 592 w 2179"/>
              <a:gd name="T65" fmla="*/ 322 h 334"/>
              <a:gd name="T66" fmla="*/ 671 w 2179"/>
              <a:gd name="T67" fmla="*/ 33 h 334"/>
              <a:gd name="T68" fmla="*/ 804 w 2179"/>
              <a:gd name="T69" fmla="*/ 322 h 334"/>
              <a:gd name="T70" fmla="*/ 860 w 2179"/>
              <a:gd name="T71" fmla="*/ 322 h 334"/>
              <a:gd name="T72" fmla="*/ 931 w 2179"/>
              <a:gd name="T73" fmla="*/ 10 h 334"/>
              <a:gd name="T74" fmla="*/ 1528 w 2179"/>
              <a:gd name="T75" fmla="*/ 10 h 334"/>
              <a:gd name="T76" fmla="*/ 1449 w 2179"/>
              <a:gd name="T77" fmla="*/ 241 h 334"/>
              <a:gd name="T78" fmla="*/ 1418 w 2179"/>
              <a:gd name="T79" fmla="*/ 275 h 334"/>
              <a:gd name="T80" fmla="*/ 1388 w 2179"/>
              <a:gd name="T81" fmla="*/ 241 h 334"/>
              <a:gd name="T82" fmla="*/ 1309 w 2179"/>
              <a:gd name="T83" fmla="*/ 10 h 334"/>
              <a:gd name="T84" fmla="*/ 1310 w 2179"/>
              <a:gd name="T85" fmla="*/ 254 h 334"/>
              <a:gd name="T86" fmla="*/ 1527 w 2179"/>
              <a:gd name="T87" fmla="*/ 254 h 334"/>
              <a:gd name="T88" fmla="*/ 1528 w 2179"/>
              <a:gd name="T89" fmla="*/ 10 h 334"/>
              <a:gd name="T90" fmla="*/ 2069 w 2179"/>
              <a:gd name="T91" fmla="*/ 192 h 334"/>
              <a:gd name="T92" fmla="*/ 2101 w 2179"/>
              <a:gd name="T93" fmla="*/ 237 h 334"/>
              <a:gd name="T94" fmla="*/ 2068 w 2179"/>
              <a:gd name="T95" fmla="*/ 272 h 334"/>
              <a:gd name="T96" fmla="*/ 2035 w 2179"/>
              <a:gd name="T97" fmla="*/ 237 h 334"/>
              <a:gd name="T98" fmla="*/ 2037 w 2179"/>
              <a:gd name="T99" fmla="*/ 80 h 334"/>
              <a:gd name="T100" fmla="*/ 2099 w 2179"/>
              <a:gd name="T101" fmla="*/ 80 h 334"/>
              <a:gd name="T102" fmla="*/ 2100 w 2179"/>
              <a:gd name="T103" fmla="*/ 110 h 334"/>
              <a:gd name="T104" fmla="*/ 2178 w 2179"/>
              <a:gd name="T105" fmla="*/ 99 h 334"/>
              <a:gd name="T106" fmla="*/ 2068 w 2179"/>
              <a:gd name="T107" fmla="*/ 2 h 334"/>
              <a:gd name="T108" fmla="*/ 1958 w 2179"/>
              <a:gd name="T109" fmla="*/ 99 h 334"/>
              <a:gd name="T110" fmla="*/ 1959 w 2179"/>
              <a:gd name="T111" fmla="*/ 251 h 334"/>
              <a:gd name="T112" fmla="*/ 2178 w 2179"/>
              <a:gd name="T113" fmla="*/ 251 h 334"/>
              <a:gd name="T114" fmla="*/ 2179 w 2179"/>
              <a:gd name="T115" fmla="*/ 147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9" h="334">
                <a:moveTo>
                  <a:pt x="83" y="91"/>
                </a:moveTo>
                <a:cubicBezTo>
                  <a:pt x="81" y="84"/>
                  <a:pt x="82" y="78"/>
                  <a:pt x="82" y="74"/>
                </a:cubicBezTo>
                <a:cubicBezTo>
                  <a:pt x="84" y="64"/>
                  <a:pt x="91" y="53"/>
                  <a:pt x="111" y="53"/>
                </a:cubicBezTo>
                <a:cubicBezTo>
                  <a:pt x="129" y="53"/>
                  <a:pt x="140" y="65"/>
                  <a:pt x="140" y="82"/>
                </a:cubicBezTo>
                <a:cubicBezTo>
                  <a:pt x="140" y="101"/>
                  <a:pt x="140" y="101"/>
                  <a:pt x="140" y="101"/>
                </a:cubicBezTo>
                <a:cubicBezTo>
                  <a:pt x="218" y="101"/>
                  <a:pt x="218" y="101"/>
                  <a:pt x="218" y="101"/>
                </a:cubicBezTo>
                <a:cubicBezTo>
                  <a:pt x="218" y="79"/>
                  <a:pt x="218" y="79"/>
                  <a:pt x="218" y="79"/>
                </a:cubicBezTo>
                <a:cubicBezTo>
                  <a:pt x="218" y="11"/>
                  <a:pt x="156" y="0"/>
                  <a:pt x="112" y="0"/>
                </a:cubicBezTo>
                <a:cubicBezTo>
                  <a:pt x="57" y="0"/>
                  <a:pt x="12" y="19"/>
                  <a:pt x="4" y="70"/>
                </a:cubicBezTo>
                <a:cubicBezTo>
                  <a:pt x="1" y="84"/>
                  <a:pt x="1" y="96"/>
                  <a:pt x="4" y="112"/>
                </a:cubicBezTo>
                <a:cubicBezTo>
                  <a:pt x="18" y="175"/>
                  <a:pt x="128" y="194"/>
                  <a:pt x="145" y="234"/>
                </a:cubicBezTo>
                <a:cubicBezTo>
                  <a:pt x="148" y="241"/>
                  <a:pt x="147" y="251"/>
                  <a:pt x="145" y="257"/>
                </a:cubicBezTo>
                <a:cubicBezTo>
                  <a:pt x="143" y="267"/>
                  <a:pt x="136" y="278"/>
                  <a:pt x="115" y="278"/>
                </a:cubicBezTo>
                <a:cubicBezTo>
                  <a:pt x="95" y="278"/>
                  <a:pt x="84" y="267"/>
                  <a:pt x="84" y="250"/>
                </a:cubicBezTo>
                <a:cubicBezTo>
                  <a:pt x="83" y="220"/>
                  <a:pt x="83" y="220"/>
                  <a:pt x="83" y="220"/>
                </a:cubicBezTo>
                <a:cubicBezTo>
                  <a:pt x="0" y="220"/>
                  <a:pt x="0" y="220"/>
                  <a:pt x="0" y="220"/>
                </a:cubicBezTo>
                <a:cubicBezTo>
                  <a:pt x="0" y="244"/>
                  <a:pt x="0" y="244"/>
                  <a:pt x="0" y="244"/>
                </a:cubicBezTo>
                <a:cubicBezTo>
                  <a:pt x="0" y="313"/>
                  <a:pt x="55" y="334"/>
                  <a:pt x="113" y="334"/>
                </a:cubicBezTo>
                <a:cubicBezTo>
                  <a:pt x="169" y="334"/>
                  <a:pt x="216" y="315"/>
                  <a:pt x="223" y="263"/>
                </a:cubicBezTo>
                <a:cubicBezTo>
                  <a:pt x="227" y="236"/>
                  <a:pt x="224" y="218"/>
                  <a:pt x="223" y="212"/>
                </a:cubicBezTo>
                <a:cubicBezTo>
                  <a:pt x="210" y="146"/>
                  <a:pt x="92" y="127"/>
                  <a:pt x="83" y="91"/>
                </a:cubicBezTo>
                <a:moveTo>
                  <a:pt x="1096" y="91"/>
                </a:moveTo>
                <a:cubicBezTo>
                  <a:pt x="1094" y="85"/>
                  <a:pt x="1095" y="79"/>
                  <a:pt x="1096" y="75"/>
                </a:cubicBezTo>
                <a:cubicBezTo>
                  <a:pt x="1098" y="65"/>
                  <a:pt x="1104" y="54"/>
                  <a:pt x="1124" y="54"/>
                </a:cubicBezTo>
                <a:cubicBezTo>
                  <a:pt x="1142" y="54"/>
                  <a:pt x="1152" y="66"/>
                  <a:pt x="1152" y="82"/>
                </a:cubicBezTo>
                <a:cubicBezTo>
                  <a:pt x="1152" y="102"/>
                  <a:pt x="1152" y="102"/>
                  <a:pt x="1152" y="102"/>
                </a:cubicBezTo>
                <a:cubicBezTo>
                  <a:pt x="1229" y="102"/>
                  <a:pt x="1229" y="102"/>
                  <a:pt x="1229" y="102"/>
                </a:cubicBezTo>
                <a:cubicBezTo>
                  <a:pt x="1229" y="80"/>
                  <a:pt x="1229" y="80"/>
                  <a:pt x="1229" y="80"/>
                </a:cubicBezTo>
                <a:cubicBezTo>
                  <a:pt x="1229" y="13"/>
                  <a:pt x="1169" y="2"/>
                  <a:pt x="1125" y="2"/>
                </a:cubicBezTo>
                <a:cubicBezTo>
                  <a:pt x="1070" y="2"/>
                  <a:pt x="1026" y="20"/>
                  <a:pt x="1017" y="71"/>
                </a:cubicBezTo>
                <a:cubicBezTo>
                  <a:pt x="1015" y="84"/>
                  <a:pt x="1015" y="97"/>
                  <a:pt x="1018" y="112"/>
                </a:cubicBezTo>
                <a:cubicBezTo>
                  <a:pt x="1032" y="175"/>
                  <a:pt x="1141" y="193"/>
                  <a:pt x="1157" y="233"/>
                </a:cubicBezTo>
                <a:cubicBezTo>
                  <a:pt x="1160" y="241"/>
                  <a:pt x="1159" y="250"/>
                  <a:pt x="1158" y="256"/>
                </a:cubicBezTo>
                <a:cubicBezTo>
                  <a:pt x="1155" y="267"/>
                  <a:pt x="1148" y="277"/>
                  <a:pt x="1128" y="277"/>
                </a:cubicBezTo>
                <a:cubicBezTo>
                  <a:pt x="1108" y="277"/>
                  <a:pt x="1097" y="266"/>
                  <a:pt x="1097" y="249"/>
                </a:cubicBezTo>
                <a:cubicBezTo>
                  <a:pt x="1097" y="219"/>
                  <a:pt x="1097" y="219"/>
                  <a:pt x="1097" y="219"/>
                </a:cubicBezTo>
                <a:cubicBezTo>
                  <a:pt x="1014" y="219"/>
                  <a:pt x="1014" y="219"/>
                  <a:pt x="1014" y="219"/>
                </a:cubicBezTo>
                <a:cubicBezTo>
                  <a:pt x="1014" y="243"/>
                  <a:pt x="1014" y="243"/>
                  <a:pt x="1014" y="243"/>
                </a:cubicBezTo>
                <a:cubicBezTo>
                  <a:pt x="1014" y="312"/>
                  <a:pt x="1068" y="332"/>
                  <a:pt x="1126" y="332"/>
                </a:cubicBezTo>
                <a:cubicBezTo>
                  <a:pt x="1182" y="332"/>
                  <a:pt x="1228" y="313"/>
                  <a:pt x="1235" y="262"/>
                </a:cubicBezTo>
                <a:cubicBezTo>
                  <a:pt x="1238" y="235"/>
                  <a:pt x="1236" y="218"/>
                  <a:pt x="1234" y="211"/>
                </a:cubicBezTo>
                <a:cubicBezTo>
                  <a:pt x="1221" y="147"/>
                  <a:pt x="1105" y="127"/>
                  <a:pt x="1096" y="91"/>
                </a:cubicBezTo>
                <a:moveTo>
                  <a:pt x="1803" y="261"/>
                </a:moveTo>
                <a:cubicBezTo>
                  <a:pt x="1730" y="10"/>
                  <a:pt x="1730" y="10"/>
                  <a:pt x="1730" y="10"/>
                </a:cubicBezTo>
                <a:cubicBezTo>
                  <a:pt x="1614" y="10"/>
                  <a:pt x="1614" y="10"/>
                  <a:pt x="1614" y="10"/>
                </a:cubicBezTo>
                <a:cubicBezTo>
                  <a:pt x="1614" y="319"/>
                  <a:pt x="1614" y="319"/>
                  <a:pt x="1614" y="319"/>
                </a:cubicBezTo>
                <a:cubicBezTo>
                  <a:pt x="1691" y="319"/>
                  <a:pt x="1691" y="319"/>
                  <a:pt x="1691" y="319"/>
                </a:cubicBezTo>
                <a:cubicBezTo>
                  <a:pt x="1686" y="60"/>
                  <a:pt x="1686" y="60"/>
                  <a:pt x="1686" y="60"/>
                </a:cubicBezTo>
                <a:cubicBezTo>
                  <a:pt x="1765" y="319"/>
                  <a:pt x="1765" y="319"/>
                  <a:pt x="1765" y="319"/>
                </a:cubicBezTo>
                <a:cubicBezTo>
                  <a:pt x="1876" y="319"/>
                  <a:pt x="1876" y="319"/>
                  <a:pt x="1876" y="319"/>
                </a:cubicBezTo>
                <a:cubicBezTo>
                  <a:pt x="1876" y="10"/>
                  <a:pt x="1876" y="10"/>
                  <a:pt x="1876" y="10"/>
                </a:cubicBezTo>
                <a:cubicBezTo>
                  <a:pt x="1799" y="10"/>
                  <a:pt x="1799" y="10"/>
                  <a:pt x="1799" y="10"/>
                </a:cubicBezTo>
                <a:lnTo>
                  <a:pt x="1803" y="261"/>
                </a:lnTo>
                <a:close/>
                <a:moveTo>
                  <a:pt x="333" y="10"/>
                </a:moveTo>
                <a:cubicBezTo>
                  <a:pt x="276" y="322"/>
                  <a:pt x="276" y="322"/>
                  <a:pt x="276" y="322"/>
                </a:cubicBezTo>
                <a:cubicBezTo>
                  <a:pt x="360" y="322"/>
                  <a:pt x="360" y="322"/>
                  <a:pt x="360" y="322"/>
                </a:cubicBezTo>
                <a:cubicBezTo>
                  <a:pt x="403" y="33"/>
                  <a:pt x="403" y="33"/>
                  <a:pt x="403" y="33"/>
                </a:cubicBezTo>
                <a:cubicBezTo>
                  <a:pt x="446" y="322"/>
                  <a:pt x="446" y="322"/>
                  <a:pt x="446" y="322"/>
                </a:cubicBezTo>
                <a:cubicBezTo>
                  <a:pt x="529" y="322"/>
                  <a:pt x="529" y="322"/>
                  <a:pt x="529" y="322"/>
                </a:cubicBezTo>
                <a:cubicBezTo>
                  <a:pt x="472" y="10"/>
                  <a:pt x="472" y="10"/>
                  <a:pt x="472" y="10"/>
                </a:cubicBezTo>
                <a:lnTo>
                  <a:pt x="333" y="10"/>
                </a:lnTo>
                <a:close/>
                <a:moveTo>
                  <a:pt x="804" y="10"/>
                </a:moveTo>
                <a:cubicBezTo>
                  <a:pt x="765" y="254"/>
                  <a:pt x="765" y="254"/>
                  <a:pt x="765" y="254"/>
                </a:cubicBezTo>
                <a:cubicBezTo>
                  <a:pt x="725" y="10"/>
                  <a:pt x="725" y="10"/>
                  <a:pt x="725" y="10"/>
                </a:cubicBezTo>
                <a:cubicBezTo>
                  <a:pt x="598" y="10"/>
                  <a:pt x="598" y="10"/>
                  <a:pt x="598" y="10"/>
                </a:cubicBezTo>
                <a:cubicBezTo>
                  <a:pt x="592" y="322"/>
                  <a:pt x="592" y="322"/>
                  <a:pt x="592" y="322"/>
                </a:cubicBezTo>
                <a:cubicBezTo>
                  <a:pt x="669" y="322"/>
                  <a:pt x="669" y="322"/>
                  <a:pt x="669" y="322"/>
                </a:cubicBezTo>
                <a:cubicBezTo>
                  <a:pt x="671" y="33"/>
                  <a:pt x="671" y="33"/>
                  <a:pt x="671" y="33"/>
                </a:cubicBezTo>
                <a:cubicBezTo>
                  <a:pt x="725" y="322"/>
                  <a:pt x="725" y="322"/>
                  <a:pt x="725" y="322"/>
                </a:cubicBezTo>
                <a:cubicBezTo>
                  <a:pt x="804" y="322"/>
                  <a:pt x="804" y="322"/>
                  <a:pt x="804" y="322"/>
                </a:cubicBezTo>
                <a:cubicBezTo>
                  <a:pt x="858" y="33"/>
                  <a:pt x="858" y="33"/>
                  <a:pt x="858" y="33"/>
                </a:cubicBezTo>
                <a:cubicBezTo>
                  <a:pt x="860" y="322"/>
                  <a:pt x="860" y="322"/>
                  <a:pt x="860" y="322"/>
                </a:cubicBezTo>
                <a:cubicBezTo>
                  <a:pt x="938" y="322"/>
                  <a:pt x="938" y="322"/>
                  <a:pt x="938" y="322"/>
                </a:cubicBezTo>
                <a:cubicBezTo>
                  <a:pt x="931" y="10"/>
                  <a:pt x="931" y="10"/>
                  <a:pt x="931" y="10"/>
                </a:cubicBezTo>
                <a:lnTo>
                  <a:pt x="804" y="10"/>
                </a:lnTo>
                <a:close/>
                <a:moveTo>
                  <a:pt x="1528" y="10"/>
                </a:moveTo>
                <a:cubicBezTo>
                  <a:pt x="1449" y="10"/>
                  <a:pt x="1449" y="10"/>
                  <a:pt x="1449" y="10"/>
                </a:cubicBezTo>
                <a:cubicBezTo>
                  <a:pt x="1449" y="241"/>
                  <a:pt x="1449" y="241"/>
                  <a:pt x="1449" y="241"/>
                </a:cubicBezTo>
                <a:cubicBezTo>
                  <a:pt x="1449" y="245"/>
                  <a:pt x="1449" y="249"/>
                  <a:pt x="1448" y="253"/>
                </a:cubicBezTo>
                <a:cubicBezTo>
                  <a:pt x="1447" y="260"/>
                  <a:pt x="1440" y="275"/>
                  <a:pt x="1418" y="275"/>
                </a:cubicBezTo>
                <a:cubicBezTo>
                  <a:pt x="1397" y="275"/>
                  <a:pt x="1390" y="260"/>
                  <a:pt x="1389" y="253"/>
                </a:cubicBezTo>
                <a:cubicBezTo>
                  <a:pt x="1388" y="249"/>
                  <a:pt x="1388" y="245"/>
                  <a:pt x="1388" y="241"/>
                </a:cubicBezTo>
                <a:cubicBezTo>
                  <a:pt x="1388" y="10"/>
                  <a:pt x="1388" y="10"/>
                  <a:pt x="1388" y="10"/>
                </a:cubicBezTo>
                <a:cubicBezTo>
                  <a:pt x="1309" y="10"/>
                  <a:pt x="1309" y="10"/>
                  <a:pt x="1309" y="10"/>
                </a:cubicBezTo>
                <a:cubicBezTo>
                  <a:pt x="1309" y="234"/>
                  <a:pt x="1309" y="234"/>
                  <a:pt x="1309" y="234"/>
                </a:cubicBezTo>
                <a:cubicBezTo>
                  <a:pt x="1309" y="239"/>
                  <a:pt x="1309" y="251"/>
                  <a:pt x="1310" y="254"/>
                </a:cubicBezTo>
                <a:cubicBezTo>
                  <a:pt x="1315" y="312"/>
                  <a:pt x="1361" y="331"/>
                  <a:pt x="1418" y="331"/>
                </a:cubicBezTo>
                <a:cubicBezTo>
                  <a:pt x="1476" y="331"/>
                  <a:pt x="1522" y="312"/>
                  <a:pt x="1527" y="254"/>
                </a:cubicBezTo>
                <a:cubicBezTo>
                  <a:pt x="1528" y="251"/>
                  <a:pt x="1528" y="239"/>
                  <a:pt x="1528" y="234"/>
                </a:cubicBezTo>
                <a:lnTo>
                  <a:pt x="1528" y="10"/>
                </a:lnTo>
                <a:close/>
                <a:moveTo>
                  <a:pt x="2069" y="147"/>
                </a:moveTo>
                <a:cubicBezTo>
                  <a:pt x="2069" y="192"/>
                  <a:pt x="2069" y="192"/>
                  <a:pt x="2069" y="192"/>
                </a:cubicBezTo>
                <a:cubicBezTo>
                  <a:pt x="2101" y="192"/>
                  <a:pt x="2101" y="192"/>
                  <a:pt x="2101" y="192"/>
                </a:cubicBezTo>
                <a:cubicBezTo>
                  <a:pt x="2101" y="237"/>
                  <a:pt x="2101" y="237"/>
                  <a:pt x="2101" y="237"/>
                </a:cubicBezTo>
                <a:cubicBezTo>
                  <a:pt x="2101" y="241"/>
                  <a:pt x="2101" y="246"/>
                  <a:pt x="2100" y="249"/>
                </a:cubicBezTo>
                <a:cubicBezTo>
                  <a:pt x="2099" y="258"/>
                  <a:pt x="2091" y="272"/>
                  <a:pt x="2068" y="272"/>
                </a:cubicBezTo>
                <a:cubicBezTo>
                  <a:pt x="2045" y="272"/>
                  <a:pt x="2038" y="258"/>
                  <a:pt x="2036" y="249"/>
                </a:cubicBezTo>
                <a:cubicBezTo>
                  <a:pt x="2036" y="246"/>
                  <a:pt x="2035" y="241"/>
                  <a:pt x="2035" y="237"/>
                </a:cubicBezTo>
                <a:cubicBezTo>
                  <a:pt x="2035" y="95"/>
                  <a:pt x="2035" y="95"/>
                  <a:pt x="2035" y="95"/>
                </a:cubicBezTo>
                <a:cubicBezTo>
                  <a:pt x="2035" y="90"/>
                  <a:pt x="2036" y="85"/>
                  <a:pt x="2037" y="80"/>
                </a:cubicBezTo>
                <a:cubicBezTo>
                  <a:pt x="2038" y="73"/>
                  <a:pt x="2045" y="58"/>
                  <a:pt x="2068" y="58"/>
                </a:cubicBezTo>
                <a:cubicBezTo>
                  <a:pt x="2092" y="58"/>
                  <a:pt x="2098" y="74"/>
                  <a:pt x="2099" y="80"/>
                </a:cubicBezTo>
                <a:cubicBezTo>
                  <a:pt x="2100" y="85"/>
                  <a:pt x="2100" y="92"/>
                  <a:pt x="2100" y="92"/>
                </a:cubicBezTo>
                <a:cubicBezTo>
                  <a:pt x="2100" y="110"/>
                  <a:pt x="2100" y="110"/>
                  <a:pt x="2100" y="110"/>
                </a:cubicBezTo>
                <a:cubicBezTo>
                  <a:pt x="2178" y="110"/>
                  <a:pt x="2178" y="110"/>
                  <a:pt x="2178" y="110"/>
                </a:cubicBezTo>
                <a:cubicBezTo>
                  <a:pt x="2178" y="99"/>
                  <a:pt x="2178" y="99"/>
                  <a:pt x="2178" y="99"/>
                </a:cubicBezTo>
                <a:cubicBezTo>
                  <a:pt x="2178" y="99"/>
                  <a:pt x="2179" y="89"/>
                  <a:pt x="2178" y="79"/>
                </a:cubicBezTo>
                <a:cubicBezTo>
                  <a:pt x="2172" y="20"/>
                  <a:pt x="2124" y="2"/>
                  <a:pt x="2068" y="2"/>
                </a:cubicBezTo>
                <a:cubicBezTo>
                  <a:pt x="2013" y="2"/>
                  <a:pt x="1966" y="21"/>
                  <a:pt x="1959" y="79"/>
                </a:cubicBezTo>
                <a:cubicBezTo>
                  <a:pt x="1958" y="84"/>
                  <a:pt x="1958" y="94"/>
                  <a:pt x="1958" y="99"/>
                </a:cubicBezTo>
                <a:cubicBezTo>
                  <a:pt x="1958" y="230"/>
                  <a:pt x="1958" y="230"/>
                  <a:pt x="1958" y="230"/>
                </a:cubicBezTo>
                <a:cubicBezTo>
                  <a:pt x="1958" y="236"/>
                  <a:pt x="1958" y="241"/>
                  <a:pt x="1959" y="251"/>
                </a:cubicBezTo>
                <a:cubicBezTo>
                  <a:pt x="1964" y="308"/>
                  <a:pt x="2013" y="328"/>
                  <a:pt x="2068" y="328"/>
                </a:cubicBezTo>
                <a:cubicBezTo>
                  <a:pt x="2124" y="328"/>
                  <a:pt x="2173" y="308"/>
                  <a:pt x="2178" y="251"/>
                </a:cubicBezTo>
                <a:cubicBezTo>
                  <a:pt x="2179" y="241"/>
                  <a:pt x="2179" y="236"/>
                  <a:pt x="2179" y="230"/>
                </a:cubicBezTo>
                <a:cubicBezTo>
                  <a:pt x="2179" y="147"/>
                  <a:pt x="2179" y="147"/>
                  <a:pt x="2179" y="147"/>
                </a:cubicBezTo>
                <a:lnTo>
                  <a:pt x="2069" y="147"/>
                </a:lnTo>
                <a:close/>
              </a:path>
            </a:pathLst>
          </a:custGeom>
          <a:solidFill>
            <a:schemeClr val="bg1"/>
          </a:solidFill>
          <a:ln>
            <a:noFill/>
          </a:ln>
        </p:spPr>
        <p:txBody>
          <a:bodyPr vert="horz" wrap="square" lIns="91411" tIns="45705" rIns="91411" bIns="45705" numCol="1" anchor="t" anchorCtr="0" compatLnSpc="1">
            <a:prstTxWarp prst="textNoShape">
              <a:avLst/>
            </a:prstTxWarp>
            <a:scene3d>
              <a:camera prst="orthographicFront"/>
              <a:lightRig rig="threePt" dir="t"/>
            </a:scene3d>
            <a:sp3d>
              <a:bevelT w="0" h="6350"/>
            </a:sp3d>
          </a:bodyPr>
          <a:lstStyle/>
          <a:p>
            <a:pPr marL="0" marR="0" lvl="0" indent="0" algn="l" defTabSz="914126" rtl="0" eaLnBrk="1" fontAlgn="auto" latinLnBrk="1" hangingPunct="1">
              <a:lnSpc>
                <a:spcPct val="100000"/>
              </a:lnSpc>
              <a:spcBef>
                <a:spcPts val="0"/>
              </a:spcBef>
              <a:spcAft>
                <a:spcPts val="0"/>
              </a:spcAft>
              <a:buClrTx/>
              <a:buSzTx/>
              <a:buFontTx/>
              <a:buNone/>
              <a:tabLst/>
              <a:defRPr/>
            </a:pPr>
            <a:endParaRPr lang="ko-KR" altLang="en-US" sz="1959" noProof="0" dirty="0"/>
          </a:p>
        </p:txBody>
      </p:sp>
    </p:spTree>
    <p:extLst>
      <p:ext uri="{BB962C8B-B14F-4D97-AF65-F5344CB8AC3E}">
        <p14:creationId xmlns:p14="http://schemas.microsoft.com/office/powerpoint/2010/main" val="312909189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4_Body">
    <p:bg>
      <p:bgPr>
        <a:solidFill>
          <a:schemeClr val="bg1">
            <a:lumMod val="95000"/>
          </a:schemeClr>
        </a:solidFill>
        <a:effectLst/>
      </p:bgPr>
    </p:bg>
    <p:spTree>
      <p:nvGrpSpPr>
        <p:cNvPr id="1" name=""/>
        <p:cNvGrpSpPr/>
        <p:nvPr/>
      </p:nvGrpSpPr>
      <p:grpSpPr>
        <a:xfrm>
          <a:off x="0" y="0"/>
          <a:ext cx="0" cy="0"/>
          <a:chOff x="0" y="0"/>
          <a:chExt cx="0" cy="0"/>
        </a:xfrm>
      </p:grpSpPr>
      <p:pic>
        <p:nvPicPr>
          <p:cNvPr id="3" name="그림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902825" cy="6858000"/>
          </a:xfrm>
          <a:prstGeom prst="rect">
            <a:avLst/>
          </a:prstGeom>
        </p:spPr>
      </p:pic>
      <p:sp>
        <p:nvSpPr>
          <p:cNvPr id="5" name="Freeform 5">
            <a:extLst>
              <a:ext uri="{FF2B5EF4-FFF2-40B4-BE49-F238E27FC236}">
                <a16:creationId xmlns:a16="http://schemas.microsoft.com/office/drawing/2014/main" id="{0D8AEED9-5E8F-4A4F-8427-AE314BEC60F8}"/>
              </a:ext>
            </a:extLst>
          </p:cNvPr>
          <p:cNvSpPr>
            <a:spLocks noChangeAspect="1" noEditPoints="1"/>
          </p:cNvSpPr>
          <p:nvPr userDrawn="1"/>
        </p:nvSpPr>
        <p:spPr bwMode="auto">
          <a:xfrm>
            <a:off x="449468" y="450000"/>
            <a:ext cx="1282022" cy="198000"/>
          </a:xfrm>
          <a:custGeom>
            <a:avLst/>
            <a:gdLst>
              <a:gd name="T0" fmla="*/ 82 w 2179"/>
              <a:gd name="T1" fmla="*/ 74 h 334"/>
              <a:gd name="T2" fmla="*/ 140 w 2179"/>
              <a:gd name="T3" fmla="*/ 82 h 334"/>
              <a:gd name="T4" fmla="*/ 218 w 2179"/>
              <a:gd name="T5" fmla="*/ 101 h 334"/>
              <a:gd name="T6" fmla="*/ 112 w 2179"/>
              <a:gd name="T7" fmla="*/ 0 h 334"/>
              <a:gd name="T8" fmla="*/ 4 w 2179"/>
              <a:gd name="T9" fmla="*/ 112 h 334"/>
              <a:gd name="T10" fmla="*/ 145 w 2179"/>
              <a:gd name="T11" fmla="*/ 257 h 334"/>
              <a:gd name="T12" fmla="*/ 84 w 2179"/>
              <a:gd name="T13" fmla="*/ 250 h 334"/>
              <a:gd name="T14" fmla="*/ 0 w 2179"/>
              <a:gd name="T15" fmla="*/ 220 h 334"/>
              <a:gd name="T16" fmla="*/ 113 w 2179"/>
              <a:gd name="T17" fmla="*/ 334 h 334"/>
              <a:gd name="T18" fmla="*/ 223 w 2179"/>
              <a:gd name="T19" fmla="*/ 212 h 334"/>
              <a:gd name="T20" fmla="*/ 1096 w 2179"/>
              <a:gd name="T21" fmla="*/ 91 h 334"/>
              <a:gd name="T22" fmla="*/ 1124 w 2179"/>
              <a:gd name="T23" fmla="*/ 54 h 334"/>
              <a:gd name="T24" fmla="*/ 1152 w 2179"/>
              <a:gd name="T25" fmla="*/ 102 h 334"/>
              <a:gd name="T26" fmla="*/ 1229 w 2179"/>
              <a:gd name="T27" fmla="*/ 80 h 334"/>
              <a:gd name="T28" fmla="*/ 1017 w 2179"/>
              <a:gd name="T29" fmla="*/ 71 h 334"/>
              <a:gd name="T30" fmla="*/ 1157 w 2179"/>
              <a:gd name="T31" fmla="*/ 233 h 334"/>
              <a:gd name="T32" fmla="*/ 1128 w 2179"/>
              <a:gd name="T33" fmla="*/ 277 h 334"/>
              <a:gd name="T34" fmla="*/ 1097 w 2179"/>
              <a:gd name="T35" fmla="*/ 219 h 334"/>
              <a:gd name="T36" fmla="*/ 1014 w 2179"/>
              <a:gd name="T37" fmla="*/ 243 h 334"/>
              <a:gd name="T38" fmla="*/ 1235 w 2179"/>
              <a:gd name="T39" fmla="*/ 262 h 334"/>
              <a:gd name="T40" fmla="*/ 1096 w 2179"/>
              <a:gd name="T41" fmla="*/ 91 h 334"/>
              <a:gd name="T42" fmla="*/ 1730 w 2179"/>
              <a:gd name="T43" fmla="*/ 10 h 334"/>
              <a:gd name="T44" fmla="*/ 1614 w 2179"/>
              <a:gd name="T45" fmla="*/ 319 h 334"/>
              <a:gd name="T46" fmla="*/ 1686 w 2179"/>
              <a:gd name="T47" fmla="*/ 60 h 334"/>
              <a:gd name="T48" fmla="*/ 1876 w 2179"/>
              <a:gd name="T49" fmla="*/ 319 h 334"/>
              <a:gd name="T50" fmla="*/ 1799 w 2179"/>
              <a:gd name="T51" fmla="*/ 10 h 334"/>
              <a:gd name="T52" fmla="*/ 333 w 2179"/>
              <a:gd name="T53" fmla="*/ 10 h 334"/>
              <a:gd name="T54" fmla="*/ 360 w 2179"/>
              <a:gd name="T55" fmla="*/ 322 h 334"/>
              <a:gd name="T56" fmla="*/ 446 w 2179"/>
              <a:gd name="T57" fmla="*/ 322 h 334"/>
              <a:gd name="T58" fmla="*/ 472 w 2179"/>
              <a:gd name="T59" fmla="*/ 10 h 334"/>
              <a:gd name="T60" fmla="*/ 804 w 2179"/>
              <a:gd name="T61" fmla="*/ 10 h 334"/>
              <a:gd name="T62" fmla="*/ 725 w 2179"/>
              <a:gd name="T63" fmla="*/ 10 h 334"/>
              <a:gd name="T64" fmla="*/ 592 w 2179"/>
              <a:gd name="T65" fmla="*/ 322 h 334"/>
              <a:gd name="T66" fmla="*/ 671 w 2179"/>
              <a:gd name="T67" fmla="*/ 33 h 334"/>
              <a:gd name="T68" fmla="*/ 804 w 2179"/>
              <a:gd name="T69" fmla="*/ 322 h 334"/>
              <a:gd name="T70" fmla="*/ 860 w 2179"/>
              <a:gd name="T71" fmla="*/ 322 h 334"/>
              <a:gd name="T72" fmla="*/ 931 w 2179"/>
              <a:gd name="T73" fmla="*/ 10 h 334"/>
              <a:gd name="T74" fmla="*/ 1528 w 2179"/>
              <a:gd name="T75" fmla="*/ 10 h 334"/>
              <a:gd name="T76" fmla="*/ 1449 w 2179"/>
              <a:gd name="T77" fmla="*/ 241 h 334"/>
              <a:gd name="T78" fmla="*/ 1418 w 2179"/>
              <a:gd name="T79" fmla="*/ 275 h 334"/>
              <a:gd name="T80" fmla="*/ 1388 w 2179"/>
              <a:gd name="T81" fmla="*/ 241 h 334"/>
              <a:gd name="T82" fmla="*/ 1309 w 2179"/>
              <a:gd name="T83" fmla="*/ 10 h 334"/>
              <a:gd name="T84" fmla="*/ 1310 w 2179"/>
              <a:gd name="T85" fmla="*/ 254 h 334"/>
              <a:gd name="T86" fmla="*/ 1527 w 2179"/>
              <a:gd name="T87" fmla="*/ 254 h 334"/>
              <a:gd name="T88" fmla="*/ 1528 w 2179"/>
              <a:gd name="T89" fmla="*/ 10 h 334"/>
              <a:gd name="T90" fmla="*/ 2069 w 2179"/>
              <a:gd name="T91" fmla="*/ 192 h 334"/>
              <a:gd name="T92" fmla="*/ 2101 w 2179"/>
              <a:gd name="T93" fmla="*/ 237 h 334"/>
              <a:gd name="T94" fmla="*/ 2068 w 2179"/>
              <a:gd name="T95" fmla="*/ 272 h 334"/>
              <a:gd name="T96" fmla="*/ 2035 w 2179"/>
              <a:gd name="T97" fmla="*/ 237 h 334"/>
              <a:gd name="T98" fmla="*/ 2037 w 2179"/>
              <a:gd name="T99" fmla="*/ 80 h 334"/>
              <a:gd name="T100" fmla="*/ 2099 w 2179"/>
              <a:gd name="T101" fmla="*/ 80 h 334"/>
              <a:gd name="T102" fmla="*/ 2100 w 2179"/>
              <a:gd name="T103" fmla="*/ 110 h 334"/>
              <a:gd name="T104" fmla="*/ 2178 w 2179"/>
              <a:gd name="T105" fmla="*/ 99 h 334"/>
              <a:gd name="T106" fmla="*/ 2068 w 2179"/>
              <a:gd name="T107" fmla="*/ 2 h 334"/>
              <a:gd name="T108" fmla="*/ 1958 w 2179"/>
              <a:gd name="T109" fmla="*/ 99 h 334"/>
              <a:gd name="T110" fmla="*/ 1959 w 2179"/>
              <a:gd name="T111" fmla="*/ 251 h 334"/>
              <a:gd name="T112" fmla="*/ 2178 w 2179"/>
              <a:gd name="T113" fmla="*/ 251 h 334"/>
              <a:gd name="T114" fmla="*/ 2179 w 2179"/>
              <a:gd name="T115" fmla="*/ 147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9" h="334">
                <a:moveTo>
                  <a:pt x="83" y="91"/>
                </a:moveTo>
                <a:cubicBezTo>
                  <a:pt x="81" y="84"/>
                  <a:pt x="82" y="78"/>
                  <a:pt x="82" y="74"/>
                </a:cubicBezTo>
                <a:cubicBezTo>
                  <a:pt x="84" y="64"/>
                  <a:pt x="91" y="53"/>
                  <a:pt x="111" y="53"/>
                </a:cubicBezTo>
                <a:cubicBezTo>
                  <a:pt x="129" y="53"/>
                  <a:pt x="140" y="65"/>
                  <a:pt x="140" y="82"/>
                </a:cubicBezTo>
                <a:cubicBezTo>
                  <a:pt x="140" y="101"/>
                  <a:pt x="140" y="101"/>
                  <a:pt x="140" y="101"/>
                </a:cubicBezTo>
                <a:cubicBezTo>
                  <a:pt x="218" y="101"/>
                  <a:pt x="218" y="101"/>
                  <a:pt x="218" y="101"/>
                </a:cubicBezTo>
                <a:cubicBezTo>
                  <a:pt x="218" y="79"/>
                  <a:pt x="218" y="79"/>
                  <a:pt x="218" y="79"/>
                </a:cubicBezTo>
                <a:cubicBezTo>
                  <a:pt x="218" y="11"/>
                  <a:pt x="156" y="0"/>
                  <a:pt x="112" y="0"/>
                </a:cubicBezTo>
                <a:cubicBezTo>
                  <a:pt x="57" y="0"/>
                  <a:pt x="12" y="19"/>
                  <a:pt x="4" y="70"/>
                </a:cubicBezTo>
                <a:cubicBezTo>
                  <a:pt x="1" y="84"/>
                  <a:pt x="1" y="96"/>
                  <a:pt x="4" y="112"/>
                </a:cubicBezTo>
                <a:cubicBezTo>
                  <a:pt x="18" y="175"/>
                  <a:pt x="128" y="194"/>
                  <a:pt x="145" y="234"/>
                </a:cubicBezTo>
                <a:cubicBezTo>
                  <a:pt x="148" y="241"/>
                  <a:pt x="147" y="251"/>
                  <a:pt x="145" y="257"/>
                </a:cubicBezTo>
                <a:cubicBezTo>
                  <a:pt x="143" y="267"/>
                  <a:pt x="136" y="278"/>
                  <a:pt x="115" y="278"/>
                </a:cubicBezTo>
                <a:cubicBezTo>
                  <a:pt x="95" y="278"/>
                  <a:pt x="84" y="267"/>
                  <a:pt x="84" y="250"/>
                </a:cubicBezTo>
                <a:cubicBezTo>
                  <a:pt x="83" y="220"/>
                  <a:pt x="83" y="220"/>
                  <a:pt x="83" y="220"/>
                </a:cubicBezTo>
                <a:cubicBezTo>
                  <a:pt x="0" y="220"/>
                  <a:pt x="0" y="220"/>
                  <a:pt x="0" y="220"/>
                </a:cubicBezTo>
                <a:cubicBezTo>
                  <a:pt x="0" y="244"/>
                  <a:pt x="0" y="244"/>
                  <a:pt x="0" y="244"/>
                </a:cubicBezTo>
                <a:cubicBezTo>
                  <a:pt x="0" y="313"/>
                  <a:pt x="55" y="334"/>
                  <a:pt x="113" y="334"/>
                </a:cubicBezTo>
                <a:cubicBezTo>
                  <a:pt x="169" y="334"/>
                  <a:pt x="216" y="315"/>
                  <a:pt x="223" y="263"/>
                </a:cubicBezTo>
                <a:cubicBezTo>
                  <a:pt x="227" y="236"/>
                  <a:pt x="224" y="218"/>
                  <a:pt x="223" y="212"/>
                </a:cubicBezTo>
                <a:cubicBezTo>
                  <a:pt x="210" y="146"/>
                  <a:pt x="92" y="127"/>
                  <a:pt x="83" y="91"/>
                </a:cubicBezTo>
                <a:moveTo>
                  <a:pt x="1096" y="91"/>
                </a:moveTo>
                <a:cubicBezTo>
                  <a:pt x="1094" y="85"/>
                  <a:pt x="1095" y="79"/>
                  <a:pt x="1096" y="75"/>
                </a:cubicBezTo>
                <a:cubicBezTo>
                  <a:pt x="1098" y="65"/>
                  <a:pt x="1104" y="54"/>
                  <a:pt x="1124" y="54"/>
                </a:cubicBezTo>
                <a:cubicBezTo>
                  <a:pt x="1142" y="54"/>
                  <a:pt x="1152" y="66"/>
                  <a:pt x="1152" y="82"/>
                </a:cubicBezTo>
                <a:cubicBezTo>
                  <a:pt x="1152" y="102"/>
                  <a:pt x="1152" y="102"/>
                  <a:pt x="1152" y="102"/>
                </a:cubicBezTo>
                <a:cubicBezTo>
                  <a:pt x="1229" y="102"/>
                  <a:pt x="1229" y="102"/>
                  <a:pt x="1229" y="102"/>
                </a:cubicBezTo>
                <a:cubicBezTo>
                  <a:pt x="1229" y="80"/>
                  <a:pt x="1229" y="80"/>
                  <a:pt x="1229" y="80"/>
                </a:cubicBezTo>
                <a:cubicBezTo>
                  <a:pt x="1229" y="13"/>
                  <a:pt x="1169" y="2"/>
                  <a:pt x="1125" y="2"/>
                </a:cubicBezTo>
                <a:cubicBezTo>
                  <a:pt x="1070" y="2"/>
                  <a:pt x="1026" y="20"/>
                  <a:pt x="1017" y="71"/>
                </a:cubicBezTo>
                <a:cubicBezTo>
                  <a:pt x="1015" y="84"/>
                  <a:pt x="1015" y="97"/>
                  <a:pt x="1018" y="112"/>
                </a:cubicBezTo>
                <a:cubicBezTo>
                  <a:pt x="1032" y="175"/>
                  <a:pt x="1141" y="193"/>
                  <a:pt x="1157" y="233"/>
                </a:cubicBezTo>
                <a:cubicBezTo>
                  <a:pt x="1160" y="241"/>
                  <a:pt x="1159" y="250"/>
                  <a:pt x="1158" y="256"/>
                </a:cubicBezTo>
                <a:cubicBezTo>
                  <a:pt x="1155" y="267"/>
                  <a:pt x="1148" y="277"/>
                  <a:pt x="1128" y="277"/>
                </a:cubicBezTo>
                <a:cubicBezTo>
                  <a:pt x="1108" y="277"/>
                  <a:pt x="1097" y="266"/>
                  <a:pt x="1097" y="249"/>
                </a:cubicBezTo>
                <a:cubicBezTo>
                  <a:pt x="1097" y="219"/>
                  <a:pt x="1097" y="219"/>
                  <a:pt x="1097" y="219"/>
                </a:cubicBezTo>
                <a:cubicBezTo>
                  <a:pt x="1014" y="219"/>
                  <a:pt x="1014" y="219"/>
                  <a:pt x="1014" y="219"/>
                </a:cubicBezTo>
                <a:cubicBezTo>
                  <a:pt x="1014" y="243"/>
                  <a:pt x="1014" y="243"/>
                  <a:pt x="1014" y="243"/>
                </a:cubicBezTo>
                <a:cubicBezTo>
                  <a:pt x="1014" y="312"/>
                  <a:pt x="1068" y="332"/>
                  <a:pt x="1126" y="332"/>
                </a:cubicBezTo>
                <a:cubicBezTo>
                  <a:pt x="1182" y="332"/>
                  <a:pt x="1228" y="313"/>
                  <a:pt x="1235" y="262"/>
                </a:cubicBezTo>
                <a:cubicBezTo>
                  <a:pt x="1238" y="235"/>
                  <a:pt x="1236" y="218"/>
                  <a:pt x="1234" y="211"/>
                </a:cubicBezTo>
                <a:cubicBezTo>
                  <a:pt x="1221" y="147"/>
                  <a:pt x="1105" y="127"/>
                  <a:pt x="1096" y="91"/>
                </a:cubicBezTo>
                <a:moveTo>
                  <a:pt x="1803" y="261"/>
                </a:moveTo>
                <a:cubicBezTo>
                  <a:pt x="1730" y="10"/>
                  <a:pt x="1730" y="10"/>
                  <a:pt x="1730" y="10"/>
                </a:cubicBezTo>
                <a:cubicBezTo>
                  <a:pt x="1614" y="10"/>
                  <a:pt x="1614" y="10"/>
                  <a:pt x="1614" y="10"/>
                </a:cubicBezTo>
                <a:cubicBezTo>
                  <a:pt x="1614" y="319"/>
                  <a:pt x="1614" y="319"/>
                  <a:pt x="1614" y="319"/>
                </a:cubicBezTo>
                <a:cubicBezTo>
                  <a:pt x="1691" y="319"/>
                  <a:pt x="1691" y="319"/>
                  <a:pt x="1691" y="319"/>
                </a:cubicBezTo>
                <a:cubicBezTo>
                  <a:pt x="1686" y="60"/>
                  <a:pt x="1686" y="60"/>
                  <a:pt x="1686" y="60"/>
                </a:cubicBezTo>
                <a:cubicBezTo>
                  <a:pt x="1765" y="319"/>
                  <a:pt x="1765" y="319"/>
                  <a:pt x="1765" y="319"/>
                </a:cubicBezTo>
                <a:cubicBezTo>
                  <a:pt x="1876" y="319"/>
                  <a:pt x="1876" y="319"/>
                  <a:pt x="1876" y="319"/>
                </a:cubicBezTo>
                <a:cubicBezTo>
                  <a:pt x="1876" y="10"/>
                  <a:pt x="1876" y="10"/>
                  <a:pt x="1876" y="10"/>
                </a:cubicBezTo>
                <a:cubicBezTo>
                  <a:pt x="1799" y="10"/>
                  <a:pt x="1799" y="10"/>
                  <a:pt x="1799" y="10"/>
                </a:cubicBezTo>
                <a:lnTo>
                  <a:pt x="1803" y="261"/>
                </a:lnTo>
                <a:close/>
                <a:moveTo>
                  <a:pt x="333" y="10"/>
                </a:moveTo>
                <a:cubicBezTo>
                  <a:pt x="276" y="322"/>
                  <a:pt x="276" y="322"/>
                  <a:pt x="276" y="322"/>
                </a:cubicBezTo>
                <a:cubicBezTo>
                  <a:pt x="360" y="322"/>
                  <a:pt x="360" y="322"/>
                  <a:pt x="360" y="322"/>
                </a:cubicBezTo>
                <a:cubicBezTo>
                  <a:pt x="403" y="33"/>
                  <a:pt x="403" y="33"/>
                  <a:pt x="403" y="33"/>
                </a:cubicBezTo>
                <a:cubicBezTo>
                  <a:pt x="446" y="322"/>
                  <a:pt x="446" y="322"/>
                  <a:pt x="446" y="322"/>
                </a:cubicBezTo>
                <a:cubicBezTo>
                  <a:pt x="529" y="322"/>
                  <a:pt x="529" y="322"/>
                  <a:pt x="529" y="322"/>
                </a:cubicBezTo>
                <a:cubicBezTo>
                  <a:pt x="472" y="10"/>
                  <a:pt x="472" y="10"/>
                  <a:pt x="472" y="10"/>
                </a:cubicBezTo>
                <a:lnTo>
                  <a:pt x="333" y="10"/>
                </a:lnTo>
                <a:close/>
                <a:moveTo>
                  <a:pt x="804" y="10"/>
                </a:moveTo>
                <a:cubicBezTo>
                  <a:pt x="765" y="254"/>
                  <a:pt x="765" y="254"/>
                  <a:pt x="765" y="254"/>
                </a:cubicBezTo>
                <a:cubicBezTo>
                  <a:pt x="725" y="10"/>
                  <a:pt x="725" y="10"/>
                  <a:pt x="725" y="10"/>
                </a:cubicBezTo>
                <a:cubicBezTo>
                  <a:pt x="598" y="10"/>
                  <a:pt x="598" y="10"/>
                  <a:pt x="598" y="10"/>
                </a:cubicBezTo>
                <a:cubicBezTo>
                  <a:pt x="592" y="322"/>
                  <a:pt x="592" y="322"/>
                  <a:pt x="592" y="322"/>
                </a:cubicBezTo>
                <a:cubicBezTo>
                  <a:pt x="669" y="322"/>
                  <a:pt x="669" y="322"/>
                  <a:pt x="669" y="322"/>
                </a:cubicBezTo>
                <a:cubicBezTo>
                  <a:pt x="671" y="33"/>
                  <a:pt x="671" y="33"/>
                  <a:pt x="671" y="33"/>
                </a:cubicBezTo>
                <a:cubicBezTo>
                  <a:pt x="725" y="322"/>
                  <a:pt x="725" y="322"/>
                  <a:pt x="725" y="322"/>
                </a:cubicBezTo>
                <a:cubicBezTo>
                  <a:pt x="804" y="322"/>
                  <a:pt x="804" y="322"/>
                  <a:pt x="804" y="322"/>
                </a:cubicBezTo>
                <a:cubicBezTo>
                  <a:pt x="858" y="33"/>
                  <a:pt x="858" y="33"/>
                  <a:pt x="858" y="33"/>
                </a:cubicBezTo>
                <a:cubicBezTo>
                  <a:pt x="860" y="322"/>
                  <a:pt x="860" y="322"/>
                  <a:pt x="860" y="322"/>
                </a:cubicBezTo>
                <a:cubicBezTo>
                  <a:pt x="938" y="322"/>
                  <a:pt x="938" y="322"/>
                  <a:pt x="938" y="322"/>
                </a:cubicBezTo>
                <a:cubicBezTo>
                  <a:pt x="931" y="10"/>
                  <a:pt x="931" y="10"/>
                  <a:pt x="931" y="10"/>
                </a:cubicBezTo>
                <a:lnTo>
                  <a:pt x="804" y="10"/>
                </a:lnTo>
                <a:close/>
                <a:moveTo>
                  <a:pt x="1528" y="10"/>
                </a:moveTo>
                <a:cubicBezTo>
                  <a:pt x="1449" y="10"/>
                  <a:pt x="1449" y="10"/>
                  <a:pt x="1449" y="10"/>
                </a:cubicBezTo>
                <a:cubicBezTo>
                  <a:pt x="1449" y="241"/>
                  <a:pt x="1449" y="241"/>
                  <a:pt x="1449" y="241"/>
                </a:cubicBezTo>
                <a:cubicBezTo>
                  <a:pt x="1449" y="245"/>
                  <a:pt x="1449" y="249"/>
                  <a:pt x="1448" y="253"/>
                </a:cubicBezTo>
                <a:cubicBezTo>
                  <a:pt x="1447" y="260"/>
                  <a:pt x="1440" y="275"/>
                  <a:pt x="1418" y="275"/>
                </a:cubicBezTo>
                <a:cubicBezTo>
                  <a:pt x="1397" y="275"/>
                  <a:pt x="1390" y="260"/>
                  <a:pt x="1389" y="253"/>
                </a:cubicBezTo>
                <a:cubicBezTo>
                  <a:pt x="1388" y="249"/>
                  <a:pt x="1388" y="245"/>
                  <a:pt x="1388" y="241"/>
                </a:cubicBezTo>
                <a:cubicBezTo>
                  <a:pt x="1388" y="10"/>
                  <a:pt x="1388" y="10"/>
                  <a:pt x="1388" y="10"/>
                </a:cubicBezTo>
                <a:cubicBezTo>
                  <a:pt x="1309" y="10"/>
                  <a:pt x="1309" y="10"/>
                  <a:pt x="1309" y="10"/>
                </a:cubicBezTo>
                <a:cubicBezTo>
                  <a:pt x="1309" y="234"/>
                  <a:pt x="1309" y="234"/>
                  <a:pt x="1309" y="234"/>
                </a:cubicBezTo>
                <a:cubicBezTo>
                  <a:pt x="1309" y="239"/>
                  <a:pt x="1309" y="251"/>
                  <a:pt x="1310" y="254"/>
                </a:cubicBezTo>
                <a:cubicBezTo>
                  <a:pt x="1315" y="312"/>
                  <a:pt x="1361" y="331"/>
                  <a:pt x="1418" y="331"/>
                </a:cubicBezTo>
                <a:cubicBezTo>
                  <a:pt x="1476" y="331"/>
                  <a:pt x="1522" y="312"/>
                  <a:pt x="1527" y="254"/>
                </a:cubicBezTo>
                <a:cubicBezTo>
                  <a:pt x="1528" y="251"/>
                  <a:pt x="1528" y="239"/>
                  <a:pt x="1528" y="234"/>
                </a:cubicBezTo>
                <a:lnTo>
                  <a:pt x="1528" y="10"/>
                </a:lnTo>
                <a:close/>
                <a:moveTo>
                  <a:pt x="2069" y="147"/>
                </a:moveTo>
                <a:cubicBezTo>
                  <a:pt x="2069" y="192"/>
                  <a:pt x="2069" y="192"/>
                  <a:pt x="2069" y="192"/>
                </a:cubicBezTo>
                <a:cubicBezTo>
                  <a:pt x="2101" y="192"/>
                  <a:pt x="2101" y="192"/>
                  <a:pt x="2101" y="192"/>
                </a:cubicBezTo>
                <a:cubicBezTo>
                  <a:pt x="2101" y="237"/>
                  <a:pt x="2101" y="237"/>
                  <a:pt x="2101" y="237"/>
                </a:cubicBezTo>
                <a:cubicBezTo>
                  <a:pt x="2101" y="241"/>
                  <a:pt x="2101" y="246"/>
                  <a:pt x="2100" y="249"/>
                </a:cubicBezTo>
                <a:cubicBezTo>
                  <a:pt x="2099" y="258"/>
                  <a:pt x="2091" y="272"/>
                  <a:pt x="2068" y="272"/>
                </a:cubicBezTo>
                <a:cubicBezTo>
                  <a:pt x="2045" y="272"/>
                  <a:pt x="2038" y="258"/>
                  <a:pt x="2036" y="249"/>
                </a:cubicBezTo>
                <a:cubicBezTo>
                  <a:pt x="2036" y="246"/>
                  <a:pt x="2035" y="241"/>
                  <a:pt x="2035" y="237"/>
                </a:cubicBezTo>
                <a:cubicBezTo>
                  <a:pt x="2035" y="95"/>
                  <a:pt x="2035" y="95"/>
                  <a:pt x="2035" y="95"/>
                </a:cubicBezTo>
                <a:cubicBezTo>
                  <a:pt x="2035" y="90"/>
                  <a:pt x="2036" y="85"/>
                  <a:pt x="2037" y="80"/>
                </a:cubicBezTo>
                <a:cubicBezTo>
                  <a:pt x="2038" y="73"/>
                  <a:pt x="2045" y="58"/>
                  <a:pt x="2068" y="58"/>
                </a:cubicBezTo>
                <a:cubicBezTo>
                  <a:pt x="2092" y="58"/>
                  <a:pt x="2098" y="74"/>
                  <a:pt x="2099" y="80"/>
                </a:cubicBezTo>
                <a:cubicBezTo>
                  <a:pt x="2100" y="85"/>
                  <a:pt x="2100" y="92"/>
                  <a:pt x="2100" y="92"/>
                </a:cubicBezTo>
                <a:cubicBezTo>
                  <a:pt x="2100" y="110"/>
                  <a:pt x="2100" y="110"/>
                  <a:pt x="2100" y="110"/>
                </a:cubicBezTo>
                <a:cubicBezTo>
                  <a:pt x="2178" y="110"/>
                  <a:pt x="2178" y="110"/>
                  <a:pt x="2178" y="110"/>
                </a:cubicBezTo>
                <a:cubicBezTo>
                  <a:pt x="2178" y="99"/>
                  <a:pt x="2178" y="99"/>
                  <a:pt x="2178" y="99"/>
                </a:cubicBezTo>
                <a:cubicBezTo>
                  <a:pt x="2178" y="99"/>
                  <a:pt x="2179" y="89"/>
                  <a:pt x="2178" y="79"/>
                </a:cubicBezTo>
                <a:cubicBezTo>
                  <a:pt x="2172" y="20"/>
                  <a:pt x="2124" y="2"/>
                  <a:pt x="2068" y="2"/>
                </a:cubicBezTo>
                <a:cubicBezTo>
                  <a:pt x="2013" y="2"/>
                  <a:pt x="1966" y="21"/>
                  <a:pt x="1959" y="79"/>
                </a:cubicBezTo>
                <a:cubicBezTo>
                  <a:pt x="1958" y="84"/>
                  <a:pt x="1958" y="94"/>
                  <a:pt x="1958" y="99"/>
                </a:cubicBezTo>
                <a:cubicBezTo>
                  <a:pt x="1958" y="230"/>
                  <a:pt x="1958" y="230"/>
                  <a:pt x="1958" y="230"/>
                </a:cubicBezTo>
                <a:cubicBezTo>
                  <a:pt x="1958" y="236"/>
                  <a:pt x="1958" y="241"/>
                  <a:pt x="1959" y="251"/>
                </a:cubicBezTo>
                <a:cubicBezTo>
                  <a:pt x="1964" y="308"/>
                  <a:pt x="2013" y="328"/>
                  <a:pt x="2068" y="328"/>
                </a:cubicBezTo>
                <a:cubicBezTo>
                  <a:pt x="2124" y="328"/>
                  <a:pt x="2173" y="308"/>
                  <a:pt x="2178" y="251"/>
                </a:cubicBezTo>
                <a:cubicBezTo>
                  <a:pt x="2179" y="241"/>
                  <a:pt x="2179" y="236"/>
                  <a:pt x="2179" y="230"/>
                </a:cubicBezTo>
                <a:cubicBezTo>
                  <a:pt x="2179" y="147"/>
                  <a:pt x="2179" y="147"/>
                  <a:pt x="2179" y="147"/>
                </a:cubicBezTo>
                <a:lnTo>
                  <a:pt x="2069" y="147"/>
                </a:lnTo>
                <a:close/>
              </a:path>
            </a:pathLst>
          </a:custGeom>
          <a:solidFill>
            <a:srgbClr val="0924A5"/>
          </a:solidFill>
          <a:ln>
            <a:noFill/>
          </a:ln>
        </p:spPr>
        <p:txBody>
          <a:bodyPr vert="horz" wrap="square" lIns="91411" tIns="45705" rIns="91411" bIns="45705" numCol="1" anchor="t" anchorCtr="0" compatLnSpc="1">
            <a:prstTxWarp prst="textNoShape">
              <a:avLst/>
            </a:prstTxWarp>
            <a:scene3d>
              <a:camera prst="orthographicFront"/>
              <a:lightRig rig="threePt" dir="t"/>
            </a:scene3d>
            <a:sp3d>
              <a:bevelT w="0" h="6350"/>
            </a:sp3d>
          </a:bodyPr>
          <a:lstStyle/>
          <a:p>
            <a:pPr marL="0" marR="0" lvl="0" indent="0" algn="l" defTabSz="914126" rtl="0" eaLnBrk="1" fontAlgn="auto" latinLnBrk="1" hangingPunct="1">
              <a:lnSpc>
                <a:spcPct val="100000"/>
              </a:lnSpc>
              <a:spcBef>
                <a:spcPts val="0"/>
              </a:spcBef>
              <a:spcAft>
                <a:spcPts val="0"/>
              </a:spcAft>
              <a:buClrTx/>
              <a:buSzTx/>
              <a:buFontTx/>
              <a:buNone/>
              <a:tabLst/>
              <a:defRPr/>
            </a:pPr>
            <a:endParaRPr lang="ko-KR" altLang="en-US" sz="1959" noProof="0" dirty="0"/>
          </a:p>
        </p:txBody>
      </p:sp>
      <p:pic>
        <p:nvPicPr>
          <p:cNvPr id="8" name="그림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4265631" y="6141164"/>
            <a:ext cx="1371564" cy="450000"/>
          </a:xfrm>
          <a:prstGeom prst="rect">
            <a:avLst/>
          </a:prstGeom>
        </p:spPr>
      </p:pic>
    </p:spTree>
    <p:extLst>
      <p:ext uri="{BB962C8B-B14F-4D97-AF65-F5344CB8AC3E}">
        <p14:creationId xmlns:p14="http://schemas.microsoft.com/office/powerpoint/2010/main" val="331870355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4_사용자 지정 레이아웃">
    <p:spTree>
      <p:nvGrpSpPr>
        <p:cNvPr id="1" name=""/>
        <p:cNvGrpSpPr/>
        <p:nvPr/>
      </p:nvGrpSpPr>
      <p:grpSpPr>
        <a:xfrm>
          <a:off x="0" y="0"/>
          <a:ext cx="0" cy="0"/>
          <a:chOff x="0" y="0"/>
          <a:chExt cx="0" cy="0"/>
        </a:xfrm>
      </p:grpSpPr>
      <p:pic>
        <p:nvPicPr>
          <p:cNvPr id="7" name="그림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9902825" cy="6858000"/>
          </a:xfrm>
          <a:prstGeom prst="rect">
            <a:avLst/>
          </a:prstGeom>
        </p:spPr>
      </p:pic>
      <p:cxnSp>
        <p:nvCxnSpPr>
          <p:cNvPr id="9" name="직선 연결선 8">
            <a:extLst>
              <a:ext uri="{FF2B5EF4-FFF2-40B4-BE49-F238E27FC236}">
                <a16:creationId xmlns:a16="http://schemas.microsoft.com/office/drawing/2014/main" id="{C1C72A62-C683-4E28-9DB3-48070C29EDE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0" name="직사각형 7">
            <a:extLst>
              <a:ext uri="{FF2B5EF4-FFF2-40B4-BE49-F238E27FC236}">
                <a16:creationId xmlns:a16="http://schemas.microsoft.com/office/drawing/2014/main" id="{7E1E12FC-CEBB-4147-9EEB-E670A93F6B1E}"/>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solidFill>
                <a:latin typeface="iCiel Samsung Sharp Sans Bold" pitchFamily="2" charset="0"/>
                <a:ea typeface="iCiel Samsung Sharp Sans Bold" pitchFamily="2" charset="0"/>
                <a:cs typeface="iCiel Samsung Sharp Sans Bold" pitchFamily="2" charset="0"/>
              </a:rPr>
              <a:t>Samsung Innovation Campus</a:t>
            </a:r>
          </a:p>
        </p:txBody>
      </p:sp>
      <p:sp>
        <p:nvSpPr>
          <p:cNvPr id="6" name="슬라이드 번호 개체 틀 15">
            <a:extLst>
              <a:ext uri="{FF2B5EF4-FFF2-40B4-BE49-F238E27FC236}">
                <a16:creationId xmlns:a16="http://schemas.microsoft.com/office/drawing/2014/main" id="{CCEC8F59-794B-4743-A6D7-1BC9720006CB}"/>
              </a:ext>
            </a:extLst>
          </p:cNvPr>
          <p:cNvSpPr txBox="1">
            <a:spLocks/>
          </p:cNvSpPr>
          <p:nvPr userDrawn="1"/>
        </p:nvSpPr>
        <p:spPr>
          <a:xfrm>
            <a:off x="4807396" y="6498001"/>
            <a:ext cx="4388963"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defTabSz="914094" latinLnBrk="1">
              <a:defRPr/>
            </a:pPr>
            <a:r>
              <a:rPr lang="vi-VN" altLang="ko-KR" sz="900" dirty="0">
                <a:solidFill>
                  <a:schemeClr val="bg1"/>
                </a:solidFill>
                <a:latin typeface="iCiel Samsung Sharp Sans Medium" pitchFamily="2" charset="0"/>
                <a:ea typeface="iCiel Samsung Sharp Sans Medium" pitchFamily="2" charset="0"/>
                <a:cs typeface="iCiel Samsung Sharp Sans Medium" pitchFamily="2" charset="0"/>
              </a:rPr>
              <a:t>Chương</a:t>
            </a:r>
            <a:r>
              <a:rPr lang="en-US" altLang="ko-KR" sz="900" dirty="0">
                <a:solidFill>
                  <a:schemeClr val="bg1"/>
                </a:solidFill>
                <a:latin typeface="iCiel Samsung Sharp Sans Medium" pitchFamily="2" charset="0"/>
                <a:ea typeface="iCiel Samsung Sharp Sans Medium" pitchFamily="2" charset="0"/>
                <a:cs typeface="iCiel Samsung Sharp Sans Medium" pitchFamily="2" charset="0"/>
              </a:rPr>
              <a:t> 3. </a:t>
            </a:r>
            <a:r>
              <a:rPr lang="ko-KR" altLang="en-US" sz="900" b="1" i="0" dirty="0">
                <a:solidFill>
                  <a:schemeClr val="bg1"/>
                </a:solidFill>
                <a:latin typeface="iCiel Samsung Sharp Sans Medium" pitchFamily="2" charset="0"/>
                <a:ea typeface="SamsungSharpSans-Medium" pitchFamily="2" charset="0"/>
                <a:cs typeface="iCiel Samsung Sharp Sans Medium" pitchFamily="2" charset="0"/>
              </a:rPr>
              <a:t>빠른 연산을 위한 </a:t>
            </a:r>
            <a:r>
              <a:rPr lang="en-US" altLang="ko-KR" sz="900" dirty="0">
                <a:solidFill>
                  <a:schemeClr val="bg1"/>
                </a:solidFill>
                <a:latin typeface="iCiel Samsung Sharp Sans Medium" pitchFamily="2" charset="0"/>
                <a:ea typeface="iCiel Samsung Sharp Sans Medium" pitchFamily="2" charset="0"/>
                <a:cs typeface="iCiel Samsung Sharp Sans Medium" pitchFamily="2" charset="0"/>
              </a:rPr>
              <a:t>NumPy </a:t>
            </a:r>
            <a:r>
              <a:rPr lang="ko-KR" altLang="en-US" sz="900" b="1" i="0" dirty="0">
                <a:solidFill>
                  <a:schemeClr val="bg1"/>
                </a:solidFill>
                <a:latin typeface="iCiel Samsung Sharp Sans Medium" pitchFamily="2" charset="0"/>
                <a:ea typeface="SamsungSharpSans-Medium" pitchFamily="2" charset="0"/>
                <a:cs typeface="iCiel Samsung Sharp Sans Medium" pitchFamily="2" charset="0"/>
              </a:rPr>
              <a:t>배열과 </a:t>
            </a:r>
            <a:r>
              <a:rPr lang="en-US" altLang="ko-KR" sz="900" dirty="0">
                <a:solidFill>
                  <a:schemeClr val="bg1"/>
                </a:solidFill>
                <a:latin typeface="iCiel Samsung Sharp Sans Medium" pitchFamily="2" charset="0"/>
                <a:ea typeface="iCiel Samsung Sharp Sans Medium" pitchFamily="2" charset="0"/>
                <a:cs typeface="iCiel Samsung Sharp Sans Medium" pitchFamily="2" charset="0"/>
              </a:rPr>
              <a:t>pandas</a:t>
            </a:r>
            <a:r>
              <a:rPr lang="ko-KR" altLang="en-US" sz="900" b="1" i="0" dirty="0">
                <a:solidFill>
                  <a:schemeClr val="bg1"/>
                </a:solidFill>
                <a:latin typeface="iCiel Samsung Sharp Sans Medium" pitchFamily="2" charset="0"/>
                <a:ea typeface="SamsungSharpSans-Medium" pitchFamily="2" charset="0"/>
                <a:cs typeface="iCiel Samsung Sharp Sans Medium" pitchFamily="2" charset="0"/>
              </a:rPr>
              <a:t>를 활용한 탐색적 데이터 분석</a:t>
            </a:r>
          </a:p>
        </p:txBody>
      </p:sp>
    </p:spTree>
    <p:extLst>
      <p:ext uri="{BB962C8B-B14F-4D97-AF65-F5344CB8AC3E}">
        <p14:creationId xmlns:p14="http://schemas.microsoft.com/office/powerpoint/2010/main" val="139996071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cxnSp>
        <p:nvCxnSpPr>
          <p:cNvPr id="12" name="직선 연결선 11">
            <a:extLst>
              <a:ext uri="{FF2B5EF4-FFF2-40B4-BE49-F238E27FC236}">
                <a16:creationId xmlns:a16="http://schemas.microsoft.com/office/drawing/2014/main" id="{107951CE-0A5B-4EC7-B663-290867B6A3B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15">
            <a:extLst>
              <a:ext uri="{FF2B5EF4-FFF2-40B4-BE49-F238E27FC236}">
                <a16:creationId xmlns:a16="http://schemas.microsoft.com/office/drawing/2014/main" id="{DB8B1220-1660-457F-B990-656A8230EA54}"/>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4" name="직사각형 7">
            <a:extLst>
              <a:ext uri="{FF2B5EF4-FFF2-40B4-BE49-F238E27FC236}">
                <a16:creationId xmlns:a16="http://schemas.microsoft.com/office/drawing/2014/main" id="{AA07D337-B9C3-4E5E-811E-AEFBB17ADEF5}"/>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sp>
        <p:nvSpPr>
          <p:cNvPr id="7" name="슬라이드 번호 개체 틀 15">
            <a:extLst>
              <a:ext uri="{FF2B5EF4-FFF2-40B4-BE49-F238E27FC236}">
                <a16:creationId xmlns:a16="http://schemas.microsoft.com/office/drawing/2014/main" id="{1C6FDD4E-0A3F-4462-AE4E-9E355C127FA2}"/>
              </a:ext>
            </a:extLst>
          </p:cNvPr>
          <p:cNvSpPr txBox="1">
            <a:spLocks/>
          </p:cNvSpPr>
          <p:nvPr userDrawn="1"/>
        </p:nvSpPr>
        <p:spPr>
          <a:xfrm>
            <a:off x="3338256" y="6507526"/>
            <a:ext cx="5858103"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119241620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_Table of Contents2">
    <p:spTree>
      <p:nvGrpSpPr>
        <p:cNvPr id="1" name=""/>
        <p:cNvGrpSpPr/>
        <p:nvPr/>
      </p:nvGrpSpPr>
      <p:grpSpPr>
        <a:xfrm>
          <a:off x="0" y="0"/>
          <a:ext cx="0" cy="0"/>
          <a:chOff x="0" y="0"/>
          <a:chExt cx="0" cy="0"/>
        </a:xfrm>
      </p:grpSpPr>
      <p:pic>
        <p:nvPicPr>
          <p:cNvPr id="2" name="그림 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902825" cy="6858000"/>
          </a:xfrm>
          <a:prstGeom prst="rect">
            <a:avLst/>
          </a:prstGeom>
        </p:spPr>
      </p:pic>
      <p:cxnSp>
        <p:nvCxnSpPr>
          <p:cNvPr id="12" name="직선 연결선 11">
            <a:extLst>
              <a:ext uri="{FF2B5EF4-FFF2-40B4-BE49-F238E27FC236}">
                <a16:creationId xmlns:a16="http://schemas.microsoft.com/office/drawing/2014/main" id="{107951CE-0A5B-4EC7-B663-290867B6A3B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15">
            <a:extLst>
              <a:ext uri="{FF2B5EF4-FFF2-40B4-BE49-F238E27FC236}">
                <a16:creationId xmlns:a16="http://schemas.microsoft.com/office/drawing/2014/main" id="{DB8B1220-1660-457F-B990-656A8230EA54}"/>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4" name="직사각형 7">
            <a:extLst>
              <a:ext uri="{FF2B5EF4-FFF2-40B4-BE49-F238E27FC236}">
                <a16:creationId xmlns:a16="http://schemas.microsoft.com/office/drawing/2014/main" id="{AA07D337-B9C3-4E5E-811E-AEFBB17ADEF5}"/>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spTree>
    <p:extLst>
      <p:ext uri="{BB962C8B-B14F-4D97-AF65-F5344CB8AC3E}">
        <p14:creationId xmlns:p14="http://schemas.microsoft.com/office/powerpoint/2010/main" val="340868199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_Table of Contents">
    <p:spTree>
      <p:nvGrpSpPr>
        <p:cNvPr id="1" name=""/>
        <p:cNvGrpSpPr/>
        <p:nvPr/>
      </p:nvGrpSpPr>
      <p:grpSpPr>
        <a:xfrm>
          <a:off x="0" y="0"/>
          <a:ext cx="0" cy="0"/>
          <a:chOff x="0" y="0"/>
          <a:chExt cx="0" cy="0"/>
        </a:xfrm>
      </p:grpSpPr>
      <p:pic>
        <p:nvPicPr>
          <p:cNvPr id="3" name="그림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902825" cy="6858000"/>
          </a:xfrm>
          <a:prstGeom prst="rect">
            <a:avLst/>
          </a:prstGeom>
        </p:spPr>
      </p:pic>
      <p:cxnSp>
        <p:nvCxnSpPr>
          <p:cNvPr id="12" name="직선 연결선 11">
            <a:extLst>
              <a:ext uri="{FF2B5EF4-FFF2-40B4-BE49-F238E27FC236}">
                <a16:creationId xmlns:a16="http://schemas.microsoft.com/office/drawing/2014/main" id="{107951CE-0A5B-4EC7-B663-290867B6A3B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15">
            <a:extLst>
              <a:ext uri="{FF2B5EF4-FFF2-40B4-BE49-F238E27FC236}">
                <a16:creationId xmlns:a16="http://schemas.microsoft.com/office/drawing/2014/main" id="{DB8B1220-1660-457F-B990-656A8230EA54}"/>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4" name="직사각형 7">
            <a:extLst>
              <a:ext uri="{FF2B5EF4-FFF2-40B4-BE49-F238E27FC236}">
                <a16:creationId xmlns:a16="http://schemas.microsoft.com/office/drawing/2014/main" id="{AA07D337-B9C3-4E5E-811E-AEFBB17ADEF5}"/>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sp>
        <p:nvSpPr>
          <p:cNvPr id="7" name="슬라이드 번호 개체 틀 15">
            <a:extLst>
              <a:ext uri="{FF2B5EF4-FFF2-40B4-BE49-F238E27FC236}">
                <a16:creationId xmlns:a16="http://schemas.microsoft.com/office/drawing/2014/main" id="{CCEC8F59-794B-4743-A6D7-1BC9720006CB}"/>
              </a:ext>
            </a:extLst>
          </p:cNvPr>
          <p:cNvSpPr txBox="1">
            <a:spLocks/>
          </p:cNvSpPr>
          <p:nvPr userDrawn="1"/>
        </p:nvSpPr>
        <p:spPr>
          <a:xfrm>
            <a:off x="3338256" y="6507526"/>
            <a:ext cx="5858103"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97123788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2_Table of Contents">
    <p:spTree>
      <p:nvGrpSpPr>
        <p:cNvPr id="1" name=""/>
        <p:cNvGrpSpPr/>
        <p:nvPr/>
      </p:nvGrpSpPr>
      <p:grpSpPr>
        <a:xfrm>
          <a:off x="0" y="0"/>
          <a:ext cx="0" cy="0"/>
          <a:chOff x="0" y="0"/>
          <a:chExt cx="0" cy="0"/>
        </a:xfrm>
      </p:grpSpPr>
      <p:pic>
        <p:nvPicPr>
          <p:cNvPr id="5" name="그림 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902825" cy="6858000"/>
          </a:xfrm>
          <a:prstGeom prst="rect">
            <a:avLst/>
          </a:prstGeom>
        </p:spPr>
      </p:pic>
      <p:cxnSp>
        <p:nvCxnSpPr>
          <p:cNvPr id="12" name="직선 연결선 11">
            <a:extLst>
              <a:ext uri="{FF2B5EF4-FFF2-40B4-BE49-F238E27FC236}">
                <a16:creationId xmlns:a16="http://schemas.microsoft.com/office/drawing/2014/main" id="{107951CE-0A5B-4EC7-B663-290867B6A3B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15">
            <a:extLst>
              <a:ext uri="{FF2B5EF4-FFF2-40B4-BE49-F238E27FC236}">
                <a16:creationId xmlns:a16="http://schemas.microsoft.com/office/drawing/2014/main" id="{DB8B1220-1660-457F-B990-656A8230EA54}"/>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4" name="직사각형 7">
            <a:extLst>
              <a:ext uri="{FF2B5EF4-FFF2-40B4-BE49-F238E27FC236}">
                <a16:creationId xmlns:a16="http://schemas.microsoft.com/office/drawing/2014/main" id="{AA07D337-B9C3-4E5E-811E-AEFBB17ADEF5}"/>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sp>
        <p:nvSpPr>
          <p:cNvPr id="8" name="슬라이드 번호 개체 틀 15">
            <a:extLst>
              <a:ext uri="{FF2B5EF4-FFF2-40B4-BE49-F238E27FC236}">
                <a16:creationId xmlns:a16="http://schemas.microsoft.com/office/drawing/2014/main" id="{3EA2BA50-854F-4607-A832-4CD942AE77FB}"/>
              </a:ext>
            </a:extLst>
          </p:cNvPr>
          <p:cNvSpPr txBox="1">
            <a:spLocks/>
          </p:cNvSpPr>
          <p:nvPr userDrawn="1"/>
        </p:nvSpPr>
        <p:spPr>
          <a:xfrm>
            <a:off x="3338256" y="6507526"/>
            <a:ext cx="5858103"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216385379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3_Table of Contents">
    <p:spTree>
      <p:nvGrpSpPr>
        <p:cNvPr id="1" name=""/>
        <p:cNvGrpSpPr/>
        <p:nvPr/>
      </p:nvGrpSpPr>
      <p:grpSpPr>
        <a:xfrm>
          <a:off x="0" y="0"/>
          <a:ext cx="0" cy="0"/>
          <a:chOff x="0" y="0"/>
          <a:chExt cx="0" cy="0"/>
        </a:xfrm>
      </p:grpSpPr>
      <p:cxnSp>
        <p:nvCxnSpPr>
          <p:cNvPr id="12" name="직선 연결선 11">
            <a:extLst>
              <a:ext uri="{FF2B5EF4-FFF2-40B4-BE49-F238E27FC236}">
                <a16:creationId xmlns:a16="http://schemas.microsoft.com/office/drawing/2014/main" id="{107951CE-0A5B-4EC7-B663-290867B6A3B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15">
            <a:extLst>
              <a:ext uri="{FF2B5EF4-FFF2-40B4-BE49-F238E27FC236}">
                <a16:creationId xmlns:a16="http://schemas.microsoft.com/office/drawing/2014/main" id="{DB8B1220-1660-457F-B990-656A8230EA54}"/>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4" name="직사각형 7">
            <a:extLst>
              <a:ext uri="{FF2B5EF4-FFF2-40B4-BE49-F238E27FC236}">
                <a16:creationId xmlns:a16="http://schemas.microsoft.com/office/drawing/2014/main" id="{AA07D337-B9C3-4E5E-811E-AEFBB17ADEF5}"/>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grpSp>
        <p:nvGrpSpPr>
          <p:cNvPr id="3" name="그룹 2">
            <a:extLst>
              <a:ext uri="{FF2B5EF4-FFF2-40B4-BE49-F238E27FC236}">
                <a16:creationId xmlns:a16="http://schemas.microsoft.com/office/drawing/2014/main" id="{423B230F-BF07-4420-8C5E-EAE4EFC61AF1}"/>
              </a:ext>
            </a:extLst>
          </p:cNvPr>
          <p:cNvGrpSpPr/>
          <p:nvPr userDrawn="1"/>
        </p:nvGrpSpPr>
        <p:grpSpPr>
          <a:xfrm>
            <a:off x="0" y="1"/>
            <a:ext cx="9902825" cy="999802"/>
            <a:chOff x="0" y="1"/>
            <a:chExt cx="9906000" cy="999802"/>
          </a:xfrm>
        </p:grpSpPr>
        <p:sp>
          <p:nvSpPr>
            <p:cNvPr id="10" name="직사각형 9">
              <a:extLst>
                <a:ext uri="{FF2B5EF4-FFF2-40B4-BE49-F238E27FC236}">
                  <a16:creationId xmlns:a16="http://schemas.microsoft.com/office/drawing/2014/main" id="{85CF76A4-51CF-4D05-A1A1-2F9ED08538A3}"/>
                </a:ext>
              </a:extLst>
            </p:cNvPr>
            <p:cNvSpPr/>
            <p:nvPr userDrawn="1"/>
          </p:nvSpPr>
          <p:spPr>
            <a:xfrm>
              <a:off x="0" y="619930"/>
              <a:ext cx="9906000" cy="379873"/>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8" name="직사각형 7">
              <a:extLst>
                <a:ext uri="{FF2B5EF4-FFF2-40B4-BE49-F238E27FC236}">
                  <a16:creationId xmlns:a16="http://schemas.microsoft.com/office/drawing/2014/main" id="{B99AF68C-BDD5-4210-9E4D-B73D0E1AF2BC}"/>
                </a:ext>
              </a:extLst>
            </p:cNvPr>
            <p:cNvSpPr/>
            <p:nvPr userDrawn="1"/>
          </p:nvSpPr>
          <p:spPr>
            <a:xfrm>
              <a:off x="0" y="1"/>
              <a:ext cx="9906000" cy="877824"/>
            </a:xfrm>
            <a:prstGeom prst="rect">
              <a:avLst/>
            </a:prstGeom>
            <a:solidFill>
              <a:srgbClr val="1429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grpSp>
      <p:grpSp>
        <p:nvGrpSpPr>
          <p:cNvPr id="16" name="그룹 15">
            <a:extLst>
              <a:ext uri="{FF2B5EF4-FFF2-40B4-BE49-F238E27FC236}">
                <a16:creationId xmlns:a16="http://schemas.microsoft.com/office/drawing/2014/main" id="{1AD70F94-445E-41A7-8574-B25CBA89D8C1}"/>
              </a:ext>
            </a:extLst>
          </p:cNvPr>
          <p:cNvGrpSpPr/>
          <p:nvPr userDrawn="1"/>
        </p:nvGrpSpPr>
        <p:grpSpPr>
          <a:xfrm>
            <a:off x="449855" y="1251376"/>
            <a:ext cx="9015111" cy="4993976"/>
            <a:chOff x="578678" y="1436154"/>
            <a:chExt cx="8748000" cy="4993976"/>
          </a:xfrm>
          <a:solidFill>
            <a:srgbClr val="ECEFF6"/>
          </a:solidFill>
        </p:grpSpPr>
        <p:sp>
          <p:nvSpPr>
            <p:cNvPr id="17" name="직사각형 16">
              <a:extLst>
                <a:ext uri="{FF2B5EF4-FFF2-40B4-BE49-F238E27FC236}">
                  <a16:creationId xmlns:a16="http://schemas.microsoft.com/office/drawing/2014/main" id="{DD7B4B47-6621-481B-B3CE-E8345036F393}"/>
                </a:ext>
              </a:extLst>
            </p:cNvPr>
            <p:cNvSpPr/>
            <p:nvPr/>
          </p:nvSpPr>
          <p:spPr>
            <a:xfrm>
              <a:off x="578678" y="1436154"/>
              <a:ext cx="8748000" cy="811746"/>
            </a:xfrm>
            <a:prstGeom prst="rect">
              <a:avLst/>
            </a:prstGeom>
            <a:grp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18" name="직사각형 17">
              <a:extLst>
                <a:ext uri="{FF2B5EF4-FFF2-40B4-BE49-F238E27FC236}">
                  <a16:creationId xmlns:a16="http://schemas.microsoft.com/office/drawing/2014/main" id="{CF06F76F-5148-46B2-9B1F-DC949288372A}"/>
                </a:ext>
              </a:extLst>
            </p:cNvPr>
            <p:cNvSpPr/>
            <p:nvPr/>
          </p:nvSpPr>
          <p:spPr>
            <a:xfrm>
              <a:off x="578678" y="2286000"/>
              <a:ext cx="8748000" cy="4144130"/>
            </a:xfrm>
            <a:prstGeom prst="rect">
              <a:avLst/>
            </a:prstGeom>
            <a:grp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19" name="직사각형 18">
              <a:extLst>
                <a:ext uri="{FF2B5EF4-FFF2-40B4-BE49-F238E27FC236}">
                  <a16:creationId xmlns:a16="http://schemas.microsoft.com/office/drawing/2014/main" id="{9F696305-6820-48F1-BDDE-99074AB95DFF}"/>
                </a:ext>
              </a:extLst>
            </p:cNvPr>
            <p:cNvSpPr/>
            <p:nvPr/>
          </p:nvSpPr>
          <p:spPr>
            <a:xfrm>
              <a:off x="768350" y="1631455"/>
              <a:ext cx="1029652" cy="492443"/>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3199" dirty="0">
                  <a:solidFill>
                    <a:srgbClr val="0D0D0D"/>
                  </a:solidFill>
                  <a:latin typeface="iCiel Samsung Sharp Sans Bold" pitchFamily="2" charset="0"/>
                  <a:ea typeface="iCiel Samsung Sharp Sans Bold" pitchFamily="2" charset="0"/>
                  <a:cs typeface="iCiel Samsung Sharp Sans Bold" pitchFamily="2" charset="0"/>
                </a:rPr>
                <a:t>Q1.</a:t>
              </a:r>
            </a:p>
          </p:txBody>
        </p:sp>
      </p:grpSp>
      <p:sp>
        <p:nvSpPr>
          <p:cNvPr id="15" name="슬라이드 번호 개체 틀 15">
            <a:extLst>
              <a:ext uri="{FF2B5EF4-FFF2-40B4-BE49-F238E27FC236}">
                <a16:creationId xmlns:a16="http://schemas.microsoft.com/office/drawing/2014/main" id="{F9E05717-20BE-430E-9F96-81DCC3F4311A}"/>
              </a:ext>
            </a:extLst>
          </p:cNvPr>
          <p:cNvSpPr txBox="1">
            <a:spLocks/>
          </p:cNvSpPr>
          <p:nvPr userDrawn="1"/>
        </p:nvSpPr>
        <p:spPr>
          <a:xfrm>
            <a:off x="3338256" y="6507526"/>
            <a:ext cx="5858103"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69602358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onemore">
    <p:spTree>
      <p:nvGrpSpPr>
        <p:cNvPr id="1" name=""/>
        <p:cNvGrpSpPr/>
        <p:nvPr/>
      </p:nvGrpSpPr>
      <p:grpSpPr>
        <a:xfrm>
          <a:off x="0" y="0"/>
          <a:ext cx="0" cy="0"/>
          <a:chOff x="0" y="0"/>
          <a:chExt cx="0" cy="0"/>
        </a:xfrm>
      </p:grpSpPr>
      <p:grpSp>
        <p:nvGrpSpPr>
          <p:cNvPr id="51" name="그룹 50">
            <a:extLst>
              <a:ext uri="{FF2B5EF4-FFF2-40B4-BE49-F238E27FC236}">
                <a16:creationId xmlns:a16="http://schemas.microsoft.com/office/drawing/2014/main" id="{85278258-AEB2-4213-B5E6-13FC86FAB418}"/>
              </a:ext>
            </a:extLst>
          </p:cNvPr>
          <p:cNvGrpSpPr/>
          <p:nvPr userDrawn="1"/>
        </p:nvGrpSpPr>
        <p:grpSpPr>
          <a:xfrm>
            <a:off x="449468" y="1462227"/>
            <a:ext cx="9000714" cy="4500283"/>
            <a:chOff x="578678" y="1445207"/>
            <a:chExt cx="8748000" cy="4136077"/>
          </a:xfrm>
        </p:grpSpPr>
        <p:sp>
          <p:nvSpPr>
            <p:cNvPr id="52" name="직사각형 51">
              <a:extLst>
                <a:ext uri="{FF2B5EF4-FFF2-40B4-BE49-F238E27FC236}">
                  <a16:creationId xmlns:a16="http://schemas.microsoft.com/office/drawing/2014/main" id="{8AE44DED-1433-4AE2-91CF-6B4CC836C247}"/>
                </a:ext>
              </a:extLst>
            </p:cNvPr>
            <p:cNvSpPr/>
            <p:nvPr userDrawn="1"/>
          </p:nvSpPr>
          <p:spPr>
            <a:xfrm>
              <a:off x="578678" y="2038352"/>
              <a:ext cx="8748000" cy="3542932"/>
            </a:xfrm>
            <a:prstGeom prst="rect">
              <a:avLst/>
            </a:prstGeom>
            <a:solidFill>
              <a:srgbClr val="ECEFF6"/>
            </a:solidFill>
            <a:ln w="38100">
              <a:solidFill>
                <a:srgbClr val="0D0D0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53" name="직사각형 52">
              <a:extLst>
                <a:ext uri="{FF2B5EF4-FFF2-40B4-BE49-F238E27FC236}">
                  <a16:creationId xmlns:a16="http://schemas.microsoft.com/office/drawing/2014/main" id="{16E0A36A-E308-4F66-AC01-5E98B501B58D}"/>
                </a:ext>
              </a:extLst>
            </p:cNvPr>
            <p:cNvSpPr/>
            <p:nvPr userDrawn="1"/>
          </p:nvSpPr>
          <p:spPr>
            <a:xfrm>
              <a:off x="578678" y="1445207"/>
              <a:ext cx="8748000" cy="617940"/>
            </a:xfrm>
            <a:prstGeom prst="rect">
              <a:avLst/>
            </a:prstGeom>
            <a:solidFill>
              <a:srgbClr val="ECEFF6"/>
            </a:solidFill>
            <a:ln w="38100">
              <a:solidFill>
                <a:srgbClr val="0D0D0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54" name="이등변 삼각형 53">
              <a:extLst>
                <a:ext uri="{FF2B5EF4-FFF2-40B4-BE49-F238E27FC236}">
                  <a16:creationId xmlns:a16="http://schemas.microsoft.com/office/drawing/2014/main" id="{1AAE9217-6132-41DE-8B52-1E10CDDAD122}"/>
                </a:ext>
              </a:extLst>
            </p:cNvPr>
            <p:cNvSpPr/>
            <p:nvPr userDrawn="1"/>
          </p:nvSpPr>
          <p:spPr>
            <a:xfrm rot="2700000">
              <a:off x="8915045" y="1573924"/>
              <a:ext cx="396525" cy="198725"/>
            </a:xfrm>
            <a:prstGeom prst="triangle">
              <a:avLst/>
            </a:prstGeom>
            <a:solidFill>
              <a:srgbClr val="0D0D0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grpSp>
      <p:grpSp>
        <p:nvGrpSpPr>
          <p:cNvPr id="17" name="그룹 16">
            <a:extLst>
              <a:ext uri="{FF2B5EF4-FFF2-40B4-BE49-F238E27FC236}">
                <a16:creationId xmlns:a16="http://schemas.microsoft.com/office/drawing/2014/main" id="{8F9D91F2-1DA9-4775-A2F4-3EA836FC8AC8}"/>
              </a:ext>
            </a:extLst>
          </p:cNvPr>
          <p:cNvGrpSpPr/>
          <p:nvPr userDrawn="1"/>
        </p:nvGrpSpPr>
        <p:grpSpPr>
          <a:xfrm>
            <a:off x="0" y="1"/>
            <a:ext cx="9902825" cy="999802"/>
            <a:chOff x="0" y="1"/>
            <a:chExt cx="9906000" cy="999802"/>
          </a:xfrm>
        </p:grpSpPr>
        <p:sp>
          <p:nvSpPr>
            <p:cNvPr id="18" name="직사각형 17">
              <a:extLst>
                <a:ext uri="{FF2B5EF4-FFF2-40B4-BE49-F238E27FC236}">
                  <a16:creationId xmlns:a16="http://schemas.microsoft.com/office/drawing/2014/main" id="{2445BDC7-3EC5-4A98-AB9C-DAF702D163B6}"/>
                </a:ext>
              </a:extLst>
            </p:cNvPr>
            <p:cNvSpPr/>
            <p:nvPr userDrawn="1"/>
          </p:nvSpPr>
          <p:spPr>
            <a:xfrm>
              <a:off x="0" y="619930"/>
              <a:ext cx="9906000" cy="379873"/>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19" name="직사각형 18">
              <a:extLst>
                <a:ext uri="{FF2B5EF4-FFF2-40B4-BE49-F238E27FC236}">
                  <a16:creationId xmlns:a16="http://schemas.microsoft.com/office/drawing/2014/main" id="{7C3EF875-C94A-48D5-8A2F-D7E1606943F8}"/>
                </a:ext>
              </a:extLst>
            </p:cNvPr>
            <p:cNvSpPr/>
            <p:nvPr userDrawn="1"/>
          </p:nvSpPr>
          <p:spPr>
            <a:xfrm>
              <a:off x="0" y="1"/>
              <a:ext cx="9906000" cy="877824"/>
            </a:xfrm>
            <a:prstGeom prst="rect">
              <a:avLst/>
            </a:prstGeom>
            <a:solidFill>
              <a:srgbClr val="1429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grpSp>
      <p:cxnSp>
        <p:nvCxnSpPr>
          <p:cNvPr id="20" name="직선 연결선 19">
            <a:extLst>
              <a:ext uri="{FF2B5EF4-FFF2-40B4-BE49-F238E27FC236}">
                <a16:creationId xmlns:a16="http://schemas.microsoft.com/office/drawing/2014/main" id="{F763F9BA-EE85-4466-9F91-463051CFC433}"/>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슬라이드 번호 개체 틀 15">
            <a:extLst>
              <a:ext uri="{FF2B5EF4-FFF2-40B4-BE49-F238E27FC236}">
                <a16:creationId xmlns:a16="http://schemas.microsoft.com/office/drawing/2014/main" id="{83DE29B4-2918-48DA-8AAD-6689F9D9B25F}"/>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22" name="직사각형 7">
            <a:extLst>
              <a:ext uri="{FF2B5EF4-FFF2-40B4-BE49-F238E27FC236}">
                <a16:creationId xmlns:a16="http://schemas.microsoft.com/office/drawing/2014/main" id="{3C9B8629-554D-4DBE-9C51-F645BAD954BC}"/>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grpSp>
        <p:nvGrpSpPr>
          <p:cNvPr id="8" name="그룹 7">
            <a:extLst>
              <a:ext uri="{FF2B5EF4-FFF2-40B4-BE49-F238E27FC236}">
                <a16:creationId xmlns:a16="http://schemas.microsoft.com/office/drawing/2014/main" id="{E8CA0DD3-9254-499A-BE4D-7F93C9791163}"/>
              </a:ext>
            </a:extLst>
          </p:cNvPr>
          <p:cNvGrpSpPr/>
          <p:nvPr userDrawn="1"/>
        </p:nvGrpSpPr>
        <p:grpSpPr>
          <a:xfrm>
            <a:off x="747594" y="2408824"/>
            <a:ext cx="8536863" cy="3303528"/>
            <a:chOff x="747834" y="2129937"/>
            <a:chExt cx="8539600" cy="3303528"/>
          </a:xfrm>
        </p:grpSpPr>
        <p:grpSp>
          <p:nvGrpSpPr>
            <p:cNvPr id="24" name="그룹 23">
              <a:extLst>
                <a:ext uri="{FF2B5EF4-FFF2-40B4-BE49-F238E27FC236}">
                  <a16:creationId xmlns:a16="http://schemas.microsoft.com/office/drawing/2014/main" id="{13D70919-1A43-46D4-9CAD-A2E01D8807D4}"/>
                </a:ext>
              </a:extLst>
            </p:cNvPr>
            <p:cNvGrpSpPr/>
            <p:nvPr userDrawn="1"/>
          </p:nvGrpSpPr>
          <p:grpSpPr>
            <a:xfrm>
              <a:off x="747834" y="2129937"/>
              <a:ext cx="8539600" cy="1267182"/>
              <a:chOff x="805623" y="2423005"/>
              <a:chExt cx="8539600" cy="1267182"/>
            </a:xfrm>
          </p:grpSpPr>
          <p:grpSp>
            <p:nvGrpSpPr>
              <p:cNvPr id="25" name="그룹 24">
                <a:extLst>
                  <a:ext uri="{FF2B5EF4-FFF2-40B4-BE49-F238E27FC236}">
                    <a16:creationId xmlns:a16="http://schemas.microsoft.com/office/drawing/2014/main" id="{57BC89B2-745B-42C0-A2BD-AB73D818DF63}"/>
                  </a:ext>
                </a:extLst>
              </p:cNvPr>
              <p:cNvGrpSpPr/>
              <p:nvPr/>
            </p:nvGrpSpPr>
            <p:grpSpPr>
              <a:xfrm>
                <a:off x="966158" y="2423005"/>
                <a:ext cx="8379065" cy="1267182"/>
                <a:chOff x="1098893" y="2558690"/>
                <a:chExt cx="8379065" cy="1267182"/>
              </a:xfrm>
            </p:grpSpPr>
            <p:sp>
              <p:nvSpPr>
                <p:cNvPr id="27" name="직사각형 26">
                  <a:extLst>
                    <a:ext uri="{FF2B5EF4-FFF2-40B4-BE49-F238E27FC236}">
                      <a16:creationId xmlns:a16="http://schemas.microsoft.com/office/drawing/2014/main" id="{DBE993FE-4059-43C4-BE9B-506F5F93E2AC}"/>
                    </a:ext>
                  </a:extLst>
                </p:cNvPr>
                <p:cNvSpPr/>
                <p:nvPr/>
              </p:nvSpPr>
              <p:spPr>
                <a:xfrm>
                  <a:off x="1098894" y="2558690"/>
                  <a:ext cx="7907946" cy="2073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400" b="1"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Guideline, mechanisms &amp; contingency plan</a:t>
                  </a:r>
                </a:p>
              </p:txBody>
            </p:sp>
            <p:sp>
              <p:nvSpPr>
                <p:cNvPr id="28" name="직사각형 27">
                  <a:extLst>
                    <a:ext uri="{FF2B5EF4-FFF2-40B4-BE49-F238E27FC236}">
                      <a16:creationId xmlns:a16="http://schemas.microsoft.com/office/drawing/2014/main" id="{87DAFBC1-2EB6-4BFD-9C34-0D2CABDD431F}"/>
                    </a:ext>
                  </a:extLst>
                </p:cNvPr>
                <p:cNvSpPr/>
                <p:nvPr/>
              </p:nvSpPr>
              <p:spPr>
                <a:xfrm>
                  <a:off x="1098893" y="2799950"/>
                  <a:ext cx="8379065" cy="102592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300"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Preparing pair programming involves establishing guidelines and mechanisms to help students pair properly and to keep them paired. For example, students should take turns “driving the mouse.” Effective preparation requires contingency plans in case one partner is absent or decides not to participate for one reason or another. In these cases, it is important to make it clear that the active student will not be punished because the pairing did not work well.</a:t>
                  </a:r>
                </a:p>
              </p:txBody>
            </p:sp>
          </p:grpSp>
          <p:sp>
            <p:nvSpPr>
              <p:cNvPr id="26" name="직사각형 25">
                <a:extLst>
                  <a:ext uri="{FF2B5EF4-FFF2-40B4-BE49-F238E27FC236}">
                    <a16:creationId xmlns:a16="http://schemas.microsoft.com/office/drawing/2014/main" id="{7A9CD47E-DFEB-409E-8A3C-002C106D4FF6}"/>
                  </a:ext>
                </a:extLst>
              </p:cNvPr>
              <p:cNvSpPr/>
              <p:nvPr/>
            </p:nvSpPr>
            <p:spPr>
              <a:xfrm>
                <a:off x="805623" y="2439855"/>
                <a:ext cx="36000" cy="179958"/>
              </a:xfrm>
              <a:prstGeom prst="rect">
                <a:avLst/>
              </a:prstGeom>
              <a:solidFill>
                <a:srgbClr val="0D0D0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solidFill>
                    <a:prstClr val="white"/>
                  </a:solidFill>
                  <a:latin typeface="SamsungOne-400" panose="020B0503030303020204" pitchFamily="34" charset="0"/>
                </a:endParaRPr>
              </a:p>
            </p:txBody>
          </p:sp>
        </p:grpSp>
        <p:grpSp>
          <p:nvGrpSpPr>
            <p:cNvPr id="30" name="그룹 29">
              <a:extLst>
                <a:ext uri="{FF2B5EF4-FFF2-40B4-BE49-F238E27FC236}">
                  <a16:creationId xmlns:a16="http://schemas.microsoft.com/office/drawing/2014/main" id="{EA101DA7-28A0-4825-8294-91ED14409235}"/>
                </a:ext>
              </a:extLst>
            </p:cNvPr>
            <p:cNvGrpSpPr/>
            <p:nvPr userDrawn="1"/>
          </p:nvGrpSpPr>
          <p:grpSpPr>
            <a:xfrm>
              <a:off x="747834" y="3559917"/>
              <a:ext cx="8539600" cy="1055714"/>
              <a:chOff x="805623" y="3889855"/>
              <a:chExt cx="8539600" cy="1055714"/>
            </a:xfrm>
          </p:grpSpPr>
          <p:grpSp>
            <p:nvGrpSpPr>
              <p:cNvPr id="31" name="그룹 30">
                <a:extLst>
                  <a:ext uri="{FF2B5EF4-FFF2-40B4-BE49-F238E27FC236}">
                    <a16:creationId xmlns:a16="http://schemas.microsoft.com/office/drawing/2014/main" id="{6D52BA93-54E3-4CA4-81A3-AAAA6FD74E74}"/>
                  </a:ext>
                </a:extLst>
              </p:cNvPr>
              <p:cNvGrpSpPr/>
              <p:nvPr/>
            </p:nvGrpSpPr>
            <p:grpSpPr>
              <a:xfrm>
                <a:off x="958539" y="3889855"/>
                <a:ext cx="8386684" cy="1055714"/>
                <a:chOff x="1098894" y="2558690"/>
                <a:chExt cx="8386684" cy="1055714"/>
              </a:xfrm>
            </p:grpSpPr>
            <p:sp>
              <p:nvSpPr>
                <p:cNvPr id="33" name="직사각형 32">
                  <a:extLst>
                    <a:ext uri="{FF2B5EF4-FFF2-40B4-BE49-F238E27FC236}">
                      <a16:creationId xmlns:a16="http://schemas.microsoft.com/office/drawing/2014/main" id="{6A161631-0A23-4125-B4F4-FAA21DADAE31}"/>
                    </a:ext>
                  </a:extLst>
                </p:cNvPr>
                <p:cNvSpPr/>
                <p:nvPr/>
              </p:nvSpPr>
              <p:spPr>
                <a:xfrm>
                  <a:off x="1098894" y="2558690"/>
                  <a:ext cx="7907946" cy="2051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400" b="1"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Pairing similar, not necessarily equal, abilities as partners</a:t>
                  </a:r>
                </a:p>
              </p:txBody>
            </p:sp>
            <p:sp>
              <p:nvSpPr>
                <p:cNvPr id="34" name="직사각형 33">
                  <a:extLst>
                    <a:ext uri="{FF2B5EF4-FFF2-40B4-BE49-F238E27FC236}">
                      <a16:creationId xmlns:a16="http://schemas.microsoft.com/office/drawing/2014/main" id="{A138E381-77DA-4306-A103-3A1DDA69FDFA}"/>
                    </a:ext>
                  </a:extLst>
                </p:cNvPr>
                <p:cNvSpPr/>
                <p:nvPr/>
              </p:nvSpPr>
              <p:spPr>
                <a:xfrm>
                  <a:off x="1098894" y="2799950"/>
                  <a:ext cx="8386684" cy="8144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300"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Pair programming can be effective when students of similar, though not necessarily equal, abilities are paired as partners. Pairing mismatched students often can lead to unbalanced participation. Teachers must emphasize that pair programming is not a “divide-and-conquer” strategy, but rather a true collaborative effort in every endeavor for the entire project. Teachers should avoid pairing very weak students with very strong students.</a:t>
                  </a:r>
                </a:p>
              </p:txBody>
            </p:sp>
          </p:grpSp>
          <p:sp>
            <p:nvSpPr>
              <p:cNvPr id="32" name="직사각형 31">
                <a:extLst>
                  <a:ext uri="{FF2B5EF4-FFF2-40B4-BE49-F238E27FC236}">
                    <a16:creationId xmlns:a16="http://schemas.microsoft.com/office/drawing/2014/main" id="{E4812128-0A26-4117-A6F0-B97B55B1C046}"/>
                  </a:ext>
                </a:extLst>
              </p:cNvPr>
              <p:cNvSpPr/>
              <p:nvPr/>
            </p:nvSpPr>
            <p:spPr>
              <a:xfrm>
                <a:off x="805623" y="3897487"/>
                <a:ext cx="36000" cy="179958"/>
              </a:xfrm>
              <a:prstGeom prst="rect">
                <a:avLst/>
              </a:prstGeom>
              <a:solidFill>
                <a:srgbClr val="0D0D0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solidFill>
                    <a:prstClr val="white"/>
                  </a:solidFill>
                  <a:latin typeface="SamsungOne-400" panose="020B0503030303020204" pitchFamily="34" charset="0"/>
                </a:endParaRPr>
              </a:p>
            </p:txBody>
          </p:sp>
        </p:grpSp>
        <p:grpSp>
          <p:nvGrpSpPr>
            <p:cNvPr id="35" name="그룹 34">
              <a:extLst>
                <a:ext uri="{FF2B5EF4-FFF2-40B4-BE49-F238E27FC236}">
                  <a16:creationId xmlns:a16="http://schemas.microsoft.com/office/drawing/2014/main" id="{093BAA16-736E-4E14-ADD4-D0B065F97B84}"/>
                </a:ext>
              </a:extLst>
            </p:cNvPr>
            <p:cNvGrpSpPr/>
            <p:nvPr userDrawn="1"/>
          </p:nvGrpSpPr>
          <p:grpSpPr>
            <a:xfrm>
              <a:off x="747834" y="4781836"/>
              <a:ext cx="8539600" cy="651629"/>
              <a:chOff x="805623" y="5143345"/>
              <a:chExt cx="8539600" cy="651629"/>
            </a:xfrm>
          </p:grpSpPr>
          <p:grpSp>
            <p:nvGrpSpPr>
              <p:cNvPr id="36" name="그룹 35">
                <a:extLst>
                  <a:ext uri="{FF2B5EF4-FFF2-40B4-BE49-F238E27FC236}">
                    <a16:creationId xmlns:a16="http://schemas.microsoft.com/office/drawing/2014/main" id="{D293E823-4052-43C0-BEAE-3C7039D15A90}"/>
                  </a:ext>
                </a:extLst>
              </p:cNvPr>
              <p:cNvGrpSpPr/>
              <p:nvPr/>
            </p:nvGrpSpPr>
            <p:grpSpPr>
              <a:xfrm>
                <a:off x="966159" y="5143345"/>
                <a:ext cx="8379064" cy="651629"/>
                <a:chOff x="1098894" y="2558690"/>
                <a:chExt cx="8379064" cy="651629"/>
              </a:xfrm>
            </p:grpSpPr>
            <p:sp>
              <p:nvSpPr>
                <p:cNvPr id="38" name="직사각형 37">
                  <a:extLst>
                    <a:ext uri="{FF2B5EF4-FFF2-40B4-BE49-F238E27FC236}">
                      <a16:creationId xmlns:a16="http://schemas.microsoft.com/office/drawing/2014/main" id="{65518604-971B-46EE-9C46-B0A61E2C0C76}"/>
                    </a:ext>
                  </a:extLst>
                </p:cNvPr>
                <p:cNvSpPr/>
                <p:nvPr/>
              </p:nvSpPr>
              <p:spPr>
                <a:xfrm>
                  <a:off x="1098894" y="2558690"/>
                  <a:ext cx="7907946" cy="2051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300" b="1"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Motivate students by offering extra incentives </a:t>
                  </a:r>
                </a:p>
              </p:txBody>
            </p:sp>
            <p:sp>
              <p:nvSpPr>
                <p:cNvPr id="39" name="직사각형 38">
                  <a:extLst>
                    <a:ext uri="{FF2B5EF4-FFF2-40B4-BE49-F238E27FC236}">
                      <a16:creationId xmlns:a16="http://schemas.microsoft.com/office/drawing/2014/main" id="{EAD2FD8D-1FE7-49E5-8A52-6F8FA9CE371A}"/>
                    </a:ext>
                  </a:extLst>
                </p:cNvPr>
                <p:cNvSpPr/>
                <p:nvPr/>
              </p:nvSpPr>
              <p:spPr>
                <a:xfrm>
                  <a:off x="1098894" y="2799950"/>
                  <a:ext cx="8379064" cy="4103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300"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Offering extra incentives can help motivate students to pair, especially with advanced students. Some teachers have found it helpful to require students to pair for only one or two assignments. </a:t>
                  </a:r>
                </a:p>
              </p:txBody>
            </p:sp>
          </p:grpSp>
          <p:sp>
            <p:nvSpPr>
              <p:cNvPr id="37" name="직사각형 36">
                <a:extLst>
                  <a:ext uri="{FF2B5EF4-FFF2-40B4-BE49-F238E27FC236}">
                    <a16:creationId xmlns:a16="http://schemas.microsoft.com/office/drawing/2014/main" id="{D4A20AB2-235D-462A-AFBE-F2CE15681FE2}"/>
                  </a:ext>
                </a:extLst>
              </p:cNvPr>
              <p:cNvSpPr/>
              <p:nvPr/>
            </p:nvSpPr>
            <p:spPr>
              <a:xfrm>
                <a:off x="805623" y="5156017"/>
                <a:ext cx="36000" cy="179958"/>
              </a:xfrm>
              <a:prstGeom prst="rect">
                <a:avLst/>
              </a:prstGeom>
              <a:solidFill>
                <a:srgbClr val="0D0D0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solidFill>
                    <a:prstClr val="white"/>
                  </a:solidFill>
                  <a:latin typeface="SamsungOne-400" panose="020B0503030303020204" pitchFamily="34" charset="0"/>
                </a:endParaRPr>
              </a:p>
            </p:txBody>
          </p:sp>
        </p:grpSp>
      </p:grpSp>
      <p:grpSp>
        <p:nvGrpSpPr>
          <p:cNvPr id="40" name="그룹 39">
            <a:extLst>
              <a:ext uri="{FF2B5EF4-FFF2-40B4-BE49-F238E27FC236}">
                <a16:creationId xmlns:a16="http://schemas.microsoft.com/office/drawing/2014/main" id="{D8D49945-C464-4DDD-ADD7-9189776293B8}"/>
              </a:ext>
            </a:extLst>
          </p:cNvPr>
          <p:cNvGrpSpPr/>
          <p:nvPr userDrawn="1"/>
        </p:nvGrpSpPr>
        <p:grpSpPr>
          <a:xfrm>
            <a:off x="589619" y="1588472"/>
            <a:ext cx="6613544" cy="430887"/>
            <a:chOff x="790976" y="1592058"/>
            <a:chExt cx="6615664" cy="430887"/>
          </a:xfrm>
        </p:grpSpPr>
        <p:sp>
          <p:nvSpPr>
            <p:cNvPr id="41" name="직사각형 40">
              <a:extLst>
                <a:ext uri="{FF2B5EF4-FFF2-40B4-BE49-F238E27FC236}">
                  <a16:creationId xmlns:a16="http://schemas.microsoft.com/office/drawing/2014/main" id="{0BC8F9B7-B969-4E3D-817F-48154FD61D7A}"/>
                </a:ext>
              </a:extLst>
            </p:cNvPr>
            <p:cNvSpPr/>
            <p:nvPr/>
          </p:nvSpPr>
          <p:spPr>
            <a:xfrm>
              <a:off x="1332314" y="1592058"/>
              <a:ext cx="6074326"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799" b="1" dirty="0">
                  <a:solidFill>
                    <a:srgbClr val="0D0D0D"/>
                  </a:solidFill>
                  <a:latin typeface="iCiel Samsung Sharp Sans Bold" pitchFamily="2" charset="0"/>
                  <a:ea typeface="iCiel Samsung Sharp Sans Bold" pitchFamily="2" charset="0"/>
                  <a:cs typeface="iCiel Samsung Sharp Sans Bold" pitchFamily="2" charset="0"/>
                </a:rPr>
                <a:t>Pair Programming Practice</a:t>
              </a:r>
            </a:p>
          </p:txBody>
        </p:sp>
        <p:pic>
          <p:nvPicPr>
            <p:cNvPr id="42" name="그림 41">
              <a:extLst>
                <a:ext uri="{FF2B5EF4-FFF2-40B4-BE49-F238E27FC236}">
                  <a16:creationId xmlns:a16="http://schemas.microsoft.com/office/drawing/2014/main" id="{FD7DDC59-B654-4FF4-83F2-92986CFB865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0976" y="1653961"/>
              <a:ext cx="374669" cy="323867"/>
            </a:xfrm>
            <a:prstGeom prst="rect">
              <a:avLst/>
            </a:prstGeom>
          </p:spPr>
        </p:pic>
      </p:grpSp>
      <p:sp>
        <p:nvSpPr>
          <p:cNvPr id="43" name="슬라이드 번호 개체 틀 15">
            <a:extLst>
              <a:ext uri="{FF2B5EF4-FFF2-40B4-BE49-F238E27FC236}">
                <a16:creationId xmlns:a16="http://schemas.microsoft.com/office/drawing/2014/main" id="{CCEC8F59-794B-4743-A6D7-1BC9720006CB}"/>
              </a:ext>
            </a:extLst>
          </p:cNvPr>
          <p:cNvSpPr txBox="1">
            <a:spLocks/>
          </p:cNvSpPr>
          <p:nvPr userDrawn="1"/>
        </p:nvSpPr>
        <p:spPr>
          <a:xfrm>
            <a:off x="4735388" y="6498001"/>
            <a:ext cx="4460971"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125761334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_onemore">
    <p:spTree>
      <p:nvGrpSpPr>
        <p:cNvPr id="1" name=""/>
        <p:cNvGrpSpPr/>
        <p:nvPr/>
      </p:nvGrpSpPr>
      <p:grpSpPr>
        <a:xfrm>
          <a:off x="0" y="0"/>
          <a:ext cx="0" cy="0"/>
          <a:chOff x="0" y="0"/>
          <a:chExt cx="0" cy="0"/>
        </a:xfrm>
      </p:grpSpPr>
      <p:grpSp>
        <p:nvGrpSpPr>
          <p:cNvPr id="17" name="그룹 16">
            <a:extLst>
              <a:ext uri="{FF2B5EF4-FFF2-40B4-BE49-F238E27FC236}">
                <a16:creationId xmlns:a16="http://schemas.microsoft.com/office/drawing/2014/main" id="{8F9D91F2-1DA9-4775-A2F4-3EA836FC8AC8}"/>
              </a:ext>
            </a:extLst>
          </p:cNvPr>
          <p:cNvGrpSpPr/>
          <p:nvPr userDrawn="1"/>
        </p:nvGrpSpPr>
        <p:grpSpPr>
          <a:xfrm>
            <a:off x="0" y="1"/>
            <a:ext cx="9902825" cy="999802"/>
            <a:chOff x="0" y="1"/>
            <a:chExt cx="9906000" cy="999802"/>
          </a:xfrm>
        </p:grpSpPr>
        <p:sp>
          <p:nvSpPr>
            <p:cNvPr id="18" name="직사각형 17">
              <a:extLst>
                <a:ext uri="{FF2B5EF4-FFF2-40B4-BE49-F238E27FC236}">
                  <a16:creationId xmlns:a16="http://schemas.microsoft.com/office/drawing/2014/main" id="{2445BDC7-3EC5-4A98-AB9C-DAF702D163B6}"/>
                </a:ext>
              </a:extLst>
            </p:cNvPr>
            <p:cNvSpPr/>
            <p:nvPr userDrawn="1"/>
          </p:nvSpPr>
          <p:spPr>
            <a:xfrm>
              <a:off x="0" y="619930"/>
              <a:ext cx="9906000" cy="379873"/>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19" name="직사각형 18">
              <a:extLst>
                <a:ext uri="{FF2B5EF4-FFF2-40B4-BE49-F238E27FC236}">
                  <a16:creationId xmlns:a16="http://schemas.microsoft.com/office/drawing/2014/main" id="{7C3EF875-C94A-48D5-8A2F-D7E1606943F8}"/>
                </a:ext>
              </a:extLst>
            </p:cNvPr>
            <p:cNvSpPr/>
            <p:nvPr userDrawn="1"/>
          </p:nvSpPr>
          <p:spPr>
            <a:xfrm>
              <a:off x="0" y="1"/>
              <a:ext cx="9906000" cy="877824"/>
            </a:xfrm>
            <a:prstGeom prst="rect">
              <a:avLst/>
            </a:prstGeom>
            <a:solidFill>
              <a:srgbClr val="1429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grpSp>
      <p:cxnSp>
        <p:nvCxnSpPr>
          <p:cNvPr id="20" name="직선 연결선 19">
            <a:extLst>
              <a:ext uri="{FF2B5EF4-FFF2-40B4-BE49-F238E27FC236}">
                <a16:creationId xmlns:a16="http://schemas.microsoft.com/office/drawing/2014/main" id="{F763F9BA-EE85-4466-9F91-463051CFC433}"/>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슬라이드 번호 개체 틀 15">
            <a:extLst>
              <a:ext uri="{FF2B5EF4-FFF2-40B4-BE49-F238E27FC236}">
                <a16:creationId xmlns:a16="http://schemas.microsoft.com/office/drawing/2014/main" id="{83DE29B4-2918-48DA-8AAD-6689F9D9B25F}"/>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22" name="직사각형 7">
            <a:extLst>
              <a:ext uri="{FF2B5EF4-FFF2-40B4-BE49-F238E27FC236}">
                <a16:creationId xmlns:a16="http://schemas.microsoft.com/office/drawing/2014/main" id="{3C9B8629-554D-4DBE-9C51-F645BAD954BC}"/>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grpSp>
        <p:nvGrpSpPr>
          <p:cNvPr id="7" name="그룹 6">
            <a:extLst>
              <a:ext uri="{FF2B5EF4-FFF2-40B4-BE49-F238E27FC236}">
                <a16:creationId xmlns:a16="http://schemas.microsoft.com/office/drawing/2014/main" id="{FDEC6B4D-744D-4E9D-89EE-6B4FB27E7344}"/>
              </a:ext>
            </a:extLst>
          </p:cNvPr>
          <p:cNvGrpSpPr/>
          <p:nvPr userDrawn="1"/>
        </p:nvGrpSpPr>
        <p:grpSpPr>
          <a:xfrm>
            <a:off x="449468" y="1462227"/>
            <a:ext cx="9000714" cy="4500283"/>
            <a:chOff x="449612" y="1219200"/>
            <a:chExt cx="9003600" cy="4500283"/>
          </a:xfrm>
        </p:grpSpPr>
        <p:grpSp>
          <p:nvGrpSpPr>
            <p:cNvPr id="2" name="그룹 1">
              <a:extLst>
                <a:ext uri="{FF2B5EF4-FFF2-40B4-BE49-F238E27FC236}">
                  <a16:creationId xmlns:a16="http://schemas.microsoft.com/office/drawing/2014/main" id="{15B09C5B-34F7-4FED-9E9F-30D9359F898E}"/>
                </a:ext>
              </a:extLst>
            </p:cNvPr>
            <p:cNvGrpSpPr/>
            <p:nvPr userDrawn="1"/>
          </p:nvGrpSpPr>
          <p:grpSpPr>
            <a:xfrm>
              <a:off x="449612" y="1219200"/>
              <a:ext cx="9003600" cy="4500283"/>
              <a:chOff x="578678" y="1445207"/>
              <a:chExt cx="8748000" cy="4136077"/>
            </a:xfrm>
          </p:grpSpPr>
          <p:sp>
            <p:nvSpPr>
              <p:cNvPr id="3" name="직사각형 2"/>
              <p:cNvSpPr/>
              <p:nvPr userDrawn="1"/>
            </p:nvSpPr>
            <p:spPr>
              <a:xfrm>
                <a:off x="578678" y="2038352"/>
                <a:ext cx="8748000" cy="3542932"/>
              </a:xfrm>
              <a:prstGeom prst="rect">
                <a:avLst/>
              </a:prstGeom>
              <a:solidFill>
                <a:srgbClr val="ECEFF6"/>
              </a:solidFill>
              <a:ln w="38100">
                <a:solidFill>
                  <a:srgbClr val="0D0D0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4" name="직사각형 3"/>
              <p:cNvSpPr/>
              <p:nvPr userDrawn="1"/>
            </p:nvSpPr>
            <p:spPr>
              <a:xfrm>
                <a:off x="578678" y="1445207"/>
                <a:ext cx="8748000" cy="617940"/>
              </a:xfrm>
              <a:prstGeom prst="rect">
                <a:avLst/>
              </a:prstGeom>
              <a:solidFill>
                <a:srgbClr val="ECEFF6"/>
              </a:solidFill>
              <a:ln w="38100">
                <a:solidFill>
                  <a:srgbClr val="0D0D0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29" name="이등변 삼각형 28"/>
              <p:cNvSpPr/>
              <p:nvPr userDrawn="1"/>
            </p:nvSpPr>
            <p:spPr>
              <a:xfrm rot="2700000">
                <a:off x="8915045" y="1573924"/>
                <a:ext cx="396525" cy="198725"/>
              </a:xfrm>
              <a:prstGeom prst="triangle">
                <a:avLst/>
              </a:prstGeom>
              <a:solidFill>
                <a:srgbClr val="0D0D0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grpSp>
        <p:grpSp>
          <p:nvGrpSpPr>
            <p:cNvPr id="24" name="그룹 23">
              <a:extLst>
                <a:ext uri="{FF2B5EF4-FFF2-40B4-BE49-F238E27FC236}">
                  <a16:creationId xmlns:a16="http://schemas.microsoft.com/office/drawing/2014/main" id="{13D70919-1A43-46D4-9CAD-A2E01D8807D4}"/>
                </a:ext>
              </a:extLst>
            </p:cNvPr>
            <p:cNvGrpSpPr/>
            <p:nvPr userDrawn="1"/>
          </p:nvGrpSpPr>
          <p:grpSpPr>
            <a:xfrm>
              <a:off x="747834" y="2165797"/>
              <a:ext cx="8539600" cy="1267182"/>
              <a:chOff x="805623" y="2423005"/>
              <a:chExt cx="8539600" cy="1267182"/>
            </a:xfrm>
          </p:grpSpPr>
          <p:grpSp>
            <p:nvGrpSpPr>
              <p:cNvPr id="25" name="그룹 24">
                <a:extLst>
                  <a:ext uri="{FF2B5EF4-FFF2-40B4-BE49-F238E27FC236}">
                    <a16:creationId xmlns:a16="http://schemas.microsoft.com/office/drawing/2014/main" id="{57BC89B2-745B-42C0-A2BD-AB73D818DF63}"/>
                  </a:ext>
                </a:extLst>
              </p:cNvPr>
              <p:cNvGrpSpPr/>
              <p:nvPr/>
            </p:nvGrpSpPr>
            <p:grpSpPr>
              <a:xfrm>
                <a:off x="966158" y="2423005"/>
                <a:ext cx="8379065" cy="1267182"/>
                <a:chOff x="1098893" y="2558690"/>
                <a:chExt cx="8379065" cy="1267182"/>
              </a:xfrm>
            </p:grpSpPr>
            <p:sp>
              <p:nvSpPr>
                <p:cNvPr id="27" name="직사각형 26">
                  <a:extLst>
                    <a:ext uri="{FF2B5EF4-FFF2-40B4-BE49-F238E27FC236}">
                      <a16:creationId xmlns:a16="http://schemas.microsoft.com/office/drawing/2014/main" id="{DBE993FE-4059-43C4-BE9B-506F5F93E2AC}"/>
                    </a:ext>
                  </a:extLst>
                </p:cNvPr>
                <p:cNvSpPr/>
                <p:nvPr/>
              </p:nvSpPr>
              <p:spPr>
                <a:xfrm>
                  <a:off x="1098894" y="2558690"/>
                  <a:ext cx="7907946" cy="2073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400" b="1"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Prevent collaboration cheating</a:t>
                  </a:r>
                </a:p>
              </p:txBody>
            </p:sp>
            <p:sp>
              <p:nvSpPr>
                <p:cNvPr id="28" name="직사각형 27">
                  <a:extLst>
                    <a:ext uri="{FF2B5EF4-FFF2-40B4-BE49-F238E27FC236}">
                      <a16:creationId xmlns:a16="http://schemas.microsoft.com/office/drawing/2014/main" id="{87DAFBC1-2EB6-4BFD-9C34-0D2CABDD431F}"/>
                    </a:ext>
                  </a:extLst>
                </p:cNvPr>
                <p:cNvSpPr/>
                <p:nvPr/>
              </p:nvSpPr>
              <p:spPr>
                <a:xfrm>
                  <a:off x="1098893" y="2799950"/>
                  <a:ext cx="8379065" cy="102592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300"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The challenge for the teacher is to find ways to assess individual outcomes, while leveraging the benefits of collaboration. How do you know whether a student learned or cheated? Experts recommend revisiting course design and assessment, as well as explicitly and concretely discussing with the students on behaviors that will be interpreted as cheating. Experts encourage teachers to make assignments meaningful to students and to explain the value of what students will learn by completing them.</a:t>
                  </a:r>
                </a:p>
              </p:txBody>
            </p:sp>
          </p:grpSp>
          <p:sp>
            <p:nvSpPr>
              <p:cNvPr id="26" name="직사각형 25">
                <a:extLst>
                  <a:ext uri="{FF2B5EF4-FFF2-40B4-BE49-F238E27FC236}">
                    <a16:creationId xmlns:a16="http://schemas.microsoft.com/office/drawing/2014/main" id="{7A9CD47E-DFEB-409E-8A3C-002C106D4FF6}"/>
                  </a:ext>
                </a:extLst>
              </p:cNvPr>
              <p:cNvSpPr/>
              <p:nvPr/>
            </p:nvSpPr>
            <p:spPr>
              <a:xfrm>
                <a:off x="805623" y="2439855"/>
                <a:ext cx="36000" cy="179958"/>
              </a:xfrm>
              <a:prstGeom prst="rect">
                <a:avLst/>
              </a:prstGeom>
              <a:solidFill>
                <a:srgbClr val="0D0D0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solidFill>
                    <a:prstClr val="white"/>
                  </a:solidFill>
                  <a:latin typeface="SamsungOne-400" panose="020B0503030303020204" pitchFamily="34" charset="0"/>
                </a:endParaRPr>
              </a:p>
            </p:txBody>
          </p:sp>
        </p:grpSp>
        <p:grpSp>
          <p:nvGrpSpPr>
            <p:cNvPr id="30" name="그룹 29">
              <a:extLst>
                <a:ext uri="{FF2B5EF4-FFF2-40B4-BE49-F238E27FC236}">
                  <a16:creationId xmlns:a16="http://schemas.microsoft.com/office/drawing/2014/main" id="{EA101DA7-28A0-4825-8294-91ED14409235}"/>
                </a:ext>
              </a:extLst>
            </p:cNvPr>
            <p:cNvGrpSpPr/>
            <p:nvPr userDrawn="1"/>
          </p:nvGrpSpPr>
          <p:grpSpPr>
            <a:xfrm>
              <a:off x="747834" y="3595777"/>
              <a:ext cx="8539600" cy="1876451"/>
              <a:chOff x="805623" y="3889855"/>
              <a:chExt cx="8539600" cy="1876451"/>
            </a:xfrm>
          </p:grpSpPr>
          <p:grpSp>
            <p:nvGrpSpPr>
              <p:cNvPr id="31" name="그룹 30">
                <a:extLst>
                  <a:ext uri="{FF2B5EF4-FFF2-40B4-BE49-F238E27FC236}">
                    <a16:creationId xmlns:a16="http://schemas.microsoft.com/office/drawing/2014/main" id="{6D52BA93-54E3-4CA4-81A3-AAAA6FD74E74}"/>
                  </a:ext>
                </a:extLst>
              </p:cNvPr>
              <p:cNvGrpSpPr/>
              <p:nvPr/>
            </p:nvGrpSpPr>
            <p:grpSpPr>
              <a:xfrm>
                <a:off x="958539" y="3889855"/>
                <a:ext cx="8386684" cy="1876451"/>
                <a:chOff x="1098894" y="2558690"/>
                <a:chExt cx="8386684" cy="1876451"/>
              </a:xfrm>
            </p:grpSpPr>
            <p:sp>
              <p:nvSpPr>
                <p:cNvPr id="33" name="직사각형 32">
                  <a:extLst>
                    <a:ext uri="{FF2B5EF4-FFF2-40B4-BE49-F238E27FC236}">
                      <a16:creationId xmlns:a16="http://schemas.microsoft.com/office/drawing/2014/main" id="{6A161631-0A23-4125-B4F4-FAA21DADAE31}"/>
                    </a:ext>
                  </a:extLst>
                </p:cNvPr>
                <p:cNvSpPr/>
                <p:nvPr/>
              </p:nvSpPr>
              <p:spPr>
                <a:xfrm>
                  <a:off x="1098894" y="2558690"/>
                  <a:ext cx="7907946" cy="2051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400" b="1"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Collaborative learning environment</a:t>
                  </a:r>
                </a:p>
              </p:txBody>
            </p:sp>
            <p:sp>
              <p:nvSpPr>
                <p:cNvPr id="34" name="직사각형 33">
                  <a:extLst>
                    <a:ext uri="{FF2B5EF4-FFF2-40B4-BE49-F238E27FC236}">
                      <a16:creationId xmlns:a16="http://schemas.microsoft.com/office/drawing/2014/main" id="{A138E381-77DA-4306-A103-3A1DDA69FDFA}"/>
                    </a:ext>
                  </a:extLst>
                </p:cNvPr>
                <p:cNvSpPr/>
                <p:nvPr/>
              </p:nvSpPr>
              <p:spPr>
                <a:xfrm>
                  <a:off x="1098894" y="2799950"/>
                  <a:ext cx="8386684" cy="163519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nSpc>
                      <a:spcPts val="1600"/>
                    </a:lnSpc>
                  </a:pPr>
                  <a:r>
                    <a:rPr lang="en-US" altLang="ko-KR" sz="1300"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A collaborative learning environment occurs anytime an instructor requires students to work together on learning activities. Collaborative learning environments can involve both formal and informal activities and may or may not include direct assessment. For example, pairs of students work on programming assignments; small groups of students discuss possible answers to a professor’s question during lecture; and students work together outside of class to learn new concepts. Collaborative learning is distinct from projects where students “divide and conquer.” When students divide the work, each is responsible for only part of the problem solving and there are very limited </a:t>
                  </a:r>
                  <a:r>
                    <a:rPr lang="en-US" altLang="ko-KR" sz="1300" dirty="0" err="1">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opportBàiies</a:t>
                  </a:r>
                  <a:r>
                    <a:rPr lang="en-US" altLang="ko-KR" sz="1300" dirty="0">
                      <a:solidFill>
                        <a:srgbClr val="0D0D0D"/>
                      </a:solidFill>
                      <a:latin typeface="SamsungOne-400" panose="020B0503030303020204" pitchFamily="34" charset="0"/>
                      <a:ea typeface="SamsungOne-400" panose="020B0503030303020204" pitchFamily="34" charset="0"/>
                      <a:cs typeface="Malgun Gothic Semilight" panose="020B0503020000020004" pitchFamily="34" charset="-127"/>
                    </a:rPr>
                    <a:t> for working through problems with others. In collaborative environments, students are engaged in intellectual talk with each other.</a:t>
                  </a:r>
                </a:p>
              </p:txBody>
            </p:sp>
          </p:grpSp>
          <p:sp>
            <p:nvSpPr>
              <p:cNvPr id="32" name="직사각형 31">
                <a:extLst>
                  <a:ext uri="{FF2B5EF4-FFF2-40B4-BE49-F238E27FC236}">
                    <a16:creationId xmlns:a16="http://schemas.microsoft.com/office/drawing/2014/main" id="{E4812128-0A26-4117-A6F0-B97B55B1C046}"/>
                  </a:ext>
                </a:extLst>
              </p:cNvPr>
              <p:cNvSpPr/>
              <p:nvPr/>
            </p:nvSpPr>
            <p:spPr>
              <a:xfrm>
                <a:off x="805623" y="3897487"/>
                <a:ext cx="36000" cy="179958"/>
              </a:xfrm>
              <a:prstGeom prst="rect">
                <a:avLst/>
              </a:prstGeom>
              <a:solidFill>
                <a:srgbClr val="0D0D0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solidFill>
                    <a:prstClr val="white"/>
                  </a:solidFill>
                  <a:latin typeface="SamsungOne-400" panose="020B0503030303020204" pitchFamily="34" charset="0"/>
                </a:endParaRPr>
              </a:p>
            </p:txBody>
          </p:sp>
        </p:grpSp>
        <p:grpSp>
          <p:nvGrpSpPr>
            <p:cNvPr id="40" name="그룹 39">
              <a:extLst>
                <a:ext uri="{FF2B5EF4-FFF2-40B4-BE49-F238E27FC236}">
                  <a16:creationId xmlns:a16="http://schemas.microsoft.com/office/drawing/2014/main" id="{D8D49945-C464-4DDD-ADD7-9189776293B8}"/>
                </a:ext>
              </a:extLst>
            </p:cNvPr>
            <p:cNvGrpSpPr/>
            <p:nvPr userDrawn="1"/>
          </p:nvGrpSpPr>
          <p:grpSpPr>
            <a:xfrm>
              <a:off x="589808" y="1345444"/>
              <a:ext cx="6615664" cy="430887"/>
              <a:chOff x="790976" y="1592058"/>
              <a:chExt cx="6615664" cy="430887"/>
            </a:xfrm>
          </p:grpSpPr>
          <p:sp>
            <p:nvSpPr>
              <p:cNvPr id="41" name="직사각형 40">
                <a:extLst>
                  <a:ext uri="{FF2B5EF4-FFF2-40B4-BE49-F238E27FC236}">
                    <a16:creationId xmlns:a16="http://schemas.microsoft.com/office/drawing/2014/main" id="{0BC8F9B7-B969-4E3D-817F-48154FD61D7A}"/>
                  </a:ext>
                </a:extLst>
              </p:cNvPr>
              <p:cNvSpPr/>
              <p:nvPr/>
            </p:nvSpPr>
            <p:spPr>
              <a:xfrm>
                <a:off x="1332314" y="1592058"/>
                <a:ext cx="6074326"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799" b="1" dirty="0">
                    <a:solidFill>
                      <a:srgbClr val="0D0D0D"/>
                    </a:solidFill>
                    <a:latin typeface="iCiel Samsung Sharp Sans Bold" pitchFamily="2" charset="0"/>
                    <a:ea typeface="iCiel Samsung Sharp Sans Bold" pitchFamily="2" charset="0"/>
                    <a:cs typeface="iCiel Samsung Sharp Sans Bold" pitchFamily="2" charset="0"/>
                  </a:rPr>
                  <a:t>Pair Programming Practice</a:t>
                </a:r>
              </a:p>
            </p:txBody>
          </p:sp>
          <p:pic>
            <p:nvPicPr>
              <p:cNvPr id="42" name="그림 41">
                <a:extLst>
                  <a:ext uri="{FF2B5EF4-FFF2-40B4-BE49-F238E27FC236}">
                    <a16:creationId xmlns:a16="http://schemas.microsoft.com/office/drawing/2014/main" id="{FD7DDC59-B654-4FF4-83F2-92986CFB865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0976" y="1653961"/>
                <a:ext cx="374669" cy="323867"/>
              </a:xfrm>
              <a:prstGeom prst="rect">
                <a:avLst/>
              </a:prstGeom>
            </p:spPr>
          </p:pic>
        </p:grpSp>
      </p:grpSp>
      <p:sp>
        <p:nvSpPr>
          <p:cNvPr id="36" name="슬라이드 번호 개체 틀 15">
            <a:extLst>
              <a:ext uri="{FF2B5EF4-FFF2-40B4-BE49-F238E27FC236}">
                <a16:creationId xmlns:a16="http://schemas.microsoft.com/office/drawing/2014/main" id="{C605F523-2355-4EBD-A1BE-131AE3DF0669}"/>
              </a:ext>
            </a:extLst>
          </p:cNvPr>
          <p:cNvSpPr txBox="1">
            <a:spLocks/>
          </p:cNvSpPr>
          <p:nvPr userDrawn="1"/>
        </p:nvSpPr>
        <p:spPr>
          <a:xfrm>
            <a:off x="3338256" y="6507526"/>
            <a:ext cx="5858103"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105139239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Quiz">
    <p:spTree>
      <p:nvGrpSpPr>
        <p:cNvPr id="1" name=""/>
        <p:cNvGrpSpPr/>
        <p:nvPr/>
      </p:nvGrpSpPr>
      <p:grpSpPr>
        <a:xfrm>
          <a:off x="0" y="0"/>
          <a:ext cx="0" cy="0"/>
          <a:chOff x="0" y="0"/>
          <a:chExt cx="0" cy="0"/>
        </a:xfrm>
      </p:grpSpPr>
      <p:sp>
        <p:nvSpPr>
          <p:cNvPr id="3" name="직사각형 2"/>
          <p:cNvSpPr/>
          <p:nvPr userDrawn="1"/>
        </p:nvSpPr>
        <p:spPr>
          <a:xfrm>
            <a:off x="451162" y="1220478"/>
            <a:ext cx="8999020" cy="811746"/>
          </a:xfrm>
          <a:prstGeom prst="rect">
            <a:avLst/>
          </a:prstGeom>
          <a:solidFill>
            <a:srgbClr val="ECEFF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4" name="직사각형 3"/>
          <p:cNvSpPr/>
          <p:nvPr userDrawn="1"/>
        </p:nvSpPr>
        <p:spPr>
          <a:xfrm>
            <a:off x="451162" y="2070324"/>
            <a:ext cx="8999020" cy="4231864"/>
          </a:xfrm>
          <a:prstGeom prst="rect">
            <a:avLst/>
          </a:prstGeom>
          <a:solidFill>
            <a:srgbClr val="ECEFF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5" name="직사각형 4">
            <a:extLst>
              <a:ext uri="{FF2B5EF4-FFF2-40B4-BE49-F238E27FC236}">
                <a16:creationId xmlns:a16="http://schemas.microsoft.com/office/drawing/2014/main" id="{3B885908-D506-4EF6-8EA9-375133536ADE}"/>
              </a:ext>
            </a:extLst>
          </p:cNvPr>
          <p:cNvSpPr/>
          <p:nvPr userDrawn="1"/>
        </p:nvSpPr>
        <p:spPr>
          <a:xfrm>
            <a:off x="646276" y="1415780"/>
            <a:ext cx="1059197" cy="4924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3199" dirty="0">
                <a:solidFill>
                  <a:srgbClr val="0D0D0D"/>
                </a:solidFill>
                <a:latin typeface="iCiel Samsung Sharp Sans Bold" pitchFamily="2" charset="0"/>
                <a:ea typeface="iCiel Samsung Sharp Sans Bold" pitchFamily="2" charset="0"/>
                <a:cs typeface="iCiel Samsung Sharp Sans Bold" pitchFamily="2" charset="0"/>
              </a:rPr>
              <a:t>Q1.</a:t>
            </a:r>
          </a:p>
        </p:txBody>
      </p:sp>
      <p:pic>
        <p:nvPicPr>
          <p:cNvPr id="22" name="그림 2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02139" y="5406365"/>
            <a:ext cx="112868" cy="109719"/>
          </a:xfrm>
          <a:prstGeom prst="rect">
            <a:avLst/>
          </a:prstGeom>
        </p:spPr>
      </p:pic>
      <p:cxnSp>
        <p:nvCxnSpPr>
          <p:cNvPr id="14" name="직선 연결선 13">
            <a:extLst>
              <a:ext uri="{FF2B5EF4-FFF2-40B4-BE49-F238E27FC236}">
                <a16:creationId xmlns:a16="http://schemas.microsoft.com/office/drawing/2014/main" id="{3BBBBCF4-8F64-4C44-B381-7016C297D04F}"/>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7" name="슬라이드 번호 개체 틀 15">
            <a:extLst>
              <a:ext uri="{FF2B5EF4-FFF2-40B4-BE49-F238E27FC236}">
                <a16:creationId xmlns:a16="http://schemas.microsoft.com/office/drawing/2014/main" id="{2FC1FA6A-7119-4287-A121-C31068A9FCD3}"/>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8" name="직사각형 7">
            <a:extLst>
              <a:ext uri="{FF2B5EF4-FFF2-40B4-BE49-F238E27FC236}">
                <a16:creationId xmlns:a16="http://schemas.microsoft.com/office/drawing/2014/main" id="{94BFF8EC-69D9-42AE-A84D-CEFDE15AD513}"/>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grpSp>
        <p:nvGrpSpPr>
          <p:cNvPr id="27" name="그룹 26">
            <a:extLst>
              <a:ext uri="{FF2B5EF4-FFF2-40B4-BE49-F238E27FC236}">
                <a16:creationId xmlns:a16="http://schemas.microsoft.com/office/drawing/2014/main" id="{A3338F14-C71C-49FB-9B8F-636CAA3F7EFA}"/>
              </a:ext>
            </a:extLst>
          </p:cNvPr>
          <p:cNvGrpSpPr/>
          <p:nvPr userDrawn="1"/>
        </p:nvGrpSpPr>
        <p:grpSpPr>
          <a:xfrm>
            <a:off x="0" y="1"/>
            <a:ext cx="9902825" cy="999802"/>
            <a:chOff x="0" y="1"/>
            <a:chExt cx="9906000" cy="999802"/>
          </a:xfrm>
        </p:grpSpPr>
        <p:sp>
          <p:nvSpPr>
            <p:cNvPr id="28" name="직사각형 27">
              <a:extLst>
                <a:ext uri="{FF2B5EF4-FFF2-40B4-BE49-F238E27FC236}">
                  <a16:creationId xmlns:a16="http://schemas.microsoft.com/office/drawing/2014/main" id="{845141B1-0821-46A7-A897-9E66E1D5B440}"/>
                </a:ext>
              </a:extLst>
            </p:cNvPr>
            <p:cNvSpPr/>
            <p:nvPr userDrawn="1"/>
          </p:nvSpPr>
          <p:spPr>
            <a:xfrm>
              <a:off x="0" y="619930"/>
              <a:ext cx="9906000" cy="379873"/>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sp>
          <p:nvSpPr>
            <p:cNvPr id="29" name="직사각형 28">
              <a:extLst>
                <a:ext uri="{FF2B5EF4-FFF2-40B4-BE49-F238E27FC236}">
                  <a16:creationId xmlns:a16="http://schemas.microsoft.com/office/drawing/2014/main" id="{1C7333F1-B594-4B0D-BB31-CF147773CE81}"/>
                </a:ext>
              </a:extLst>
            </p:cNvPr>
            <p:cNvSpPr/>
            <p:nvPr userDrawn="1"/>
          </p:nvSpPr>
          <p:spPr>
            <a:xfrm>
              <a:off x="0" y="1"/>
              <a:ext cx="9906000" cy="877824"/>
            </a:xfrm>
            <a:prstGeom prst="rect">
              <a:avLst/>
            </a:prstGeom>
            <a:solidFill>
              <a:srgbClr val="1429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99" dirty="0"/>
            </a:p>
          </p:txBody>
        </p:sp>
      </p:grpSp>
      <p:sp>
        <p:nvSpPr>
          <p:cNvPr id="15" name="슬라이드 번호 개체 틀 15">
            <a:extLst>
              <a:ext uri="{FF2B5EF4-FFF2-40B4-BE49-F238E27FC236}">
                <a16:creationId xmlns:a16="http://schemas.microsoft.com/office/drawing/2014/main" id="{86998F19-9A1B-455B-A336-FAE9116A5D4A}"/>
              </a:ext>
            </a:extLst>
          </p:cNvPr>
          <p:cNvSpPr txBox="1">
            <a:spLocks/>
          </p:cNvSpPr>
          <p:nvPr userDrawn="1"/>
        </p:nvSpPr>
        <p:spPr>
          <a:xfrm>
            <a:off x="3338256" y="6507526"/>
            <a:ext cx="5858103"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18517278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blank" preserve="1">
  <p:cSld name="Body">
    <p:spTree>
      <p:nvGrpSpPr>
        <p:cNvPr id="1" name=""/>
        <p:cNvGrpSpPr/>
        <p:nvPr/>
      </p:nvGrpSpPr>
      <p:grpSpPr>
        <a:xfrm>
          <a:off x="0" y="0"/>
          <a:ext cx="0" cy="0"/>
          <a:chOff x="0" y="0"/>
          <a:chExt cx="0" cy="0"/>
        </a:xfrm>
      </p:grpSpPr>
      <p:cxnSp>
        <p:nvCxnSpPr>
          <p:cNvPr id="10" name="직선 연결선 9">
            <a:extLst>
              <a:ext uri="{FF2B5EF4-FFF2-40B4-BE49-F238E27FC236}">
                <a16:creationId xmlns:a16="http://schemas.microsoft.com/office/drawing/2014/main" id="{107951CE-0A5B-4EC7-B663-290867B6A3B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슬라이드 번호 개체 틀 15">
            <a:extLst>
              <a:ext uri="{FF2B5EF4-FFF2-40B4-BE49-F238E27FC236}">
                <a16:creationId xmlns:a16="http://schemas.microsoft.com/office/drawing/2014/main" id="{DB8B1220-1660-457F-B990-656A8230EA54}"/>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8" name="직사각형 7">
            <a:extLst>
              <a:ext uri="{FF2B5EF4-FFF2-40B4-BE49-F238E27FC236}">
                <a16:creationId xmlns:a16="http://schemas.microsoft.com/office/drawing/2014/main" id="{AA07D337-B9C3-4E5E-811E-AEFBB17ADEF5}"/>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cxnSp>
        <p:nvCxnSpPr>
          <p:cNvPr id="7" name="직선 연결선 6"/>
          <p:cNvCxnSpPr/>
          <p:nvPr userDrawn="1"/>
        </p:nvCxnSpPr>
        <p:spPr>
          <a:xfrm>
            <a:off x="449468" y="900000"/>
            <a:ext cx="9000714" cy="0"/>
          </a:xfrm>
          <a:prstGeom prst="line">
            <a:avLst/>
          </a:prstGeom>
          <a:ln w="15875">
            <a:solidFill>
              <a:srgbClr val="0924A5"/>
            </a:solidFill>
          </a:ln>
        </p:spPr>
        <p:style>
          <a:lnRef idx="1">
            <a:schemeClr val="accent1"/>
          </a:lnRef>
          <a:fillRef idx="0">
            <a:schemeClr val="accent1"/>
          </a:fillRef>
          <a:effectRef idx="0">
            <a:schemeClr val="accent1"/>
          </a:effectRef>
          <a:fontRef idx="minor">
            <a:schemeClr val="tx1"/>
          </a:fontRef>
        </p:style>
      </p:cxnSp>
      <p:sp>
        <p:nvSpPr>
          <p:cNvPr id="8" name="슬라이드 번호 개체 틀 15">
            <a:extLst>
              <a:ext uri="{FF2B5EF4-FFF2-40B4-BE49-F238E27FC236}">
                <a16:creationId xmlns:a16="http://schemas.microsoft.com/office/drawing/2014/main" id="{DC936B2F-79C3-4923-949E-A3549C5FC800}"/>
              </a:ext>
            </a:extLst>
          </p:cNvPr>
          <p:cNvSpPr txBox="1">
            <a:spLocks/>
          </p:cNvSpPr>
          <p:nvPr userDrawn="1"/>
        </p:nvSpPr>
        <p:spPr>
          <a:xfrm>
            <a:off x="3338256" y="6507526"/>
            <a:ext cx="5858103"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89549966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last">
    <p:spTree>
      <p:nvGrpSpPr>
        <p:cNvPr id="1" name=""/>
        <p:cNvGrpSpPr/>
        <p:nvPr/>
      </p:nvGrpSpPr>
      <p:grpSpPr>
        <a:xfrm>
          <a:off x="0" y="0"/>
          <a:ext cx="0" cy="0"/>
          <a:chOff x="0" y="0"/>
          <a:chExt cx="0" cy="0"/>
        </a:xfrm>
      </p:grpSpPr>
      <p:pic>
        <p:nvPicPr>
          <p:cNvPr id="6" name="그림 2">
            <a:extLst>
              <a:ext uri="{FF2B5EF4-FFF2-40B4-BE49-F238E27FC236}">
                <a16:creationId xmlns:a16="http://schemas.microsoft.com/office/drawing/2014/main" id="{C441AFAB-5BBF-465C-B7A8-FED86E62617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 y="4395"/>
            <a:ext cx="9899651" cy="6853605"/>
          </a:xfrm>
          <a:prstGeom prst="rect">
            <a:avLst/>
          </a:prstGeom>
        </p:spPr>
      </p:pic>
      <p:sp>
        <p:nvSpPr>
          <p:cNvPr id="2" name="직사각형 1"/>
          <p:cNvSpPr/>
          <p:nvPr userDrawn="1"/>
        </p:nvSpPr>
        <p:spPr>
          <a:xfrm>
            <a:off x="2" y="0"/>
            <a:ext cx="9899651" cy="6858000"/>
          </a:xfrm>
          <a:prstGeom prst="rect">
            <a:avLst/>
          </a:prstGeom>
          <a:solidFill>
            <a:srgbClr val="1428A0">
              <a:alpha val="8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959" dirty="0"/>
          </a:p>
        </p:txBody>
      </p:sp>
      <p:sp>
        <p:nvSpPr>
          <p:cNvPr id="7" name="직사각형 6">
            <a:extLst>
              <a:ext uri="{FF2B5EF4-FFF2-40B4-BE49-F238E27FC236}">
                <a16:creationId xmlns:a16="http://schemas.microsoft.com/office/drawing/2014/main" id="{782B242C-8600-47F0-98D5-6EA512C41BF2}"/>
              </a:ext>
            </a:extLst>
          </p:cNvPr>
          <p:cNvSpPr/>
          <p:nvPr userDrawn="1"/>
        </p:nvSpPr>
        <p:spPr>
          <a:xfrm>
            <a:off x="449468" y="5677032"/>
            <a:ext cx="9000714" cy="7309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0" marR="0" lvl="0" indent="0" algn="l" defTabSz="914126"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SamsungOne 400C" panose="020B0506030303020204" pitchFamily="34" charset="0"/>
                <a:ea typeface="SamsungOne-400" panose="020B0503030303020204" pitchFamily="34" charset="0"/>
                <a:cs typeface="+mn-cs"/>
              </a:rPr>
              <a:t>ⓒ</a:t>
            </a:r>
            <a:r>
              <a:rPr kumimoji="0" lang="en-US" altLang="ko-KR" sz="1000" b="0" i="0" u="none" strike="noStrike" kern="1200" cap="none" spc="0" normalizeH="0" baseline="0" noProof="0" dirty="0">
                <a:ln>
                  <a:noFill/>
                </a:ln>
                <a:solidFill>
                  <a:prstClr val="white"/>
                </a:solidFill>
                <a:effectLst/>
                <a:uLnTx/>
                <a:uFillTx/>
                <a:latin typeface="SamsungOne 400C" panose="020B0506030303020204" pitchFamily="34" charset="0"/>
                <a:ea typeface="SamsungOne 400C" panose="020B0506030303020204" pitchFamily="34" charset="0"/>
                <a:cs typeface="+mn-cs"/>
              </a:rPr>
              <a:t>2022 SAMSUNG. All rights reserved.</a:t>
            </a:r>
          </a:p>
          <a:p>
            <a:pPr marL="0" marR="0" lvl="0" indent="0" algn="l" defTabSz="914126" rtl="0" eaLnBrk="1" fontAlgn="auto" latinLnBrk="1" hangingPunct="1">
              <a:lnSpc>
                <a:spcPct val="100000"/>
              </a:lnSpc>
              <a:spcBef>
                <a:spcPts val="600"/>
              </a:spcBef>
              <a:spcAft>
                <a:spcPts val="0"/>
              </a:spcAft>
              <a:buClrTx/>
              <a:buSzTx/>
              <a:buFontTx/>
              <a:buNone/>
              <a:tabLst/>
              <a:defRPr/>
            </a:pPr>
            <a:r>
              <a:rPr kumimoji="0" lang="en-US" altLang="ko-KR" sz="1000" b="0" i="0" u="none" strike="noStrike" kern="1200" cap="none" spc="0" normalizeH="0" baseline="0" noProof="0" dirty="0">
                <a:ln>
                  <a:noFill/>
                </a:ln>
                <a:solidFill>
                  <a:prstClr val="white"/>
                </a:solidFill>
                <a:effectLst/>
                <a:uLnTx/>
                <a:uFillTx/>
                <a:latin typeface="SamsungOne 400C" panose="020B0506030303020204" pitchFamily="34" charset="0"/>
                <a:ea typeface="SamsungOne 400C" panose="020B0506030303020204" pitchFamily="34" charset="0"/>
                <a:cs typeface="+mn-cs"/>
              </a:rPr>
              <a:t>Samsung Electronics Corporate Citizenship Office holds the copyright of book.</a:t>
            </a:r>
          </a:p>
          <a:p>
            <a:pPr marL="0" marR="0" lvl="0" indent="0" algn="l" defTabSz="914126" rtl="0" eaLnBrk="1" fontAlgn="auto" latinLnBrk="1" hangingPunct="1">
              <a:lnSpc>
                <a:spcPct val="100000"/>
              </a:lnSpc>
              <a:spcBef>
                <a:spcPts val="300"/>
              </a:spcBef>
              <a:spcAft>
                <a:spcPts val="0"/>
              </a:spcAft>
              <a:buClrTx/>
              <a:buSzTx/>
              <a:buFontTx/>
              <a:buNone/>
              <a:tabLst/>
              <a:defRPr/>
            </a:pPr>
            <a:r>
              <a:rPr kumimoji="0" lang="en-US" altLang="ko-KR" sz="1000" b="0" i="0" u="none" strike="noStrike" kern="1200" cap="none" spc="0" normalizeH="0" baseline="0" noProof="0" dirty="0">
                <a:ln>
                  <a:noFill/>
                </a:ln>
                <a:solidFill>
                  <a:prstClr val="white"/>
                </a:solidFill>
                <a:effectLst/>
                <a:uLnTx/>
                <a:uFillTx/>
                <a:latin typeface="SamsungOne 400C" panose="020B0506030303020204" pitchFamily="34" charset="0"/>
                <a:ea typeface="SamsungOne 400C" panose="020B0506030303020204" pitchFamily="34" charset="0"/>
                <a:cs typeface="+mn-cs"/>
              </a:rPr>
              <a:t>This book is a literary property protected by copyright law so reprint and reproduction without permission are prohibited. </a:t>
            </a:r>
          </a:p>
          <a:p>
            <a:pPr marL="0" marR="0" lvl="0" indent="0" algn="l" defTabSz="914126"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white"/>
                </a:solidFill>
                <a:effectLst/>
                <a:uLnTx/>
                <a:uFillTx/>
                <a:latin typeface="SamsungOne 400C" panose="020B0506030303020204" pitchFamily="34" charset="0"/>
                <a:ea typeface="SamsungOne 400C" panose="020B0506030303020204" pitchFamily="34" charset="0"/>
                <a:cs typeface="+mn-cs"/>
              </a:rPr>
              <a:t>To use this book other than the curriculum of Samsung Innovation Campus or to use the entire or part of this book, you must receive written consent from copyright holder.</a:t>
            </a:r>
          </a:p>
        </p:txBody>
      </p:sp>
      <p:pic>
        <p:nvPicPr>
          <p:cNvPr id="10" name="그림 3">
            <a:extLst>
              <a:ext uri="{FF2B5EF4-FFF2-40B4-BE49-F238E27FC236}">
                <a16:creationId xmlns:a16="http://schemas.microsoft.com/office/drawing/2014/main" id="{A977D3D7-ABF1-4BDD-B1E5-CCA79CC8184C}"/>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3711822" y="3022951"/>
            <a:ext cx="2476006" cy="812098"/>
          </a:xfrm>
          <a:prstGeom prst="rect">
            <a:avLst/>
          </a:prstGeom>
        </p:spPr>
      </p:pic>
      <p:sp>
        <p:nvSpPr>
          <p:cNvPr id="9" name="Freeform 5">
            <a:extLst>
              <a:ext uri="{FF2B5EF4-FFF2-40B4-BE49-F238E27FC236}">
                <a16:creationId xmlns:a16="http://schemas.microsoft.com/office/drawing/2014/main" id="{0D8AEED9-5E8F-4A4F-8427-AE314BEC60F8}"/>
              </a:ext>
            </a:extLst>
          </p:cNvPr>
          <p:cNvSpPr>
            <a:spLocks noChangeAspect="1" noEditPoints="1"/>
          </p:cNvSpPr>
          <p:nvPr userDrawn="1"/>
        </p:nvSpPr>
        <p:spPr bwMode="auto">
          <a:xfrm>
            <a:off x="449468" y="450000"/>
            <a:ext cx="1290568" cy="198000"/>
          </a:xfrm>
          <a:custGeom>
            <a:avLst/>
            <a:gdLst>
              <a:gd name="T0" fmla="*/ 82 w 2179"/>
              <a:gd name="T1" fmla="*/ 74 h 334"/>
              <a:gd name="T2" fmla="*/ 140 w 2179"/>
              <a:gd name="T3" fmla="*/ 82 h 334"/>
              <a:gd name="T4" fmla="*/ 218 w 2179"/>
              <a:gd name="T5" fmla="*/ 101 h 334"/>
              <a:gd name="T6" fmla="*/ 112 w 2179"/>
              <a:gd name="T7" fmla="*/ 0 h 334"/>
              <a:gd name="T8" fmla="*/ 4 w 2179"/>
              <a:gd name="T9" fmla="*/ 112 h 334"/>
              <a:gd name="T10" fmla="*/ 145 w 2179"/>
              <a:gd name="T11" fmla="*/ 257 h 334"/>
              <a:gd name="T12" fmla="*/ 84 w 2179"/>
              <a:gd name="T13" fmla="*/ 250 h 334"/>
              <a:gd name="T14" fmla="*/ 0 w 2179"/>
              <a:gd name="T15" fmla="*/ 220 h 334"/>
              <a:gd name="T16" fmla="*/ 113 w 2179"/>
              <a:gd name="T17" fmla="*/ 334 h 334"/>
              <a:gd name="T18" fmla="*/ 223 w 2179"/>
              <a:gd name="T19" fmla="*/ 212 h 334"/>
              <a:gd name="T20" fmla="*/ 1096 w 2179"/>
              <a:gd name="T21" fmla="*/ 91 h 334"/>
              <a:gd name="T22" fmla="*/ 1124 w 2179"/>
              <a:gd name="T23" fmla="*/ 54 h 334"/>
              <a:gd name="T24" fmla="*/ 1152 w 2179"/>
              <a:gd name="T25" fmla="*/ 102 h 334"/>
              <a:gd name="T26" fmla="*/ 1229 w 2179"/>
              <a:gd name="T27" fmla="*/ 80 h 334"/>
              <a:gd name="T28" fmla="*/ 1017 w 2179"/>
              <a:gd name="T29" fmla="*/ 71 h 334"/>
              <a:gd name="T30" fmla="*/ 1157 w 2179"/>
              <a:gd name="T31" fmla="*/ 233 h 334"/>
              <a:gd name="T32" fmla="*/ 1128 w 2179"/>
              <a:gd name="T33" fmla="*/ 277 h 334"/>
              <a:gd name="T34" fmla="*/ 1097 w 2179"/>
              <a:gd name="T35" fmla="*/ 219 h 334"/>
              <a:gd name="T36" fmla="*/ 1014 w 2179"/>
              <a:gd name="T37" fmla="*/ 243 h 334"/>
              <a:gd name="T38" fmla="*/ 1235 w 2179"/>
              <a:gd name="T39" fmla="*/ 262 h 334"/>
              <a:gd name="T40" fmla="*/ 1096 w 2179"/>
              <a:gd name="T41" fmla="*/ 91 h 334"/>
              <a:gd name="T42" fmla="*/ 1730 w 2179"/>
              <a:gd name="T43" fmla="*/ 10 h 334"/>
              <a:gd name="T44" fmla="*/ 1614 w 2179"/>
              <a:gd name="T45" fmla="*/ 319 h 334"/>
              <a:gd name="T46" fmla="*/ 1686 w 2179"/>
              <a:gd name="T47" fmla="*/ 60 h 334"/>
              <a:gd name="T48" fmla="*/ 1876 w 2179"/>
              <a:gd name="T49" fmla="*/ 319 h 334"/>
              <a:gd name="T50" fmla="*/ 1799 w 2179"/>
              <a:gd name="T51" fmla="*/ 10 h 334"/>
              <a:gd name="T52" fmla="*/ 333 w 2179"/>
              <a:gd name="T53" fmla="*/ 10 h 334"/>
              <a:gd name="T54" fmla="*/ 360 w 2179"/>
              <a:gd name="T55" fmla="*/ 322 h 334"/>
              <a:gd name="T56" fmla="*/ 446 w 2179"/>
              <a:gd name="T57" fmla="*/ 322 h 334"/>
              <a:gd name="T58" fmla="*/ 472 w 2179"/>
              <a:gd name="T59" fmla="*/ 10 h 334"/>
              <a:gd name="T60" fmla="*/ 804 w 2179"/>
              <a:gd name="T61" fmla="*/ 10 h 334"/>
              <a:gd name="T62" fmla="*/ 725 w 2179"/>
              <a:gd name="T63" fmla="*/ 10 h 334"/>
              <a:gd name="T64" fmla="*/ 592 w 2179"/>
              <a:gd name="T65" fmla="*/ 322 h 334"/>
              <a:gd name="T66" fmla="*/ 671 w 2179"/>
              <a:gd name="T67" fmla="*/ 33 h 334"/>
              <a:gd name="T68" fmla="*/ 804 w 2179"/>
              <a:gd name="T69" fmla="*/ 322 h 334"/>
              <a:gd name="T70" fmla="*/ 860 w 2179"/>
              <a:gd name="T71" fmla="*/ 322 h 334"/>
              <a:gd name="T72" fmla="*/ 931 w 2179"/>
              <a:gd name="T73" fmla="*/ 10 h 334"/>
              <a:gd name="T74" fmla="*/ 1528 w 2179"/>
              <a:gd name="T75" fmla="*/ 10 h 334"/>
              <a:gd name="T76" fmla="*/ 1449 w 2179"/>
              <a:gd name="T77" fmla="*/ 241 h 334"/>
              <a:gd name="T78" fmla="*/ 1418 w 2179"/>
              <a:gd name="T79" fmla="*/ 275 h 334"/>
              <a:gd name="T80" fmla="*/ 1388 w 2179"/>
              <a:gd name="T81" fmla="*/ 241 h 334"/>
              <a:gd name="T82" fmla="*/ 1309 w 2179"/>
              <a:gd name="T83" fmla="*/ 10 h 334"/>
              <a:gd name="T84" fmla="*/ 1310 w 2179"/>
              <a:gd name="T85" fmla="*/ 254 h 334"/>
              <a:gd name="T86" fmla="*/ 1527 w 2179"/>
              <a:gd name="T87" fmla="*/ 254 h 334"/>
              <a:gd name="T88" fmla="*/ 1528 w 2179"/>
              <a:gd name="T89" fmla="*/ 10 h 334"/>
              <a:gd name="T90" fmla="*/ 2069 w 2179"/>
              <a:gd name="T91" fmla="*/ 192 h 334"/>
              <a:gd name="T92" fmla="*/ 2101 w 2179"/>
              <a:gd name="T93" fmla="*/ 237 h 334"/>
              <a:gd name="T94" fmla="*/ 2068 w 2179"/>
              <a:gd name="T95" fmla="*/ 272 h 334"/>
              <a:gd name="T96" fmla="*/ 2035 w 2179"/>
              <a:gd name="T97" fmla="*/ 237 h 334"/>
              <a:gd name="T98" fmla="*/ 2037 w 2179"/>
              <a:gd name="T99" fmla="*/ 80 h 334"/>
              <a:gd name="T100" fmla="*/ 2099 w 2179"/>
              <a:gd name="T101" fmla="*/ 80 h 334"/>
              <a:gd name="T102" fmla="*/ 2100 w 2179"/>
              <a:gd name="T103" fmla="*/ 110 h 334"/>
              <a:gd name="T104" fmla="*/ 2178 w 2179"/>
              <a:gd name="T105" fmla="*/ 99 h 334"/>
              <a:gd name="T106" fmla="*/ 2068 w 2179"/>
              <a:gd name="T107" fmla="*/ 2 h 334"/>
              <a:gd name="T108" fmla="*/ 1958 w 2179"/>
              <a:gd name="T109" fmla="*/ 99 h 334"/>
              <a:gd name="T110" fmla="*/ 1959 w 2179"/>
              <a:gd name="T111" fmla="*/ 251 h 334"/>
              <a:gd name="T112" fmla="*/ 2178 w 2179"/>
              <a:gd name="T113" fmla="*/ 251 h 334"/>
              <a:gd name="T114" fmla="*/ 2179 w 2179"/>
              <a:gd name="T115" fmla="*/ 147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9" h="334">
                <a:moveTo>
                  <a:pt x="83" y="91"/>
                </a:moveTo>
                <a:cubicBezTo>
                  <a:pt x="81" y="84"/>
                  <a:pt x="82" y="78"/>
                  <a:pt x="82" y="74"/>
                </a:cubicBezTo>
                <a:cubicBezTo>
                  <a:pt x="84" y="64"/>
                  <a:pt x="91" y="53"/>
                  <a:pt x="111" y="53"/>
                </a:cubicBezTo>
                <a:cubicBezTo>
                  <a:pt x="129" y="53"/>
                  <a:pt x="140" y="65"/>
                  <a:pt x="140" y="82"/>
                </a:cubicBezTo>
                <a:cubicBezTo>
                  <a:pt x="140" y="101"/>
                  <a:pt x="140" y="101"/>
                  <a:pt x="140" y="101"/>
                </a:cubicBezTo>
                <a:cubicBezTo>
                  <a:pt x="218" y="101"/>
                  <a:pt x="218" y="101"/>
                  <a:pt x="218" y="101"/>
                </a:cubicBezTo>
                <a:cubicBezTo>
                  <a:pt x="218" y="79"/>
                  <a:pt x="218" y="79"/>
                  <a:pt x="218" y="79"/>
                </a:cubicBezTo>
                <a:cubicBezTo>
                  <a:pt x="218" y="11"/>
                  <a:pt x="156" y="0"/>
                  <a:pt x="112" y="0"/>
                </a:cubicBezTo>
                <a:cubicBezTo>
                  <a:pt x="57" y="0"/>
                  <a:pt x="12" y="19"/>
                  <a:pt x="4" y="70"/>
                </a:cubicBezTo>
                <a:cubicBezTo>
                  <a:pt x="1" y="84"/>
                  <a:pt x="1" y="96"/>
                  <a:pt x="4" y="112"/>
                </a:cubicBezTo>
                <a:cubicBezTo>
                  <a:pt x="18" y="175"/>
                  <a:pt x="128" y="194"/>
                  <a:pt x="145" y="234"/>
                </a:cubicBezTo>
                <a:cubicBezTo>
                  <a:pt x="148" y="241"/>
                  <a:pt x="147" y="251"/>
                  <a:pt x="145" y="257"/>
                </a:cubicBezTo>
                <a:cubicBezTo>
                  <a:pt x="143" y="267"/>
                  <a:pt x="136" y="278"/>
                  <a:pt x="115" y="278"/>
                </a:cubicBezTo>
                <a:cubicBezTo>
                  <a:pt x="95" y="278"/>
                  <a:pt x="84" y="267"/>
                  <a:pt x="84" y="250"/>
                </a:cubicBezTo>
                <a:cubicBezTo>
                  <a:pt x="83" y="220"/>
                  <a:pt x="83" y="220"/>
                  <a:pt x="83" y="220"/>
                </a:cubicBezTo>
                <a:cubicBezTo>
                  <a:pt x="0" y="220"/>
                  <a:pt x="0" y="220"/>
                  <a:pt x="0" y="220"/>
                </a:cubicBezTo>
                <a:cubicBezTo>
                  <a:pt x="0" y="244"/>
                  <a:pt x="0" y="244"/>
                  <a:pt x="0" y="244"/>
                </a:cubicBezTo>
                <a:cubicBezTo>
                  <a:pt x="0" y="313"/>
                  <a:pt x="55" y="334"/>
                  <a:pt x="113" y="334"/>
                </a:cubicBezTo>
                <a:cubicBezTo>
                  <a:pt x="169" y="334"/>
                  <a:pt x="216" y="315"/>
                  <a:pt x="223" y="263"/>
                </a:cubicBezTo>
                <a:cubicBezTo>
                  <a:pt x="227" y="236"/>
                  <a:pt x="224" y="218"/>
                  <a:pt x="223" y="212"/>
                </a:cubicBezTo>
                <a:cubicBezTo>
                  <a:pt x="210" y="146"/>
                  <a:pt x="92" y="127"/>
                  <a:pt x="83" y="91"/>
                </a:cubicBezTo>
                <a:moveTo>
                  <a:pt x="1096" y="91"/>
                </a:moveTo>
                <a:cubicBezTo>
                  <a:pt x="1094" y="85"/>
                  <a:pt x="1095" y="79"/>
                  <a:pt x="1096" y="75"/>
                </a:cubicBezTo>
                <a:cubicBezTo>
                  <a:pt x="1098" y="65"/>
                  <a:pt x="1104" y="54"/>
                  <a:pt x="1124" y="54"/>
                </a:cubicBezTo>
                <a:cubicBezTo>
                  <a:pt x="1142" y="54"/>
                  <a:pt x="1152" y="66"/>
                  <a:pt x="1152" y="82"/>
                </a:cubicBezTo>
                <a:cubicBezTo>
                  <a:pt x="1152" y="102"/>
                  <a:pt x="1152" y="102"/>
                  <a:pt x="1152" y="102"/>
                </a:cubicBezTo>
                <a:cubicBezTo>
                  <a:pt x="1229" y="102"/>
                  <a:pt x="1229" y="102"/>
                  <a:pt x="1229" y="102"/>
                </a:cubicBezTo>
                <a:cubicBezTo>
                  <a:pt x="1229" y="80"/>
                  <a:pt x="1229" y="80"/>
                  <a:pt x="1229" y="80"/>
                </a:cubicBezTo>
                <a:cubicBezTo>
                  <a:pt x="1229" y="13"/>
                  <a:pt x="1169" y="2"/>
                  <a:pt x="1125" y="2"/>
                </a:cubicBezTo>
                <a:cubicBezTo>
                  <a:pt x="1070" y="2"/>
                  <a:pt x="1026" y="20"/>
                  <a:pt x="1017" y="71"/>
                </a:cubicBezTo>
                <a:cubicBezTo>
                  <a:pt x="1015" y="84"/>
                  <a:pt x="1015" y="97"/>
                  <a:pt x="1018" y="112"/>
                </a:cubicBezTo>
                <a:cubicBezTo>
                  <a:pt x="1032" y="175"/>
                  <a:pt x="1141" y="193"/>
                  <a:pt x="1157" y="233"/>
                </a:cubicBezTo>
                <a:cubicBezTo>
                  <a:pt x="1160" y="241"/>
                  <a:pt x="1159" y="250"/>
                  <a:pt x="1158" y="256"/>
                </a:cubicBezTo>
                <a:cubicBezTo>
                  <a:pt x="1155" y="267"/>
                  <a:pt x="1148" y="277"/>
                  <a:pt x="1128" y="277"/>
                </a:cubicBezTo>
                <a:cubicBezTo>
                  <a:pt x="1108" y="277"/>
                  <a:pt x="1097" y="266"/>
                  <a:pt x="1097" y="249"/>
                </a:cubicBezTo>
                <a:cubicBezTo>
                  <a:pt x="1097" y="219"/>
                  <a:pt x="1097" y="219"/>
                  <a:pt x="1097" y="219"/>
                </a:cubicBezTo>
                <a:cubicBezTo>
                  <a:pt x="1014" y="219"/>
                  <a:pt x="1014" y="219"/>
                  <a:pt x="1014" y="219"/>
                </a:cubicBezTo>
                <a:cubicBezTo>
                  <a:pt x="1014" y="243"/>
                  <a:pt x="1014" y="243"/>
                  <a:pt x="1014" y="243"/>
                </a:cubicBezTo>
                <a:cubicBezTo>
                  <a:pt x="1014" y="312"/>
                  <a:pt x="1068" y="332"/>
                  <a:pt x="1126" y="332"/>
                </a:cubicBezTo>
                <a:cubicBezTo>
                  <a:pt x="1182" y="332"/>
                  <a:pt x="1228" y="313"/>
                  <a:pt x="1235" y="262"/>
                </a:cubicBezTo>
                <a:cubicBezTo>
                  <a:pt x="1238" y="235"/>
                  <a:pt x="1236" y="218"/>
                  <a:pt x="1234" y="211"/>
                </a:cubicBezTo>
                <a:cubicBezTo>
                  <a:pt x="1221" y="147"/>
                  <a:pt x="1105" y="127"/>
                  <a:pt x="1096" y="91"/>
                </a:cubicBezTo>
                <a:moveTo>
                  <a:pt x="1803" y="261"/>
                </a:moveTo>
                <a:cubicBezTo>
                  <a:pt x="1730" y="10"/>
                  <a:pt x="1730" y="10"/>
                  <a:pt x="1730" y="10"/>
                </a:cubicBezTo>
                <a:cubicBezTo>
                  <a:pt x="1614" y="10"/>
                  <a:pt x="1614" y="10"/>
                  <a:pt x="1614" y="10"/>
                </a:cubicBezTo>
                <a:cubicBezTo>
                  <a:pt x="1614" y="319"/>
                  <a:pt x="1614" y="319"/>
                  <a:pt x="1614" y="319"/>
                </a:cubicBezTo>
                <a:cubicBezTo>
                  <a:pt x="1691" y="319"/>
                  <a:pt x="1691" y="319"/>
                  <a:pt x="1691" y="319"/>
                </a:cubicBezTo>
                <a:cubicBezTo>
                  <a:pt x="1686" y="60"/>
                  <a:pt x="1686" y="60"/>
                  <a:pt x="1686" y="60"/>
                </a:cubicBezTo>
                <a:cubicBezTo>
                  <a:pt x="1765" y="319"/>
                  <a:pt x="1765" y="319"/>
                  <a:pt x="1765" y="319"/>
                </a:cubicBezTo>
                <a:cubicBezTo>
                  <a:pt x="1876" y="319"/>
                  <a:pt x="1876" y="319"/>
                  <a:pt x="1876" y="319"/>
                </a:cubicBezTo>
                <a:cubicBezTo>
                  <a:pt x="1876" y="10"/>
                  <a:pt x="1876" y="10"/>
                  <a:pt x="1876" y="10"/>
                </a:cubicBezTo>
                <a:cubicBezTo>
                  <a:pt x="1799" y="10"/>
                  <a:pt x="1799" y="10"/>
                  <a:pt x="1799" y="10"/>
                </a:cubicBezTo>
                <a:lnTo>
                  <a:pt x="1803" y="261"/>
                </a:lnTo>
                <a:close/>
                <a:moveTo>
                  <a:pt x="333" y="10"/>
                </a:moveTo>
                <a:cubicBezTo>
                  <a:pt x="276" y="322"/>
                  <a:pt x="276" y="322"/>
                  <a:pt x="276" y="322"/>
                </a:cubicBezTo>
                <a:cubicBezTo>
                  <a:pt x="360" y="322"/>
                  <a:pt x="360" y="322"/>
                  <a:pt x="360" y="322"/>
                </a:cubicBezTo>
                <a:cubicBezTo>
                  <a:pt x="403" y="33"/>
                  <a:pt x="403" y="33"/>
                  <a:pt x="403" y="33"/>
                </a:cubicBezTo>
                <a:cubicBezTo>
                  <a:pt x="446" y="322"/>
                  <a:pt x="446" y="322"/>
                  <a:pt x="446" y="322"/>
                </a:cubicBezTo>
                <a:cubicBezTo>
                  <a:pt x="529" y="322"/>
                  <a:pt x="529" y="322"/>
                  <a:pt x="529" y="322"/>
                </a:cubicBezTo>
                <a:cubicBezTo>
                  <a:pt x="472" y="10"/>
                  <a:pt x="472" y="10"/>
                  <a:pt x="472" y="10"/>
                </a:cubicBezTo>
                <a:lnTo>
                  <a:pt x="333" y="10"/>
                </a:lnTo>
                <a:close/>
                <a:moveTo>
                  <a:pt x="804" y="10"/>
                </a:moveTo>
                <a:cubicBezTo>
                  <a:pt x="765" y="254"/>
                  <a:pt x="765" y="254"/>
                  <a:pt x="765" y="254"/>
                </a:cubicBezTo>
                <a:cubicBezTo>
                  <a:pt x="725" y="10"/>
                  <a:pt x="725" y="10"/>
                  <a:pt x="725" y="10"/>
                </a:cubicBezTo>
                <a:cubicBezTo>
                  <a:pt x="598" y="10"/>
                  <a:pt x="598" y="10"/>
                  <a:pt x="598" y="10"/>
                </a:cubicBezTo>
                <a:cubicBezTo>
                  <a:pt x="592" y="322"/>
                  <a:pt x="592" y="322"/>
                  <a:pt x="592" y="322"/>
                </a:cubicBezTo>
                <a:cubicBezTo>
                  <a:pt x="669" y="322"/>
                  <a:pt x="669" y="322"/>
                  <a:pt x="669" y="322"/>
                </a:cubicBezTo>
                <a:cubicBezTo>
                  <a:pt x="671" y="33"/>
                  <a:pt x="671" y="33"/>
                  <a:pt x="671" y="33"/>
                </a:cubicBezTo>
                <a:cubicBezTo>
                  <a:pt x="725" y="322"/>
                  <a:pt x="725" y="322"/>
                  <a:pt x="725" y="322"/>
                </a:cubicBezTo>
                <a:cubicBezTo>
                  <a:pt x="804" y="322"/>
                  <a:pt x="804" y="322"/>
                  <a:pt x="804" y="322"/>
                </a:cubicBezTo>
                <a:cubicBezTo>
                  <a:pt x="858" y="33"/>
                  <a:pt x="858" y="33"/>
                  <a:pt x="858" y="33"/>
                </a:cubicBezTo>
                <a:cubicBezTo>
                  <a:pt x="860" y="322"/>
                  <a:pt x="860" y="322"/>
                  <a:pt x="860" y="322"/>
                </a:cubicBezTo>
                <a:cubicBezTo>
                  <a:pt x="938" y="322"/>
                  <a:pt x="938" y="322"/>
                  <a:pt x="938" y="322"/>
                </a:cubicBezTo>
                <a:cubicBezTo>
                  <a:pt x="931" y="10"/>
                  <a:pt x="931" y="10"/>
                  <a:pt x="931" y="10"/>
                </a:cubicBezTo>
                <a:lnTo>
                  <a:pt x="804" y="10"/>
                </a:lnTo>
                <a:close/>
                <a:moveTo>
                  <a:pt x="1528" y="10"/>
                </a:moveTo>
                <a:cubicBezTo>
                  <a:pt x="1449" y="10"/>
                  <a:pt x="1449" y="10"/>
                  <a:pt x="1449" y="10"/>
                </a:cubicBezTo>
                <a:cubicBezTo>
                  <a:pt x="1449" y="241"/>
                  <a:pt x="1449" y="241"/>
                  <a:pt x="1449" y="241"/>
                </a:cubicBezTo>
                <a:cubicBezTo>
                  <a:pt x="1449" y="245"/>
                  <a:pt x="1449" y="249"/>
                  <a:pt x="1448" y="253"/>
                </a:cubicBezTo>
                <a:cubicBezTo>
                  <a:pt x="1447" y="260"/>
                  <a:pt x="1440" y="275"/>
                  <a:pt x="1418" y="275"/>
                </a:cubicBezTo>
                <a:cubicBezTo>
                  <a:pt x="1397" y="275"/>
                  <a:pt x="1390" y="260"/>
                  <a:pt x="1389" y="253"/>
                </a:cubicBezTo>
                <a:cubicBezTo>
                  <a:pt x="1388" y="249"/>
                  <a:pt x="1388" y="245"/>
                  <a:pt x="1388" y="241"/>
                </a:cubicBezTo>
                <a:cubicBezTo>
                  <a:pt x="1388" y="10"/>
                  <a:pt x="1388" y="10"/>
                  <a:pt x="1388" y="10"/>
                </a:cubicBezTo>
                <a:cubicBezTo>
                  <a:pt x="1309" y="10"/>
                  <a:pt x="1309" y="10"/>
                  <a:pt x="1309" y="10"/>
                </a:cubicBezTo>
                <a:cubicBezTo>
                  <a:pt x="1309" y="234"/>
                  <a:pt x="1309" y="234"/>
                  <a:pt x="1309" y="234"/>
                </a:cubicBezTo>
                <a:cubicBezTo>
                  <a:pt x="1309" y="239"/>
                  <a:pt x="1309" y="251"/>
                  <a:pt x="1310" y="254"/>
                </a:cubicBezTo>
                <a:cubicBezTo>
                  <a:pt x="1315" y="312"/>
                  <a:pt x="1361" y="331"/>
                  <a:pt x="1418" y="331"/>
                </a:cubicBezTo>
                <a:cubicBezTo>
                  <a:pt x="1476" y="331"/>
                  <a:pt x="1522" y="312"/>
                  <a:pt x="1527" y="254"/>
                </a:cubicBezTo>
                <a:cubicBezTo>
                  <a:pt x="1528" y="251"/>
                  <a:pt x="1528" y="239"/>
                  <a:pt x="1528" y="234"/>
                </a:cubicBezTo>
                <a:lnTo>
                  <a:pt x="1528" y="10"/>
                </a:lnTo>
                <a:close/>
                <a:moveTo>
                  <a:pt x="2069" y="147"/>
                </a:moveTo>
                <a:cubicBezTo>
                  <a:pt x="2069" y="192"/>
                  <a:pt x="2069" y="192"/>
                  <a:pt x="2069" y="192"/>
                </a:cubicBezTo>
                <a:cubicBezTo>
                  <a:pt x="2101" y="192"/>
                  <a:pt x="2101" y="192"/>
                  <a:pt x="2101" y="192"/>
                </a:cubicBezTo>
                <a:cubicBezTo>
                  <a:pt x="2101" y="237"/>
                  <a:pt x="2101" y="237"/>
                  <a:pt x="2101" y="237"/>
                </a:cubicBezTo>
                <a:cubicBezTo>
                  <a:pt x="2101" y="241"/>
                  <a:pt x="2101" y="246"/>
                  <a:pt x="2100" y="249"/>
                </a:cubicBezTo>
                <a:cubicBezTo>
                  <a:pt x="2099" y="258"/>
                  <a:pt x="2091" y="272"/>
                  <a:pt x="2068" y="272"/>
                </a:cubicBezTo>
                <a:cubicBezTo>
                  <a:pt x="2045" y="272"/>
                  <a:pt x="2038" y="258"/>
                  <a:pt x="2036" y="249"/>
                </a:cubicBezTo>
                <a:cubicBezTo>
                  <a:pt x="2036" y="246"/>
                  <a:pt x="2035" y="241"/>
                  <a:pt x="2035" y="237"/>
                </a:cubicBezTo>
                <a:cubicBezTo>
                  <a:pt x="2035" y="95"/>
                  <a:pt x="2035" y="95"/>
                  <a:pt x="2035" y="95"/>
                </a:cubicBezTo>
                <a:cubicBezTo>
                  <a:pt x="2035" y="90"/>
                  <a:pt x="2036" y="85"/>
                  <a:pt x="2037" y="80"/>
                </a:cubicBezTo>
                <a:cubicBezTo>
                  <a:pt x="2038" y="73"/>
                  <a:pt x="2045" y="58"/>
                  <a:pt x="2068" y="58"/>
                </a:cubicBezTo>
                <a:cubicBezTo>
                  <a:pt x="2092" y="58"/>
                  <a:pt x="2098" y="74"/>
                  <a:pt x="2099" y="80"/>
                </a:cubicBezTo>
                <a:cubicBezTo>
                  <a:pt x="2100" y="85"/>
                  <a:pt x="2100" y="92"/>
                  <a:pt x="2100" y="92"/>
                </a:cubicBezTo>
                <a:cubicBezTo>
                  <a:pt x="2100" y="110"/>
                  <a:pt x="2100" y="110"/>
                  <a:pt x="2100" y="110"/>
                </a:cubicBezTo>
                <a:cubicBezTo>
                  <a:pt x="2178" y="110"/>
                  <a:pt x="2178" y="110"/>
                  <a:pt x="2178" y="110"/>
                </a:cubicBezTo>
                <a:cubicBezTo>
                  <a:pt x="2178" y="99"/>
                  <a:pt x="2178" y="99"/>
                  <a:pt x="2178" y="99"/>
                </a:cubicBezTo>
                <a:cubicBezTo>
                  <a:pt x="2178" y="99"/>
                  <a:pt x="2179" y="89"/>
                  <a:pt x="2178" y="79"/>
                </a:cubicBezTo>
                <a:cubicBezTo>
                  <a:pt x="2172" y="20"/>
                  <a:pt x="2124" y="2"/>
                  <a:pt x="2068" y="2"/>
                </a:cubicBezTo>
                <a:cubicBezTo>
                  <a:pt x="2013" y="2"/>
                  <a:pt x="1966" y="21"/>
                  <a:pt x="1959" y="79"/>
                </a:cubicBezTo>
                <a:cubicBezTo>
                  <a:pt x="1958" y="84"/>
                  <a:pt x="1958" y="94"/>
                  <a:pt x="1958" y="99"/>
                </a:cubicBezTo>
                <a:cubicBezTo>
                  <a:pt x="1958" y="230"/>
                  <a:pt x="1958" y="230"/>
                  <a:pt x="1958" y="230"/>
                </a:cubicBezTo>
                <a:cubicBezTo>
                  <a:pt x="1958" y="236"/>
                  <a:pt x="1958" y="241"/>
                  <a:pt x="1959" y="251"/>
                </a:cubicBezTo>
                <a:cubicBezTo>
                  <a:pt x="1964" y="308"/>
                  <a:pt x="2013" y="328"/>
                  <a:pt x="2068" y="328"/>
                </a:cubicBezTo>
                <a:cubicBezTo>
                  <a:pt x="2124" y="328"/>
                  <a:pt x="2173" y="308"/>
                  <a:pt x="2178" y="251"/>
                </a:cubicBezTo>
                <a:cubicBezTo>
                  <a:pt x="2179" y="241"/>
                  <a:pt x="2179" y="236"/>
                  <a:pt x="2179" y="230"/>
                </a:cubicBezTo>
                <a:cubicBezTo>
                  <a:pt x="2179" y="147"/>
                  <a:pt x="2179" y="147"/>
                  <a:pt x="2179" y="147"/>
                </a:cubicBezTo>
                <a:lnTo>
                  <a:pt x="2069" y="147"/>
                </a:lnTo>
                <a:close/>
              </a:path>
            </a:pathLst>
          </a:custGeom>
          <a:solidFill>
            <a:schemeClr val="bg1"/>
          </a:solidFill>
          <a:ln>
            <a:noFill/>
          </a:ln>
        </p:spPr>
        <p:txBody>
          <a:bodyPr vert="horz" wrap="square" lIns="91411" tIns="45705" rIns="91411" bIns="45705" numCol="1" anchor="t" anchorCtr="0" compatLnSpc="1">
            <a:prstTxWarp prst="textNoShape">
              <a:avLst/>
            </a:prstTxWarp>
            <a:scene3d>
              <a:camera prst="orthographicFront"/>
              <a:lightRig rig="threePt" dir="t"/>
            </a:scene3d>
            <a:sp3d>
              <a:bevelT w="0" h="6350"/>
            </a:sp3d>
          </a:bodyPr>
          <a:lstStyle/>
          <a:p>
            <a:pPr marL="0" marR="0" lvl="0" indent="0" algn="l" defTabSz="914126" rtl="0" eaLnBrk="1" fontAlgn="auto" latinLnBrk="1" hangingPunct="1">
              <a:lnSpc>
                <a:spcPct val="100000"/>
              </a:lnSpc>
              <a:spcBef>
                <a:spcPts val="0"/>
              </a:spcBef>
              <a:spcAft>
                <a:spcPts val="0"/>
              </a:spcAft>
              <a:buClrTx/>
              <a:buSzTx/>
              <a:buFontTx/>
              <a:buNone/>
              <a:tabLst/>
              <a:defRPr/>
            </a:pPr>
            <a:endParaRPr lang="ko-KR" altLang="en-US" sz="1959" noProof="0" dirty="0"/>
          </a:p>
        </p:txBody>
      </p:sp>
    </p:spTree>
    <p:extLst>
      <p:ext uri="{BB962C8B-B14F-4D97-AF65-F5344CB8AC3E}">
        <p14:creationId xmlns:p14="http://schemas.microsoft.com/office/powerpoint/2010/main" val="237630143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1_Body">
    <p:bg>
      <p:bgPr>
        <a:solidFill>
          <a:schemeClr val="bg1">
            <a:lumMod val="95000"/>
          </a:schemeClr>
        </a:solidFill>
        <a:effectLst/>
      </p:bgPr>
    </p:bg>
    <p:spTree>
      <p:nvGrpSpPr>
        <p:cNvPr id="1" name=""/>
        <p:cNvGrpSpPr/>
        <p:nvPr/>
      </p:nvGrpSpPr>
      <p:grpSpPr>
        <a:xfrm>
          <a:off x="0" y="0"/>
          <a:ext cx="0" cy="0"/>
          <a:chOff x="0" y="0"/>
          <a:chExt cx="0" cy="0"/>
        </a:xfrm>
      </p:grpSpPr>
      <p:pic>
        <p:nvPicPr>
          <p:cNvPr id="3" name="그림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902825" cy="6858000"/>
          </a:xfrm>
          <a:prstGeom prst="rect">
            <a:avLst/>
          </a:prstGeom>
        </p:spPr>
      </p:pic>
      <p:sp>
        <p:nvSpPr>
          <p:cNvPr id="5" name="Freeform 5">
            <a:extLst>
              <a:ext uri="{FF2B5EF4-FFF2-40B4-BE49-F238E27FC236}">
                <a16:creationId xmlns:a16="http://schemas.microsoft.com/office/drawing/2014/main" id="{0D8AEED9-5E8F-4A4F-8427-AE314BEC60F8}"/>
              </a:ext>
            </a:extLst>
          </p:cNvPr>
          <p:cNvSpPr>
            <a:spLocks noChangeAspect="1" noEditPoints="1"/>
          </p:cNvSpPr>
          <p:nvPr userDrawn="1"/>
        </p:nvSpPr>
        <p:spPr bwMode="auto">
          <a:xfrm>
            <a:off x="449468" y="450000"/>
            <a:ext cx="1282022" cy="198000"/>
          </a:xfrm>
          <a:custGeom>
            <a:avLst/>
            <a:gdLst>
              <a:gd name="T0" fmla="*/ 82 w 2179"/>
              <a:gd name="T1" fmla="*/ 74 h 334"/>
              <a:gd name="T2" fmla="*/ 140 w 2179"/>
              <a:gd name="T3" fmla="*/ 82 h 334"/>
              <a:gd name="T4" fmla="*/ 218 w 2179"/>
              <a:gd name="T5" fmla="*/ 101 h 334"/>
              <a:gd name="T6" fmla="*/ 112 w 2179"/>
              <a:gd name="T7" fmla="*/ 0 h 334"/>
              <a:gd name="T8" fmla="*/ 4 w 2179"/>
              <a:gd name="T9" fmla="*/ 112 h 334"/>
              <a:gd name="T10" fmla="*/ 145 w 2179"/>
              <a:gd name="T11" fmla="*/ 257 h 334"/>
              <a:gd name="T12" fmla="*/ 84 w 2179"/>
              <a:gd name="T13" fmla="*/ 250 h 334"/>
              <a:gd name="T14" fmla="*/ 0 w 2179"/>
              <a:gd name="T15" fmla="*/ 220 h 334"/>
              <a:gd name="T16" fmla="*/ 113 w 2179"/>
              <a:gd name="T17" fmla="*/ 334 h 334"/>
              <a:gd name="T18" fmla="*/ 223 w 2179"/>
              <a:gd name="T19" fmla="*/ 212 h 334"/>
              <a:gd name="T20" fmla="*/ 1096 w 2179"/>
              <a:gd name="T21" fmla="*/ 91 h 334"/>
              <a:gd name="T22" fmla="*/ 1124 w 2179"/>
              <a:gd name="T23" fmla="*/ 54 h 334"/>
              <a:gd name="T24" fmla="*/ 1152 w 2179"/>
              <a:gd name="T25" fmla="*/ 102 h 334"/>
              <a:gd name="T26" fmla="*/ 1229 w 2179"/>
              <a:gd name="T27" fmla="*/ 80 h 334"/>
              <a:gd name="T28" fmla="*/ 1017 w 2179"/>
              <a:gd name="T29" fmla="*/ 71 h 334"/>
              <a:gd name="T30" fmla="*/ 1157 w 2179"/>
              <a:gd name="T31" fmla="*/ 233 h 334"/>
              <a:gd name="T32" fmla="*/ 1128 w 2179"/>
              <a:gd name="T33" fmla="*/ 277 h 334"/>
              <a:gd name="T34" fmla="*/ 1097 w 2179"/>
              <a:gd name="T35" fmla="*/ 219 h 334"/>
              <a:gd name="T36" fmla="*/ 1014 w 2179"/>
              <a:gd name="T37" fmla="*/ 243 h 334"/>
              <a:gd name="T38" fmla="*/ 1235 w 2179"/>
              <a:gd name="T39" fmla="*/ 262 h 334"/>
              <a:gd name="T40" fmla="*/ 1096 w 2179"/>
              <a:gd name="T41" fmla="*/ 91 h 334"/>
              <a:gd name="T42" fmla="*/ 1730 w 2179"/>
              <a:gd name="T43" fmla="*/ 10 h 334"/>
              <a:gd name="T44" fmla="*/ 1614 w 2179"/>
              <a:gd name="T45" fmla="*/ 319 h 334"/>
              <a:gd name="T46" fmla="*/ 1686 w 2179"/>
              <a:gd name="T47" fmla="*/ 60 h 334"/>
              <a:gd name="T48" fmla="*/ 1876 w 2179"/>
              <a:gd name="T49" fmla="*/ 319 h 334"/>
              <a:gd name="T50" fmla="*/ 1799 w 2179"/>
              <a:gd name="T51" fmla="*/ 10 h 334"/>
              <a:gd name="T52" fmla="*/ 333 w 2179"/>
              <a:gd name="T53" fmla="*/ 10 h 334"/>
              <a:gd name="T54" fmla="*/ 360 w 2179"/>
              <a:gd name="T55" fmla="*/ 322 h 334"/>
              <a:gd name="T56" fmla="*/ 446 w 2179"/>
              <a:gd name="T57" fmla="*/ 322 h 334"/>
              <a:gd name="T58" fmla="*/ 472 w 2179"/>
              <a:gd name="T59" fmla="*/ 10 h 334"/>
              <a:gd name="T60" fmla="*/ 804 w 2179"/>
              <a:gd name="T61" fmla="*/ 10 h 334"/>
              <a:gd name="T62" fmla="*/ 725 w 2179"/>
              <a:gd name="T63" fmla="*/ 10 h 334"/>
              <a:gd name="T64" fmla="*/ 592 w 2179"/>
              <a:gd name="T65" fmla="*/ 322 h 334"/>
              <a:gd name="T66" fmla="*/ 671 w 2179"/>
              <a:gd name="T67" fmla="*/ 33 h 334"/>
              <a:gd name="T68" fmla="*/ 804 w 2179"/>
              <a:gd name="T69" fmla="*/ 322 h 334"/>
              <a:gd name="T70" fmla="*/ 860 w 2179"/>
              <a:gd name="T71" fmla="*/ 322 h 334"/>
              <a:gd name="T72" fmla="*/ 931 w 2179"/>
              <a:gd name="T73" fmla="*/ 10 h 334"/>
              <a:gd name="T74" fmla="*/ 1528 w 2179"/>
              <a:gd name="T75" fmla="*/ 10 h 334"/>
              <a:gd name="T76" fmla="*/ 1449 w 2179"/>
              <a:gd name="T77" fmla="*/ 241 h 334"/>
              <a:gd name="T78" fmla="*/ 1418 w 2179"/>
              <a:gd name="T79" fmla="*/ 275 h 334"/>
              <a:gd name="T80" fmla="*/ 1388 w 2179"/>
              <a:gd name="T81" fmla="*/ 241 h 334"/>
              <a:gd name="T82" fmla="*/ 1309 w 2179"/>
              <a:gd name="T83" fmla="*/ 10 h 334"/>
              <a:gd name="T84" fmla="*/ 1310 w 2179"/>
              <a:gd name="T85" fmla="*/ 254 h 334"/>
              <a:gd name="T86" fmla="*/ 1527 w 2179"/>
              <a:gd name="T87" fmla="*/ 254 h 334"/>
              <a:gd name="T88" fmla="*/ 1528 w 2179"/>
              <a:gd name="T89" fmla="*/ 10 h 334"/>
              <a:gd name="T90" fmla="*/ 2069 w 2179"/>
              <a:gd name="T91" fmla="*/ 192 h 334"/>
              <a:gd name="T92" fmla="*/ 2101 w 2179"/>
              <a:gd name="T93" fmla="*/ 237 h 334"/>
              <a:gd name="T94" fmla="*/ 2068 w 2179"/>
              <a:gd name="T95" fmla="*/ 272 h 334"/>
              <a:gd name="T96" fmla="*/ 2035 w 2179"/>
              <a:gd name="T97" fmla="*/ 237 h 334"/>
              <a:gd name="T98" fmla="*/ 2037 w 2179"/>
              <a:gd name="T99" fmla="*/ 80 h 334"/>
              <a:gd name="T100" fmla="*/ 2099 w 2179"/>
              <a:gd name="T101" fmla="*/ 80 h 334"/>
              <a:gd name="T102" fmla="*/ 2100 w 2179"/>
              <a:gd name="T103" fmla="*/ 110 h 334"/>
              <a:gd name="T104" fmla="*/ 2178 w 2179"/>
              <a:gd name="T105" fmla="*/ 99 h 334"/>
              <a:gd name="T106" fmla="*/ 2068 w 2179"/>
              <a:gd name="T107" fmla="*/ 2 h 334"/>
              <a:gd name="T108" fmla="*/ 1958 w 2179"/>
              <a:gd name="T109" fmla="*/ 99 h 334"/>
              <a:gd name="T110" fmla="*/ 1959 w 2179"/>
              <a:gd name="T111" fmla="*/ 251 h 334"/>
              <a:gd name="T112" fmla="*/ 2178 w 2179"/>
              <a:gd name="T113" fmla="*/ 251 h 334"/>
              <a:gd name="T114" fmla="*/ 2179 w 2179"/>
              <a:gd name="T115" fmla="*/ 147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9" h="334">
                <a:moveTo>
                  <a:pt x="83" y="91"/>
                </a:moveTo>
                <a:cubicBezTo>
                  <a:pt x="81" y="84"/>
                  <a:pt x="82" y="78"/>
                  <a:pt x="82" y="74"/>
                </a:cubicBezTo>
                <a:cubicBezTo>
                  <a:pt x="84" y="64"/>
                  <a:pt x="91" y="53"/>
                  <a:pt x="111" y="53"/>
                </a:cubicBezTo>
                <a:cubicBezTo>
                  <a:pt x="129" y="53"/>
                  <a:pt x="140" y="65"/>
                  <a:pt x="140" y="82"/>
                </a:cubicBezTo>
                <a:cubicBezTo>
                  <a:pt x="140" y="101"/>
                  <a:pt x="140" y="101"/>
                  <a:pt x="140" y="101"/>
                </a:cubicBezTo>
                <a:cubicBezTo>
                  <a:pt x="218" y="101"/>
                  <a:pt x="218" y="101"/>
                  <a:pt x="218" y="101"/>
                </a:cubicBezTo>
                <a:cubicBezTo>
                  <a:pt x="218" y="79"/>
                  <a:pt x="218" y="79"/>
                  <a:pt x="218" y="79"/>
                </a:cubicBezTo>
                <a:cubicBezTo>
                  <a:pt x="218" y="11"/>
                  <a:pt x="156" y="0"/>
                  <a:pt x="112" y="0"/>
                </a:cubicBezTo>
                <a:cubicBezTo>
                  <a:pt x="57" y="0"/>
                  <a:pt x="12" y="19"/>
                  <a:pt x="4" y="70"/>
                </a:cubicBezTo>
                <a:cubicBezTo>
                  <a:pt x="1" y="84"/>
                  <a:pt x="1" y="96"/>
                  <a:pt x="4" y="112"/>
                </a:cubicBezTo>
                <a:cubicBezTo>
                  <a:pt x="18" y="175"/>
                  <a:pt x="128" y="194"/>
                  <a:pt x="145" y="234"/>
                </a:cubicBezTo>
                <a:cubicBezTo>
                  <a:pt x="148" y="241"/>
                  <a:pt x="147" y="251"/>
                  <a:pt x="145" y="257"/>
                </a:cubicBezTo>
                <a:cubicBezTo>
                  <a:pt x="143" y="267"/>
                  <a:pt x="136" y="278"/>
                  <a:pt x="115" y="278"/>
                </a:cubicBezTo>
                <a:cubicBezTo>
                  <a:pt x="95" y="278"/>
                  <a:pt x="84" y="267"/>
                  <a:pt x="84" y="250"/>
                </a:cubicBezTo>
                <a:cubicBezTo>
                  <a:pt x="83" y="220"/>
                  <a:pt x="83" y="220"/>
                  <a:pt x="83" y="220"/>
                </a:cubicBezTo>
                <a:cubicBezTo>
                  <a:pt x="0" y="220"/>
                  <a:pt x="0" y="220"/>
                  <a:pt x="0" y="220"/>
                </a:cubicBezTo>
                <a:cubicBezTo>
                  <a:pt x="0" y="244"/>
                  <a:pt x="0" y="244"/>
                  <a:pt x="0" y="244"/>
                </a:cubicBezTo>
                <a:cubicBezTo>
                  <a:pt x="0" y="313"/>
                  <a:pt x="55" y="334"/>
                  <a:pt x="113" y="334"/>
                </a:cubicBezTo>
                <a:cubicBezTo>
                  <a:pt x="169" y="334"/>
                  <a:pt x="216" y="315"/>
                  <a:pt x="223" y="263"/>
                </a:cubicBezTo>
                <a:cubicBezTo>
                  <a:pt x="227" y="236"/>
                  <a:pt x="224" y="218"/>
                  <a:pt x="223" y="212"/>
                </a:cubicBezTo>
                <a:cubicBezTo>
                  <a:pt x="210" y="146"/>
                  <a:pt x="92" y="127"/>
                  <a:pt x="83" y="91"/>
                </a:cubicBezTo>
                <a:moveTo>
                  <a:pt x="1096" y="91"/>
                </a:moveTo>
                <a:cubicBezTo>
                  <a:pt x="1094" y="85"/>
                  <a:pt x="1095" y="79"/>
                  <a:pt x="1096" y="75"/>
                </a:cubicBezTo>
                <a:cubicBezTo>
                  <a:pt x="1098" y="65"/>
                  <a:pt x="1104" y="54"/>
                  <a:pt x="1124" y="54"/>
                </a:cubicBezTo>
                <a:cubicBezTo>
                  <a:pt x="1142" y="54"/>
                  <a:pt x="1152" y="66"/>
                  <a:pt x="1152" y="82"/>
                </a:cubicBezTo>
                <a:cubicBezTo>
                  <a:pt x="1152" y="102"/>
                  <a:pt x="1152" y="102"/>
                  <a:pt x="1152" y="102"/>
                </a:cubicBezTo>
                <a:cubicBezTo>
                  <a:pt x="1229" y="102"/>
                  <a:pt x="1229" y="102"/>
                  <a:pt x="1229" y="102"/>
                </a:cubicBezTo>
                <a:cubicBezTo>
                  <a:pt x="1229" y="80"/>
                  <a:pt x="1229" y="80"/>
                  <a:pt x="1229" y="80"/>
                </a:cubicBezTo>
                <a:cubicBezTo>
                  <a:pt x="1229" y="13"/>
                  <a:pt x="1169" y="2"/>
                  <a:pt x="1125" y="2"/>
                </a:cubicBezTo>
                <a:cubicBezTo>
                  <a:pt x="1070" y="2"/>
                  <a:pt x="1026" y="20"/>
                  <a:pt x="1017" y="71"/>
                </a:cubicBezTo>
                <a:cubicBezTo>
                  <a:pt x="1015" y="84"/>
                  <a:pt x="1015" y="97"/>
                  <a:pt x="1018" y="112"/>
                </a:cubicBezTo>
                <a:cubicBezTo>
                  <a:pt x="1032" y="175"/>
                  <a:pt x="1141" y="193"/>
                  <a:pt x="1157" y="233"/>
                </a:cubicBezTo>
                <a:cubicBezTo>
                  <a:pt x="1160" y="241"/>
                  <a:pt x="1159" y="250"/>
                  <a:pt x="1158" y="256"/>
                </a:cubicBezTo>
                <a:cubicBezTo>
                  <a:pt x="1155" y="267"/>
                  <a:pt x="1148" y="277"/>
                  <a:pt x="1128" y="277"/>
                </a:cubicBezTo>
                <a:cubicBezTo>
                  <a:pt x="1108" y="277"/>
                  <a:pt x="1097" y="266"/>
                  <a:pt x="1097" y="249"/>
                </a:cubicBezTo>
                <a:cubicBezTo>
                  <a:pt x="1097" y="219"/>
                  <a:pt x="1097" y="219"/>
                  <a:pt x="1097" y="219"/>
                </a:cubicBezTo>
                <a:cubicBezTo>
                  <a:pt x="1014" y="219"/>
                  <a:pt x="1014" y="219"/>
                  <a:pt x="1014" y="219"/>
                </a:cubicBezTo>
                <a:cubicBezTo>
                  <a:pt x="1014" y="243"/>
                  <a:pt x="1014" y="243"/>
                  <a:pt x="1014" y="243"/>
                </a:cubicBezTo>
                <a:cubicBezTo>
                  <a:pt x="1014" y="312"/>
                  <a:pt x="1068" y="332"/>
                  <a:pt x="1126" y="332"/>
                </a:cubicBezTo>
                <a:cubicBezTo>
                  <a:pt x="1182" y="332"/>
                  <a:pt x="1228" y="313"/>
                  <a:pt x="1235" y="262"/>
                </a:cubicBezTo>
                <a:cubicBezTo>
                  <a:pt x="1238" y="235"/>
                  <a:pt x="1236" y="218"/>
                  <a:pt x="1234" y="211"/>
                </a:cubicBezTo>
                <a:cubicBezTo>
                  <a:pt x="1221" y="147"/>
                  <a:pt x="1105" y="127"/>
                  <a:pt x="1096" y="91"/>
                </a:cubicBezTo>
                <a:moveTo>
                  <a:pt x="1803" y="261"/>
                </a:moveTo>
                <a:cubicBezTo>
                  <a:pt x="1730" y="10"/>
                  <a:pt x="1730" y="10"/>
                  <a:pt x="1730" y="10"/>
                </a:cubicBezTo>
                <a:cubicBezTo>
                  <a:pt x="1614" y="10"/>
                  <a:pt x="1614" y="10"/>
                  <a:pt x="1614" y="10"/>
                </a:cubicBezTo>
                <a:cubicBezTo>
                  <a:pt x="1614" y="319"/>
                  <a:pt x="1614" y="319"/>
                  <a:pt x="1614" y="319"/>
                </a:cubicBezTo>
                <a:cubicBezTo>
                  <a:pt x="1691" y="319"/>
                  <a:pt x="1691" y="319"/>
                  <a:pt x="1691" y="319"/>
                </a:cubicBezTo>
                <a:cubicBezTo>
                  <a:pt x="1686" y="60"/>
                  <a:pt x="1686" y="60"/>
                  <a:pt x="1686" y="60"/>
                </a:cubicBezTo>
                <a:cubicBezTo>
                  <a:pt x="1765" y="319"/>
                  <a:pt x="1765" y="319"/>
                  <a:pt x="1765" y="319"/>
                </a:cubicBezTo>
                <a:cubicBezTo>
                  <a:pt x="1876" y="319"/>
                  <a:pt x="1876" y="319"/>
                  <a:pt x="1876" y="319"/>
                </a:cubicBezTo>
                <a:cubicBezTo>
                  <a:pt x="1876" y="10"/>
                  <a:pt x="1876" y="10"/>
                  <a:pt x="1876" y="10"/>
                </a:cubicBezTo>
                <a:cubicBezTo>
                  <a:pt x="1799" y="10"/>
                  <a:pt x="1799" y="10"/>
                  <a:pt x="1799" y="10"/>
                </a:cubicBezTo>
                <a:lnTo>
                  <a:pt x="1803" y="261"/>
                </a:lnTo>
                <a:close/>
                <a:moveTo>
                  <a:pt x="333" y="10"/>
                </a:moveTo>
                <a:cubicBezTo>
                  <a:pt x="276" y="322"/>
                  <a:pt x="276" y="322"/>
                  <a:pt x="276" y="322"/>
                </a:cubicBezTo>
                <a:cubicBezTo>
                  <a:pt x="360" y="322"/>
                  <a:pt x="360" y="322"/>
                  <a:pt x="360" y="322"/>
                </a:cubicBezTo>
                <a:cubicBezTo>
                  <a:pt x="403" y="33"/>
                  <a:pt x="403" y="33"/>
                  <a:pt x="403" y="33"/>
                </a:cubicBezTo>
                <a:cubicBezTo>
                  <a:pt x="446" y="322"/>
                  <a:pt x="446" y="322"/>
                  <a:pt x="446" y="322"/>
                </a:cubicBezTo>
                <a:cubicBezTo>
                  <a:pt x="529" y="322"/>
                  <a:pt x="529" y="322"/>
                  <a:pt x="529" y="322"/>
                </a:cubicBezTo>
                <a:cubicBezTo>
                  <a:pt x="472" y="10"/>
                  <a:pt x="472" y="10"/>
                  <a:pt x="472" y="10"/>
                </a:cubicBezTo>
                <a:lnTo>
                  <a:pt x="333" y="10"/>
                </a:lnTo>
                <a:close/>
                <a:moveTo>
                  <a:pt x="804" y="10"/>
                </a:moveTo>
                <a:cubicBezTo>
                  <a:pt x="765" y="254"/>
                  <a:pt x="765" y="254"/>
                  <a:pt x="765" y="254"/>
                </a:cubicBezTo>
                <a:cubicBezTo>
                  <a:pt x="725" y="10"/>
                  <a:pt x="725" y="10"/>
                  <a:pt x="725" y="10"/>
                </a:cubicBezTo>
                <a:cubicBezTo>
                  <a:pt x="598" y="10"/>
                  <a:pt x="598" y="10"/>
                  <a:pt x="598" y="10"/>
                </a:cubicBezTo>
                <a:cubicBezTo>
                  <a:pt x="592" y="322"/>
                  <a:pt x="592" y="322"/>
                  <a:pt x="592" y="322"/>
                </a:cubicBezTo>
                <a:cubicBezTo>
                  <a:pt x="669" y="322"/>
                  <a:pt x="669" y="322"/>
                  <a:pt x="669" y="322"/>
                </a:cubicBezTo>
                <a:cubicBezTo>
                  <a:pt x="671" y="33"/>
                  <a:pt x="671" y="33"/>
                  <a:pt x="671" y="33"/>
                </a:cubicBezTo>
                <a:cubicBezTo>
                  <a:pt x="725" y="322"/>
                  <a:pt x="725" y="322"/>
                  <a:pt x="725" y="322"/>
                </a:cubicBezTo>
                <a:cubicBezTo>
                  <a:pt x="804" y="322"/>
                  <a:pt x="804" y="322"/>
                  <a:pt x="804" y="322"/>
                </a:cubicBezTo>
                <a:cubicBezTo>
                  <a:pt x="858" y="33"/>
                  <a:pt x="858" y="33"/>
                  <a:pt x="858" y="33"/>
                </a:cubicBezTo>
                <a:cubicBezTo>
                  <a:pt x="860" y="322"/>
                  <a:pt x="860" y="322"/>
                  <a:pt x="860" y="322"/>
                </a:cubicBezTo>
                <a:cubicBezTo>
                  <a:pt x="938" y="322"/>
                  <a:pt x="938" y="322"/>
                  <a:pt x="938" y="322"/>
                </a:cubicBezTo>
                <a:cubicBezTo>
                  <a:pt x="931" y="10"/>
                  <a:pt x="931" y="10"/>
                  <a:pt x="931" y="10"/>
                </a:cubicBezTo>
                <a:lnTo>
                  <a:pt x="804" y="10"/>
                </a:lnTo>
                <a:close/>
                <a:moveTo>
                  <a:pt x="1528" y="10"/>
                </a:moveTo>
                <a:cubicBezTo>
                  <a:pt x="1449" y="10"/>
                  <a:pt x="1449" y="10"/>
                  <a:pt x="1449" y="10"/>
                </a:cubicBezTo>
                <a:cubicBezTo>
                  <a:pt x="1449" y="241"/>
                  <a:pt x="1449" y="241"/>
                  <a:pt x="1449" y="241"/>
                </a:cubicBezTo>
                <a:cubicBezTo>
                  <a:pt x="1449" y="245"/>
                  <a:pt x="1449" y="249"/>
                  <a:pt x="1448" y="253"/>
                </a:cubicBezTo>
                <a:cubicBezTo>
                  <a:pt x="1447" y="260"/>
                  <a:pt x="1440" y="275"/>
                  <a:pt x="1418" y="275"/>
                </a:cubicBezTo>
                <a:cubicBezTo>
                  <a:pt x="1397" y="275"/>
                  <a:pt x="1390" y="260"/>
                  <a:pt x="1389" y="253"/>
                </a:cubicBezTo>
                <a:cubicBezTo>
                  <a:pt x="1388" y="249"/>
                  <a:pt x="1388" y="245"/>
                  <a:pt x="1388" y="241"/>
                </a:cubicBezTo>
                <a:cubicBezTo>
                  <a:pt x="1388" y="10"/>
                  <a:pt x="1388" y="10"/>
                  <a:pt x="1388" y="10"/>
                </a:cubicBezTo>
                <a:cubicBezTo>
                  <a:pt x="1309" y="10"/>
                  <a:pt x="1309" y="10"/>
                  <a:pt x="1309" y="10"/>
                </a:cubicBezTo>
                <a:cubicBezTo>
                  <a:pt x="1309" y="234"/>
                  <a:pt x="1309" y="234"/>
                  <a:pt x="1309" y="234"/>
                </a:cubicBezTo>
                <a:cubicBezTo>
                  <a:pt x="1309" y="239"/>
                  <a:pt x="1309" y="251"/>
                  <a:pt x="1310" y="254"/>
                </a:cubicBezTo>
                <a:cubicBezTo>
                  <a:pt x="1315" y="312"/>
                  <a:pt x="1361" y="331"/>
                  <a:pt x="1418" y="331"/>
                </a:cubicBezTo>
                <a:cubicBezTo>
                  <a:pt x="1476" y="331"/>
                  <a:pt x="1522" y="312"/>
                  <a:pt x="1527" y="254"/>
                </a:cubicBezTo>
                <a:cubicBezTo>
                  <a:pt x="1528" y="251"/>
                  <a:pt x="1528" y="239"/>
                  <a:pt x="1528" y="234"/>
                </a:cubicBezTo>
                <a:lnTo>
                  <a:pt x="1528" y="10"/>
                </a:lnTo>
                <a:close/>
                <a:moveTo>
                  <a:pt x="2069" y="147"/>
                </a:moveTo>
                <a:cubicBezTo>
                  <a:pt x="2069" y="192"/>
                  <a:pt x="2069" y="192"/>
                  <a:pt x="2069" y="192"/>
                </a:cubicBezTo>
                <a:cubicBezTo>
                  <a:pt x="2101" y="192"/>
                  <a:pt x="2101" y="192"/>
                  <a:pt x="2101" y="192"/>
                </a:cubicBezTo>
                <a:cubicBezTo>
                  <a:pt x="2101" y="237"/>
                  <a:pt x="2101" y="237"/>
                  <a:pt x="2101" y="237"/>
                </a:cubicBezTo>
                <a:cubicBezTo>
                  <a:pt x="2101" y="241"/>
                  <a:pt x="2101" y="246"/>
                  <a:pt x="2100" y="249"/>
                </a:cubicBezTo>
                <a:cubicBezTo>
                  <a:pt x="2099" y="258"/>
                  <a:pt x="2091" y="272"/>
                  <a:pt x="2068" y="272"/>
                </a:cubicBezTo>
                <a:cubicBezTo>
                  <a:pt x="2045" y="272"/>
                  <a:pt x="2038" y="258"/>
                  <a:pt x="2036" y="249"/>
                </a:cubicBezTo>
                <a:cubicBezTo>
                  <a:pt x="2036" y="246"/>
                  <a:pt x="2035" y="241"/>
                  <a:pt x="2035" y="237"/>
                </a:cubicBezTo>
                <a:cubicBezTo>
                  <a:pt x="2035" y="95"/>
                  <a:pt x="2035" y="95"/>
                  <a:pt x="2035" y="95"/>
                </a:cubicBezTo>
                <a:cubicBezTo>
                  <a:pt x="2035" y="90"/>
                  <a:pt x="2036" y="85"/>
                  <a:pt x="2037" y="80"/>
                </a:cubicBezTo>
                <a:cubicBezTo>
                  <a:pt x="2038" y="73"/>
                  <a:pt x="2045" y="58"/>
                  <a:pt x="2068" y="58"/>
                </a:cubicBezTo>
                <a:cubicBezTo>
                  <a:pt x="2092" y="58"/>
                  <a:pt x="2098" y="74"/>
                  <a:pt x="2099" y="80"/>
                </a:cubicBezTo>
                <a:cubicBezTo>
                  <a:pt x="2100" y="85"/>
                  <a:pt x="2100" y="92"/>
                  <a:pt x="2100" y="92"/>
                </a:cubicBezTo>
                <a:cubicBezTo>
                  <a:pt x="2100" y="110"/>
                  <a:pt x="2100" y="110"/>
                  <a:pt x="2100" y="110"/>
                </a:cubicBezTo>
                <a:cubicBezTo>
                  <a:pt x="2178" y="110"/>
                  <a:pt x="2178" y="110"/>
                  <a:pt x="2178" y="110"/>
                </a:cubicBezTo>
                <a:cubicBezTo>
                  <a:pt x="2178" y="99"/>
                  <a:pt x="2178" y="99"/>
                  <a:pt x="2178" y="99"/>
                </a:cubicBezTo>
                <a:cubicBezTo>
                  <a:pt x="2178" y="99"/>
                  <a:pt x="2179" y="89"/>
                  <a:pt x="2178" y="79"/>
                </a:cubicBezTo>
                <a:cubicBezTo>
                  <a:pt x="2172" y="20"/>
                  <a:pt x="2124" y="2"/>
                  <a:pt x="2068" y="2"/>
                </a:cubicBezTo>
                <a:cubicBezTo>
                  <a:pt x="2013" y="2"/>
                  <a:pt x="1966" y="21"/>
                  <a:pt x="1959" y="79"/>
                </a:cubicBezTo>
                <a:cubicBezTo>
                  <a:pt x="1958" y="84"/>
                  <a:pt x="1958" y="94"/>
                  <a:pt x="1958" y="99"/>
                </a:cubicBezTo>
                <a:cubicBezTo>
                  <a:pt x="1958" y="230"/>
                  <a:pt x="1958" y="230"/>
                  <a:pt x="1958" y="230"/>
                </a:cubicBezTo>
                <a:cubicBezTo>
                  <a:pt x="1958" y="236"/>
                  <a:pt x="1958" y="241"/>
                  <a:pt x="1959" y="251"/>
                </a:cubicBezTo>
                <a:cubicBezTo>
                  <a:pt x="1964" y="308"/>
                  <a:pt x="2013" y="328"/>
                  <a:pt x="2068" y="328"/>
                </a:cubicBezTo>
                <a:cubicBezTo>
                  <a:pt x="2124" y="328"/>
                  <a:pt x="2173" y="308"/>
                  <a:pt x="2178" y="251"/>
                </a:cubicBezTo>
                <a:cubicBezTo>
                  <a:pt x="2179" y="241"/>
                  <a:pt x="2179" y="236"/>
                  <a:pt x="2179" y="230"/>
                </a:cubicBezTo>
                <a:cubicBezTo>
                  <a:pt x="2179" y="147"/>
                  <a:pt x="2179" y="147"/>
                  <a:pt x="2179" y="147"/>
                </a:cubicBezTo>
                <a:lnTo>
                  <a:pt x="2069" y="147"/>
                </a:lnTo>
                <a:close/>
              </a:path>
            </a:pathLst>
          </a:custGeom>
          <a:solidFill>
            <a:srgbClr val="0924A5"/>
          </a:solidFill>
          <a:ln>
            <a:noFill/>
          </a:ln>
        </p:spPr>
        <p:txBody>
          <a:bodyPr vert="horz" wrap="square" lIns="91411" tIns="45705" rIns="91411" bIns="45705" numCol="1" anchor="t" anchorCtr="0" compatLnSpc="1">
            <a:prstTxWarp prst="textNoShape">
              <a:avLst/>
            </a:prstTxWarp>
            <a:scene3d>
              <a:camera prst="orthographicFront"/>
              <a:lightRig rig="threePt" dir="t"/>
            </a:scene3d>
            <a:sp3d>
              <a:bevelT w="0" h="6350"/>
            </a:sp3d>
          </a:bodyPr>
          <a:lstStyle/>
          <a:p>
            <a:pPr marL="0" marR="0" lvl="0" indent="0" algn="l" defTabSz="914126" rtl="0" eaLnBrk="1" fontAlgn="auto" latinLnBrk="1" hangingPunct="1">
              <a:lnSpc>
                <a:spcPct val="100000"/>
              </a:lnSpc>
              <a:spcBef>
                <a:spcPts val="0"/>
              </a:spcBef>
              <a:spcAft>
                <a:spcPts val="0"/>
              </a:spcAft>
              <a:buClrTx/>
              <a:buSzTx/>
              <a:buFontTx/>
              <a:buNone/>
              <a:tabLst/>
              <a:defRPr/>
            </a:pPr>
            <a:endParaRPr lang="ko-KR" altLang="en-US" sz="1959" noProof="0" dirty="0"/>
          </a:p>
        </p:txBody>
      </p:sp>
      <p:pic>
        <p:nvPicPr>
          <p:cNvPr id="8" name="그림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4265631" y="6141164"/>
            <a:ext cx="1371564" cy="450000"/>
          </a:xfrm>
          <a:prstGeom prst="rect">
            <a:avLst/>
          </a:prstGeom>
        </p:spPr>
      </p:pic>
    </p:spTree>
    <p:extLst>
      <p:ext uri="{BB962C8B-B14F-4D97-AF65-F5344CB8AC3E}">
        <p14:creationId xmlns:p14="http://schemas.microsoft.com/office/powerpoint/2010/main" val="172666828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Front Cover">
    <p:bg>
      <p:bgPr>
        <a:solidFill>
          <a:schemeClr val="bg1">
            <a:lumMod val="95000"/>
          </a:schemeClr>
        </a:solidFill>
        <a:effectLst/>
      </p:bgPr>
    </p:bg>
    <p:spTree>
      <p:nvGrpSpPr>
        <p:cNvPr id="1" name=""/>
        <p:cNvGrpSpPr/>
        <p:nvPr/>
      </p:nvGrpSpPr>
      <p:grpSpPr>
        <a:xfrm>
          <a:off x="0" y="0"/>
          <a:ext cx="0" cy="0"/>
          <a:chOff x="0" y="0"/>
          <a:chExt cx="0" cy="0"/>
        </a:xfrm>
      </p:grpSpPr>
      <p:pic>
        <p:nvPicPr>
          <p:cNvPr id="9" name="그림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902825" cy="6858000"/>
          </a:xfrm>
          <a:prstGeom prst="rect">
            <a:avLst/>
          </a:prstGeom>
        </p:spPr>
      </p:pic>
      <p:sp>
        <p:nvSpPr>
          <p:cNvPr id="6" name="Freeform 5">
            <a:extLst>
              <a:ext uri="{FF2B5EF4-FFF2-40B4-BE49-F238E27FC236}">
                <a16:creationId xmlns:a16="http://schemas.microsoft.com/office/drawing/2014/main" id="{0D8AEED9-5E8F-4A4F-8427-AE314BEC60F8}"/>
              </a:ext>
            </a:extLst>
          </p:cNvPr>
          <p:cNvSpPr>
            <a:spLocks noChangeAspect="1" noEditPoints="1"/>
          </p:cNvSpPr>
          <p:nvPr userDrawn="1"/>
        </p:nvSpPr>
        <p:spPr bwMode="auto">
          <a:xfrm>
            <a:off x="449468" y="450000"/>
            <a:ext cx="1282022" cy="198000"/>
          </a:xfrm>
          <a:custGeom>
            <a:avLst/>
            <a:gdLst>
              <a:gd name="T0" fmla="*/ 82 w 2179"/>
              <a:gd name="T1" fmla="*/ 74 h 334"/>
              <a:gd name="T2" fmla="*/ 140 w 2179"/>
              <a:gd name="T3" fmla="*/ 82 h 334"/>
              <a:gd name="T4" fmla="*/ 218 w 2179"/>
              <a:gd name="T5" fmla="*/ 101 h 334"/>
              <a:gd name="T6" fmla="*/ 112 w 2179"/>
              <a:gd name="T7" fmla="*/ 0 h 334"/>
              <a:gd name="T8" fmla="*/ 4 w 2179"/>
              <a:gd name="T9" fmla="*/ 112 h 334"/>
              <a:gd name="T10" fmla="*/ 145 w 2179"/>
              <a:gd name="T11" fmla="*/ 257 h 334"/>
              <a:gd name="T12" fmla="*/ 84 w 2179"/>
              <a:gd name="T13" fmla="*/ 250 h 334"/>
              <a:gd name="T14" fmla="*/ 0 w 2179"/>
              <a:gd name="T15" fmla="*/ 220 h 334"/>
              <a:gd name="T16" fmla="*/ 113 w 2179"/>
              <a:gd name="T17" fmla="*/ 334 h 334"/>
              <a:gd name="T18" fmla="*/ 223 w 2179"/>
              <a:gd name="T19" fmla="*/ 212 h 334"/>
              <a:gd name="T20" fmla="*/ 1096 w 2179"/>
              <a:gd name="T21" fmla="*/ 91 h 334"/>
              <a:gd name="T22" fmla="*/ 1124 w 2179"/>
              <a:gd name="T23" fmla="*/ 54 h 334"/>
              <a:gd name="T24" fmla="*/ 1152 w 2179"/>
              <a:gd name="T25" fmla="*/ 102 h 334"/>
              <a:gd name="T26" fmla="*/ 1229 w 2179"/>
              <a:gd name="T27" fmla="*/ 80 h 334"/>
              <a:gd name="T28" fmla="*/ 1017 w 2179"/>
              <a:gd name="T29" fmla="*/ 71 h 334"/>
              <a:gd name="T30" fmla="*/ 1157 w 2179"/>
              <a:gd name="T31" fmla="*/ 233 h 334"/>
              <a:gd name="T32" fmla="*/ 1128 w 2179"/>
              <a:gd name="T33" fmla="*/ 277 h 334"/>
              <a:gd name="T34" fmla="*/ 1097 w 2179"/>
              <a:gd name="T35" fmla="*/ 219 h 334"/>
              <a:gd name="T36" fmla="*/ 1014 w 2179"/>
              <a:gd name="T37" fmla="*/ 243 h 334"/>
              <a:gd name="T38" fmla="*/ 1235 w 2179"/>
              <a:gd name="T39" fmla="*/ 262 h 334"/>
              <a:gd name="T40" fmla="*/ 1096 w 2179"/>
              <a:gd name="T41" fmla="*/ 91 h 334"/>
              <a:gd name="T42" fmla="*/ 1730 w 2179"/>
              <a:gd name="T43" fmla="*/ 10 h 334"/>
              <a:gd name="T44" fmla="*/ 1614 w 2179"/>
              <a:gd name="T45" fmla="*/ 319 h 334"/>
              <a:gd name="T46" fmla="*/ 1686 w 2179"/>
              <a:gd name="T47" fmla="*/ 60 h 334"/>
              <a:gd name="T48" fmla="*/ 1876 w 2179"/>
              <a:gd name="T49" fmla="*/ 319 h 334"/>
              <a:gd name="T50" fmla="*/ 1799 w 2179"/>
              <a:gd name="T51" fmla="*/ 10 h 334"/>
              <a:gd name="T52" fmla="*/ 333 w 2179"/>
              <a:gd name="T53" fmla="*/ 10 h 334"/>
              <a:gd name="T54" fmla="*/ 360 w 2179"/>
              <a:gd name="T55" fmla="*/ 322 h 334"/>
              <a:gd name="T56" fmla="*/ 446 w 2179"/>
              <a:gd name="T57" fmla="*/ 322 h 334"/>
              <a:gd name="T58" fmla="*/ 472 w 2179"/>
              <a:gd name="T59" fmla="*/ 10 h 334"/>
              <a:gd name="T60" fmla="*/ 804 w 2179"/>
              <a:gd name="T61" fmla="*/ 10 h 334"/>
              <a:gd name="T62" fmla="*/ 725 w 2179"/>
              <a:gd name="T63" fmla="*/ 10 h 334"/>
              <a:gd name="T64" fmla="*/ 592 w 2179"/>
              <a:gd name="T65" fmla="*/ 322 h 334"/>
              <a:gd name="T66" fmla="*/ 671 w 2179"/>
              <a:gd name="T67" fmla="*/ 33 h 334"/>
              <a:gd name="T68" fmla="*/ 804 w 2179"/>
              <a:gd name="T69" fmla="*/ 322 h 334"/>
              <a:gd name="T70" fmla="*/ 860 w 2179"/>
              <a:gd name="T71" fmla="*/ 322 h 334"/>
              <a:gd name="T72" fmla="*/ 931 w 2179"/>
              <a:gd name="T73" fmla="*/ 10 h 334"/>
              <a:gd name="T74" fmla="*/ 1528 w 2179"/>
              <a:gd name="T75" fmla="*/ 10 h 334"/>
              <a:gd name="T76" fmla="*/ 1449 w 2179"/>
              <a:gd name="T77" fmla="*/ 241 h 334"/>
              <a:gd name="T78" fmla="*/ 1418 w 2179"/>
              <a:gd name="T79" fmla="*/ 275 h 334"/>
              <a:gd name="T80" fmla="*/ 1388 w 2179"/>
              <a:gd name="T81" fmla="*/ 241 h 334"/>
              <a:gd name="T82" fmla="*/ 1309 w 2179"/>
              <a:gd name="T83" fmla="*/ 10 h 334"/>
              <a:gd name="T84" fmla="*/ 1310 w 2179"/>
              <a:gd name="T85" fmla="*/ 254 h 334"/>
              <a:gd name="T86" fmla="*/ 1527 w 2179"/>
              <a:gd name="T87" fmla="*/ 254 h 334"/>
              <a:gd name="T88" fmla="*/ 1528 w 2179"/>
              <a:gd name="T89" fmla="*/ 10 h 334"/>
              <a:gd name="T90" fmla="*/ 2069 w 2179"/>
              <a:gd name="T91" fmla="*/ 192 h 334"/>
              <a:gd name="T92" fmla="*/ 2101 w 2179"/>
              <a:gd name="T93" fmla="*/ 237 h 334"/>
              <a:gd name="T94" fmla="*/ 2068 w 2179"/>
              <a:gd name="T95" fmla="*/ 272 h 334"/>
              <a:gd name="T96" fmla="*/ 2035 w 2179"/>
              <a:gd name="T97" fmla="*/ 237 h 334"/>
              <a:gd name="T98" fmla="*/ 2037 w 2179"/>
              <a:gd name="T99" fmla="*/ 80 h 334"/>
              <a:gd name="T100" fmla="*/ 2099 w 2179"/>
              <a:gd name="T101" fmla="*/ 80 h 334"/>
              <a:gd name="T102" fmla="*/ 2100 w 2179"/>
              <a:gd name="T103" fmla="*/ 110 h 334"/>
              <a:gd name="T104" fmla="*/ 2178 w 2179"/>
              <a:gd name="T105" fmla="*/ 99 h 334"/>
              <a:gd name="T106" fmla="*/ 2068 w 2179"/>
              <a:gd name="T107" fmla="*/ 2 h 334"/>
              <a:gd name="T108" fmla="*/ 1958 w 2179"/>
              <a:gd name="T109" fmla="*/ 99 h 334"/>
              <a:gd name="T110" fmla="*/ 1959 w 2179"/>
              <a:gd name="T111" fmla="*/ 251 h 334"/>
              <a:gd name="T112" fmla="*/ 2178 w 2179"/>
              <a:gd name="T113" fmla="*/ 251 h 334"/>
              <a:gd name="T114" fmla="*/ 2179 w 2179"/>
              <a:gd name="T115" fmla="*/ 147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9" h="334">
                <a:moveTo>
                  <a:pt x="83" y="91"/>
                </a:moveTo>
                <a:cubicBezTo>
                  <a:pt x="81" y="84"/>
                  <a:pt x="82" y="78"/>
                  <a:pt x="82" y="74"/>
                </a:cubicBezTo>
                <a:cubicBezTo>
                  <a:pt x="84" y="64"/>
                  <a:pt x="91" y="53"/>
                  <a:pt x="111" y="53"/>
                </a:cubicBezTo>
                <a:cubicBezTo>
                  <a:pt x="129" y="53"/>
                  <a:pt x="140" y="65"/>
                  <a:pt x="140" y="82"/>
                </a:cubicBezTo>
                <a:cubicBezTo>
                  <a:pt x="140" y="101"/>
                  <a:pt x="140" y="101"/>
                  <a:pt x="140" y="101"/>
                </a:cubicBezTo>
                <a:cubicBezTo>
                  <a:pt x="218" y="101"/>
                  <a:pt x="218" y="101"/>
                  <a:pt x="218" y="101"/>
                </a:cubicBezTo>
                <a:cubicBezTo>
                  <a:pt x="218" y="79"/>
                  <a:pt x="218" y="79"/>
                  <a:pt x="218" y="79"/>
                </a:cubicBezTo>
                <a:cubicBezTo>
                  <a:pt x="218" y="11"/>
                  <a:pt x="156" y="0"/>
                  <a:pt x="112" y="0"/>
                </a:cubicBezTo>
                <a:cubicBezTo>
                  <a:pt x="57" y="0"/>
                  <a:pt x="12" y="19"/>
                  <a:pt x="4" y="70"/>
                </a:cubicBezTo>
                <a:cubicBezTo>
                  <a:pt x="1" y="84"/>
                  <a:pt x="1" y="96"/>
                  <a:pt x="4" y="112"/>
                </a:cubicBezTo>
                <a:cubicBezTo>
                  <a:pt x="18" y="175"/>
                  <a:pt x="128" y="194"/>
                  <a:pt x="145" y="234"/>
                </a:cubicBezTo>
                <a:cubicBezTo>
                  <a:pt x="148" y="241"/>
                  <a:pt x="147" y="251"/>
                  <a:pt x="145" y="257"/>
                </a:cubicBezTo>
                <a:cubicBezTo>
                  <a:pt x="143" y="267"/>
                  <a:pt x="136" y="278"/>
                  <a:pt x="115" y="278"/>
                </a:cubicBezTo>
                <a:cubicBezTo>
                  <a:pt x="95" y="278"/>
                  <a:pt x="84" y="267"/>
                  <a:pt x="84" y="250"/>
                </a:cubicBezTo>
                <a:cubicBezTo>
                  <a:pt x="83" y="220"/>
                  <a:pt x="83" y="220"/>
                  <a:pt x="83" y="220"/>
                </a:cubicBezTo>
                <a:cubicBezTo>
                  <a:pt x="0" y="220"/>
                  <a:pt x="0" y="220"/>
                  <a:pt x="0" y="220"/>
                </a:cubicBezTo>
                <a:cubicBezTo>
                  <a:pt x="0" y="244"/>
                  <a:pt x="0" y="244"/>
                  <a:pt x="0" y="244"/>
                </a:cubicBezTo>
                <a:cubicBezTo>
                  <a:pt x="0" y="313"/>
                  <a:pt x="55" y="334"/>
                  <a:pt x="113" y="334"/>
                </a:cubicBezTo>
                <a:cubicBezTo>
                  <a:pt x="169" y="334"/>
                  <a:pt x="216" y="315"/>
                  <a:pt x="223" y="263"/>
                </a:cubicBezTo>
                <a:cubicBezTo>
                  <a:pt x="227" y="236"/>
                  <a:pt x="224" y="218"/>
                  <a:pt x="223" y="212"/>
                </a:cubicBezTo>
                <a:cubicBezTo>
                  <a:pt x="210" y="146"/>
                  <a:pt x="92" y="127"/>
                  <a:pt x="83" y="91"/>
                </a:cubicBezTo>
                <a:moveTo>
                  <a:pt x="1096" y="91"/>
                </a:moveTo>
                <a:cubicBezTo>
                  <a:pt x="1094" y="85"/>
                  <a:pt x="1095" y="79"/>
                  <a:pt x="1096" y="75"/>
                </a:cubicBezTo>
                <a:cubicBezTo>
                  <a:pt x="1098" y="65"/>
                  <a:pt x="1104" y="54"/>
                  <a:pt x="1124" y="54"/>
                </a:cubicBezTo>
                <a:cubicBezTo>
                  <a:pt x="1142" y="54"/>
                  <a:pt x="1152" y="66"/>
                  <a:pt x="1152" y="82"/>
                </a:cubicBezTo>
                <a:cubicBezTo>
                  <a:pt x="1152" y="102"/>
                  <a:pt x="1152" y="102"/>
                  <a:pt x="1152" y="102"/>
                </a:cubicBezTo>
                <a:cubicBezTo>
                  <a:pt x="1229" y="102"/>
                  <a:pt x="1229" y="102"/>
                  <a:pt x="1229" y="102"/>
                </a:cubicBezTo>
                <a:cubicBezTo>
                  <a:pt x="1229" y="80"/>
                  <a:pt x="1229" y="80"/>
                  <a:pt x="1229" y="80"/>
                </a:cubicBezTo>
                <a:cubicBezTo>
                  <a:pt x="1229" y="13"/>
                  <a:pt x="1169" y="2"/>
                  <a:pt x="1125" y="2"/>
                </a:cubicBezTo>
                <a:cubicBezTo>
                  <a:pt x="1070" y="2"/>
                  <a:pt x="1026" y="20"/>
                  <a:pt x="1017" y="71"/>
                </a:cubicBezTo>
                <a:cubicBezTo>
                  <a:pt x="1015" y="84"/>
                  <a:pt x="1015" y="97"/>
                  <a:pt x="1018" y="112"/>
                </a:cubicBezTo>
                <a:cubicBezTo>
                  <a:pt x="1032" y="175"/>
                  <a:pt x="1141" y="193"/>
                  <a:pt x="1157" y="233"/>
                </a:cubicBezTo>
                <a:cubicBezTo>
                  <a:pt x="1160" y="241"/>
                  <a:pt x="1159" y="250"/>
                  <a:pt x="1158" y="256"/>
                </a:cubicBezTo>
                <a:cubicBezTo>
                  <a:pt x="1155" y="267"/>
                  <a:pt x="1148" y="277"/>
                  <a:pt x="1128" y="277"/>
                </a:cubicBezTo>
                <a:cubicBezTo>
                  <a:pt x="1108" y="277"/>
                  <a:pt x="1097" y="266"/>
                  <a:pt x="1097" y="249"/>
                </a:cubicBezTo>
                <a:cubicBezTo>
                  <a:pt x="1097" y="219"/>
                  <a:pt x="1097" y="219"/>
                  <a:pt x="1097" y="219"/>
                </a:cubicBezTo>
                <a:cubicBezTo>
                  <a:pt x="1014" y="219"/>
                  <a:pt x="1014" y="219"/>
                  <a:pt x="1014" y="219"/>
                </a:cubicBezTo>
                <a:cubicBezTo>
                  <a:pt x="1014" y="243"/>
                  <a:pt x="1014" y="243"/>
                  <a:pt x="1014" y="243"/>
                </a:cubicBezTo>
                <a:cubicBezTo>
                  <a:pt x="1014" y="312"/>
                  <a:pt x="1068" y="332"/>
                  <a:pt x="1126" y="332"/>
                </a:cubicBezTo>
                <a:cubicBezTo>
                  <a:pt x="1182" y="332"/>
                  <a:pt x="1228" y="313"/>
                  <a:pt x="1235" y="262"/>
                </a:cubicBezTo>
                <a:cubicBezTo>
                  <a:pt x="1238" y="235"/>
                  <a:pt x="1236" y="218"/>
                  <a:pt x="1234" y="211"/>
                </a:cubicBezTo>
                <a:cubicBezTo>
                  <a:pt x="1221" y="147"/>
                  <a:pt x="1105" y="127"/>
                  <a:pt x="1096" y="91"/>
                </a:cubicBezTo>
                <a:moveTo>
                  <a:pt x="1803" y="261"/>
                </a:moveTo>
                <a:cubicBezTo>
                  <a:pt x="1730" y="10"/>
                  <a:pt x="1730" y="10"/>
                  <a:pt x="1730" y="10"/>
                </a:cubicBezTo>
                <a:cubicBezTo>
                  <a:pt x="1614" y="10"/>
                  <a:pt x="1614" y="10"/>
                  <a:pt x="1614" y="10"/>
                </a:cubicBezTo>
                <a:cubicBezTo>
                  <a:pt x="1614" y="319"/>
                  <a:pt x="1614" y="319"/>
                  <a:pt x="1614" y="319"/>
                </a:cubicBezTo>
                <a:cubicBezTo>
                  <a:pt x="1691" y="319"/>
                  <a:pt x="1691" y="319"/>
                  <a:pt x="1691" y="319"/>
                </a:cubicBezTo>
                <a:cubicBezTo>
                  <a:pt x="1686" y="60"/>
                  <a:pt x="1686" y="60"/>
                  <a:pt x="1686" y="60"/>
                </a:cubicBezTo>
                <a:cubicBezTo>
                  <a:pt x="1765" y="319"/>
                  <a:pt x="1765" y="319"/>
                  <a:pt x="1765" y="319"/>
                </a:cubicBezTo>
                <a:cubicBezTo>
                  <a:pt x="1876" y="319"/>
                  <a:pt x="1876" y="319"/>
                  <a:pt x="1876" y="319"/>
                </a:cubicBezTo>
                <a:cubicBezTo>
                  <a:pt x="1876" y="10"/>
                  <a:pt x="1876" y="10"/>
                  <a:pt x="1876" y="10"/>
                </a:cubicBezTo>
                <a:cubicBezTo>
                  <a:pt x="1799" y="10"/>
                  <a:pt x="1799" y="10"/>
                  <a:pt x="1799" y="10"/>
                </a:cubicBezTo>
                <a:lnTo>
                  <a:pt x="1803" y="261"/>
                </a:lnTo>
                <a:close/>
                <a:moveTo>
                  <a:pt x="333" y="10"/>
                </a:moveTo>
                <a:cubicBezTo>
                  <a:pt x="276" y="322"/>
                  <a:pt x="276" y="322"/>
                  <a:pt x="276" y="322"/>
                </a:cubicBezTo>
                <a:cubicBezTo>
                  <a:pt x="360" y="322"/>
                  <a:pt x="360" y="322"/>
                  <a:pt x="360" y="322"/>
                </a:cubicBezTo>
                <a:cubicBezTo>
                  <a:pt x="403" y="33"/>
                  <a:pt x="403" y="33"/>
                  <a:pt x="403" y="33"/>
                </a:cubicBezTo>
                <a:cubicBezTo>
                  <a:pt x="446" y="322"/>
                  <a:pt x="446" y="322"/>
                  <a:pt x="446" y="322"/>
                </a:cubicBezTo>
                <a:cubicBezTo>
                  <a:pt x="529" y="322"/>
                  <a:pt x="529" y="322"/>
                  <a:pt x="529" y="322"/>
                </a:cubicBezTo>
                <a:cubicBezTo>
                  <a:pt x="472" y="10"/>
                  <a:pt x="472" y="10"/>
                  <a:pt x="472" y="10"/>
                </a:cubicBezTo>
                <a:lnTo>
                  <a:pt x="333" y="10"/>
                </a:lnTo>
                <a:close/>
                <a:moveTo>
                  <a:pt x="804" y="10"/>
                </a:moveTo>
                <a:cubicBezTo>
                  <a:pt x="765" y="254"/>
                  <a:pt x="765" y="254"/>
                  <a:pt x="765" y="254"/>
                </a:cubicBezTo>
                <a:cubicBezTo>
                  <a:pt x="725" y="10"/>
                  <a:pt x="725" y="10"/>
                  <a:pt x="725" y="10"/>
                </a:cubicBezTo>
                <a:cubicBezTo>
                  <a:pt x="598" y="10"/>
                  <a:pt x="598" y="10"/>
                  <a:pt x="598" y="10"/>
                </a:cubicBezTo>
                <a:cubicBezTo>
                  <a:pt x="592" y="322"/>
                  <a:pt x="592" y="322"/>
                  <a:pt x="592" y="322"/>
                </a:cubicBezTo>
                <a:cubicBezTo>
                  <a:pt x="669" y="322"/>
                  <a:pt x="669" y="322"/>
                  <a:pt x="669" y="322"/>
                </a:cubicBezTo>
                <a:cubicBezTo>
                  <a:pt x="671" y="33"/>
                  <a:pt x="671" y="33"/>
                  <a:pt x="671" y="33"/>
                </a:cubicBezTo>
                <a:cubicBezTo>
                  <a:pt x="725" y="322"/>
                  <a:pt x="725" y="322"/>
                  <a:pt x="725" y="322"/>
                </a:cubicBezTo>
                <a:cubicBezTo>
                  <a:pt x="804" y="322"/>
                  <a:pt x="804" y="322"/>
                  <a:pt x="804" y="322"/>
                </a:cubicBezTo>
                <a:cubicBezTo>
                  <a:pt x="858" y="33"/>
                  <a:pt x="858" y="33"/>
                  <a:pt x="858" y="33"/>
                </a:cubicBezTo>
                <a:cubicBezTo>
                  <a:pt x="860" y="322"/>
                  <a:pt x="860" y="322"/>
                  <a:pt x="860" y="322"/>
                </a:cubicBezTo>
                <a:cubicBezTo>
                  <a:pt x="938" y="322"/>
                  <a:pt x="938" y="322"/>
                  <a:pt x="938" y="322"/>
                </a:cubicBezTo>
                <a:cubicBezTo>
                  <a:pt x="931" y="10"/>
                  <a:pt x="931" y="10"/>
                  <a:pt x="931" y="10"/>
                </a:cubicBezTo>
                <a:lnTo>
                  <a:pt x="804" y="10"/>
                </a:lnTo>
                <a:close/>
                <a:moveTo>
                  <a:pt x="1528" y="10"/>
                </a:moveTo>
                <a:cubicBezTo>
                  <a:pt x="1449" y="10"/>
                  <a:pt x="1449" y="10"/>
                  <a:pt x="1449" y="10"/>
                </a:cubicBezTo>
                <a:cubicBezTo>
                  <a:pt x="1449" y="241"/>
                  <a:pt x="1449" y="241"/>
                  <a:pt x="1449" y="241"/>
                </a:cubicBezTo>
                <a:cubicBezTo>
                  <a:pt x="1449" y="245"/>
                  <a:pt x="1449" y="249"/>
                  <a:pt x="1448" y="253"/>
                </a:cubicBezTo>
                <a:cubicBezTo>
                  <a:pt x="1447" y="260"/>
                  <a:pt x="1440" y="275"/>
                  <a:pt x="1418" y="275"/>
                </a:cubicBezTo>
                <a:cubicBezTo>
                  <a:pt x="1397" y="275"/>
                  <a:pt x="1390" y="260"/>
                  <a:pt x="1389" y="253"/>
                </a:cubicBezTo>
                <a:cubicBezTo>
                  <a:pt x="1388" y="249"/>
                  <a:pt x="1388" y="245"/>
                  <a:pt x="1388" y="241"/>
                </a:cubicBezTo>
                <a:cubicBezTo>
                  <a:pt x="1388" y="10"/>
                  <a:pt x="1388" y="10"/>
                  <a:pt x="1388" y="10"/>
                </a:cubicBezTo>
                <a:cubicBezTo>
                  <a:pt x="1309" y="10"/>
                  <a:pt x="1309" y="10"/>
                  <a:pt x="1309" y="10"/>
                </a:cubicBezTo>
                <a:cubicBezTo>
                  <a:pt x="1309" y="234"/>
                  <a:pt x="1309" y="234"/>
                  <a:pt x="1309" y="234"/>
                </a:cubicBezTo>
                <a:cubicBezTo>
                  <a:pt x="1309" y="239"/>
                  <a:pt x="1309" y="251"/>
                  <a:pt x="1310" y="254"/>
                </a:cubicBezTo>
                <a:cubicBezTo>
                  <a:pt x="1315" y="312"/>
                  <a:pt x="1361" y="331"/>
                  <a:pt x="1418" y="331"/>
                </a:cubicBezTo>
                <a:cubicBezTo>
                  <a:pt x="1476" y="331"/>
                  <a:pt x="1522" y="312"/>
                  <a:pt x="1527" y="254"/>
                </a:cubicBezTo>
                <a:cubicBezTo>
                  <a:pt x="1528" y="251"/>
                  <a:pt x="1528" y="239"/>
                  <a:pt x="1528" y="234"/>
                </a:cubicBezTo>
                <a:lnTo>
                  <a:pt x="1528" y="10"/>
                </a:lnTo>
                <a:close/>
                <a:moveTo>
                  <a:pt x="2069" y="147"/>
                </a:moveTo>
                <a:cubicBezTo>
                  <a:pt x="2069" y="192"/>
                  <a:pt x="2069" y="192"/>
                  <a:pt x="2069" y="192"/>
                </a:cubicBezTo>
                <a:cubicBezTo>
                  <a:pt x="2101" y="192"/>
                  <a:pt x="2101" y="192"/>
                  <a:pt x="2101" y="192"/>
                </a:cubicBezTo>
                <a:cubicBezTo>
                  <a:pt x="2101" y="237"/>
                  <a:pt x="2101" y="237"/>
                  <a:pt x="2101" y="237"/>
                </a:cubicBezTo>
                <a:cubicBezTo>
                  <a:pt x="2101" y="241"/>
                  <a:pt x="2101" y="246"/>
                  <a:pt x="2100" y="249"/>
                </a:cubicBezTo>
                <a:cubicBezTo>
                  <a:pt x="2099" y="258"/>
                  <a:pt x="2091" y="272"/>
                  <a:pt x="2068" y="272"/>
                </a:cubicBezTo>
                <a:cubicBezTo>
                  <a:pt x="2045" y="272"/>
                  <a:pt x="2038" y="258"/>
                  <a:pt x="2036" y="249"/>
                </a:cubicBezTo>
                <a:cubicBezTo>
                  <a:pt x="2036" y="246"/>
                  <a:pt x="2035" y="241"/>
                  <a:pt x="2035" y="237"/>
                </a:cubicBezTo>
                <a:cubicBezTo>
                  <a:pt x="2035" y="95"/>
                  <a:pt x="2035" y="95"/>
                  <a:pt x="2035" y="95"/>
                </a:cubicBezTo>
                <a:cubicBezTo>
                  <a:pt x="2035" y="90"/>
                  <a:pt x="2036" y="85"/>
                  <a:pt x="2037" y="80"/>
                </a:cubicBezTo>
                <a:cubicBezTo>
                  <a:pt x="2038" y="73"/>
                  <a:pt x="2045" y="58"/>
                  <a:pt x="2068" y="58"/>
                </a:cubicBezTo>
                <a:cubicBezTo>
                  <a:pt x="2092" y="58"/>
                  <a:pt x="2098" y="74"/>
                  <a:pt x="2099" y="80"/>
                </a:cubicBezTo>
                <a:cubicBezTo>
                  <a:pt x="2100" y="85"/>
                  <a:pt x="2100" y="92"/>
                  <a:pt x="2100" y="92"/>
                </a:cubicBezTo>
                <a:cubicBezTo>
                  <a:pt x="2100" y="110"/>
                  <a:pt x="2100" y="110"/>
                  <a:pt x="2100" y="110"/>
                </a:cubicBezTo>
                <a:cubicBezTo>
                  <a:pt x="2178" y="110"/>
                  <a:pt x="2178" y="110"/>
                  <a:pt x="2178" y="110"/>
                </a:cubicBezTo>
                <a:cubicBezTo>
                  <a:pt x="2178" y="99"/>
                  <a:pt x="2178" y="99"/>
                  <a:pt x="2178" y="99"/>
                </a:cubicBezTo>
                <a:cubicBezTo>
                  <a:pt x="2178" y="99"/>
                  <a:pt x="2179" y="89"/>
                  <a:pt x="2178" y="79"/>
                </a:cubicBezTo>
                <a:cubicBezTo>
                  <a:pt x="2172" y="20"/>
                  <a:pt x="2124" y="2"/>
                  <a:pt x="2068" y="2"/>
                </a:cubicBezTo>
                <a:cubicBezTo>
                  <a:pt x="2013" y="2"/>
                  <a:pt x="1966" y="21"/>
                  <a:pt x="1959" y="79"/>
                </a:cubicBezTo>
                <a:cubicBezTo>
                  <a:pt x="1958" y="84"/>
                  <a:pt x="1958" y="94"/>
                  <a:pt x="1958" y="99"/>
                </a:cubicBezTo>
                <a:cubicBezTo>
                  <a:pt x="1958" y="230"/>
                  <a:pt x="1958" y="230"/>
                  <a:pt x="1958" y="230"/>
                </a:cubicBezTo>
                <a:cubicBezTo>
                  <a:pt x="1958" y="236"/>
                  <a:pt x="1958" y="241"/>
                  <a:pt x="1959" y="251"/>
                </a:cubicBezTo>
                <a:cubicBezTo>
                  <a:pt x="1964" y="308"/>
                  <a:pt x="2013" y="328"/>
                  <a:pt x="2068" y="328"/>
                </a:cubicBezTo>
                <a:cubicBezTo>
                  <a:pt x="2124" y="328"/>
                  <a:pt x="2173" y="308"/>
                  <a:pt x="2178" y="251"/>
                </a:cubicBezTo>
                <a:cubicBezTo>
                  <a:pt x="2179" y="241"/>
                  <a:pt x="2179" y="236"/>
                  <a:pt x="2179" y="230"/>
                </a:cubicBezTo>
                <a:cubicBezTo>
                  <a:pt x="2179" y="147"/>
                  <a:pt x="2179" y="147"/>
                  <a:pt x="2179" y="147"/>
                </a:cubicBezTo>
                <a:lnTo>
                  <a:pt x="2069" y="147"/>
                </a:lnTo>
                <a:close/>
              </a:path>
            </a:pathLst>
          </a:custGeom>
          <a:solidFill>
            <a:srgbClr val="0924A5"/>
          </a:solidFill>
          <a:ln>
            <a:noFill/>
          </a:ln>
        </p:spPr>
        <p:txBody>
          <a:bodyPr vert="horz" wrap="square" lIns="91411" tIns="45705" rIns="91411" bIns="45705" numCol="1" anchor="t" anchorCtr="0" compatLnSpc="1">
            <a:prstTxWarp prst="textNoShape">
              <a:avLst/>
            </a:prstTxWarp>
            <a:scene3d>
              <a:camera prst="orthographicFront"/>
              <a:lightRig rig="threePt" dir="t"/>
            </a:scene3d>
            <a:sp3d>
              <a:bevelT w="0" h="6350"/>
            </a:sp3d>
          </a:bodyPr>
          <a:lstStyle/>
          <a:p>
            <a:pPr marL="0" marR="0" lvl="0" indent="0" algn="l" defTabSz="914126" rtl="0" eaLnBrk="1" fontAlgn="auto" latinLnBrk="1" hangingPunct="1">
              <a:lnSpc>
                <a:spcPct val="100000"/>
              </a:lnSpc>
              <a:spcBef>
                <a:spcPts val="0"/>
              </a:spcBef>
              <a:spcAft>
                <a:spcPts val="0"/>
              </a:spcAft>
              <a:buClrTx/>
              <a:buSzTx/>
              <a:buFontTx/>
              <a:buNone/>
              <a:tabLst/>
              <a:defRPr/>
            </a:pPr>
            <a:endParaRPr lang="ko-KR" altLang="en-US" sz="1959" noProof="0" dirty="0"/>
          </a:p>
        </p:txBody>
      </p:sp>
      <p:pic>
        <p:nvPicPr>
          <p:cNvPr id="10" name="그림 9"/>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4265631" y="6141164"/>
            <a:ext cx="1371564" cy="450000"/>
          </a:xfrm>
          <a:prstGeom prst="rect">
            <a:avLst/>
          </a:prstGeom>
        </p:spPr>
      </p:pic>
    </p:spTree>
    <p:extLst>
      <p:ext uri="{BB962C8B-B14F-4D97-AF65-F5344CB8AC3E}">
        <p14:creationId xmlns:p14="http://schemas.microsoft.com/office/powerpoint/2010/main" val="368282243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7_Table of Contents">
    <p:spTree>
      <p:nvGrpSpPr>
        <p:cNvPr id="1" name=""/>
        <p:cNvGrpSpPr/>
        <p:nvPr/>
      </p:nvGrpSpPr>
      <p:grpSpPr>
        <a:xfrm>
          <a:off x="0" y="0"/>
          <a:ext cx="0" cy="0"/>
          <a:chOff x="0" y="0"/>
          <a:chExt cx="0" cy="0"/>
        </a:xfrm>
      </p:grpSpPr>
      <p:pic>
        <p:nvPicPr>
          <p:cNvPr id="5" name="그림 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902825" cy="6858000"/>
          </a:xfrm>
          <a:prstGeom prst="rect">
            <a:avLst/>
          </a:prstGeom>
        </p:spPr>
      </p:pic>
      <p:cxnSp>
        <p:nvCxnSpPr>
          <p:cNvPr id="12" name="직선 연결선 11">
            <a:extLst>
              <a:ext uri="{FF2B5EF4-FFF2-40B4-BE49-F238E27FC236}">
                <a16:creationId xmlns:a16="http://schemas.microsoft.com/office/drawing/2014/main" id="{107951CE-0A5B-4EC7-B663-290867B6A3B2}"/>
              </a:ext>
            </a:extLst>
          </p:cNvPr>
          <p:cNvCxnSpPr/>
          <p:nvPr userDrawn="1"/>
        </p:nvCxnSpPr>
        <p:spPr>
          <a:xfrm>
            <a:off x="449468" y="6424935"/>
            <a:ext cx="900071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15">
            <a:extLst>
              <a:ext uri="{FF2B5EF4-FFF2-40B4-BE49-F238E27FC236}">
                <a16:creationId xmlns:a16="http://schemas.microsoft.com/office/drawing/2014/main" id="{DB8B1220-1660-457F-B990-656A8230EA54}"/>
              </a:ext>
            </a:extLst>
          </p:cNvPr>
          <p:cNvSpPr txBox="1">
            <a:spLocks/>
          </p:cNvSpPr>
          <p:nvPr userDrawn="1"/>
        </p:nvSpPr>
        <p:spPr>
          <a:xfrm>
            <a:off x="8836343" y="6498001"/>
            <a:ext cx="613839"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r" defTabSz="914094" rtl="0" eaLnBrk="1" fontAlgn="auto" latinLnBrk="1" hangingPunct="1">
              <a:lnSpc>
                <a:spcPct val="100000"/>
              </a:lnSpc>
              <a:spcBef>
                <a:spcPts val="0"/>
              </a:spcBef>
              <a:spcAft>
                <a:spcPts val="0"/>
              </a:spcAft>
              <a:buClrTx/>
              <a:buSzTx/>
              <a:buFontTx/>
              <a:buNone/>
              <a:tabLst/>
              <a:defRPr/>
            </a:pPr>
            <a:fld id="{43977B04-C971-4466-AB79-612C9E649B30}" type="slidenum">
              <a:rPr lang="en-US" altLang="ko-KR" sz="900" smtClean="0">
                <a:solidFill>
                  <a:schemeClr val="bg1">
                    <a:lumMod val="50000"/>
                  </a:schemeClr>
                </a:solidFill>
                <a:latin typeface="SamsungOne-400" panose="020B0503030303020204" pitchFamily="34" charset="0"/>
                <a:ea typeface="SamsungOne-400" panose="020B0503030303020204" pitchFamily="34" charset="0"/>
              </a:rPr>
              <a:pPr marL="0" marR="0" lvl="0" indent="0" algn="r" defTabSz="914094" rtl="0" eaLnBrk="1" fontAlgn="auto" latinLnBrk="1" hangingPunct="1">
                <a:lnSpc>
                  <a:spcPct val="100000"/>
                </a:lnSpc>
                <a:spcBef>
                  <a:spcPts val="0"/>
                </a:spcBef>
                <a:spcAft>
                  <a:spcPts val="0"/>
                </a:spcAft>
                <a:buClrTx/>
                <a:buSzTx/>
                <a:buFontTx/>
                <a:buNone/>
                <a:tabLst/>
                <a:defRPr/>
              </a:pPr>
              <a:t>‹#›</a:t>
            </a:fld>
            <a:endParaRPr lang="en-US" altLang="ko-KR" sz="900" dirty="0">
              <a:solidFill>
                <a:schemeClr val="bg1">
                  <a:lumMod val="50000"/>
                </a:schemeClr>
              </a:solidFill>
              <a:latin typeface="SamsungOne-400" panose="020B0503030303020204" pitchFamily="34" charset="0"/>
              <a:ea typeface="SamsungOne-400" panose="020B0503030303020204" pitchFamily="34" charset="0"/>
              <a:cs typeface="Arial Unicode MS" panose="020B0604020202020204" pitchFamily="50" charset="-127"/>
            </a:endParaRPr>
          </a:p>
        </p:txBody>
      </p:sp>
      <p:sp>
        <p:nvSpPr>
          <p:cNvPr id="14" name="직사각형 7">
            <a:extLst>
              <a:ext uri="{FF2B5EF4-FFF2-40B4-BE49-F238E27FC236}">
                <a16:creationId xmlns:a16="http://schemas.microsoft.com/office/drawing/2014/main" id="{AA07D337-B9C3-4E5E-811E-AEFBB17ADEF5}"/>
              </a:ext>
            </a:extLst>
          </p:cNvPr>
          <p:cNvSpPr/>
          <p:nvPr userDrawn="1"/>
        </p:nvSpPr>
        <p:spPr>
          <a:xfrm>
            <a:off x="449468" y="6498001"/>
            <a:ext cx="2888788" cy="169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1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sp>
        <p:nvSpPr>
          <p:cNvPr id="8" name="슬라이드 번호 개체 틀 15">
            <a:extLst>
              <a:ext uri="{FF2B5EF4-FFF2-40B4-BE49-F238E27FC236}">
                <a16:creationId xmlns:a16="http://schemas.microsoft.com/office/drawing/2014/main" id="{74FAF18D-119B-42EA-8505-AC2F66D97AB3}"/>
              </a:ext>
            </a:extLst>
          </p:cNvPr>
          <p:cNvSpPr txBox="1">
            <a:spLocks/>
          </p:cNvSpPr>
          <p:nvPr userDrawn="1"/>
        </p:nvSpPr>
        <p:spPr>
          <a:xfrm>
            <a:off x="3338256" y="6507526"/>
            <a:ext cx="5858103" cy="1384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defPPr>
              <a:defRPr lang="ko-KR"/>
            </a:defPPr>
            <a:lvl1pPr algn="r">
              <a:defRPr sz="900">
                <a:solidFill>
                  <a:schemeClr val="tx1">
                    <a:lumMod val="50000"/>
                    <a:lumOff val="50000"/>
                  </a:schemeClr>
                </a:solidFill>
                <a:latin typeface="SamsungOne 300" panose="020B0303030303020204" pitchFamily="34" charset="0"/>
                <a:ea typeface="SamsungOne 300" panose="020B0303030303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457063" fontAlgn="base" latinLnBrk="1">
              <a:spcBef>
                <a:spcPct val="0"/>
              </a:spcBef>
              <a:spcAft>
                <a:spcPct val="0"/>
              </a:spcAft>
              <a:defRPr/>
            </a:pPr>
            <a:r>
              <a:rPr lang="vi-VN"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Chương</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3.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Phân</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tích</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dữ</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liệu</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khai</a:t>
            </a:r>
            <a:r>
              <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rPr>
              <a:t> </a:t>
            </a:r>
            <a:r>
              <a:rPr lang="en-US" altLang="ko-KR" sz="900" kern="1200" dirty="0" err="1">
                <a:solidFill>
                  <a:schemeClr val="bg1">
                    <a:lumMod val="50000"/>
                  </a:schemeClr>
                </a:solidFill>
                <a:latin typeface="iCiel Samsung Sharp Sans Medium" pitchFamily="2" charset="0"/>
                <a:ea typeface="iCiel Samsung Sharp Sans Medium" pitchFamily="2" charset="0"/>
                <a:cs typeface="iCiel Samsung Sharp Sans Medium" pitchFamily="2" charset="0"/>
              </a:rPr>
              <a:t>phá</a:t>
            </a:r>
            <a:endParaRPr lang="en-US" altLang="ko-KR" sz="900" kern="1200" dirty="0">
              <a:solidFill>
                <a:schemeClr val="bg1">
                  <a:lumMod val="50000"/>
                </a:schemeClr>
              </a:solidFill>
              <a:latin typeface="iCiel Samsung Sharp Sans Medium" pitchFamily="2" charset="0"/>
              <a:ea typeface="iCiel Samsung Sharp Sans Medium" pitchFamily="2" charset="0"/>
              <a:cs typeface="iCiel Samsung Sharp Sans Medium" pitchFamily="2" charset="0"/>
            </a:endParaRPr>
          </a:p>
        </p:txBody>
      </p:sp>
    </p:spTree>
    <p:extLst>
      <p:ext uri="{BB962C8B-B14F-4D97-AF65-F5344CB8AC3E}">
        <p14:creationId xmlns:p14="http://schemas.microsoft.com/office/powerpoint/2010/main" val="3252172035"/>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Break Tim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03116889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7.xml"/><Relationship Id="rId13" Type="http://schemas.openxmlformats.org/officeDocument/2006/relationships/slideLayout" Target="../slideLayouts/slideLayout32.xml"/><Relationship Id="rId3" Type="http://schemas.openxmlformats.org/officeDocument/2006/relationships/slideLayout" Target="../slideLayouts/slideLayout22.xml"/><Relationship Id="rId7" Type="http://schemas.openxmlformats.org/officeDocument/2006/relationships/slideLayout" Target="../slideLayouts/slideLayout26.xml"/><Relationship Id="rId12" Type="http://schemas.openxmlformats.org/officeDocument/2006/relationships/slideLayout" Target="../slideLayouts/slideLayout31.xml"/><Relationship Id="rId2" Type="http://schemas.openxmlformats.org/officeDocument/2006/relationships/slideLayout" Target="../slideLayouts/slideLayout21.xml"/><Relationship Id="rId1" Type="http://schemas.openxmlformats.org/officeDocument/2006/relationships/slideLayout" Target="../slideLayouts/slideLayout20.xml"/><Relationship Id="rId6" Type="http://schemas.openxmlformats.org/officeDocument/2006/relationships/slideLayout" Target="../slideLayouts/slideLayout25.xml"/><Relationship Id="rId11" Type="http://schemas.openxmlformats.org/officeDocument/2006/relationships/slideLayout" Target="../slideLayouts/slideLayout30.xml"/><Relationship Id="rId5" Type="http://schemas.openxmlformats.org/officeDocument/2006/relationships/slideLayout" Target="../slideLayouts/slideLayout24.xml"/><Relationship Id="rId15" Type="http://schemas.openxmlformats.org/officeDocument/2006/relationships/theme" Target="../theme/theme2.xml"/><Relationship Id="rId10" Type="http://schemas.openxmlformats.org/officeDocument/2006/relationships/slideLayout" Target="../slideLayouts/slideLayout29.xml"/><Relationship Id="rId4" Type="http://schemas.openxmlformats.org/officeDocument/2006/relationships/slideLayout" Target="../slideLayouts/slideLayout23.xml"/><Relationship Id="rId9" Type="http://schemas.openxmlformats.org/officeDocument/2006/relationships/slideLayout" Target="../slideLayouts/slideLayout28.xml"/><Relationship Id="rId14" Type="http://schemas.openxmlformats.org/officeDocument/2006/relationships/slideLayout" Target="../slideLayouts/slideLayout3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37935594"/>
      </p:ext>
    </p:extLst>
  </p:cSld>
  <p:clrMap bg1="lt1" tx1="dk1" bg2="lt2" tx2="dk2" accent1="accent1" accent2="accent2" accent3="accent3" accent4="accent4" accent5="accent5" accent6="accent6" hlink="hlink" folHlink="folHlink"/>
  <p:sldLayoutIdLst>
    <p:sldLayoutId id="2147483687" r:id="rId1"/>
    <p:sldLayoutId id="2147483688" r:id="rId2"/>
    <p:sldLayoutId id="2147483689" r:id="rId3"/>
    <p:sldLayoutId id="2147483693" r:id="rId4"/>
    <p:sldLayoutId id="2147483694" r:id="rId5"/>
    <p:sldLayoutId id="2147483695" r:id="rId6"/>
    <p:sldLayoutId id="2147483696" r:id="rId7"/>
    <p:sldLayoutId id="2147483697" r:id="rId8"/>
    <p:sldLayoutId id="2147483698" r:id="rId9"/>
    <p:sldLayoutId id="2147483699" r:id="rId10"/>
    <p:sldLayoutId id="2147483700" r:id="rId11"/>
    <p:sldLayoutId id="2147483701" r:id="rId12"/>
    <p:sldLayoutId id="2147483702" r:id="rId13"/>
    <p:sldLayoutId id="2147483703" r:id="rId14"/>
    <p:sldLayoutId id="2147483704" r:id="rId15"/>
    <p:sldLayoutId id="2147483705" r:id="rId16"/>
    <p:sldLayoutId id="2147483706" r:id="rId17"/>
    <p:sldLayoutId id="2147483707" r:id="rId18"/>
    <p:sldLayoutId id="2147483708" r:id="rId19"/>
  </p:sldLayoutIdLst>
  <p:hf hdr="0" ftr="0" dt="0"/>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0" orient="horz" pos="3816">
          <p15:clr>
            <a:srgbClr val="F26B43"/>
          </p15:clr>
        </p15:guide>
        <p15:guide id="1" orient="horz" pos="3997">
          <p15:clr>
            <a:srgbClr val="F26B43"/>
          </p15:clr>
        </p15:guide>
        <p15:guide id="2" pos="352">
          <p15:clr>
            <a:srgbClr val="F26B43"/>
          </p15:clr>
        </p15:guide>
        <p15:guide id="3" pos="5886">
          <p15:clr>
            <a:srgbClr val="F26B43"/>
          </p15:clr>
        </p15:guide>
        <p15:guide id="4" orient="horz" pos="323">
          <p15:clr>
            <a:srgbClr val="F26B43"/>
          </p15:clr>
        </p15:guide>
        <p15:guide id="5" orient="horz" pos="2223"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43228270"/>
      </p:ext>
    </p:extLst>
  </p:cSld>
  <p:clrMap bg1="lt1" tx1="dk1" bg2="lt2" tx2="dk2" accent1="accent1" accent2="accent2" accent3="accent3" accent4="accent4" accent5="accent5" accent6="accent6" hlink="hlink" folHlink="folHlink"/>
  <p:sldLayoutIdLst>
    <p:sldLayoutId id="2147483710" r:id="rId1"/>
    <p:sldLayoutId id="2147483711" r:id="rId2"/>
    <p:sldLayoutId id="2147483712" r:id="rId3"/>
    <p:sldLayoutId id="2147483713" r:id="rId4"/>
    <p:sldLayoutId id="2147483714" r:id="rId5"/>
    <p:sldLayoutId id="2147483718" r:id="rId6"/>
    <p:sldLayoutId id="2147483719" r:id="rId7"/>
    <p:sldLayoutId id="2147483720" r:id="rId8"/>
    <p:sldLayoutId id="2147483721" r:id="rId9"/>
    <p:sldLayoutId id="2147483722" r:id="rId10"/>
    <p:sldLayoutId id="2147483723" r:id="rId11"/>
    <p:sldLayoutId id="2147483724" r:id="rId12"/>
    <p:sldLayoutId id="2147483727" r:id="rId13"/>
    <p:sldLayoutId id="2147483728" r:id="rId14"/>
  </p:sldLayoutIdLst>
  <p:txStyles>
    <p:titleStyle>
      <a:lvl1pPr algn="l" defTabSz="914126" rtl="0" eaLnBrk="1" latinLnBrk="1" hangingPunct="1">
        <a:lnSpc>
          <a:spcPct val="90000"/>
        </a:lnSpc>
        <a:spcBef>
          <a:spcPct val="0"/>
        </a:spcBef>
        <a:buNone/>
        <a:defRPr sz="4399" kern="1200">
          <a:solidFill>
            <a:schemeClr val="tx1"/>
          </a:solidFill>
          <a:latin typeface="+mj-lt"/>
          <a:ea typeface="+mj-ea"/>
          <a:cs typeface="+mj-cs"/>
        </a:defRPr>
      </a:lvl1pPr>
    </p:titleStyle>
    <p:bodyStyle>
      <a:lvl1pPr marL="228531" indent="-228531" algn="l" defTabSz="914126" rtl="0" eaLnBrk="1" latinLnBrk="1" hangingPunct="1">
        <a:lnSpc>
          <a:spcPct val="90000"/>
        </a:lnSpc>
        <a:spcBef>
          <a:spcPts val="1000"/>
        </a:spcBef>
        <a:buFont typeface="Arial" panose="020B0604020202020204" pitchFamily="34" charset="0"/>
        <a:buChar char="•"/>
        <a:defRPr sz="2799" kern="1200">
          <a:solidFill>
            <a:schemeClr val="tx1"/>
          </a:solidFill>
          <a:latin typeface="+mn-lt"/>
          <a:ea typeface="+mn-ea"/>
          <a:cs typeface="+mn-cs"/>
        </a:defRPr>
      </a:lvl1pPr>
      <a:lvl2pPr marL="685594" indent="-228531" algn="l" defTabSz="914126" rtl="0" eaLnBrk="1" latinLnBrk="1" hangingPunct="1">
        <a:lnSpc>
          <a:spcPct val="90000"/>
        </a:lnSpc>
        <a:spcBef>
          <a:spcPts val="500"/>
        </a:spcBef>
        <a:buFont typeface="Arial" panose="020B0604020202020204" pitchFamily="34" charset="0"/>
        <a:buChar char="•"/>
        <a:defRPr sz="2399" kern="1200">
          <a:solidFill>
            <a:schemeClr val="tx1"/>
          </a:solidFill>
          <a:latin typeface="+mn-lt"/>
          <a:ea typeface="+mn-ea"/>
          <a:cs typeface="+mn-cs"/>
        </a:defRPr>
      </a:lvl2pPr>
      <a:lvl3pPr marL="1142657" indent="-228531" algn="l" defTabSz="914126" rtl="0" eaLnBrk="1" latinLnBrk="1" hangingPunct="1">
        <a:lnSpc>
          <a:spcPct val="90000"/>
        </a:lnSpc>
        <a:spcBef>
          <a:spcPts val="500"/>
        </a:spcBef>
        <a:buFont typeface="Arial" panose="020B0604020202020204" pitchFamily="34" charset="0"/>
        <a:buChar char="•"/>
        <a:defRPr sz="1999" kern="1200">
          <a:solidFill>
            <a:schemeClr val="tx1"/>
          </a:solidFill>
          <a:latin typeface="+mn-lt"/>
          <a:ea typeface="+mn-ea"/>
          <a:cs typeface="+mn-cs"/>
        </a:defRPr>
      </a:lvl3pPr>
      <a:lvl4pPr marL="1599720" indent="-228531" algn="l" defTabSz="914126" rtl="0" eaLnBrk="1" latinLnBrk="1"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4pPr>
      <a:lvl5pPr marL="2056783" indent="-228531" algn="l" defTabSz="914126" rtl="0" eaLnBrk="1" latinLnBrk="1"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5pPr>
      <a:lvl6pPr marL="2513846" indent="-228531" algn="l" defTabSz="914126" rtl="0" eaLnBrk="1" latinLnBrk="1"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6pPr>
      <a:lvl7pPr marL="2970908" indent="-228531" algn="l" defTabSz="914126" rtl="0" eaLnBrk="1" latinLnBrk="1"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7pPr>
      <a:lvl8pPr marL="3427971" indent="-228531" algn="l" defTabSz="914126" rtl="0" eaLnBrk="1" latinLnBrk="1"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8pPr>
      <a:lvl9pPr marL="3885034" indent="-228531" algn="l" defTabSz="914126" rtl="0" eaLnBrk="1" latinLnBrk="1"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9pPr>
    </p:bodyStyle>
    <p:otherStyle>
      <a:defPPr>
        <a:defRPr lang="en-US"/>
      </a:defPPr>
      <a:lvl1pPr marL="0" algn="l" defTabSz="914126" rtl="0" eaLnBrk="1" latinLnBrk="1" hangingPunct="1">
        <a:defRPr sz="1799" kern="1200">
          <a:solidFill>
            <a:schemeClr val="tx1"/>
          </a:solidFill>
          <a:latin typeface="+mn-lt"/>
          <a:ea typeface="+mn-ea"/>
          <a:cs typeface="+mn-cs"/>
        </a:defRPr>
      </a:lvl1pPr>
      <a:lvl2pPr marL="457063" algn="l" defTabSz="914126" rtl="0" eaLnBrk="1" latinLnBrk="1" hangingPunct="1">
        <a:defRPr sz="1799" kern="1200">
          <a:solidFill>
            <a:schemeClr val="tx1"/>
          </a:solidFill>
          <a:latin typeface="+mn-lt"/>
          <a:ea typeface="+mn-ea"/>
          <a:cs typeface="+mn-cs"/>
        </a:defRPr>
      </a:lvl2pPr>
      <a:lvl3pPr marL="914126" algn="l" defTabSz="914126" rtl="0" eaLnBrk="1" latinLnBrk="1" hangingPunct="1">
        <a:defRPr sz="1799" kern="1200">
          <a:solidFill>
            <a:schemeClr val="tx1"/>
          </a:solidFill>
          <a:latin typeface="+mn-lt"/>
          <a:ea typeface="+mn-ea"/>
          <a:cs typeface="+mn-cs"/>
        </a:defRPr>
      </a:lvl3pPr>
      <a:lvl4pPr marL="1371189" algn="l" defTabSz="914126" rtl="0" eaLnBrk="1" latinLnBrk="1" hangingPunct="1">
        <a:defRPr sz="1799" kern="1200">
          <a:solidFill>
            <a:schemeClr val="tx1"/>
          </a:solidFill>
          <a:latin typeface="+mn-lt"/>
          <a:ea typeface="+mn-ea"/>
          <a:cs typeface="+mn-cs"/>
        </a:defRPr>
      </a:lvl4pPr>
      <a:lvl5pPr marL="1828251" algn="l" defTabSz="914126" rtl="0" eaLnBrk="1" latinLnBrk="1" hangingPunct="1">
        <a:defRPr sz="1799" kern="1200">
          <a:solidFill>
            <a:schemeClr val="tx1"/>
          </a:solidFill>
          <a:latin typeface="+mn-lt"/>
          <a:ea typeface="+mn-ea"/>
          <a:cs typeface="+mn-cs"/>
        </a:defRPr>
      </a:lvl5pPr>
      <a:lvl6pPr marL="2285314" algn="l" defTabSz="914126" rtl="0" eaLnBrk="1" latinLnBrk="1" hangingPunct="1">
        <a:defRPr sz="1799" kern="1200">
          <a:solidFill>
            <a:schemeClr val="tx1"/>
          </a:solidFill>
          <a:latin typeface="+mn-lt"/>
          <a:ea typeface="+mn-ea"/>
          <a:cs typeface="+mn-cs"/>
        </a:defRPr>
      </a:lvl6pPr>
      <a:lvl7pPr marL="2742377" algn="l" defTabSz="914126" rtl="0" eaLnBrk="1" latinLnBrk="1" hangingPunct="1">
        <a:defRPr sz="1799" kern="1200">
          <a:solidFill>
            <a:schemeClr val="tx1"/>
          </a:solidFill>
          <a:latin typeface="+mn-lt"/>
          <a:ea typeface="+mn-ea"/>
          <a:cs typeface="+mn-cs"/>
        </a:defRPr>
      </a:lvl7pPr>
      <a:lvl8pPr marL="3199440" algn="l" defTabSz="914126" rtl="0" eaLnBrk="1" latinLnBrk="1" hangingPunct="1">
        <a:defRPr sz="1799" kern="1200">
          <a:solidFill>
            <a:schemeClr val="tx1"/>
          </a:solidFill>
          <a:latin typeface="+mn-lt"/>
          <a:ea typeface="+mn-ea"/>
          <a:cs typeface="+mn-cs"/>
        </a:defRPr>
      </a:lvl8pPr>
      <a:lvl9pPr marL="3656503" algn="l" defTabSz="914126" rtl="0" eaLnBrk="1" latinLnBrk="1" hangingPunct="1">
        <a:defRPr sz="1799"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0.xml"/></Relationships>
</file>

<file path=ppt/slides/_rels/slide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4.xml"/><Relationship Id="rId1" Type="http://schemas.openxmlformats.org/officeDocument/2006/relationships/slideLayout" Target="../slideLayouts/slideLayout22.xml"/><Relationship Id="rId4" Type="http://schemas.openxmlformats.org/officeDocument/2006/relationships/image" Target="../media/image13.png"/></Relationships>
</file>

<file path=ppt/slides/_rels/slide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5.xml"/><Relationship Id="rId1" Type="http://schemas.openxmlformats.org/officeDocument/2006/relationships/slideLayout" Target="../slideLayouts/slideLayout32.xml"/></Relationships>
</file>

<file path=ppt/slides/_rels/slide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6.xml"/><Relationship Id="rId1" Type="http://schemas.openxmlformats.org/officeDocument/2006/relationships/slideLayout" Target="../slideLayouts/slideLayout23.xml"/></Relationships>
</file>

<file path=ppt/slides/_rels/slide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7.xml"/><Relationship Id="rId1" Type="http://schemas.openxmlformats.org/officeDocument/2006/relationships/slideLayout" Target="../slideLayouts/slideLayout23.xml"/></Relationships>
</file>

<file path=ppt/slides/_rels/slide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8.xml"/><Relationship Id="rId1" Type="http://schemas.openxmlformats.org/officeDocument/2006/relationships/slideLayout" Target="../slideLayouts/slideLayout23.xml"/></Relationships>
</file>

<file path=ppt/slides/_rels/slide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9.xml"/><Relationship Id="rId1" Type="http://schemas.openxmlformats.org/officeDocument/2006/relationships/slideLayout" Target="../slideLayouts/slideLayout23.xml"/></Relationships>
</file>

<file path=ppt/slides/_rels/slide1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0.xml"/><Relationship Id="rId1" Type="http://schemas.openxmlformats.org/officeDocument/2006/relationships/slideLayout" Target="../slideLayouts/slideLayout23.xml"/></Relationships>
</file>

<file path=ppt/slides/_rels/slide1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1.xml"/><Relationship Id="rId1" Type="http://schemas.openxmlformats.org/officeDocument/2006/relationships/slideLayout" Target="../slideLayouts/slideLayout23.xml"/></Relationships>
</file>

<file path=ppt/slides/_rels/slide1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2.xml"/><Relationship Id="rId1" Type="http://schemas.openxmlformats.org/officeDocument/2006/relationships/slideLayout" Target="../slideLayouts/slideLayout23.xml"/></Relationships>
</file>

<file path=ppt/slides/_rels/slide1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3.xml"/><Relationship Id="rId1" Type="http://schemas.openxmlformats.org/officeDocument/2006/relationships/slideLayout" Target="../slideLayouts/slideLayout23.xml"/></Relationships>
</file>

<file path=ppt/slides/_rels/slide1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4.xml"/><Relationship Id="rId1" Type="http://schemas.openxmlformats.org/officeDocument/2006/relationships/slideLayout" Target="../slideLayouts/slideLayout23.xml"/></Relationships>
</file>

<file path=ppt/slides/_rels/slide1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5.xml"/><Relationship Id="rId1" Type="http://schemas.openxmlformats.org/officeDocument/2006/relationships/slideLayout" Target="../slideLayouts/slideLayout23.xml"/></Relationships>
</file>

<file path=ppt/slides/_rels/slide1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6.xml"/><Relationship Id="rId1" Type="http://schemas.openxmlformats.org/officeDocument/2006/relationships/slideLayout" Target="../slideLayouts/slideLayout23.xml"/></Relationships>
</file>

<file path=ppt/slides/_rels/slide1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7.xml"/><Relationship Id="rId1" Type="http://schemas.openxmlformats.org/officeDocument/2006/relationships/slideLayout" Target="../slideLayouts/slideLayout23.xml"/></Relationships>
</file>

<file path=ppt/slides/_rels/slide1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8.xml"/><Relationship Id="rId1" Type="http://schemas.openxmlformats.org/officeDocument/2006/relationships/slideLayout" Target="../slideLayouts/slideLayout23.xml"/></Relationships>
</file>

<file path=ppt/slides/_rels/slide1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9.xml"/><Relationship Id="rId1" Type="http://schemas.openxmlformats.org/officeDocument/2006/relationships/slideLayout" Target="../slideLayouts/slideLayout23.xml"/></Relationships>
</file>

<file path=ppt/slides/_rels/slide2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0.xml"/><Relationship Id="rId1" Type="http://schemas.openxmlformats.org/officeDocument/2006/relationships/slideLayout" Target="../slideLayouts/slideLayout23.xml"/></Relationships>
</file>

<file path=ppt/slides/_rels/slide2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1.xml"/><Relationship Id="rId1" Type="http://schemas.openxmlformats.org/officeDocument/2006/relationships/slideLayout" Target="../slideLayouts/slideLayout23.xml"/></Relationships>
</file>

<file path=ppt/slides/_rels/slide2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2.xml"/><Relationship Id="rId1" Type="http://schemas.openxmlformats.org/officeDocument/2006/relationships/slideLayout" Target="../slideLayouts/slideLayout23.xml"/></Relationships>
</file>

<file path=ppt/slides/_rels/slide2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3.xml"/><Relationship Id="rId1" Type="http://schemas.openxmlformats.org/officeDocument/2006/relationships/slideLayout" Target="../slideLayouts/slideLayout23.xml"/></Relationships>
</file>

<file path=ppt/slides/_rels/slide2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4.xml"/><Relationship Id="rId1" Type="http://schemas.openxmlformats.org/officeDocument/2006/relationships/slideLayout" Target="../slideLayouts/slideLayout23.xml"/></Relationships>
</file>

<file path=ppt/slides/_rels/slide2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5.xml"/><Relationship Id="rId1" Type="http://schemas.openxmlformats.org/officeDocument/2006/relationships/slideLayout" Target="../slideLayouts/slideLayout23.xml"/></Relationships>
</file>

<file path=ppt/slides/_rels/slide2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6.xml"/><Relationship Id="rId1" Type="http://schemas.openxmlformats.org/officeDocument/2006/relationships/slideLayout" Target="../slideLayouts/slideLayout23.xml"/></Relationships>
</file>

<file path=ppt/slides/_rels/slide2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7.xml"/><Relationship Id="rId1" Type="http://schemas.openxmlformats.org/officeDocument/2006/relationships/slideLayout" Target="../slideLayouts/slideLayout23.xml"/><Relationship Id="rId5" Type="http://schemas.openxmlformats.org/officeDocument/2006/relationships/image" Target="../media/image16.png"/><Relationship Id="rId4" Type="http://schemas.openxmlformats.org/officeDocument/2006/relationships/image" Target="../media/image15.png"/></Relationships>
</file>

<file path=ppt/slides/_rels/slide2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8.xml"/><Relationship Id="rId1" Type="http://schemas.openxmlformats.org/officeDocument/2006/relationships/slideLayout" Target="../slideLayouts/slideLayout22.xml"/><Relationship Id="rId4" Type="http://schemas.openxmlformats.org/officeDocument/2006/relationships/image" Target="../media/image12.png"/></Relationships>
</file>

<file path=ppt/slides/_rels/slide2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9.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7.png"/></Relationships>
</file>

<file path=ppt/slides/_rels/slide30.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30.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1.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31.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0.png"/></Relationships>
</file>

<file path=ppt/slides/_rels/slide3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2.xml"/><Relationship Id="rId1" Type="http://schemas.openxmlformats.org/officeDocument/2006/relationships/slideLayout" Target="../slideLayouts/slideLayout23.xml"/><Relationship Id="rId4" Type="http://schemas.openxmlformats.org/officeDocument/2006/relationships/image" Target="../media/image21.png"/></Relationships>
</file>

<file path=ppt/slides/_rels/slide3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33.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7.png"/></Relationships>
</file>

<file path=ppt/slides/_rels/slide3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4.xml"/><Relationship Id="rId1" Type="http://schemas.openxmlformats.org/officeDocument/2006/relationships/slideLayout" Target="../slideLayouts/slideLayout23.xml"/><Relationship Id="rId4" Type="http://schemas.openxmlformats.org/officeDocument/2006/relationships/image" Target="../media/image23.png"/></Relationships>
</file>

<file path=ppt/slides/_rels/slide3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5.xml"/><Relationship Id="rId1" Type="http://schemas.openxmlformats.org/officeDocument/2006/relationships/slideLayout" Target="../slideLayouts/slideLayout23.xml"/><Relationship Id="rId6" Type="http://schemas.openxmlformats.org/officeDocument/2006/relationships/image" Target="../media/image12.png"/><Relationship Id="rId5" Type="http://schemas.openxmlformats.org/officeDocument/2006/relationships/image" Target="../media/image17.png"/><Relationship Id="rId4" Type="http://schemas.openxmlformats.org/officeDocument/2006/relationships/image" Target="../media/image25.png"/></Relationships>
</file>

<file path=ppt/slides/_rels/slide3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6.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7.png"/></Relationships>
</file>

<file path=ppt/slides/_rels/slide3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37.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8.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38.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0.png"/></Relationships>
</file>

<file path=ppt/slides/_rels/slide39.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39.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4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40.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2.png"/></Relationships>
</file>

<file path=ppt/slides/_rels/slide4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41.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3.png"/></Relationships>
</file>

<file path=ppt/slides/_rels/slide4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42.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4.png"/></Relationships>
</file>

<file path=ppt/slides/_rels/slide4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43.xml"/><Relationship Id="rId1" Type="http://schemas.openxmlformats.org/officeDocument/2006/relationships/slideLayout" Target="../slideLayouts/slideLayout23.xml"/></Relationships>
</file>

<file path=ppt/slides/_rels/slide4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44.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45.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45.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7.png"/></Relationships>
</file>

<file path=ppt/slides/_rels/slide46.xml.rels><?xml version="1.0" encoding="UTF-8" standalone="yes"?>
<Relationships xmlns="http://schemas.openxmlformats.org/package/2006/relationships"><Relationship Id="rId8" Type="http://schemas.openxmlformats.org/officeDocument/2006/relationships/image" Target="../media/image41.png"/><Relationship Id="rId3" Type="http://schemas.openxmlformats.org/officeDocument/2006/relationships/image" Target="../media/image37.png"/><Relationship Id="rId7" Type="http://schemas.openxmlformats.org/officeDocument/2006/relationships/image" Target="../media/image40.png"/><Relationship Id="rId2" Type="http://schemas.openxmlformats.org/officeDocument/2006/relationships/notesSlide" Target="../notesSlides/notesSlide46.xml"/><Relationship Id="rId1" Type="http://schemas.openxmlformats.org/officeDocument/2006/relationships/slideLayout" Target="../slideLayouts/slideLayout23.xml"/><Relationship Id="rId6" Type="http://schemas.openxmlformats.org/officeDocument/2006/relationships/image" Target="../media/image39.png"/><Relationship Id="rId5" Type="http://schemas.openxmlformats.org/officeDocument/2006/relationships/image" Target="../media/image38.png"/><Relationship Id="rId4" Type="http://schemas.openxmlformats.org/officeDocument/2006/relationships/image" Target="../media/image12.png"/></Relationships>
</file>

<file path=ppt/slides/_rels/slide4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47.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42.png"/></Relationships>
</file>

<file path=ppt/slides/_rels/slide4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48.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43.png"/></Relationships>
</file>

<file path=ppt/slides/_rels/slide4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49.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44.png"/></Relationships>
</file>

<file path=ppt/slides/_rels/slide50.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50.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46.png"/></Relationships>
</file>

<file path=ppt/slides/_rels/slide51.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51.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5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52.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48.png"/></Relationships>
</file>

<file path=ppt/slides/_rels/slide5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53.xml"/><Relationship Id="rId1" Type="http://schemas.openxmlformats.org/officeDocument/2006/relationships/slideLayout" Target="../slideLayouts/slideLayout23.xml"/><Relationship Id="rId6" Type="http://schemas.openxmlformats.org/officeDocument/2006/relationships/image" Target="../media/image12.png"/><Relationship Id="rId5" Type="http://schemas.openxmlformats.org/officeDocument/2006/relationships/image" Target="../media/image50.png"/><Relationship Id="rId4" Type="http://schemas.openxmlformats.org/officeDocument/2006/relationships/image" Target="../media/image49.png"/></Relationships>
</file>

<file path=ppt/slides/_rels/slide54.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54.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55.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55.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5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56.xml"/><Relationship Id="rId1" Type="http://schemas.openxmlformats.org/officeDocument/2006/relationships/slideLayout" Target="../slideLayouts/slideLayout23.xml"/><Relationship Id="rId5" Type="http://schemas.openxmlformats.org/officeDocument/2006/relationships/image" Target="../media/image53.png"/><Relationship Id="rId4" Type="http://schemas.openxmlformats.org/officeDocument/2006/relationships/image" Target="../media/image12.png"/></Relationships>
</file>

<file path=ppt/slides/_rels/slide57.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57.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5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58.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55.png"/></Relationships>
</file>

<file path=ppt/slides/_rels/slide5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59.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56.png"/></Relationships>
</file>

<file path=ppt/slides/_rels/slide60.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60.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6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61.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58.png"/></Relationships>
</file>

<file path=ppt/slides/_rels/slide62.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62.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63.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63.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64.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64.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62.png"/></Relationships>
</file>

<file path=ppt/slides/_rels/slide65.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65.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7.png"/></Relationships>
</file>

<file path=ppt/slides/_rels/slide66.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66.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65.png"/></Relationships>
</file>

<file path=ppt/slides/_rels/slide6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67.xml"/><Relationship Id="rId1" Type="http://schemas.openxmlformats.org/officeDocument/2006/relationships/slideLayout" Target="../slideLayouts/slideLayout23.xml"/></Relationships>
</file>

<file path=ppt/slides/_rels/slide68.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68.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6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69.xml"/><Relationship Id="rId1" Type="http://schemas.openxmlformats.org/officeDocument/2006/relationships/slideLayout" Target="../slideLayouts/slideLayout23.xml"/></Relationships>
</file>

<file path=ppt/slides/_rels/slide7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70.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67.png"/></Relationships>
</file>

<file path=ppt/slides/_rels/slide7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71.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68.png"/></Relationships>
</file>

<file path=ppt/slides/_rels/slide7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72.xml"/><Relationship Id="rId1" Type="http://schemas.openxmlformats.org/officeDocument/2006/relationships/slideLayout" Target="../slideLayouts/slideLayout23.xml"/><Relationship Id="rId5" Type="http://schemas.openxmlformats.org/officeDocument/2006/relationships/image" Target="../media/image69.png"/><Relationship Id="rId4" Type="http://schemas.openxmlformats.org/officeDocument/2006/relationships/image" Target="../media/image12.png"/></Relationships>
</file>

<file path=ppt/slides/_rels/slide7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73.xml"/><Relationship Id="rId1" Type="http://schemas.openxmlformats.org/officeDocument/2006/relationships/slideLayout" Target="../slideLayouts/slideLayout23.xml"/><Relationship Id="rId5" Type="http://schemas.openxmlformats.org/officeDocument/2006/relationships/image" Target="../media/image70.png"/><Relationship Id="rId4" Type="http://schemas.openxmlformats.org/officeDocument/2006/relationships/image" Target="../media/image12.png"/></Relationships>
</file>

<file path=ppt/slides/_rels/slide7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74.xml"/><Relationship Id="rId1" Type="http://schemas.openxmlformats.org/officeDocument/2006/relationships/slideLayout" Target="../slideLayouts/slideLayout22.xml"/><Relationship Id="rId4" Type="http://schemas.openxmlformats.org/officeDocument/2006/relationships/image" Target="../media/image12.png"/></Relationships>
</file>

<file path=ppt/slides/_rels/slide7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75.xml"/><Relationship Id="rId1" Type="http://schemas.openxmlformats.org/officeDocument/2006/relationships/slideLayout" Target="../slideLayouts/slideLayout23.xml"/></Relationships>
</file>

<file path=ppt/slides/_rels/slide76.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notesSlide" Target="../notesSlides/notesSlide76.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7.png"/></Relationships>
</file>

<file path=ppt/slides/_rels/slide7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77.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72.png"/></Relationships>
</file>

<file path=ppt/slides/_rels/slide78.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78.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79.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notesSlide" Target="../notesSlides/notesSlide79.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7.png"/></Relationships>
</file>

<file path=ppt/slides/_rels/slide8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80.xml"/><Relationship Id="rId1" Type="http://schemas.openxmlformats.org/officeDocument/2006/relationships/slideLayout" Target="../slideLayouts/slideLayout23.xml"/><Relationship Id="rId5" Type="http://schemas.openxmlformats.org/officeDocument/2006/relationships/image" Target="../media/image75.png"/><Relationship Id="rId4" Type="http://schemas.openxmlformats.org/officeDocument/2006/relationships/image" Target="../media/image12.png"/></Relationships>
</file>

<file path=ppt/slides/_rels/slide81.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81.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82.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82.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78.png"/></Relationships>
</file>

<file path=ppt/slides/_rels/slide83.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83.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84.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84.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8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85.xml"/><Relationship Id="rId1" Type="http://schemas.openxmlformats.org/officeDocument/2006/relationships/slideLayout" Target="../slideLayouts/slideLayout23.xml"/></Relationships>
</file>

<file path=ppt/slides/_rels/slide8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86.xml"/><Relationship Id="rId1" Type="http://schemas.openxmlformats.org/officeDocument/2006/relationships/slideLayout" Target="../slideLayouts/slideLayout23.xml"/></Relationships>
</file>

<file path=ppt/slides/_rels/slide8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87.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81.png"/></Relationships>
</file>

<file path=ppt/slides/_rels/slide8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88.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82.png"/></Relationships>
</file>

<file path=ppt/slides/_rels/slide8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89.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83.png"/></Relationships>
</file>

<file path=ppt/slides/_rels/slide9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90.xml"/><Relationship Id="rId1" Type="http://schemas.openxmlformats.org/officeDocument/2006/relationships/slideLayout" Target="../slideLayouts/slideLayout23.xml"/><Relationship Id="rId6" Type="http://schemas.openxmlformats.org/officeDocument/2006/relationships/image" Target="../media/image12.png"/><Relationship Id="rId5" Type="http://schemas.openxmlformats.org/officeDocument/2006/relationships/image" Target="../media/image85.png"/><Relationship Id="rId4" Type="http://schemas.openxmlformats.org/officeDocument/2006/relationships/image" Target="../media/image84.png"/></Relationships>
</file>

<file path=ppt/slides/_rels/slide91.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notesSlide" Target="../notesSlides/notesSlide91.xml"/><Relationship Id="rId1" Type="http://schemas.openxmlformats.org/officeDocument/2006/relationships/slideLayout" Target="../slideLayouts/slideLayout23.xml"/><Relationship Id="rId6" Type="http://schemas.openxmlformats.org/officeDocument/2006/relationships/image" Target="../media/image12.png"/><Relationship Id="rId5" Type="http://schemas.openxmlformats.org/officeDocument/2006/relationships/image" Target="../media/image84.png"/><Relationship Id="rId4" Type="http://schemas.openxmlformats.org/officeDocument/2006/relationships/image" Target="../media/image17.png"/></Relationships>
</file>

<file path=ppt/slides/_rels/slide9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92.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87.png"/></Relationships>
</file>

<file path=ppt/slides/_rels/slide9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93.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88.png"/></Relationships>
</file>

<file path=ppt/slides/_rels/slide9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94.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89.png"/></Relationships>
</file>

<file path=ppt/slides/_rels/slide9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95.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90.png"/></Relationships>
</file>

<file path=ppt/slides/_rels/slide9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96.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91.png"/></Relationships>
</file>

<file path=ppt/slides/_rels/slide97.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notesSlide" Target="../notesSlides/notesSlide97.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9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98.xml"/><Relationship Id="rId1" Type="http://schemas.openxmlformats.org/officeDocument/2006/relationships/slideLayout" Target="../slideLayouts/slideLayout23.xml"/><Relationship Id="rId6" Type="http://schemas.openxmlformats.org/officeDocument/2006/relationships/image" Target="../media/image12.png"/><Relationship Id="rId5" Type="http://schemas.openxmlformats.org/officeDocument/2006/relationships/image" Target="../media/image94.png"/><Relationship Id="rId4" Type="http://schemas.openxmlformats.org/officeDocument/2006/relationships/image" Target="../media/image93.png"/></Relationships>
</file>

<file path=ppt/slides/_rels/slide99.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notesSlide" Target="../notesSlides/notesSlide99.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00.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notesSlide" Target="../notesSlides/notesSlide100.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0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01.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97.png"/></Relationships>
</file>

<file path=ppt/slides/_rels/slide10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02.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98.png"/></Relationships>
</file>

<file path=ppt/slides/_rels/slide103.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103.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04.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notesSlide" Target="../notesSlides/notesSlide104.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0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05.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01.png"/></Relationships>
</file>

<file path=ppt/slides/_rels/slide10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06.xml"/><Relationship Id="rId1" Type="http://schemas.openxmlformats.org/officeDocument/2006/relationships/slideLayout" Target="../slideLayouts/slideLayout23.xml"/></Relationships>
</file>

<file path=ppt/slides/_rels/slide107.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notesSlide" Target="../notesSlides/notesSlide107.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08.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notesSlide" Target="../notesSlides/notesSlide108.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09.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109.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10.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110.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06.png"/></Relationships>
</file>

<file path=ppt/slides/_rels/slide111.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notesSlide" Target="../notesSlides/notesSlide111.xml"/><Relationship Id="rId1" Type="http://schemas.openxmlformats.org/officeDocument/2006/relationships/slideLayout" Target="../slideLayouts/slideLayout23.xml"/></Relationships>
</file>

<file path=ppt/slides/_rels/slide112.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notesSlide" Target="../notesSlides/notesSlide112.xml"/><Relationship Id="rId1" Type="http://schemas.openxmlformats.org/officeDocument/2006/relationships/slideLayout" Target="../slideLayouts/slideLayout23.xml"/></Relationships>
</file>

<file path=ppt/slides/_rels/slide11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13.xml"/><Relationship Id="rId1" Type="http://schemas.openxmlformats.org/officeDocument/2006/relationships/slideLayout" Target="../slideLayouts/slideLayout22.xml"/><Relationship Id="rId4" Type="http://schemas.openxmlformats.org/officeDocument/2006/relationships/image" Target="../media/image12.png"/></Relationships>
</file>

<file path=ppt/slides/_rels/slide11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14.xml"/><Relationship Id="rId1" Type="http://schemas.openxmlformats.org/officeDocument/2006/relationships/slideLayout" Target="../slideLayouts/slideLayout32.xml"/></Relationships>
</file>

<file path=ppt/slides/_rels/slide115.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115.xml"/><Relationship Id="rId1" Type="http://schemas.openxmlformats.org/officeDocument/2006/relationships/slideLayout" Target="../slideLayouts/slideLayout32.xml"/><Relationship Id="rId4" Type="http://schemas.openxmlformats.org/officeDocument/2006/relationships/image" Target="../media/image12.png"/></Relationships>
</file>

<file path=ppt/slides/_rels/slide11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16.xml"/><Relationship Id="rId1" Type="http://schemas.openxmlformats.org/officeDocument/2006/relationships/slideLayout" Target="../slideLayouts/slideLayout32.xml"/><Relationship Id="rId5" Type="http://schemas.openxmlformats.org/officeDocument/2006/relationships/image" Target="../media/image12.png"/><Relationship Id="rId4" Type="http://schemas.openxmlformats.org/officeDocument/2006/relationships/image" Target="../media/image109.png"/></Relationships>
</file>

<file path=ppt/slides/_rels/slide117.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notesSlide" Target="../notesSlides/notesSlide117.xml"/><Relationship Id="rId1" Type="http://schemas.openxmlformats.org/officeDocument/2006/relationships/slideLayout" Target="../slideLayouts/slideLayout32.xml"/><Relationship Id="rId4" Type="http://schemas.openxmlformats.org/officeDocument/2006/relationships/image" Target="../media/image12.png"/></Relationships>
</file>

<file path=ppt/slides/_rels/slide118.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118.xml"/><Relationship Id="rId1" Type="http://schemas.openxmlformats.org/officeDocument/2006/relationships/slideLayout" Target="../slideLayouts/slideLayout32.xml"/><Relationship Id="rId4" Type="http://schemas.openxmlformats.org/officeDocument/2006/relationships/image" Target="../media/image12.png"/></Relationships>
</file>

<file path=ppt/slides/_rels/slide11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19.xml"/><Relationship Id="rId1" Type="http://schemas.openxmlformats.org/officeDocument/2006/relationships/slideLayout" Target="../slideLayouts/slideLayout32.xml"/><Relationship Id="rId5" Type="http://schemas.openxmlformats.org/officeDocument/2006/relationships/image" Target="../media/image12.png"/><Relationship Id="rId4" Type="http://schemas.openxmlformats.org/officeDocument/2006/relationships/image" Target="../media/image112.png"/></Relationships>
</file>

<file path=ppt/slides/_rels/slide120.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notesSlide" Target="../notesSlides/notesSlide120.xml"/><Relationship Id="rId1" Type="http://schemas.openxmlformats.org/officeDocument/2006/relationships/slideLayout" Target="../slideLayouts/slideLayout32.xml"/><Relationship Id="rId4" Type="http://schemas.openxmlformats.org/officeDocument/2006/relationships/image" Target="../media/image12.png"/></Relationships>
</file>

<file path=ppt/slides/_rels/slide121.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notesSlide" Target="../notesSlides/notesSlide121.xml"/><Relationship Id="rId1" Type="http://schemas.openxmlformats.org/officeDocument/2006/relationships/slideLayout" Target="../slideLayouts/slideLayout32.xml"/><Relationship Id="rId5" Type="http://schemas.openxmlformats.org/officeDocument/2006/relationships/image" Target="../media/image12.png"/><Relationship Id="rId4" Type="http://schemas.openxmlformats.org/officeDocument/2006/relationships/image" Target="../media/image115.png"/></Relationships>
</file>

<file path=ppt/slides/_rels/slide122.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notesSlide" Target="../notesSlides/notesSlide122.xml"/><Relationship Id="rId1" Type="http://schemas.openxmlformats.org/officeDocument/2006/relationships/slideLayout" Target="../slideLayouts/slideLayout32.xml"/><Relationship Id="rId5" Type="http://schemas.openxmlformats.org/officeDocument/2006/relationships/image" Target="../media/image12.png"/><Relationship Id="rId4" Type="http://schemas.openxmlformats.org/officeDocument/2006/relationships/image" Target="../media/image117.png"/></Relationships>
</file>

<file path=ppt/slides/_rels/slide12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23.xml"/><Relationship Id="rId1" Type="http://schemas.openxmlformats.org/officeDocument/2006/relationships/slideLayout" Target="../slideLayouts/slideLayout32.xml"/><Relationship Id="rId5" Type="http://schemas.openxmlformats.org/officeDocument/2006/relationships/image" Target="../media/image118.png"/><Relationship Id="rId4" Type="http://schemas.openxmlformats.org/officeDocument/2006/relationships/image" Target="../media/image12.png"/></Relationships>
</file>

<file path=ppt/slides/_rels/slide12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24.xml"/><Relationship Id="rId1" Type="http://schemas.openxmlformats.org/officeDocument/2006/relationships/slideLayout" Target="../slideLayouts/slideLayout32.xml"/><Relationship Id="rId5" Type="http://schemas.openxmlformats.org/officeDocument/2006/relationships/image" Target="../media/image12.png"/><Relationship Id="rId4" Type="http://schemas.openxmlformats.org/officeDocument/2006/relationships/image" Target="../media/image119.png"/></Relationships>
</file>

<file path=ppt/slides/_rels/slide125.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notesSlide" Target="../notesSlides/notesSlide125.xml"/><Relationship Id="rId1" Type="http://schemas.openxmlformats.org/officeDocument/2006/relationships/slideLayout" Target="../slideLayouts/slideLayout32.xml"/><Relationship Id="rId4" Type="http://schemas.openxmlformats.org/officeDocument/2006/relationships/image" Target="../media/image12.png"/></Relationships>
</file>

<file path=ppt/slides/_rels/slide126.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notesSlide" Target="../notesSlides/notesSlide126.xml"/><Relationship Id="rId1" Type="http://schemas.openxmlformats.org/officeDocument/2006/relationships/slideLayout" Target="../slideLayouts/slideLayout32.xml"/><Relationship Id="rId4" Type="http://schemas.openxmlformats.org/officeDocument/2006/relationships/image" Target="../media/image12.png"/></Relationships>
</file>

<file path=ppt/slides/_rels/slide127.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notesSlide" Target="../notesSlides/notesSlide127.xml"/><Relationship Id="rId1" Type="http://schemas.openxmlformats.org/officeDocument/2006/relationships/slideLayout" Target="../slideLayouts/slideLayout32.xml"/><Relationship Id="rId6" Type="http://schemas.openxmlformats.org/officeDocument/2006/relationships/image" Target="../media/image12.png"/><Relationship Id="rId5" Type="http://schemas.openxmlformats.org/officeDocument/2006/relationships/image" Target="../media/image123.png"/><Relationship Id="rId4" Type="http://schemas.openxmlformats.org/officeDocument/2006/relationships/image" Target="../media/image17.png"/></Relationships>
</file>

<file path=ppt/slides/_rels/slide128.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notesSlide" Target="../notesSlides/notesSlide128.xml"/><Relationship Id="rId1" Type="http://schemas.openxmlformats.org/officeDocument/2006/relationships/slideLayout" Target="../slideLayouts/slideLayout32.xml"/><Relationship Id="rId5" Type="http://schemas.openxmlformats.org/officeDocument/2006/relationships/image" Target="../media/image12.png"/><Relationship Id="rId4" Type="http://schemas.openxmlformats.org/officeDocument/2006/relationships/image" Target="../media/image125.png"/></Relationships>
</file>

<file path=ppt/slides/_rels/slide129.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129.xml"/><Relationship Id="rId1" Type="http://schemas.openxmlformats.org/officeDocument/2006/relationships/slideLayout" Target="../slideLayouts/slideLayout32.xml"/><Relationship Id="rId5" Type="http://schemas.openxmlformats.org/officeDocument/2006/relationships/image" Target="../media/image12.png"/><Relationship Id="rId4" Type="http://schemas.openxmlformats.org/officeDocument/2006/relationships/image" Target="../media/image127.png"/></Relationships>
</file>

<file path=ppt/slides/_rels/slide13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30.xml"/><Relationship Id="rId1" Type="http://schemas.openxmlformats.org/officeDocument/2006/relationships/slideLayout" Target="../slideLayouts/slideLayout32.xml"/></Relationships>
</file>

<file path=ppt/slides/_rels/slide131.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notesSlide" Target="../notesSlides/notesSlide131.xml"/><Relationship Id="rId1" Type="http://schemas.openxmlformats.org/officeDocument/2006/relationships/slideLayout" Target="../slideLayouts/slideLayout32.xml"/><Relationship Id="rId6" Type="http://schemas.openxmlformats.org/officeDocument/2006/relationships/image" Target="../media/image12.png"/><Relationship Id="rId5" Type="http://schemas.openxmlformats.org/officeDocument/2006/relationships/image" Target="../media/image130.png"/><Relationship Id="rId4" Type="http://schemas.openxmlformats.org/officeDocument/2006/relationships/image" Target="../media/image129.png"/></Relationships>
</file>

<file path=ppt/slides/_rels/slide132.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notesSlide" Target="../notesSlides/notesSlide132.xml"/><Relationship Id="rId1" Type="http://schemas.openxmlformats.org/officeDocument/2006/relationships/slideLayout" Target="../slideLayouts/slideLayout32.xml"/><Relationship Id="rId4" Type="http://schemas.openxmlformats.org/officeDocument/2006/relationships/image" Target="../media/image12.png"/></Relationships>
</file>

<file path=ppt/slides/_rels/slide133.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notesSlide" Target="../notesSlides/notesSlide133.xml"/><Relationship Id="rId1" Type="http://schemas.openxmlformats.org/officeDocument/2006/relationships/slideLayout" Target="../slideLayouts/slideLayout32.xml"/><Relationship Id="rId5" Type="http://schemas.openxmlformats.org/officeDocument/2006/relationships/image" Target="../media/image12.png"/><Relationship Id="rId4" Type="http://schemas.openxmlformats.org/officeDocument/2006/relationships/image" Target="../media/image133.png"/></Relationships>
</file>

<file path=ppt/slides/_rels/slide13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34.xml"/><Relationship Id="rId1" Type="http://schemas.openxmlformats.org/officeDocument/2006/relationships/slideLayout" Target="../slideLayouts/slideLayout32.xml"/><Relationship Id="rId5" Type="http://schemas.openxmlformats.org/officeDocument/2006/relationships/image" Target="../media/image135.png"/><Relationship Id="rId4" Type="http://schemas.openxmlformats.org/officeDocument/2006/relationships/image" Target="../media/image134.png"/></Relationships>
</file>

<file path=ppt/slides/_rels/slide135.xml.rels><?xml version="1.0" encoding="UTF-8" standalone="yes"?>
<Relationships xmlns="http://schemas.openxmlformats.org/package/2006/relationships"><Relationship Id="rId3" Type="http://schemas.openxmlformats.org/officeDocument/2006/relationships/image" Target="../media/image136.png"/><Relationship Id="rId2" Type="http://schemas.openxmlformats.org/officeDocument/2006/relationships/notesSlide" Target="../notesSlides/notesSlide135.xml"/><Relationship Id="rId1" Type="http://schemas.openxmlformats.org/officeDocument/2006/relationships/slideLayout" Target="../slideLayouts/slideLayout32.xml"/><Relationship Id="rId5" Type="http://schemas.openxmlformats.org/officeDocument/2006/relationships/image" Target="../media/image12.png"/><Relationship Id="rId4" Type="http://schemas.openxmlformats.org/officeDocument/2006/relationships/image" Target="../media/image137.png"/></Relationships>
</file>

<file path=ppt/slides/_rels/slide13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36.xml"/><Relationship Id="rId1" Type="http://schemas.openxmlformats.org/officeDocument/2006/relationships/slideLayout" Target="../slideLayouts/slideLayout22.xml"/><Relationship Id="rId4" Type="http://schemas.openxmlformats.org/officeDocument/2006/relationships/image" Target="../media/image12.png"/></Relationships>
</file>

<file path=ppt/slides/_rels/slide137.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notesSlide" Target="../notesSlides/notesSlide137.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38.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notesSlide" Target="../notesSlides/notesSlide138.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39.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notesSlide" Target="../notesSlides/notesSlide139.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40.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notesSlide" Target="../notesSlides/notesSlide140.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41.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notesSlide" Target="../notesSlides/notesSlide141.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4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42.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43.png"/></Relationships>
</file>

<file path=ppt/slides/_rels/slide14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43.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44.png"/></Relationships>
</file>

<file path=ppt/slides/_rels/slide144.xml.rels><?xml version="1.0" encoding="UTF-8" standalone="yes"?>
<Relationships xmlns="http://schemas.openxmlformats.org/package/2006/relationships"><Relationship Id="rId3" Type="http://schemas.openxmlformats.org/officeDocument/2006/relationships/image" Target="../media/image145.png"/><Relationship Id="rId2" Type="http://schemas.openxmlformats.org/officeDocument/2006/relationships/notesSlide" Target="../notesSlides/notesSlide144.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45.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145.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46.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notesSlide" Target="../notesSlides/notesSlide146.xml"/><Relationship Id="rId1" Type="http://schemas.openxmlformats.org/officeDocument/2006/relationships/slideLayout" Target="../slideLayouts/slideLayout23.xml"/></Relationships>
</file>

<file path=ppt/slides/_rels/slide14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47.xml"/><Relationship Id="rId1" Type="http://schemas.openxmlformats.org/officeDocument/2006/relationships/slideLayout" Target="../slideLayouts/slideLayout22.xml"/><Relationship Id="rId4" Type="http://schemas.openxmlformats.org/officeDocument/2006/relationships/image" Target="../media/image13.png"/></Relationships>
</file>

<file path=ppt/slides/_rels/slide14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48.xml"/><Relationship Id="rId1" Type="http://schemas.openxmlformats.org/officeDocument/2006/relationships/slideLayout" Target="../slideLayouts/slideLayout23.xml"/></Relationships>
</file>

<file path=ppt/slides/_rels/slide14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49.xml"/><Relationship Id="rId1" Type="http://schemas.openxmlformats.org/officeDocument/2006/relationships/slideLayout" Target="../slideLayouts/slideLayout23.xml"/></Relationships>
</file>

<file path=ppt/slides/_rels/slide15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50.xml"/><Relationship Id="rId1" Type="http://schemas.openxmlformats.org/officeDocument/2006/relationships/slideLayout" Target="../slideLayouts/slideLayout22.xml"/><Relationship Id="rId4" Type="http://schemas.openxmlformats.org/officeDocument/2006/relationships/image" Target="../media/image13.png"/></Relationships>
</file>

<file path=ppt/slides/_rels/slide15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51.xml"/><Relationship Id="rId1" Type="http://schemas.openxmlformats.org/officeDocument/2006/relationships/slideLayout" Target="../slideLayouts/slideLayout23.xml"/></Relationships>
</file>

<file path=ppt/slides/_rels/slide15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52.xml"/><Relationship Id="rId1" Type="http://schemas.openxmlformats.org/officeDocument/2006/relationships/slideLayout" Target="../slideLayouts/slideLayout23.xml"/></Relationships>
</file>

<file path=ppt/slides/_rels/slide15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53.xml"/><Relationship Id="rId1" Type="http://schemas.openxmlformats.org/officeDocument/2006/relationships/slideLayout" Target="../slideLayouts/slideLayout23.xml"/></Relationships>
</file>

<file path=ppt/slides/_rels/slide15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54.xml"/><Relationship Id="rId1" Type="http://schemas.openxmlformats.org/officeDocument/2006/relationships/slideLayout" Target="../slideLayouts/slideLayout23.xml"/></Relationships>
</file>

<file path=ppt/slides/_rels/slide155.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notesSlide" Target="../notesSlides/notesSlide155.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48.png"/></Relationships>
</file>

<file path=ppt/slides/_rels/slide156.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notesSlide" Target="../notesSlides/notesSlide156.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50.png"/></Relationships>
</file>

<file path=ppt/slides/_rels/slide15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57.xml"/><Relationship Id="rId1" Type="http://schemas.openxmlformats.org/officeDocument/2006/relationships/slideLayout" Target="../slideLayouts/slideLayout23.xml"/><Relationship Id="rId5" Type="http://schemas.openxmlformats.org/officeDocument/2006/relationships/image" Target="../media/image151.png"/><Relationship Id="rId4" Type="http://schemas.openxmlformats.org/officeDocument/2006/relationships/image" Target="../media/image17.png"/></Relationships>
</file>

<file path=ppt/slides/_rels/slide158.xml.rels><?xml version="1.0" encoding="UTF-8" standalone="yes"?>
<Relationships xmlns="http://schemas.openxmlformats.org/package/2006/relationships"><Relationship Id="rId3" Type="http://schemas.openxmlformats.org/officeDocument/2006/relationships/image" Target="../media/image152.png"/><Relationship Id="rId2" Type="http://schemas.openxmlformats.org/officeDocument/2006/relationships/notesSlide" Target="../notesSlides/notesSlide158.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59.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159.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60.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160.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55.png"/></Relationships>
</file>

<file path=ppt/slides/_rels/slide16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61.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56.png"/></Relationships>
</file>

<file path=ppt/slides/_rels/slide16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62.xml"/><Relationship Id="rId1" Type="http://schemas.openxmlformats.org/officeDocument/2006/relationships/slideLayout" Target="../slideLayouts/slideLayout23.xml"/></Relationships>
</file>

<file path=ppt/slides/_rels/slide163.xml.rels><?xml version="1.0" encoding="UTF-8" standalone="yes"?>
<Relationships xmlns="http://schemas.openxmlformats.org/package/2006/relationships"><Relationship Id="rId3" Type="http://schemas.openxmlformats.org/officeDocument/2006/relationships/image" Target="../media/image157.png"/><Relationship Id="rId2" Type="http://schemas.openxmlformats.org/officeDocument/2006/relationships/notesSlide" Target="../notesSlides/notesSlide163.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64.xml.rels><?xml version="1.0" encoding="UTF-8" standalone="yes"?>
<Relationships xmlns="http://schemas.openxmlformats.org/package/2006/relationships"><Relationship Id="rId3" Type="http://schemas.openxmlformats.org/officeDocument/2006/relationships/image" Target="../media/image157.png"/><Relationship Id="rId2" Type="http://schemas.openxmlformats.org/officeDocument/2006/relationships/notesSlide" Target="../notesSlides/notesSlide164.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65.xml.rels><?xml version="1.0" encoding="UTF-8" standalone="yes"?>
<Relationships xmlns="http://schemas.openxmlformats.org/package/2006/relationships"><Relationship Id="rId3" Type="http://schemas.openxmlformats.org/officeDocument/2006/relationships/image" Target="../media/image158.png"/><Relationship Id="rId2" Type="http://schemas.openxmlformats.org/officeDocument/2006/relationships/notesSlide" Target="../notesSlides/notesSlide165.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6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66.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59.png"/></Relationships>
</file>

<file path=ppt/slides/_rels/slide16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67.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60.png"/></Relationships>
</file>

<file path=ppt/slides/_rels/slide16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68.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61.png"/></Relationships>
</file>

<file path=ppt/slides/_rels/slide16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69.xml"/><Relationship Id="rId1" Type="http://schemas.openxmlformats.org/officeDocument/2006/relationships/slideLayout" Target="../slideLayouts/slideLayout23.xml"/><Relationship Id="rId5" Type="http://schemas.openxmlformats.org/officeDocument/2006/relationships/image" Target="../media/image162.png"/><Relationship Id="rId4" Type="http://schemas.openxmlformats.org/officeDocument/2006/relationships/image" Target="../media/image12.png"/></Relationships>
</file>

<file path=ppt/slides/_rels/slide17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70.xml"/><Relationship Id="rId1" Type="http://schemas.openxmlformats.org/officeDocument/2006/relationships/slideLayout" Target="../slideLayouts/slideLayout23.xml"/><Relationship Id="rId6" Type="http://schemas.openxmlformats.org/officeDocument/2006/relationships/image" Target="../media/image12.png"/><Relationship Id="rId5" Type="http://schemas.openxmlformats.org/officeDocument/2006/relationships/image" Target="../media/image164.png"/><Relationship Id="rId4" Type="http://schemas.openxmlformats.org/officeDocument/2006/relationships/image" Target="../media/image163.png"/></Relationships>
</file>

<file path=ppt/slides/_rels/slide171.xml.rels><?xml version="1.0" encoding="UTF-8" standalone="yes"?>
<Relationships xmlns="http://schemas.openxmlformats.org/package/2006/relationships"><Relationship Id="rId3" Type="http://schemas.openxmlformats.org/officeDocument/2006/relationships/image" Target="../media/image165.png"/><Relationship Id="rId2" Type="http://schemas.openxmlformats.org/officeDocument/2006/relationships/notesSlide" Target="../notesSlides/notesSlide171.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72.xml.rels><?xml version="1.0" encoding="UTF-8" standalone="yes"?>
<Relationships xmlns="http://schemas.openxmlformats.org/package/2006/relationships"><Relationship Id="rId3" Type="http://schemas.openxmlformats.org/officeDocument/2006/relationships/image" Target="../media/image166.png"/><Relationship Id="rId2" Type="http://schemas.openxmlformats.org/officeDocument/2006/relationships/notesSlide" Target="../notesSlides/notesSlide172.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7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73.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67.png"/></Relationships>
</file>

<file path=ppt/slides/_rels/slide174.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notesSlide" Target="../notesSlides/notesSlide174.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7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75.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69.png"/></Relationships>
</file>

<file path=ppt/slides/_rels/slide176.xml.rels><?xml version="1.0" encoding="UTF-8" standalone="yes"?>
<Relationships xmlns="http://schemas.openxmlformats.org/package/2006/relationships"><Relationship Id="rId3" Type="http://schemas.openxmlformats.org/officeDocument/2006/relationships/image" Target="../media/image170.png"/><Relationship Id="rId2" Type="http://schemas.openxmlformats.org/officeDocument/2006/relationships/notesSlide" Target="../notesSlides/notesSlide176.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77.xml.rels><?xml version="1.0" encoding="UTF-8" standalone="yes"?>
<Relationships xmlns="http://schemas.openxmlformats.org/package/2006/relationships"><Relationship Id="rId3" Type="http://schemas.openxmlformats.org/officeDocument/2006/relationships/image" Target="../media/image171.png"/><Relationship Id="rId2" Type="http://schemas.openxmlformats.org/officeDocument/2006/relationships/notesSlide" Target="../notesSlides/notesSlide177.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7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78.xml"/><Relationship Id="rId1" Type="http://schemas.openxmlformats.org/officeDocument/2006/relationships/slideLayout" Target="../slideLayouts/slideLayout23.xml"/><Relationship Id="rId4" Type="http://schemas.openxmlformats.org/officeDocument/2006/relationships/image" Target="../media/image172.png"/></Relationships>
</file>

<file path=ppt/slides/_rels/slide179.xml.rels><?xml version="1.0" encoding="UTF-8" standalone="yes"?>
<Relationships xmlns="http://schemas.openxmlformats.org/package/2006/relationships"><Relationship Id="rId3" Type="http://schemas.openxmlformats.org/officeDocument/2006/relationships/image" Target="../media/image173.png"/><Relationship Id="rId2" Type="http://schemas.openxmlformats.org/officeDocument/2006/relationships/notesSlide" Target="../notesSlides/notesSlide179.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8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80.xml"/><Relationship Id="rId1" Type="http://schemas.openxmlformats.org/officeDocument/2006/relationships/slideLayout" Target="../slideLayouts/slideLayout23.xml"/><Relationship Id="rId4" Type="http://schemas.openxmlformats.org/officeDocument/2006/relationships/image" Target="../media/image174.png"/></Relationships>
</file>

<file path=ppt/slides/_rels/slide181.xml.rels><?xml version="1.0" encoding="UTF-8" standalone="yes"?>
<Relationships xmlns="http://schemas.openxmlformats.org/package/2006/relationships"><Relationship Id="rId3" Type="http://schemas.openxmlformats.org/officeDocument/2006/relationships/image" Target="../media/image175.png"/><Relationship Id="rId2" Type="http://schemas.openxmlformats.org/officeDocument/2006/relationships/notesSlide" Target="../notesSlides/notesSlide181.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82.xml.rels><?xml version="1.0" encoding="UTF-8" standalone="yes"?>
<Relationships xmlns="http://schemas.openxmlformats.org/package/2006/relationships"><Relationship Id="rId3" Type="http://schemas.openxmlformats.org/officeDocument/2006/relationships/image" Target="../media/image176.png"/><Relationship Id="rId2" Type="http://schemas.openxmlformats.org/officeDocument/2006/relationships/notesSlide" Target="../notesSlides/notesSlide182.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8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83.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77.png"/></Relationships>
</file>

<file path=ppt/slides/_rels/slide184.xml.rels><?xml version="1.0" encoding="UTF-8" standalone="yes"?>
<Relationships xmlns="http://schemas.openxmlformats.org/package/2006/relationships"><Relationship Id="rId3" Type="http://schemas.openxmlformats.org/officeDocument/2006/relationships/image" Target="../media/image178.png"/><Relationship Id="rId2" Type="http://schemas.openxmlformats.org/officeDocument/2006/relationships/notesSlide" Target="../notesSlides/notesSlide184.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85.xml.rels><?xml version="1.0" encoding="UTF-8" standalone="yes"?>
<Relationships xmlns="http://schemas.openxmlformats.org/package/2006/relationships"><Relationship Id="rId3" Type="http://schemas.openxmlformats.org/officeDocument/2006/relationships/image" Target="../media/image179.png"/><Relationship Id="rId2" Type="http://schemas.openxmlformats.org/officeDocument/2006/relationships/notesSlide" Target="../notesSlides/notesSlide185.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86.xml.rels><?xml version="1.0" encoding="UTF-8" standalone="yes"?>
<Relationships xmlns="http://schemas.openxmlformats.org/package/2006/relationships"><Relationship Id="rId3" Type="http://schemas.openxmlformats.org/officeDocument/2006/relationships/image" Target="../media/image180.png"/><Relationship Id="rId2" Type="http://schemas.openxmlformats.org/officeDocument/2006/relationships/notesSlide" Target="../notesSlides/notesSlide186.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87.xml.rels><?xml version="1.0" encoding="UTF-8" standalone="yes"?>
<Relationships xmlns="http://schemas.openxmlformats.org/package/2006/relationships"><Relationship Id="rId3" Type="http://schemas.openxmlformats.org/officeDocument/2006/relationships/image" Target="../media/image181.png"/><Relationship Id="rId2" Type="http://schemas.openxmlformats.org/officeDocument/2006/relationships/notesSlide" Target="../notesSlides/notesSlide187.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88.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notesSlide" Target="../notesSlides/notesSlide188.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8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89.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83.png"/></Relationships>
</file>

<file path=ppt/slides/_rels/slide19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90.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84.png"/></Relationships>
</file>

<file path=ppt/slides/_rels/slide19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91.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85.png"/></Relationships>
</file>

<file path=ppt/slides/_rels/slide19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92.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86.png"/></Relationships>
</file>

<file path=ppt/slides/_rels/slide19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93.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87.png"/></Relationships>
</file>

<file path=ppt/slides/_rels/slide194.xml.rels><?xml version="1.0" encoding="UTF-8" standalone="yes"?>
<Relationships xmlns="http://schemas.openxmlformats.org/package/2006/relationships"><Relationship Id="rId3" Type="http://schemas.openxmlformats.org/officeDocument/2006/relationships/image" Target="../media/image188.png"/><Relationship Id="rId2" Type="http://schemas.openxmlformats.org/officeDocument/2006/relationships/notesSlide" Target="../notesSlides/notesSlide194.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95.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notesSlide" Target="../notesSlides/notesSlide195.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9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96.xml"/><Relationship Id="rId1" Type="http://schemas.openxmlformats.org/officeDocument/2006/relationships/slideLayout" Target="../slideLayouts/slideLayout23.xml"/></Relationships>
</file>

<file path=ppt/slides/_rels/slide197.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notesSlide" Target="../notesSlides/notesSlide197.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98.xml.rels><?xml version="1.0" encoding="UTF-8" standalone="yes"?>
<Relationships xmlns="http://schemas.openxmlformats.org/package/2006/relationships"><Relationship Id="rId3" Type="http://schemas.openxmlformats.org/officeDocument/2006/relationships/image" Target="../media/image191.png"/><Relationship Id="rId2" Type="http://schemas.openxmlformats.org/officeDocument/2006/relationships/notesSlide" Target="../notesSlides/notesSlide198.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199.xml.rels><?xml version="1.0" encoding="UTF-8" standalone="yes"?>
<Relationships xmlns="http://schemas.openxmlformats.org/package/2006/relationships"><Relationship Id="rId3" Type="http://schemas.openxmlformats.org/officeDocument/2006/relationships/image" Target="../media/image192.png"/><Relationship Id="rId2" Type="http://schemas.openxmlformats.org/officeDocument/2006/relationships/notesSlide" Target="../notesSlides/notesSlide199.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00.xml.rels><?xml version="1.0" encoding="UTF-8" standalone="yes"?>
<Relationships xmlns="http://schemas.openxmlformats.org/package/2006/relationships"><Relationship Id="rId3" Type="http://schemas.openxmlformats.org/officeDocument/2006/relationships/image" Target="../media/image193.png"/><Relationship Id="rId2" Type="http://schemas.openxmlformats.org/officeDocument/2006/relationships/notesSlide" Target="../notesSlides/notesSlide200.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01.xml.rels><?xml version="1.0" encoding="UTF-8" standalone="yes"?>
<Relationships xmlns="http://schemas.openxmlformats.org/package/2006/relationships"><Relationship Id="rId3" Type="http://schemas.openxmlformats.org/officeDocument/2006/relationships/image" Target="../media/image194.png"/><Relationship Id="rId2" Type="http://schemas.openxmlformats.org/officeDocument/2006/relationships/notesSlide" Target="../notesSlides/notesSlide201.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0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02.xml"/><Relationship Id="rId1" Type="http://schemas.openxmlformats.org/officeDocument/2006/relationships/slideLayout" Target="../slideLayouts/slideLayout23.xml"/></Relationships>
</file>

<file path=ppt/slides/_rels/slide20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03.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95.png"/></Relationships>
</file>

<file path=ppt/slides/_rels/slide204.xml.rels><?xml version="1.0" encoding="UTF-8" standalone="yes"?>
<Relationships xmlns="http://schemas.openxmlformats.org/package/2006/relationships"><Relationship Id="rId3" Type="http://schemas.openxmlformats.org/officeDocument/2006/relationships/image" Target="../media/image196.png"/><Relationship Id="rId2" Type="http://schemas.openxmlformats.org/officeDocument/2006/relationships/notesSlide" Target="../notesSlides/notesSlide204.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05.xml.rels><?xml version="1.0" encoding="UTF-8" standalone="yes"?>
<Relationships xmlns="http://schemas.openxmlformats.org/package/2006/relationships"><Relationship Id="rId3" Type="http://schemas.openxmlformats.org/officeDocument/2006/relationships/image" Target="../media/image197.png"/><Relationship Id="rId2" Type="http://schemas.openxmlformats.org/officeDocument/2006/relationships/notesSlide" Target="../notesSlides/notesSlide205.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06.xml.rels><?xml version="1.0" encoding="UTF-8" standalone="yes"?>
<Relationships xmlns="http://schemas.openxmlformats.org/package/2006/relationships"><Relationship Id="rId3" Type="http://schemas.openxmlformats.org/officeDocument/2006/relationships/image" Target="../media/image198.png"/><Relationship Id="rId2" Type="http://schemas.openxmlformats.org/officeDocument/2006/relationships/notesSlide" Target="../notesSlides/notesSlide206.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07.xml.rels><?xml version="1.0" encoding="UTF-8" standalone="yes"?>
<Relationships xmlns="http://schemas.openxmlformats.org/package/2006/relationships"><Relationship Id="rId3" Type="http://schemas.openxmlformats.org/officeDocument/2006/relationships/image" Target="../media/image199.png"/><Relationship Id="rId2" Type="http://schemas.openxmlformats.org/officeDocument/2006/relationships/notesSlide" Target="../notesSlides/notesSlide207.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08.xml.rels><?xml version="1.0" encoding="UTF-8" standalone="yes"?>
<Relationships xmlns="http://schemas.openxmlformats.org/package/2006/relationships"><Relationship Id="rId3" Type="http://schemas.openxmlformats.org/officeDocument/2006/relationships/image" Target="../media/image200.png"/><Relationship Id="rId2" Type="http://schemas.openxmlformats.org/officeDocument/2006/relationships/notesSlide" Target="../notesSlides/notesSlide208.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12.png"/></Relationships>
</file>

<file path=ppt/slides/_rels/slide209.xml.rels><?xml version="1.0" encoding="UTF-8" standalone="yes"?>
<Relationships xmlns="http://schemas.openxmlformats.org/package/2006/relationships"><Relationship Id="rId3" Type="http://schemas.openxmlformats.org/officeDocument/2006/relationships/image" Target="../media/image201.png"/><Relationship Id="rId2" Type="http://schemas.openxmlformats.org/officeDocument/2006/relationships/notesSlide" Target="../notesSlides/notesSlide209.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1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10.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02.png"/></Relationships>
</file>

<file path=ppt/slides/_rels/slide211.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notesSlide" Target="../notesSlides/notesSlide211.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1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12.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04.png"/></Relationships>
</file>

<file path=ppt/slides/_rels/slide213.xml.rels><?xml version="1.0" encoding="UTF-8" standalone="yes"?>
<Relationships xmlns="http://schemas.openxmlformats.org/package/2006/relationships"><Relationship Id="rId3" Type="http://schemas.openxmlformats.org/officeDocument/2006/relationships/image" Target="../media/image205.png"/><Relationship Id="rId2" Type="http://schemas.openxmlformats.org/officeDocument/2006/relationships/notesSlide" Target="../notesSlides/notesSlide213.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12.png"/></Relationships>
</file>

<file path=ppt/slides/_rels/slide214.xml.rels><?xml version="1.0" encoding="UTF-8" standalone="yes"?>
<Relationships xmlns="http://schemas.openxmlformats.org/package/2006/relationships"><Relationship Id="rId3" Type="http://schemas.openxmlformats.org/officeDocument/2006/relationships/image" Target="../media/image206.png"/><Relationship Id="rId2" Type="http://schemas.openxmlformats.org/officeDocument/2006/relationships/notesSlide" Target="../notesSlides/notesSlide214.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15.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notesSlide" Target="../notesSlides/notesSlide215.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1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16.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08.png"/></Relationships>
</file>

<file path=ppt/slides/_rels/slide217.xml.rels><?xml version="1.0" encoding="UTF-8" standalone="yes"?>
<Relationships xmlns="http://schemas.openxmlformats.org/package/2006/relationships"><Relationship Id="rId3" Type="http://schemas.openxmlformats.org/officeDocument/2006/relationships/image" Target="../media/image209.png"/><Relationship Id="rId2" Type="http://schemas.openxmlformats.org/officeDocument/2006/relationships/notesSlide" Target="../notesSlides/notesSlide217.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18.xml.rels><?xml version="1.0" encoding="UTF-8" standalone="yes"?>
<Relationships xmlns="http://schemas.openxmlformats.org/package/2006/relationships"><Relationship Id="rId3" Type="http://schemas.openxmlformats.org/officeDocument/2006/relationships/image" Target="../media/image210.png"/><Relationship Id="rId2" Type="http://schemas.openxmlformats.org/officeDocument/2006/relationships/notesSlide" Target="../notesSlides/notesSlide218.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1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19.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11.png"/></Relationships>
</file>

<file path=ppt/slides/_rels/slide22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20.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12.png"/></Relationships>
</file>

<file path=ppt/slides/_rels/slide221.xml.rels><?xml version="1.0" encoding="UTF-8" standalone="yes"?>
<Relationships xmlns="http://schemas.openxmlformats.org/package/2006/relationships"><Relationship Id="rId3" Type="http://schemas.openxmlformats.org/officeDocument/2006/relationships/image" Target="../media/image213.png"/><Relationship Id="rId2" Type="http://schemas.openxmlformats.org/officeDocument/2006/relationships/notesSlide" Target="../notesSlides/notesSlide221.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22.xml.rels><?xml version="1.0" encoding="UTF-8" standalone="yes"?>
<Relationships xmlns="http://schemas.openxmlformats.org/package/2006/relationships"><Relationship Id="rId3" Type="http://schemas.openxmlformats.org/officeDocument/2006/relationships/image" Target="../media/image214.png"/><Relationship Id="rId2" Type="http://schemas.openxmlformats.org/officeDocument/2006/relationships/notesSlide" Target="../notesSlides/notesSlide222.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23.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notesSlide" Target="../notesSlides/notesSlide223.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2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24.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16.png"/></Relationships>
</file>

<file path=ppt/slides/_rels/slide22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25.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17.png"/></Relationships>
</file>

<file path=ppt/slides/_rels/slide22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26.xml"/><Relationship Id="rId1" Type="http://schemas.openxmlformats.org/officeDocument/2006/relationships/slideLayout" Target="../slideLayouts/slideLayout23.xml"/><Relationship Id="rId5" Type="http://schemas.openxmlformats.org/officeDocument/2006/relationships/image" Target="../media/image218.png"/><Relationship Id="rId4" Type="http://schemas.openxmlformats.org/officeDocument/2006/relationships/image" Target="../media/image12.png"/></Relationships>
</file>

<file path=ppt/slides/_rels/slide22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27.xml"/><Relationship Id="rId1" Type="http://schemas.openxmlformats.org/officeDocument/2006/relationships/slideLayout" Target="../slideLayouts/slideLayout23.xml"/><Relationship Id="rId5" Type="http://schemas.openxmlformats.org/officeDocument/2006/relationships/image" Target="../media/image219.png"/><Relationship Id="rId4" Type="http://schemas.openxmlformats.org/officeDocument/2006/relationships/image" Target="../media/image12.png"/></Relationships>
</file>

<file path=ppt/slides/_rels/slide22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28.xml"/><Relationship Id="rId1" Type="http://schemas.openxmlformats.org/officeDocument/2006/relationships/slideLayout" Target="../slideLayouts/slideLayout23.xml"/><Relationship Id="rId5" Type="http://schemas.openxmlformats.org/officeDocument/2006/relationships/image" Target="../media/image220.png"/><Relationship Id="rId4" Type="http://schemas.openxmlformats.org/officeDocument/2006/relationships/image" Target="../media/image12.png"/></Relationships>
</file>

<file path=ppt/slides/_rels/slide22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29.xml"/><Relationship Id="rId1" Type="http://schemas.openxmlformats.org/officeDocument/2006/relationships/slideLayout" Target="../slideLayouts/slideLayout23.xml"/><Relationship Id="rId4" Type="http://schemas.openxmlformats.org/officeDocument/2006/relationships/image" Target="../media/image221.png"/></Relationships>
</file>

<file path=ppt/slides/_rels/slide23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30.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22.png"/></Relationships>
</file>

<file path=ppt/slides/_rels/slide231.xml.rels><?xml version="1.0" encoding="UTF-8" standalone="yes"?>
<Relationships xmlns="http://schemas.openxmlformats.org/package/2006/relationships"><Relationship Id="rId3" Type="http://schemas.openxmlformats.org/officeDocument/2006/relationships/image" Target="../media/image223.png"/><Relationship Id="rId2" Type="http://schemas.openxmlformats.org/officeDocument/2006/relationships/notesSlide" Target="../notesSlides/notesSlide231.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32.xml.rels><?xml version="1.0" encoding="UTF-8" standalone="yes"?>
<Relationships xmlns="http://schemas.openxmlformats.org/package/2006/relationships"><Relationship Id="rId3" Type="http://schemas.openxmlformats.org/officeDocument/2006/relationships/image" Target="../media/image224.png"/><Relationship Id="rId2" Type="http://schemas.openxmlformats.org/officeDocument/2006/relationships/notesSlide" Target="../notesSlides/notesSlide232.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33.xml.rels><?xml version="1.0" encoding="UTF-8" standalone="yes"?>
<Relationships xmlns="http://schemas.openxmlformats.org/package/2006/relationships"><Relationship Id="rId3" Type="http://schemas.openxmlformats.org/officeDocument/2006/relationships/image" Target="../media/image225.png"/><Relationship Id="rId2" Type="http://schemas.openxmlformats.org/officeDocument/2006/relationships/notesSlide" Target="../notesSlides/notesSlide233.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3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34.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26.png"/></Relationships>
</file>

<file path=ppt/slides/_rels/slide235.xml.rels><?xml version="1.0" encoding="UTF-8" standalone="yes"?>
<Relationships xmlns="http://schemas.openxmlformats.org/package/2006/relationships"><Relationship Id="rId3" Type="http://schemas.openxmlformats.org/officeDocument/2006/relationships/image" Target="../media/image227.png"/><Relationship Id="rId2" Type="http://schemas.openxmlformats.org/officeDocument/2006/relationships/notesSlide" Target="../notesSlides/notesSlide235.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3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36.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28.png"/></Relationships>
</file>

<file path=ppt/slides/_rels/slide23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37.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29.png"/></Relationships>
</file>

<file path=ppt/slides/_rels/slide238.xml.rels><?xml version="1.0" encoding="UTF-8" standalone="yes"?>
<Relationships xmlns="http://schemas.openxmlformats.org/package/2006/relationships"><Relationship Id="rId3" Type="http://schemas.openxmlformats.org/officeDocument/2006/relationships/image" Target="../media/image230.png"/><Relationship Id="rId2" Type="http://schemas.openxmlformats.org/officeDocument/2006/relationships/notesSlide" Target="../notesSlides/notesSlide238.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39.xml.rels><?xml version="1.0" encoding="UTF-8" standalone="yes"?>
<Relationships xmlns="http://schemas.openxmlformats.org/package/2006/relationships"><Relationship Id="rId3" Type="http://schemas.openxmlformats.org/officeDocument/2006/relationships/image" Target="../media/image231.png"/><Relationship Id="rId2" Type="http://schemas.openxmlformats.org/officeDocument/2006/relationships/notesSlide" Target="../notesSlides/notesSlide239.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40.xml.rels><?xml version="1.0" encoding="UTF-8" standalone="yes"?>
<Relationships xmlns="http://schemas.openxmlformats.org/package/2006/relationships"><Relationship Id="rId3" Type="http://schemas.openxmlformats.org/officeDocument/2006/relationships/image" Target="../media/image232.png"/><Relationship Id="rId2" Type="http://schemas.openxmlformats.org/officeDocument/2006/relationships/notesSlide" Target="../notesSlides/notesSlide240.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4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41.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33.png"/></Relationships>
</file>

<file path=ppt/slides/_rels/slide242.xml.rels><?xml version="1.0" encoding="UTF-8" standalone="yes"?>
<Relationships xmlns="http://schemas.openxmlformats.org/package/2006/relationships"><Relationship Id="rId3" Type="http://schemas.openxmlformats.org/officeDocument/2006/relationships/image" Target="../media/image234.png"/><Relationship Id="rId2" Type="http://schemas.openxmlformats.org/officeDocument/2006/relationships/notesSlide" Target="../notesSlides/notesSlide242.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4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43.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35.png"/></Relationships>
</file>

<file path=ppt/slides/_rels/slide24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44.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36.png"/></Relationships>
</file>

<file path=ppt/slides/_rels/slide245.xml.rels><?xml version="1.0" encoding="UTF-8" standalone="yes"?>
<Relationships xmlns="http://schemas.openxmlformats.org/package/2006/relationships"><Relationship Id="rId3" Type="http://schemas.openxmlformats.org/officeDocument/2006/relationships/image" Target="../media/image237.png"/><Relationship Id="rId2" Type="http://schemas.openxmlformats.org/officeDocument/2006/relationships/notesSlide" Target="../notesSlides/notesSlide245.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46.xml.rels><?xml version="1.0" encoding="UTF-8" standalone="yes"?>
<Relationships xmlns="http://schemas.openxmlformats.org/package/2006/relationships"><Relationship Id="rId3" Type="http://schemas.openxmlformats.org/officeDocument/2006/relationships/image" Target="../media/image238.png"/><Relationship Id="rId2" Type="http://schemas.openxmlformats.org/officeDocument/2006/relationships/notesSlide" Target="../notesSlides/notesSlide246.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4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47.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39.png"/></Relationships>
</file>

<file path=ppt/slides/_rels/slide248.xml.rels><?xml version="1.0" encoding="UTF-8" standalone="yes"?>
<Relationships xmlns="http://schemas.openxmlformats.org/package/2006/relationships"><Relationship Id="rId3" Type="http://schemas.openxmlformats.org/officeDocument/2006/relationships/image" Target="../media/image240.png"/><Relationship Id="rId2" Type="http://schemas.openxmlformats.org/officeDocument/2006/relationships/notesSlide" Target="../notesSlides/notesSlide248.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49.xml.rels><?xml version="1.0" encoding="UTF-8" standalone="yes"?>
<Relationships xmlns="http://schemas.openxmlformats.org/package/2006/relationships"><Relationship Id="rId3" Type="http://schemas.openxmlformats.org/officeDocument/2006/relationships/image" Target="../media/image241.png"/><Relationship Id="rId2" Type="http://schemas.openxmlformats.org/officeDocument/2006/relationships/notesSlide" Target="../notesSlides/notesSlide249.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5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50.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42.png"/></Relationships>
</file>

<file path=ppt/slides/_rels/slide25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51.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43.png"/></Relationships>
</file>

<file path=ppt/slides/_rels/slide25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52.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44.png"/></Relationships>
</file>

<file path=ppt/slides/_rels/slide253.xml.rels><?xml version="1.0" encoding="UTF-8" standalone="yes"?>
<Relationships xmlns="http://schemas.openxmlformats.org/package/2006/relationships"><Relationship Id="rId3" Type="http://schemas.openxmlformats.org/officeDocument/2006/relationships/image" Target="../media/image245.png"/><Relationship Id="rId2" Type="http://schemas.openxmlformats.org/officeDocument/2006/relationships/notesSlide" Target="../notesSlides/notesSlide253.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5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54.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46.png"/></Relationships>
</file>

<file path=ppt/slides/_rels/slide25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55.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47.png"/></Relationships>
</file>

<file path=ppt/slides/_rels/slide25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56.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48.png"/></Relationships>
</file>

<file path=ppt/slides/_rels/slide25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57.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49.png"/></Relationships>
</file>

<file path=ppt/slides/_rels/slide25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58.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50.png"/></Relationships>
</file>

<file path=ppt/slides/_rels/slide25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59.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51.png"/></Relationships>
</file>

<file path=ppt/slides/_rels/slide26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60.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52.png"/></Relationships>
</file>

<file path=ppt/slides/_rels/slide26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61.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53.png"/></Relationships>
</file>

<file path=ppt/slides/_rels/slide26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62.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54.png"/></Relationships>
</file>

<file path=ppt/slides/_rels/slide26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63.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55.png"/></Relationships>
</file>

<file path=ppt/slides/_rels/slide264.xml.rels><?xml version="1.0" encoding="UTF-8" standalone="yes"?>
<Relationships xmlns="http://schemas.openxmlformats.org/package/2006/relationships"><Relationship Id="rId3" Type="http://schemas.openxmlformats.org/officeDocument/2006/relationships/image" Target="../media/image256.png"/><Relationship Id="rId2" Type="http://schemas.openxmlformats.org/officeDocument/2006/relationships/notesSlide" Target="../notesSlides/notesSlide264.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6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65.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57.png"/></Relationships>
</file>

<file path=ppt/slides/_rels/slide26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66.xml"/><Relationship Id="rId1" Type="http://schemas.openxmlformats.org/officeDocument/2006/relationships/slideLayout" Target="../slideLayouts/slideLayout23.xml"/><Relationship Id="rId6" Type="http://schemas.openxmlformats.org/officeDocument/2006/relationships/image" Target="../media/image259.png"/><Relationship Id="rId5" Type="http://schemas.openxmlformats.org/officeDocument/2006/relationships/image" Target="../media/image258.png"/><Relationship Id="rId4" Type="http://schemas.openxmlformats.org/officeDocument/2006/relationships/image" Target="../media/image12.png"/></Relationships>
</file>

<file path=ppt/slides/_rels/slide26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67.xml"/><Relationship Id="rId1" Type="http://schemas.openxmlformats.org/officeDocument/2006/relationships/slideLayout" Target="../slideLayouts/slideLayout23.xml"/><Relationship Id="rId5" Type="http://schemas.openxmlformats.org/officeDocument/2006/relationships/image" Target="../media/image260.png"/><Relationship Id="rId4" Type="http://schemas.openxmlformats.org/officeDocument/2006/relationships/image" Target="../media/image12.png"/></Relationships>
</file>

<file path=ppt/slides/_rels/slide26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68.xml"/><Relationship Id="rId1" Type="http://schemas.openxmlformats.org/officeDocument/2006/relationships/slideLayout" Target="../slideLayouts/slideLayout23.xml"/><Relationship Id="rId6" Type="http://schemas.openxmlformats.org/officeDocument/2006/relationships/image" Target="../media/image259.png"/><Relationship Id="rId5" Type="http://schemas.openxmlformats.org/officeDocument/2006/relationships/image" Target="../media/image261.png"/><Relationship Id="rId4" Type="http://schemas.openxmlformats.org/officeDocument/2006/relationships/image" Target="../media/image12.png"/></Relationships>
</file>

<file path=ppt/slides/_rels/slide26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69.xml"/><Relationship Id="rId1" Type="http://schemas.openxmlformats.org/officeDocument/2006/relationships/slideLayout" Target="../slideLayouts/slideLayout23.xml"/><Relationship Id="rId5" Type="http://schemas.openxmlformats.org/officeDocument/2006/relationships/image" Target="../media/image262.png"/><Relationship Id="rId4" Type="http://schemas.openxmlformats.org/officeDocument/2006/relationships/image" Target="../media/image12.png"/></Relationships>
</file>

<file path=ppt/slides/_rels/slide27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70.xml"/><Relationship Id="rId1" Type="http://schemas.openxmlformats.org/officeDocument/2006/relationships/slideLayout" Target="../slideLayouts/slideLayout23.xml"/><Relationship Id="rId5" Type="http://schemas.openxmlformats.org/officeDocument/2006/relationships/image" Target="../media/image263.png"/><Relationship Id="rId4" Type="http://schemas.openxmlformats.org/officeDocument/2006/relationships/image" Target="../media/image12.png"/></Relationships>
</file>

<file path=ppt/slides/_rels/slide27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71.xml"/><Relationship Id="rId1" Type="http://schemas.openxmlformats.org/officeDocument/2006/relationships/slideLayout" Target="../slideLayouts/slideLayout23.xml"/><Relationship Id="rId5" Type="http://schemas.openxmlformats.org/officeDocument/2006/relationships/image" Target="../media/image264.png"/><Relationship Id="rId4" Type="http://schemas.openxmlformats.org/officeDocument/2006/relationships/image" Target="../media/image12.png"/></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272.xml"/><Relationship Id="rId1" Type="http://schemas.openxmlformats.org/officeDocument/2006/relationships/slideLayout" Target="../slideLayouts/slideLayout23.xml"/></Relationships>
</file>

<file path=ppt/slides/_rels/slide273.xml.rels><?xml version="1.0" encoding="UTF-8" standalone="yes"?>
<Relationships xmlns="http://schemas.openxmlformats.org/package/2006/relationships"><Relationship Id="rId3" Type="http://schemas.openxmlformats.org/officeDocument/2006/relationships/image" Target="../media/image265.png"/><Relationship Id="rId2" Type="http://schemas.openxmlformats.org/officeDocument/2006/relationships/notesSlide" Target="../notesSlides/notesSlide273.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7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74.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66.png"/></Relationships>
</file>

<file path=ppt/slides/_rels/slide27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75.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67.png"/></Relationships>
</file>

<file path=ppt/slides/_rels/slide27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76.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68.png"/></Relationships>
</file>

<file path=ppt/slides/_rels/slide27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77.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69.png"/></Relationships>
</file>

<file path=ppt/slides/_rels/slide27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78.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70.png"/></Relationships>
</file>

<file path=ppt/slides/_rels/slide279.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notesSlide" Target="../notesSlides/notesSlide279.xml"/><Relationship Id="rId1" Type="http://schemas.openxmlformats.org/officeDocument/2006/relationships/slideLayout" Target="../slideLayouts/slideLayout23.xml"/></Relationships>
</file>

<file path=ppt/slides/_rels/slide280.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notesSlide" Target="../notesSlides/notesSlide280.xml"/><Relationship Id="rId1" Type="http://schemas.openxmlformats.org/officeDocument/2006/relationships/slideLayout" Target="../slideLayouts/slideLayout23.xml"/></Relationships>
</file>

<file path=ppt/slides/_rels/slide28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81.xml"/><Relationship Id="rId1" Type="http://schemas.openxmlformats.org/officeDocument/2006/relationships/slideLayout" Target="../slideLayouts/slideLayout22.xml"/><Relationship Id="rId4" Type="http://schemas.openxmlformats.org/officeDocument/2006/relationships/image" Target="../media/image13.png"/></Relationships>
</file>

<file path=ppt/slides/_rels/slide28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82.xml"/><Relationship Id="rId1" Type="http://schemas.openxmlformats.org/officeDocument/2006/relationships/slideLayout" Target="../slideLayouts/slideLayout23.xml"/></Relationships>
</file>

<file path=ppt/slides/_rels/slide28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83.xml"/><Relationship Id="rId1" Type="http://schemas.openxmlformats.org/officeDocument/2006/relationships/slideLayout" Target="../slideLayouts/slideLayout23.xml"/></Relationships>
</file>

<file path=ppt/slides/_rels/slide28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84.xml"/><Relationship Id="rId1" Type="http://schemas.openxmlformats.org/officeDocument/2006/relationships/slideLayout" Target="../slideLayouts/slideLayout23.xml"/></Relationships>
</file>

<file path=ppt/slides/_rels/slide28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85.xml"/><Relationship Id="rId1" Type="http://schemas.openxmlformats.org/officeDocument/2006/relationships/slideLayout" Target="../slideLayouts/slideLayout23.xml"/></Relationships>
</file>

<file path=ppt/slides/_rels/slide28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86.xml"/><Relationship Id="rId1" Type="http://schemas.openxmlformats.org/officeDocument/2006/relationships/slideLayout" Target="../slideLayouts/slideLayout23.xml"/></Relationships>
</file>

<file path=ppt/slides/_rels/slide28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87.xml"/><Relationship Id="rId1" Type="http://schemas.openxmlformats.org/officeDocument/2006/relationships/slideLayout" Target="../slideLayouts/slideLayout23.xml"/></Relationships>
</file>

<file path=ppt/slides/_rels/slide28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88.xml"/><Relationship Id="rId1" Type="http://schemas.openxmlformats.org/officeDocument/2006/relationships/slideLayout" Target="../slideLayouts/slideLayout23.xml"/></Relationships>
</file>

<file path=ppt/slides/_rels/slide28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89.xml"/><Relationship Id="rId1" Type="http://schemas.openxmlformats.org/officeDocument/2006/relationships/slideLayout" Target="../slideLayouts/slideLayout23.xml"/></Relationships>
</file>

<file path=ppt/slides/_rels/slide29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90.xml"/><Relationship Id="rId1" Type="http://schemas.openxmlformats.org/officeDocument/2006/relationships/slideLayout" Target="../slideLayouts/slideLayout23.xml"/></Relationships>
</file>

<file path=ppt/slides/_rels/slide29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91.xml"/><Relationship Id="rId1" Type="http://schemas.openxmlformats.org/officeDocument/2006/relationships/slideLayout" Target="../slideLayouts/slideLayout23.xml"/></Relationships>
</file>

<file path=ppt/slides/_rels/slide292.xml.rels><?xml version="1.0" encoding="UTF-8" standalone="yes"?>
<Relationships xmlns="http://schemas.openxmlformats.org/package/2006/relationships"><Relationship Id="rId3" Type="http://schemas.openxmlformats.org/officeDocument/2006/relationships/image" Target="../media/image271.png"/><Relationship Id="rId2" Type="http://schemas.openxmlformats.org/officeDocument/2006/relationships/notesSlide" Target="../notesSlides/notesSlide292.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12.png"/></Relationships>
</file>

<file path=ppt/slides/_rels/slide29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93.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72.png"/></Relationships>
</file>

<file path=ppt/slides/_rels/slide29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94.xml"/><Relationship Id="rId1" Type="http://schemas.openxmlformats.org/officeDocument/2006/relationships/slideLayout" Target="../slideLayouts/slideLayout23.xml"/></Relationships>
</file>

<file path=ppt/slides/_rels/slide295.xml.rels><?xml version="1.0" encoding="UTF-8" standalone="yes"?>
<Relationships xmlns="http://schemas.openxmlformats.org/package/2006/relationships"><Relationship Id="rId3" Type="http://schemas.openxmlformats.org/officeDocument/2006/relationships/image" Target="../media/image273.png"/><Relationship Id="rId2" Type="http://schemas.openxmlformats.org/officeDocument/2006/relationships/notesSlide" Target="../notesSlides/notesSlide295.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9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96.xml"/><Relationship Id="rId1" Type="http://schemas.openxmlformats.org/officeDocument/2006/relationships/slideLayout" Target="../slideLayouts/slideLayout23.xml"/><Relationship Id="rId4" Type="http://schemas.openxmlformats.org/officeDocument/2006/relationships/image" Target="../media/image274.png"/></Relationships>
</file>

<file path=ppt/slides/_rels/slide297.xml.rels><?xml version="1.0" encoding="UTF-8" standalone="yes"?>
<Relationships xmlns="http://schemas.openxmlformats.org/package/2006/relationships"><Relationship Id="rId3" Type="http://schemas.openxmlformats.org/officeDocument/2006/relationships/image" Target="../media/image275.png"/><Relationship Id="rId2" Type="http://schemas.openxmlformats.org/officeDocument/2006/relationships/notesSlide" Target="../notesSlides/notesSlide297.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98.xml.rels><?xml version="1.0" encoding="UTF-8" standalone="yes"?>
<Relationships xmlns="http://schemas.openxmlformats.org/package/2006/relationships"><Relationship Id="rId3" Type="http://schemas.openxmlformats.org/officeDocument/2006/relationships/image" Target="../media/image276.png"/><Relationship Id="rId2" Type="http://schemas.openxmlformats.org/officeDocument/2006/relationships/notesSlide" Target="../notesSlides/notesSlide298.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299.xml.rels><?xml version="1.0" encoding="UTF-8" standalone="yes"?>
<Relationships xmlns="http://schemas.openxmlformats.org/package/2006/relationships"><Relationship Id="rId3" Type="http://schemas.openxmlformats.org/officeDocument/2006/relationships/image" Target="../media/image277.png"/><Relationship Id="rId2" Type="http://schemas.openxmlformats.org/officeDocument/2006/relationships/notesSlide" Target="../notesSlides/notesSlide299.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0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00.xml"/><Relationship Id="rId1" Type="http://schemas.openxmlformats.org/officeDocument/2006/relationships/slideLayout" Target="../slideLayouts/slideLayout23.xml"/><Relationship Id="rId4" Type="http://schemas.openxmlformats.org/officeDocument/2006/relationships/image" Target="../media/image278.png"/></Relationships>
</file>

<file path=ppt/slides/_rels/slide30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01.xml"/><Relationship Id="rId1" Type="http://schemas.openxmlformats.org/officeDocument/2006/relationships/slideLayout" Target="../slideLayouts/slideLayout23.xml"/><Relationship Id="rId4" Type="http://schemas.openxmlformats.org/officeDocument/2006/relationships/image" Target="../media/image279.png"/></Relationships>
</file>

<file path=ppt/slides/_rels/slide30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02.xml"/><Relationship Id="rId1" Type="http://schemas.openxmlformats.org/officeDocument/2006/relationships/slideLayout" Target="../slideLayouts/slideLayout23.xml"/><Relationship Id="rId4" Type="http://schemas.openxmlformats.org/officeDocument/2006/relationships/image" Target="../media/image280.png"/></Relationships>
</file>

<file path=ppt/slides/_rels/slide30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03.xml"/><Relationship Id="rId1" Type="http://schemas.openxmlformats.org/officeDocument/2006/relationships/slideLayout" Target="../slideLayouts/slideLayout23.xml"/><Relationship Id="rId4" Type="http://schemas.openxmlformats.org/officeDocument/2006/relationships/image" Target="../media/image281.png"/></Relationships>
</file>

<file path=ppt/slides/_rels/slide30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04.xml"/><Relationship Id="rId1" Type="http://schemas.openxmlformats.org/officeDocument/2006/relationships/slideLayout" Target="../slideLayouts/slideLayout23.xml"/><Relationship Id="rId4" Type="http://schemas.openxmlformats.org/officeDocument/2006/relationships/image" Target="../media/image282.png"/></Relationships>
</file>

<file path=ppt/slides/_rels/slide305.xml.rels><?xml version="1.0" encoding="UTF-8" standalone="yes"?>
<Relationships xmlns="http://schemas.openxmlformats.org/package/2006/relationships"><Relationship Id="rId3" Type="http://schemas.openxmlformats.org/officeDocument/2006/relationships/image" Target="../media/image283.png"/><Relationship Id="rId2" Type="http://schemas.openxmlformats.org/officeDocument/2006/relationships/notesSlide" Target="../notesSlides/notesSlide305.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0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06.xml"/><Relationship Id="rId1" Type="http://schemas.openxmlformats.org/officeDocument/2006/relationships/slideLayout" Target="../slideLayouts/slideLayout23.xml"/><Relationship Id="rId4" Type="http://schemas.openxmlformats.org/officeDocument/2006/relationships/image" Target="../media/image284.png"/></Relationships>
</file>

<file path=ppt/slides/_rels/slide30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07.xml"/><Relationship Id="rId1" Type="http://schemas.openxmlformats.org/officeDocument/2006/relationships/slideLayout" Target="../slideLayouts/slideLayout23.xml"/></Relationships>
</file>

<file path=ppt/slides/_rels/slide30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08.xml"/><Relationship Id="rId1" Type="http://schemas.openxmlformats.org/officeDocument/2006/relationships/slideLayout" Target="../slideLayouts/slideLayout23.xml"/><Relationship Id="rId4" Type="http://schemas.openxmlformats.org/officeDocument/2006/relationships/image" Target="../media/image285.png"/></Relationships>
</file>

<file path=ppt/slides/_rels/slide30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09.xml"/><Relationship Id="rId1" Type="http://schemas.openxmlformats.org/officeDocument/2006/relationships/slideLayout" Target="../slideLayouts/slideLayout23.xml"/><Relationship Id="rId4" Type="http://schemas.openxmlformats.org/officeDocument/2006/relationships/image" Target="../media/image286.png"/></Relationships>
</file>

<file path=ppt/slides/_rels/slide31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10.xml"/><Relationship Id="rId1" Type="http://schemas.openxmlformats.org/officeDocument/2006/relationships/slideLayout" Target="../slideLayouts/slideLayout23.xml"/><Relationship Id="rId4" Type="http://schemas.openxmlformats.org/officeDocument/2006/relationships/image" Target="../media/image287.png"/></Relationships>
</file>

<file path=ppt/slides/_rels/slide31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11.xml"/><Relationship Id="rId1" Type="http://schemas.openxmlformats.org/officeDocument/2006/relationships/slideLayout" Target="../slideLayouts/slideLayout23.xml"/><Relationship Id="rId4" Type="http://schemas.openxmlformats.org/officeDocument/2006/relationships/image" Target="../media/image288.png"/></Relationships>
</file>

<file path=ppt/slides/_rels/slide312.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notesSlide" Target="../notesSlides/notesSlide312.xml"/><Relationship Id="rId1" Type="http://schemas.openxmlformats.org/officeDocument/2006/relationships/slideLayout" Target="../slideLayouts/slideLayout23.xml"/></Relationships>
</file>

<file path=ppt/slides/_rels/slide313.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notesSlide" Target="../notesSlides/notesSlide313.xml"/><Relationship Id="rId1" Type="http://schemas.openxmlformats.org/officeDocument/2006/relationships/slideLayout" Target="../slideLayouts/slideLayout23.xml"/></Relationships>
</file>

<file path=ppt/slides/_rels/slide31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14.xml"/><Relationship Id="rId1" Type="http://schemas.openxmlformats.org/officeDocument/2006/relationships/slideLayout" Target="../slideLayouts/slideLayout22.xml"/><Relationship Id="rId4" Type="http://schemas.openxmlformats.org/officeDocument/2006/relationships/image" Target="../media/image13.png"/></Relationships>
</file>

<file path=ppt/slides/_rels/slide315.xml.rels><?xml version="1.0" encoding="UTF-8" standalone="yes"?>
<Relationships xmlns="http://schemas.openxmlformats.org/package/2006/relationships"><Relationship Id="rId3" Type="http://schemas.openxmlformats.org/officeDocument/2006/relationships/image" Target="../media/image289.png"/><Relationship Id="rId2" Type="http://schemas.openxmlformats.org/officeDocument/2006/relationships/notesSlide" Target="../notesSlides/notesSlide315.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12.png"/></Relationships>
</file>

<file path=ppt/slides/_rels/slide316.xml.rels><?xml version="1.0" encoding="UTF-8" standalone="yes"?>
<Relationships xmlns="http://schemas.openxmlformats.org/package/2006/relationships"><Relationship Id="rId3" Type="http://schemas.openxmlformats.org/officeDocument/2006/relationships/image" Target="../media/image290.png"/><Relationship Id="rId2" Type="http://schemas.openxmlformats.org/officeDocument/2006/relationships/notesSlide" Target="../notesSlides/notesSlide316.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12.png"/></Relationships>
</file>

<file path=ppt/slides/_rels/slide317.xml.rels><?xml version="1.0" encoding="UTF-8" standalone="yes"?>
<Relationships xmlns="http://schemas.openxmlformats.org/package/2006/relationships"><Relationship Id="rId3" Type="http://schemas.openxmlformats.org/officeDocument/2006/relationships/image" Target="../media/image290.png"/><Relationship Id="rId2" Type="http://schemas.openxmlformats.org/officeDocument/2006/relationships/notesSlide" Target="../notesSlides/notesSlide317.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12.png"/></Relationships>
</file>

<file path=ppt/slides/_rels/slide318.xml.rels><?xml version="1.0" encoding="UTF-8" standalone="yes"?>
<Relationships xmlns="http://schemas.openxmlformats.org/package/2006/relationships"><Relationship Id="rId3" Type="http://schemas.openxmlformats.org/officeDocument/2006/relationships/image" Target="../media/image291.png"/><Relationship Id="rId2" Type="http://schemas.openxmlformats.org/officeDocument/2006/relationships/notesSlide" Target="../notesSlides/notesSlide318.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1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19.xml"/><Relationship Id="rId1" Type="http://schemas.openxmlformats.org/officeDocument/2006/relationships/slideLayout" Target="../slideLayouts/slideLayout22.xml"/><Relationship Id="rId4" Type="http://schemas.openxmlformats.org/officeDocument/2006/relationships/image" Target="../media/image13.png"/></Relationships>
</file>

<file path=ppt/slides/_rels/slide320.xml.rels><?xml version="1.0" encoding="UTF-8" standalone="yes"?>
<Relationships xmlns="http://schemas.openxmlformats.org/package/2006/relationships"><Relationship Id="rId3" Type="http://schemas.openxmlformats.org/officeDocument/2006/relationships/image" Target="../media/image292.png"/><Relationship Id="rId2" Type="http://schemas.openxmlformats.org/officeDocument/2006/relationships/notesSlide" Target="../notesSlides/notesSlide320.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21.xml.rels><?xml version="1.0" encoding="UTF-8" standalone="yes"?>
<Relationships xmlns="http://schemas.openxmlformats.org/package/2006/relationships"><Relationship Id="rId3" Type="http://schemas.openxmlformats.org/officeDocument/2006/relationships/image" Target="../media/image293.png"/><Relationship Id="rId2" Type="http://schemas.openxmlformats.org/officeDocument/2006/relationships/notesSlide" Target="../notesSlides/notesSlide321.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22.xml.rels><?xml version="1.0" encoding="UTF-8" standalone="yes"?>
<Relationships xmlns="http://schemas.openxmlformats.org/package/2006/relationships"><Relationship Id="rId3" Type="http://schemas.openxmlformats.org/officeDocument/2006/relationships/image" Target="../media/image294.png"/><Relationship Id="rId2" Type="http://schemas.openxmlformats.org/officeDocument/2006/relationships/notesSlide" Target="../notesSlides/notesSlide322.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23.xml.rels><?xml version="1.0" encoding="UTF-8" standalone="yes"?>
<Relationships xmlns="http://schemas.openxmlformats.org/package/2006/relationships"><Relationship Id="rId3" Type="http://schemas.openxmlformats.org/officeDocument/2006/relationships/image" Target="../media/image295.png"/><Relationship Id="rId2" Type="http://schemas.openxmlformats.org/officeDocument/2006/relationships/notesSlide" Target="../notesSlides/notesSlide323.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2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24.xml"/><Relationship Id="rId1" Type="http://schemas.openxmlformats.org/officeDocument/2006/relationships/slideLayout" Target="../slideLayouts/slideLayout23.xml"/><Relationship Id="rId5" Type="http://schemas.openxmlformats.org/officeDocument/2006/relationships/image" Target="../media/image294.png"/><Relationship Id="rId4" Type="http://schemas.openxmlformats.org/officeDocument/2006/relationships/image" Target="../media/image296.png"/></Relationships>
</file>

<file path=ppt/slides/_rels/slide325.xml.rels><?xml version="1.0" encoding="UTF-8" standalone="yes"?>
<Relationships xmlns="http://schemas.openxmlformats.org/package/2006/relationships"><Relationship Id="rId3" Type="http://schemas.openxmlformats.org/officeDocument/2006/relationships/image" Target="../media/image297.png"/><Relationship Id="rId2" Type="http://schemas.openxmlformats.org/officeDocument/2006/relationships/notesSlide" Target="../notesSlides/notesSlide325.xml"/><Relationship Id="rId1" Type="http://schemas.openxmlformats.org/officeDocument/2006/relationships/slideLayout" Target="../slideLayouts/slideLayout23.xml"/><Relationship Id="rId5" Type="http://schemas.openxmlformats.org/officeDocument/2006/relationships/image" Target="../media/image296.png"/><Relationship Id="rId4" Type="http://schemas.openxmlformats.org/officeDocument/2006/relationships/image" Target="../media/image12.png"/></Relationships>
</file>

<file path=ppt/slides/_rels/slide326.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notesSlide" Target="../notesSlides/notesSlide326.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2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27.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299.png"/></Relationships>
</file>

<file path=ppt/slides/_rels/slide328.xml.rels><?xml version="1.0" encoding="UTF-8" standalone="yes"?>
<Relationships xmlns="http://schemas.openxmlformats.org/package/2006/relationships"><Relationship Id="rId3" Type="http://schemas.openxmlformats.org/officeDocument/2006/relationships/image" Target="../media/image300.png"/><Relationship Id="rId2" Type="http://schemas.openxmlformats.org/officeDocument/2006/relationships/notesSlide" Target="../notesSlides/notesSlide328.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29.xml.rels><?xml version="1.0" encoding="UTF-8" standalone="yes"?>
<Relationships xmlns="http://schemas.openxmlformats.org/package/2006/relationships"><Relationship Id="rId3" Type="http://schemas.openxmlformats.org/officeDocument/2006/relationships/image" Target="../media/image301.png"/><Relationship Id="rId2" Type="http://schemas.openxmlformats.org/officeDocument/2006/relationships/notesSlide" Target="../notesSlides/notesSlide329.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30.xml.rels><?xml version="1.0" encoding="UTF-8" standalone="yes"?>
<Relationships xmlns="http://schemas.openxmlformats.org/package/2006/relationships"><Relationship Id="rId3" Type="http://schemas.openxmlformats.org/officeDocument/2006/relationships/image" Target="../media/image302.png"/><Relationship Id="rId2" Type="http://schemas.openxmlformats.org/officeDocument/2006/relationships/notesSlide" Target="../notesSlides/notesSlide330.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31.xml.rels><?xml version="1.0" encoding="UTF-8" standalone="yes"?>
<Relationships xmlns="http://schemas.openxmlformats.org/package/2006/relationships"><Relationship Id="rId3" Type="http://schemas.openxmlformats.org/officeDocument/2006/relationships/image" Target="../media/image303.png"/><Relationship Id="rId2" Type="http://schemas.openxmlformats.org/officeDocument/2006/relationships/notesSlide" Target="../notesSlides/notesSlide331.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32.xml.rels><?xml version="1.0" encoding="UTF-8" standalone="yes"?>
<Relationships xmlns="http://schemas.openxmlformats.org/package/2006/relationships"><Relationship Id="rId3" Type="http://schemas.openxmlformats.org/officeDocument/2006/relationships/image" Target="../media/image304.png"/><Relationship Id="rId2" Type="http://schemas.openxmlformats.org/officeDocument/2006/relationships/notesSlide" Target="../notesSlides/notesSlide332.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12.png"/></Relationships>
</file>

<file path=ppt/slides/_rels/slide333.xml.rels><?xml version="1.0" encoding="UTF-8" standalone="yes"?>
<Relationships xmlns="http://schemas.openxmlformats.org/package/2006/relationships"><Relationship Id="rId3" Type="http://schemas.openxmlformats.org/officeDocument/2006/relationships/image" Target="../media/image304.png"/><Relationship Id="rId2" Type="http://schemas.openxmlformats.org/officeDocument/2006/relationships/notesSlide" Target="../notesSlides/notesSlide333.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12.png"/></Relationships>
</file>

<file path=ppt/slides/_rels/slide334.xml.rels><?xml version="1.0" encoding="UTF-8" standalone="yes"?>
<Relationships xmlns="http://schemas.openxmlformats.org/package/2006/relationships"><Relationship Id="rId3" Type="http://schemas.openxmlformats.org/officeDocument/2006/relationships/image" Target="../media/image305.png"/><Relationship Id="rId2" Type="http://schemas.openxmlformats.org/officeDocument/2006/relationships/notesSlide" Target="../notesSlides/notesSlide334.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12.png"/></Relationships>
</file>

<file path=ppt/slides/_rels/slide335.xml.rels><?xml version="1.0" encoding="UTF-8" standalone="yes"?>
<Relationships xmlns="http://schemas.openxmlformats.org/package/2006/relationships"><Relationship Id="rId3" Type="http://schemas.openxmlformats.org/officeDocument/2006/relationships/image" Target="../media/image305.png"/><Relationship Id="rId2" Type="http://schemas.openxmlformats.org/officeDocument/2006/relationships/notesSlide" Target="../notesSlides/notesSlide335.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12.png"/></Relationships>
</file>

<file path=ppt/slides/_rels/slide336.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notesSlide" Target="../notesSlides/notesSlide336.xml"/><Relationship Id="rId1" Type="http://schemas.openxmlformats.org/officeDocument/2006/relationships/slideLayout" Target="../slideLayouts/slideLayout23.xml"/></Relationships>
</file>

<file path=ppt/slides/_rels/slide337.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notesSlide" Target="../notesSlides/notesSlide337.xml"/><Relationship Id="rId1" Type="http://schemas.openxmlformats.org/officeDocument/2006/relationships/slideLayout" Target="../slideLayouts/slideLayout23.xml"/></Relationships>
</file>

<file path=ppt/slides/_rels/slide33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38.xml"/><Relationship Id="rId1" Type="http://schemas.openxmlformats.org/officeDocument/2006/relationships/slideLayout" Target="../slideLayouts/slideLayout22.xml"/><Relationship Id="rId4" Type="http://schemas.openxmlformats.org/officeDocument/2006/relationships/image" Target="../media/image13.png"/></Relationships>
</file>

<file path=ppt/slides/_rels/slide339.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39.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40.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340.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4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41.xml"/><Relationship Id="rId1" Type="http://schemas.openxmlformats.org/officeDocument/2006/relationships/slideLayout" Target="../slideLayouts/slideLayout23.xml"/></Relationships>
</file>

<file path=ppt/slides/_rels/slide34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42.xml"/><Relationship Id="rId1" Type="http://schemas.openxmlformats.org/officeDocument/2006/relationships/slideLayout" Target="../slideLayouts/slideLayout23.xml"/></Relationships>
</file>

<file path=ppt/slides/_rels/slide34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43.xml"/><Relationship Id="rId1" Type="http://schemas.openxmlformats.org/officeDocument/2006/relationships/slideLayout" Target="../slideLayouts/slideLayout23.xml"/></Relationships>
</file>

<file path=ppt/slides/_rels/slide34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344.xml"/><Relationship Id="rId1" Type="http://schemas.openxmlformats.org/officeDocument/2006/relationships/slideLayout" Target="../slideLayouts/slideLayout22.xml"/><Relationship Id="rId4" Type="http://schemas.openxmlformats.org/officeDocument/2006/relationships/image" Target="../media/image12.png"/></Relationships>
</file>

<file path=ppt/slides/_rels/slide34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45.xml"/><Relationship Id="rId1" Type="http://schemas.openxmlformats.org/officeDocument/2006/relationships/slideLayout" Target="../slideLayouts/slideLayout23.xml"/></Relationships>
</file>

<file path=ppt/slides/_rels/slide34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46.xml"/><Relationship Id="rId1" Type="http://schemas.openxmlformats.org/officeDocument/2006/relationships/slideLayout" Target="../slideLayouts/slideLayout23.xml"/></Relationships>
</file>

<file path=ppt/slides/_rels/slide34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347.xml"/><Relationship Id="rId1" Type="http://schemas.openxmlformats.org/officeDocument/2006/relationships/slideLayout" Target="../slideLayouts/slideLayout22.xml"/><Relationship Id="rId4" Type="http://schemas.openxmlformats.org/officeDocument/2006/relationships/image" Target="../media/image12.png"/></Relationships>
</file>

<file path=ppt/slides/_rels/slide34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48.xml"/><Relationship Id="rId1" Type="http://schemas.openxmlformats.org/officeDocument/2006/relationships/slideLayout" Target="../slideLayouts/slideLayout23.xml"/></Relationships>
</file>

<file path=ppt/slides/_rels/slide34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49.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306.png"/></Relationships>
</file>

<file path=ppt/slides/_rels/slide35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50.xml"/><Relationship Id="rId1" Type="http://schemas.openxmlformats.org/officeDocument/2006/relationships/slideLayout" Target="../slideLayouts/slideLayout23.xml"/><Relationship Id="rId5" Type="http://schemas.openxmlformats.org/officeDocument/2006/relationships/image" Target="../media/image306.png"/><Relationship Id="rId4" Type="http://schemas.openxmlformats.org/officeDocument/2006/relationships/image" Target="../media/image12.png"/></Relationships>
</file>

<file path=ppt/slides/_rels/slide35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51.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07.png"/></Relationships>
</file>

<file path=ppt/slides/_rels/slide35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52.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08.png"/></Relationships>
</file>

<file path=ppt/slides/_rels/slide35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53.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09.png"/></Relationships>
</file>

<file path=ppt/slides/_rels/slide35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54.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10.png"/></Relationships>
</file>

<file path=ppt/slides/_rels/slide35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55.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11.png"/></Relationships>
</file>

<file path=ppt/slides/_rels/slide356.xml.rels><?xml version="1.0" encoding="UTF-8" standalone="yes"?>
<Relationships xmlns="http://schemas.openxmlformats.org/package/2006/relationships"><Relationship Id="rId3" Type="http://schemas.openxmlformats.org/officeDocument/2006/relationships/image" Target="../media/image312.png"/><Relationship Id="rId2" Type="http://schemas.openxmlformats.org/officeDocument/2006/relationships/notesSlide" Target="../notesSlides/notesSlide356.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12.png"/></Relationships>
</file>

<file path=ppt/slides/_rels/slide357.xml.rels><?xml version="1.0" encoding="UTF-8" standalone="yes"?>
<Relationships xmlns="http://schemas.openxmlformats.org/package/2006/relationships"><Relationship Id="rId3" Type="http://schemas.openxmlformats.org/officeDocument/2006/relationships/image" Target="../media/image313.png"/><Relationship Id="rId2" Type="http://schemas.openxmlformats.org/officeDocument/2006/relationships/notesSlide" Target="../notesSlides/notesSlide357.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12.png"/></Relationships>
</file>

<file path=ppt/slides/_rels/slide35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58.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14.png"/></Relationships>
</file>

<file path=ppt/slides/_rels/slide35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59.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15.png"/></Relationships>
</file>

<file path=ppt/slides/_rels/slide36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60.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16.png"/></Relationships>
</file>

<file path=ppt/slides/_rels/slide36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361.xml"/><Relationship Id="rId1" Type="http://schemas.openxmlformats.org/officeDocument/2006/relationships/slideLayout" Target="../slideLayouts/slideLayout22.xml"/><Relationship Id="rId4" Type="http://schemas.openxmlformats.org/officeDocument/2006/relationships/image" Target="../media/image12.png"/></Relationships>
</file>

<file path=ppt/slides/_rels/slide36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62.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17.png"/></Relationships>
</file>

<file path=ppt/slides/_rels/slide36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63.xml"/><Relationship Id="rId1" Type="http://schemas.openxmlformats.org/officeDocument/2006/relationships/slideLayout" Target="../slideLayouts/slideLayout23.xml"/><Relationship Id="rId5" Type="http://schemas.openxmlformats.org/officeDocument/2006/relationships/image" Target="../media/image318.png"/><Relationship Id="rId4" Type="http://schemas.openxmlformats.org/officeDocument/2006/relationships/image" Target="../media/image12.png"/></Relationships>
</file>

<file path=ppt/slides/_rels/slide36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64.xml"/><Relationship Id="rId1" Type="http://schemas.openxmlformats.org/officeDocument/2006/relationships/slideLayout" Target="../slideLayouts/slideLayout23.xml"/><Relationship Id="rId5" Type="http://schemas.openxmlformats.org/officeDocument/2006/relationships/image" Target="../media/image319.png"/><Relationship Id="rId4" Type="http://schemas.openxmlformats.org/officeDocument/2006/relationships/image" Target="../media/image12.png"/></Relationships>
</file>

<file path=ppt/slides/_rels/slide365.xml.rels><?xml version="1.0" encoding="UTF-8" standalone="yes"?>
<Relationships xmlns="http://schemas.openxmlformats.org/package/2006/relationships"><Relationship Id="rId3" Type="http://schemas.openxmlformats.org/officeDocument/2006/relationships/image" Target="../media/image320.png"/><Relationship Id="rId2" Type="http://schemas.openxmlformats.org/officeDocument/2006/relationships/notesSlide" Target="../notesSlides/notesSlide365.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6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66.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21.png"/></Relationships>
</file>

<file path=ppt/slides/_rels/slide36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367.xml"/><Relationship Id="rId1" Type="http://schemas.openxmlformats.org/officeDocument/2006/relationships/slideLayout" Target="../slideLayouts/slideLayout22.xml"/><Relationship Id="rId4" Type="http://schemas.openxmlformats.org/officeDocument/2006/relationships/image" Target="../media/image12.png"/></Relationships>
</file>

<file path=ppt/slides/_rels/slide36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68.xml"/><Relationship Id="rId1" Type="http://schemas.openxmlformats.org/officeDocument/2006/relationships/slideLayout" Target="../slideLayouts/slideLayout23.xml"/></Relationships>
</file>

<file path=ppt/slides/_rels/slide369.xml.rels><?xml version="1.0" encoding="UTF-8" standalone="yes"?>
<Relationships xmlns="http://schemas.openxmlformats.org/package/2006/relationships"><Relationship Id="rId3" Type="http://schemas.openxmlformats.org/officeDocument/2006/relationships/image" Target="../media/image322.png"/><Relationship Id="rId2" Type="http://schemas.openxmlformats.org/officeDocument/2006/relationships/notesSlide" Target="../notesSlides/notesSlide369.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7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70.xml"/><Relationship Id="rId1" Type="http://schemas.openxmlformats.org/officeDocument/2006/relationships/slideLayout" Target="../slideLayouts/slideLayout23.xml"/></Relationships>
</file>

<file path=ppt/slides/_rels/slide371.xml.rels><?xml version="1.0" encoding="UTF-8" standalone="yes"?>
<Relationships xmlns="http://schemas.openxmlformats.org/package/2006/relationships"><Relationship Id="rId3" Type="http://schemas.openxmlformats.org/officeDocument/2006/relationships/image" Target="../media/image323.png"/><Relationship Id="rId2" Type="http://schemas.openxmlformats.org/officeDocument/2006/relationships/notesSlide" Target="../notesSlides/notesSlide371.xml"/><Relationship Id="rId1" Type="http://schemas.openxmlformats.org/officeDocument/2006/relationships/slideLayout" Target="../slideLayouts/slideLayout23.xml"/><Relationship Id="rId6" Type="http://schemas.openxmlformats.org/officeDocument/2006/relationships/image" Target="../media/image12.png"/><Relationship Id="rId5" Type="http://schemas.openxmlformats.org/officeDocument/2006/relationships/image" Target="../media/image325.png"/><Relationship Id="rId4" Type="http://schemas.openxmlformats.org/officeDocument/2006/relationships/image" Target="../media/image324.png"/></Relationships>
</file>

<file path=ppt/slides/_rels/slide37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72.xml"/><Relationship Id="rId1" Type="http://schemas.openxmlformats.org/officeDocument/2006/relationships/slideLayout" Target="../slideLayouts/slideLayout23.xml"/></Relationships>
</file>

<file path=ppt/slides/_rels/slide37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73.xml"/><Relationship Id="rId1" Type="http://schemas.openxmlformats.org/officeDocument/2006/relationships/slideLayout" Target="../slideLayouts/slideLayout23.xml"/></Relationships>
</file>

<file path=ppt/slides/_rels/slide37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74.xml"/><Relationship Id="rId1" Type="http://schemas.openxmlformats.org/officeDocument/2006/relationships/slideLayout" Target="../slideLayouts/slideLayout23.xml"/></Relationships>
</file>

<file path=ppt/slides/_rels/slide37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75.xml"/><Relationship Id="rId1" Type="http://schemas.openxmlformats.org/officeDocument/2006/relationships/slideLayout" Target="../slideLayouts/slideLayout23.xml"/></Relationships>
</file>

<file path=ppt/slides/_rels/slide37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76.xml"/><Relationship Id="rId1" Type="http://schemas.openxmlformats.org/officeDocument/2006/relationships/slideLayout" Target="../slideLayouts/slideLayout23.xml"/></Relationships>
</file>

<file path=ppt/slides/_rels/slide377.xml.rels><?xml version="1.0" encoding="UTF-8" standalone="yes"?>
<Relationships xmlns="http://schemas.openxmlformats.org/package/2006/relationships"><Relationship Id="rId3" Type="http://schemas.openxmlformats.org/officeDocument/2006/relationships/image" Target="../media/image326.png"/><Relationship Id="rId2" Type="http://schemas.openxmlformats.org/officeDocument/2006/relationships/notesSlide" Target="../notesSlides/notesSlide377.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17.png"/></Relationships>
</file>

<file path=ppt/slides/_rels/slide37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78.xml"/><Relationship Id="rId1" Type="http://schemas.openxmlformats.org/officeDocument/2006/relationships/slideLayout" Target="../slideLayouts/slideLayout23.xml"/><Relationship Id="rId5" Type="http://schemas.openxmlformats.org/officeDocument/2006/relationships/image" Target="../media/image326.png"/><Relationship Id="rId4" Type="http://schemas.openxmlformats.org/officeDocument/2006/relationships/image" Target="../media/image12.png"/></Relationships>
</file>

<file path=ppt/slides/_rels/slide379.xml.rels><?xml version="1.0" encoding="UTF-8" standalone="yes"?>
<Relationships xmlns="http://schemas.openxmlformats.org/package/2006/relationships"><Relationship Id="rId3" Type="http://schemas.openxmlformats.org/officeDocument/2006/relationships/image" Target="../media/image327.png"/><Relationship Id="rId2" Type="http://schemas.openxmlformats.org/officeDocument/2006/relationships/notesSlide" Target="../notesSlides/notesSlide379.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12.png"/></Relationships>
</file>

<file path=ppt/slides/_rels/slide380.xml.rels><?xml version="1.0" encoding="UTF-8" standalone="yes"?>
<Relationships xmlns="http://schemas.openxmlformats.org/package/2006/relationships"><Relationship Id="rId3" Type="http://schemas.openxmlformats.org/officeDocument/2006/relationships/image" Target="../media/image328.png"/><Relationship Id="rId2" Type="http://schemas.openxmlformats.org/officeDocument/2006/relationships/notesSlide" Target="../notesSlides/notesSlide380.xml"/><Relationship Id="rId1" Type="http://schemas.openxmlformats.org/officeDocument/2006/relationships/slideLayout" Target="../slideLayouts/slideLayout23.xml"/><Relationship Id="rId4" Type="http://schemas.openxmlformats.org/officeDocument/2006/relationships/image" Target="../media/image12.png"/></Relationships>
</file>

<file path=ppt/slides/_rels/slide38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81.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29.png"/></Relationships>
</file>

<file path=ppt/slides/_rels/slide38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82.xml"/><Relationship Id="rId1" Type="http://schemas.openxmlformats.org/officeDocument/2006/relationships/slideLayout" Target="../slideLayouts/slideLayout23.xml"/><Relationship Id="rId5" Type="http://schemas.openxmlformats.org/officeDocument/2006/relationships/image" Target="../media/image329.png"/><Relationship Id="rId4" Type="http://schemas.openxmlformats.org/officeDocument/2006/relationships/image" Target="../media/image12.png"/></Relationships>
</file>

<file path=ppt/slides/_rels/slide38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83.xml"/><Relationship Id="rId1" Type="http://schemas.openxmlformats.org/officeDocument/2006/relationships/slideLayout" Target="../slideLayouts/slideLayout23.xml"/><Relationship Id="rId4" Type="http://schemas.openxmlformats.org/officeDocument/2006/relationships/image" Target="../media/image330.png"/></Relationships>
</file>

<file path=ppt/slides/_rels/slide38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84.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31.png"/></Relationships>
</file>

<file path=ppt/slides/_rels/slide38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85.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331.png"/></Relationships>
</file>

<file path=ppt/slides/_rels/slide386.xml.rels><?xml version="1.0" encoding="UTF-8" standalone="yes"?>
<Relationships xmlns="http://schemas.openxmlformats.org/package/2006/relationships"><Relationship Id="rId3" Type="http://schemas.openxmlformats.org/officeDocument/2006/relationships/image" Target="../media/image332.png"/><Relationship Id="rId2" Type="http://schemas.openxmlformats.org/officeDocument/2006/relationships/notesSlide" Target="../notesSlides/notesSlide386.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12.png"/></Relationships>
</file>

<file path=ppt/slides/_rels/slide38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87.xml"/><Relationship Id="rId1" Type="http://schemas.openxmlformats.org/officeDocument/2006/relationships/slideLayout" Target="../slideLayouts/slideLayout23.xml"/><Relationship Id="rId5" Type="http://schemas.openxmlformats.org/officeDocument/2006/relationships/image" Target="../media/image333.png"/><Relationship Id="rId4" Type="http://schemas.openxmlformats.org/officeDocument/2006/relationships/image" Target="../media/image17.png"/></Relationships>
</file>

<file path=ppt/slides/_rels/slide38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88.xml"/><Relationship Id="rId1" Type="http://schemas.openxmlformats.org/officeDocument/2006/relationships/slideLayout" Target="../slideLayouts/slideLayout23.xml"/><Relationship Id="rId5" Type="http://schemas.openxmlformats.org/officeDocument/2006/relationships/image" Target="../media/image334.png"/><Relationship Id="rId4" Type="http://schemas.openxmlformats.org/officeDocument/2006/relationships/image" Target="../media/image12.png"/></Relationships>
</file>

<file path=ppt/slides/_rels/slide38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89.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334.png"/></Relationships>
</file>

<file path=ppt/slides/_rels/slide39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90.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334.png"/></Relationships>
</file>

<file path=ppt/slides/_rels/slide39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91.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334.png"/></Relationships>
</file>

<file path=ppt/slides/_rels/slide39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92.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335.png"/></Relationships>
</file>

<file path=ppt/slides/_rels/slide39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93.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335.png"/></Relationships>
</file>

<file path=ppt/slides/_rels/slide394.xml.rels><?xml version="1.0" encoding="UTF-8" standalone="yes"?>
<Relationships xmlns="http://schemas.openxmlformats.org/package/2006/relationships"><Relationship Id="rId3" Type="http://schemas.openxmlformats.org/officeDocument/2006/relationships/image" Target="../media/image336.png"/><Relationship Id="rId2" Type="http://schemas.openxmlformats.org/officeDocument/2006/relationships/notesSlide" Target="../notesSlides/notesSlide394.xml"/><Relationship Id="rId1" Type="http://schemas.openxmlformats.org/officeDocument/2006/relationships/slideLayout" Target="../slideLayouts/slideLayout23.xml"/></Relationships>
</file>

<file path=ppt/slides/_rels/slide39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95.xml"/><Relationship Id="rId1" Type="http://schemas.openxmlformats.org/officeDocument/2006/relationships/slideLayout" Target="../slideLayouts/slideLayout23.xml"/><Relationship Id="rId5" Type="http://schemas.openxmlformats.org/officeDocument/2006/relationships/image" Target="../media/image337.png"/><Relationship Id="rId4" Type="http://schemas.openxmlformats.org/officeDocument/2006/relationships/image" Target="../media/image17.png"/></Relationships>
</file>

<file path=ppt/slides/_rels/slide39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96.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337.png"/></Relationships>
</file>

<file path=ppt/slides/_rels/slide39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97.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337.png"/></Relationships>
</file>

<file path=ppt/slides/_rels/slide39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98.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337.png"/></Relationships>
</file>

<file path=ppt/slides/_rels/slide39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99.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337.png"/></Relationships>
</file>

<file path=ppt/slides/_rels/slide40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400.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338.png"/></Relationships>
</file>

<file path=ppt/slides/_rels/slide40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401.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338.png"/></Relationships>
</file>

<file path=ppt/slides/_rels/slide40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402.xml"/><Relationship Id="rId1" Type="http://schemas.openxmlformats.org/officeDocument/2006/relationships/slideLayout" Target="../slideLayouts/slideLayout23.xml"/><Relationship Id="rId4" Type="http://schemas.openxmlformats.org/officeDocument/2006/relationships/image" Target="../media/image339.png"/></Relationships>
</file>

<file path=ppt/slides/_rels/slide40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403.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340.png"/></Relationships>
</file>

<file path=ppt/slides/_rels/slide404.xml.rels><?xml version="1.0" encoding="UTF-8" standalone="yes"?>
<Relationships xmlns="http://schemas.openxmlformats.org/package/2006/relationships"><Relationship Id="rId3" Type="http://schemas.openxmlformats.org/officeDocument/2006/relationships/image" Target="../media/image341.png"/><Relationship Id="rId2" Type="http://schemas.openxmlformats.org/officeDocument/2006/relationships/notesSlide" Target="../notesSlides/notesSlide404.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42.png"/></Relationships>
</file>

<file path=ppt/slides/_rels/slide405.xml.rels><?xml version="1.0" encoding="UTF-8" standalone="yes"?>
<Relationships xmlns="http://schemas.openxmlformats.org/package/2006/relationships"><Relationship Id="rId3" Type="http://schemas.openxmlformats.org/officeDocument/2006/relationships/image" Target="../media/image343.png"/><Relationship Id="rId2" Type="http://schemas.openxmlformats.org/officeDocument/2006/relationships/notesSlide" Target="../notesSlides/notesSlide405.xml"/><Relationship Id="rId1" Type="http://schemas.openxmlformats.org/officeDocument/2006/relationships/slideLayout" Target="../slideLayouts/slideLayout23.xml"/><Relationship Id="rId5" Type="http://schemas.openxmlformats.org/officeDocument/2006/relationships/image" Target="../media/image17.png"/><Relationship Id="rId4" Type="http://schemas.openxmlformats.org/officeDocument/2006/relationships/image" Target="../media/image12.png"/></Relationships>
</file>

<file path=ppt/slides/_rels/slide406.xml.rels><?xml version="1.0" encoding="UTF-8" standalone="yes"?>
<Relationships xmlns="http://schemas.openxmlformats.org/package/2006/relationships"><Relationship Id="rId3" Type="http://schemas.openxmlformats.org/officeDocument/2006/relationships/image" Target="../media/image344.png"/><Relationship Id="rId2" Type="http://schemas.openxmlformats.org/officeDocument/2006/relationships/notesSlide" Target="../notesSlides/notesSlide406.xml"/><Relationship Id="rId1" Type="http://schemas.openxmlformats.org/officeDocument/2006/relationships/slideLayout" Target="../slideLayouts/slideLayout23.xml"/><Relationship Id="rId5" Type="http://schemas.openxmlformats.org/officeDocument/2006/relationships/image" Target="../media/image12.png"/><Relationship Id="rId4" Type="http://schemas.openxmlformats.org/officeDocument/2006/relationships/image" Target="../media/image345.png"/></Relationships>
</file>

<file path=ppt/slides/_rels/slide407.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notesSlide" Target="../notesSlides/notesSlide407.xml"/><Relationship Id="rId1" Type="http://schemas.openxmlformats.org/officeDocument/2006/relationships/slideLayout" Target="../slideLayouts/slideLayout23.xml"/></Relationships>
</file>

<file path=ppt/slides/_rels/slide408.xml.rels><?xml version="1.0" encoding="UTF-8" standalone="yes"?>
<Relationships xmlns="http://schemas.openxmlformats.org/package/2006/relationships"><Relationship Id="rId3" Type="http://schemas.openxmlformats.org/officeDocument/2006/relationships/notesSlide" Target="../notesSlides/notesSlide408.xml"/><Relationship Id="rId2" Type="http://schemas.openxmlformats.org/officeDocument/2006/relationships/slideLayout" Target="../slideLayouts/slideLayout22.xml"/><Relationship Id="rId1" Type="http://schemas.openxmlformats.org/officeDocument/2006/relationships/tags" Target="../tags/tag1.xml"/></Relationships>
</file>

<file path=ppt/slides/_rels/slide409.xml.rels><?xml version="1.0" encoding="UTF-8" standalone="yes"?>
<Relationships xmlns="http://schemas.openxmlformats.org/package/2006/relationships"><Relationship Id="rId3" Type="http://schemas.openxmlformats.org/officeDocument/2006/relationships/notesSlide" Target="../notesSlides/notesSlide409.xml"/><Relationship Id="rId2" Type="http://schemas.openxmlformats.org/officeDocument/2006/relationships/slideLayout" Target="../slideLayouts/slideLayout32.xml"/><Relationship Id="rId1" Type="http://schemas.openxmlformats.org/officeDocument/2006/relationships/tags" Target="../tags/tag2.xml"/><Relationship Id="rId4" Type="http://schemas.openxmlformats.org/officeDocument/2006/relationships/image" Target="../media/image12.png"/></Relationships>
</file>

<file path=ppt/slides/_rels/slide410.xml.rels><?xml version="1.0" encoding="UTF-8" standalone="yes"?>
<Relationships xmlns="http://schemas.openxmlformats.org/package/2006/relationships"><Relationship Id="rId3" Type="http://schemas.openxmlformats.org/officeDocument/2006/relationships/notesSlide" Target="../notesSlides/notesSlide410.xml"/><Relationship Id="rId2" Type="http://schemas.openxmlformats.org/officeDocument/2006/relationships/slideLayout" Target="../slideLayouts/slideLayout32.xml"/><Relationship Id="rId1" Type="http://schemas.openxmlformats.org/officeDocument/2006/relationships/tags" Target="../tags/tag3.xml"/><Relationship Id="rId4" Type="http://schemas.openxmlformats.org/officeDocument/2006/relationships/image" Target="../media/image12.png"/></Relationships>
</file>

<file path=ppt/slides/_rels/slide411.xml.rels><?xml version="1.0" encoding="UTF-8" standalone="yes"?>
<Relationships xmlns="http://schemas.openxmlformats.org/package/2006/relationships"><Relationship Id="rId3" Type="http://schemas.openxmlformats.org/officeDocument/2006/relationships/notesSlide" Target="../notesSlides/notesSlide411.xml"/><Relationship Id="rId2" Type="http://schemas.openxmlformats.org/officeDocument/2006/relationships/slideLayout" Target="../slideLayouts/slideLayout22.xml"/><Relationship Id="rId1" Type="http://schemas.openxmlformats.org/officeDocument/2006/relationships/tags" Target="../tags/tag4.xml"/></Relationships>
</file>

<file path=ppt/slides/_rels/slide412.xml.rels><?xml version="1.0" encoding="UTF-8" standalone="yes"?>
<Relationships xmlns="http://schemas.openxmlformats.org/package/2006/relationships"><Relationship Id="rId3" Type="http://schemas.openxmlformats.org/officeDocument/2006/relationships/notesSlide" Target="../notesSlides/notesSlide412.xml"/><Relationship Id="rId2" Type="http://schemas.openxmlformats.org/officeDocument/2006/relationships/slideLayout" Target="../slideLayouts/slideLayout32.xml"/><Relationship Id="rId1" Type="http://schemas.openxmlformats.org/officeDocument/2006/relationships/tags" Target="../tags/tag5.xml"/><Relationship Id="rId5" Type="http://schemas.openxmlformats.org/officeDocument/2006/relationships/image" Target="../media/image12.png"/><Relationship Id="rId4" Type="http://schemas.openxmlformats.org/officeDocument/2006/relationships/image" Target="../media/image346.png"/></Relationships>
</file>

<file path=ppt/slides/_rels/slide413.xml.rels><?xml version="1.0" encoding="UTF-8" standalone="yes"?>
<Relationships xmlns="http://schemas.openxmlformats.org/package/2006/relationships"><Relationship Id="rId3" Type="http://schemas.openxmlformats.org/officeDocument/2006/relationships/notesSlide" Target="../notesSlides/notesSlide413.xml"/><Relationship Id="rId2" Type="http://schemas.openxmlformats.org/officeDocument/2006/relationships/slideLayout" Target="../slideLayouts/slideLayout32.xml"/><Relationship Id="rId1" Type="http://schemas.openxmlformats.org/officeDocument/2006/relationships/tags" Target="../tags/tag6.xml"/><Relationship Id="rId4" Type="http://schemas.openxmlformats.org/officeDocument/2006/relationships/image" Target="../media/image12.png"/></Relationships>
</file>

<file path=ppt/slides/_rels/slide414.xml.rels><?xml version="1.0" encoding="UTF-8" standalone="yes"?>
<Relationships xmlns="http://schemas.openxmlformats.org/package/2006/relationships"><Relationship Id="rId3" Type="http://schemas.openxmlformats.org/officeDocument/2006/relationships/notesSlide" Target="../notesSlides/notesSlide414.xml"/><Relationship Id="rId2" Type="http://schemas.openxmlformats.org/officeDocument/2006/relationships/slideLayout" Target="../slideLayouts/slideLayout32.xml"/><Relationship Id="rId1" Type="http://schemas.openxmlformats.org/officeDocument/2006/relationships/tags" Target="../tags/tag7.xml"/><Relationship Id="rId4" Type="http://schemas.openxmlformats.org/officeDocument/2006/relationships/image" Target="../media/image12.png"/></Relationships>
</file>

<file path=ppt/slides/_rels/slide415.xml.rels><?xml version="1.0" encoding="UTF-8" standalone="yes"?>
<Relationships xmlns="http://schemas.openxmlformats.org/package/2006/relationships"><Relationship Id="rId3" Type="http://schemas.openxmlformats.org/officeDocument/2006/relationships/notesSlide" Target="../notesSlides/notesSlide415.xml"/><Relationship Id="rId2" Type="http://schemas.openxmlformats.org/officeDocument/2006/relationships/slideLayout" Target="../slideLayouts/slideLayout32.xml"/><Relationship Id="rId1" Type="http://schemas.openxmlformats.org/officeDocument/2006/relationships/tags" Target="../tags/tag8.xml"/><Relationship Id="rId5" Type="http://schemas.openxmlformats.org/officeDocument/2006/relationships/image" Target="../media/image12.png"/><Relationship Id="rId4" Type="http://schemas.openxmlformats.org/officeDocument/2006/relationships/image" Target="../media/image347.png"/></Relationships>
</file>

<file path=ppt/slides/_rels/slide416.xml.rels><?xml version="1.0" encoding="UTF-8" standalone="yes"?>
<Relationships xmlns="http://schemas.openxmlformats.org/package/2006/relationships"><Relationship Id="rId3" Type="http://schemas.openxmlformats.org/officeDocument/2006/relationships/notesSlide" Target="../notesSlides/notesSlide416.xml"/><Relationship Id="rId2" Type="http://schemas.openxmlformats.org/officeDocument/2006/relationships/slideLayout" Target="../slideLayouts/slideLayout32.xml"/><Relationship Id="rId1" Type="http://schemas.openxmlformats.org/officeDocument/2006/relationships/tags" Target="../tags/tag9.xml"/><Relationship Id="rId5" Type="http://schemas.openxmlformats.org/officeDocument/2006/relationships/image" Target="../media/image12.png"/><Relationship Id="rId4" Type="http://schemas.openxmlformats.org/officeDocument/2006/relationships/image" Target="../media/image348.png"/></Relationships>
</file>

<file path=ppt/slides/_rels/slide417.xml.rels><?xml version="1.0" encoding="UTF-8" standalone="yes"?>
<Relationships xmlns="http://schemas.openxmlformats.org/package/2006/relationships"><Relationship Id="rId3" Type="http://schemas.openxmlformats.org/officeDocument/2006/relationships/notesSlide" Target="../notesSlides/notesSlide417.xml"/><Relationship Id="rId2" Type="http://schemas.openxmlformats.org/officeDocument/2006/relationships/slideLayout" Target="../slideLayouts/slideLayout32.xml"/><Relationship Id="rId1" Type="http://schemas.openxmlformats.org/officeDocument/2006/relationships/tags" Target="../tags/tag10.xml"/><Relationship Id="rId5" Type="http://schemas.openxmlformats.org/officeDocument/2006/relationships/image" Target="../media/image12.png"/><Relationship Id="rId4" Type="http://schemas.openxmlformats.org/officeDocument/2006/relationships/image" Target="../media/image349.png"/></Relationships>
</file>

<file path=ppt/slides/_rels/slide418.xml.rels><?xml version="1.0" encoding="UTF-8" standalone="yes"?>
<Relationships xmlns="http://schemas.openxmlformats.org/package/2006/relationships"><Relationship Id="rId3" Type="http://schemas.openxmlformats.org/officeDocument/2006/relationships/notesSlide" Target="../notesSlides/notesSlide418.xml"/><Relationship Id="rId2" Type="http://schemas.openxmlformats.org/officeDocument/2006/relationships/slideLayout" Target="../slideLayouts/slideLayout22.xml"/><Relationship Id="rId1" Type="http://schemas.openxmlformats.org/officeDocument/2006/relationships/tags" Target="../tags/tag11.xml"/></Relationships>
</file>

<file path=ppt/slides/_rels/slide419.xml.rels><?xml version="1.0" encoding="UTF-8" standalone="yes"?>
<Relationships xmlns="http://schemas.openxmlformats.org/package/2006/relationships"><Relationship Id="rId3" Type="http://schemas.openxmlformats.org/officeDocument/2006/relationships/notesSlide" Target="../notesSlides/notesSlide419.xml"/><Relationship Id="rId2" Type="http://schemas.openxmlformats.org/officeDocument/2006/relationships/slideLayout" Target="../slideLayouts/slideLayout32.xml"/><Relationship Id="rId1" Type="http://schemas.openxmlformats.org/officeDocument/2006/relationships/tags" Target="../tags/tag12.xml"/><Relationship Id="rId4" Type="http://schemas.openxmlformats.org/officeDocument/2006/relationships/image" Target="../media/image12.png"/></Relationships>
</file>

<file path=ppt/slides/_rels/slide420.xml.rels><?xml version="1.0" encoding="UTF-8" standalone="yes"?>
<Relationships xmlns="http://schemas.openxmlformats.org/package/2006/relationships"><Relationship Id="rId3" Type="http://schemas.openxmlformats.org/officeDocument/2006/relationships/notesSlide" Target="../notesSlides/notesSlide420.xml"/><Relationship Id="rId2" Type="http://schemas.openxmlformats.org/officeDocument/2006/relationships/slideLayout" Target="../slideLayouts/slideLayout32.xml"/><Relationship Id="rId1" Type="http://schemas.openxmlformats.org/officeDocument/2006/relationships/tags" Target="../tags/tag13.xml"/><Relationship Id="rId4" Type="http://schemas.openxmlformats.org/officeDocument/2006/relationships/image" Target="../media/image12.png"/></Relationships>
</file>

<file path=ppt/slides/_rels/slide421.xml.rels><?xml version="1.0" encoding="UTF-8" standalone="yes"?>
<Relationships xmlns="http://schemas.openxmlformats.org/package/2006/relationships"><Relationship Id="rId3" Type="http://schemas.openxmlformats.org/officeDocument/2006/relationships/notesSlide" Target="../notesSlides/notesSlide421.xml"/><Relationship Id="rId2" Type="http://schemas.openxmlformats.org/officeDocument/2006/relationships/slideLayout" Target="../slideLayouts/slideLayout32.xml"/><Relationship Id="rId1" Type="http://schemas.openxmlformats.org/officeDocument/2006/relationships/tags" Target="../tags/tag14.xml"/><Relationship Id="rId5" Type="http://schemas.openxmlformats.org/officeDocument/2006/relationships/image" Target="../media/image12.png"/><Relationship Id="rId4" Type="http://schemas.openxmlformats.org/officeDocument/2006/relationships/image" Target="../media/image350.png"/></Relationships>
</file>

<file path=ppt/slides/_rels/slide422.xml.rels><?xml version="1.0" encoding="UTF-8" standalone="yes"?>
<Relationships xmlns="http://schemas.openxmlformats.org/package/2006/relationships"><Relationship Id="rId3" Type="http://schemas.openxmlformats.org/officeDocument/2006/relationships/notesSlide" Target="../notesSlides/notesSlide422.xml"/><Relationship Id="rId2" Type="http://schemas.openxmlformats.org/officeDocument/2006/relationships/slideLayout" Target="../slideLayouts/slideLayout32.xml"/><Relationship Id="rId1" Type="http://schemas.openxmlformats.org/officeDocument/2006/relationships/tags" Target="../tags/tag15.xml"/><Relationship Id="rId4" Type="http://schemas.openxmlformats.org/officeDocument/2006/relationships/image" Target="../media/image12.png"/></Relationships>
</file>

<file path=ppt/slides/_rels/slide423.xml.rels><?xml version="1.0" encoding="UTF-8" standalone="yes"?>
<Relationships xmlns="http://schemas.openxmlformats.org/package/2006/relationships"><Relationship Id="rId3" Type="http://schemas.openxmlformats.org/officeDocument/2006/relationships/notesSlide" Target="../notesSlides/notesSlide423.xml"/><Relationship Id="rId2" Type="http://schemas.openxmlformats.org/officeDocument/2006/relationships/slideLayout" Target="../slideLayouts/slideLayout32.xml"/><Relationship Id="rId1" Type="http://schemas.openxmlformats.org/officeDocument/2006/relationships/tags" Target="../tags/tag16.xml"/><Relationship Id="rId4" Type="http://schemas.openxmlformats.org/officeDocument/2006/relationships/image" Target="../media/image12.png"/></Relationships>
</file>

<file path=ppt/slides/_rels/slide424.xml.rels><?xml version="1.0" encoding="UTF-8" standalone="yes"?>
<Relationships xmlns="http://schemas.openxmlformats.org/package/2006/relationships"><Relationship Id="rId3" Type="http://schemas.openxmlformats.org/officeDocument/2006/relationships/notesSlide" Target="../notesSlides/notesSlide424.xml"/><Relationship Id="rId2" Type="http://schemas.openxmlformats.org/officeDocument/2006/relationships/slideLayout" Target="../slideLayouts/slideLayout32.xml"/><Relationship Id="rId1" Type="http://schemas.openxmlformats.org/officeDocument/2006/relationships/tags" Target="../tags/tag17.xml"/><Relationship Id="rId4" Type="http://schemas.openxmlformats.org/officeDocument/2006/relationships/image" Target="../media/image12.png"/></Relationships>
</file>

<file path=ppt/slides/_rels/slide425.xml.rels><?xml version="1.0" encoding="UTF-8" standalone="yes"?>
<Relationships xmlns="http://schemas.openxmlformats.org/package/2006/relationships"><Relationship Id="rId3" Type="http://schemas.openxmlformats.org/officeDocument/2006/relationships/notesSlide" Target="../notesSlides/notesSlide425.xml"/><Relationship Id="rId2" Type="http://schemas.openxmlformats.org/officeDocument/2006/relationships/slideLayout" Target="../slideLayouts/slideLayout32.xml"/><Relationship Id="rId1" Type="http://schemas.openxmlformats.org/officeDocument/2006/relationships/tags" Target="../tags/tag18.xml"/><Relationship Id="rId4" Type="http://schemas.openxmlformats.org/officeDocument/2006/relationships/image" Target="../media/image12.png"/></Relationships>
</file>

<file path=ppt/slides/_rels/slide426.xml.rels><?xml version="1.0" encoding="UTF-8" standalone="yes"?>
<Relationships xmlns="http://schemas.openxmlformats.org/package/2006/relationships"><Relationship Id="rId3" Type="http://schemas.openxmlformats.org/officeDocument/2006/relationships/notesSlide" Target="../notesSlides/notesSlide426.xml"/><Relationship Id="rId2" Type="http://schemas.openxmlformats.org/officeDocument/2006/relationships/slideLayout" Target="../slideLayouts/slideLayout32.xml"/><Relationship Id="rId1" Type="http://schemas.openxmlformats.org/officeDocument/2006/relationships/tags" Target="../tags/tag19.xml"/><Relationship Id="rId4" Type="http://schemas.openxmlformats.org/officeDocument/2006/relationships/image" Target="../media/image12.png"/></Relationships>
</file>

<file path=ppt/slides/_rels/slide427.xml.rels><?xml version="1.0" encoding="UTF-8" standalone="yes"?>
<Relationships xmlns="http://schemas.openxmlformats.org/package/2006/relationships"><Relationship Id="rId3" Type="http://schemas.openxmlformats.org/officeDocument/2006/relationships/notesSlide" Target="../notesSlides/notesSlide427.xml"/><Relationship Id="rId2" Type="http://schemas.openxmlformats.org/officeDocument/2006/relationships/slideLayout" Target="../slideLayouts/slideLayout32.xml"/><Relationship Id="rId1" Type="http://schemas.openxmlformats.org/officeDocument/2006/relationships/tags" Target="../tags/tag20.xml"/><Relationship Id="rId5" Type="http://schemas.openxmlformats.org/officeDocument/2006/relationships/image" Target="../media/image12.png"/><Relationship Id="rId4" Type="http://schemas.openxmlformats.org/officeDocument/2006/relationships/chart" Target="../charts/chart3.xml"/></Relationships>
</file>

<file path=ppt/slides/_rels/slide428.xml.rels><?xml version="1.0" encoding="UTF-8" standalone="yes"?>
<Relationships xmlns="http://schemas.openxmlformats.org/package/2006/relationships"><Relationship Id="rId3" Type="http://schemas.openxmlformats.org/officeDocument/2006/relationships/notesSlide" Target="../notesSlides/notesSlide428.xml"/><Relationship Id="rId2" Type="http://schemas.openxmlformats.org/officeDocument/2006/relationships/slideLayout" Target="../slideLayouts/slideLayout22.xml"/><Relationship Id="rId1" Type="http://schemas.openxmlformats.org/officeDocument/2006/relationships/tags" Target="../tags/tag21.xml"/></Relationships>
</file>

<file path=ppt/slides/_rels/slide429.xml.rels><?xml version="1.0" encoding="UTF-8" standalone="yes"?>
<Relationships xmlns="http://schemas.openxmlformats.org/package/2006/relationships"><Relationship Id="rId3" Type="http://schemas.openxmlformats.org/officeDocument/2006/relationships/notesSlide" Target="../notesSlides/notesSlide429.xml"/><Relationship Id="rId2" Type="http://schemas.openxmlformats.org/officeDocument/2006/relationships/slideLayout" Target="../slideLayouts/slideLayout32.xml"/><Relationship Id="rId1" Type="http://schemas.openxmlformats.org/officeDocument/2006/relationships/tags" Target="../tags/tag22.xml"/><Relationship Id="rId5" Type="http://schemas.openxmlformats.org/officeDocument/2006/relationships/image" Target="../media/image12.png"/><Relationship Id="rId4" Type="http://schemas.openxmlformats.org/officeDocument/2006/relationships/image" Target="../media/image351.png"/></Relationships>
</file>

<file path=ppt/slides/_rels/slide430.xml.rels><?xml version="1.0" encoding="UTF-8" standalone="yes"?>
<Relationships xmlns="http://schemas.openxmlformats.org/package/2006/relationships"><Relationship Id="rId3" Type="http://schemas.openxmlformats.org/officeDocument/2006/relationships/notesSlide" Target="../notesSlides/notesSlide430.xml"/><Relationship Id="rId2" Type="http://schemas.openxmlformats.org/officeDocument/2006/relationships/slideLayout" Target="../slideLayouts/slideLayout32.xml"/><Relationship Id="rId1" Type="http://schemas.openxmlformats.org/officeDocument/2006/relationships/tags" Target="../tags/tag23.xml"/><Relationship Id="rId5" Type="http://schemas.openxmlformats.org/officeDocument/2006/relationships/image" Target="../media/image352.png"/><Relationship Id="rId4" Type="http://schemas.openxmlformats.org/officeDocument/2006/relationships/image" Target="../media/image12.png"/></Relationships>
</file>

<file path=ppt/slides/_rels/slide431.xml.rels><?xml version="1.0" encoding="UTF-8" standalone="yes"?>
<Relationships xmlns="http://schemas.openxmlformats.org/package/2006/relationships"><Relationship Id="rId3" Type="http://schemas.openxmlformats.org/officeDocument/2006/relationships/notesSlide" Target="../notesSlides/notesSlide431.xml"/><Relationship Id="rId2" Type="http://schemas.openxmlformats.org/officeDocument/2006/relationships/slideLayout" Target="../slideLayouts/slideLayout32.xml"/><Relationship Id="rId1" Type="http://schemas.openxmlformats.org/officeDocument/2006/relationships/tags" Target="../tags/tag24.xml"/><Relationship Id="rId5" Type="http://schemas.openxmlformats.org/officeDocument/2006/relationships/image" Target="../media/image12.png"/><Relationship Id="rId4" Type="http://schemas.openxmlformats.org/officeDocument/2006/relationships/image" Target="../media/image353.png"/></Relationships>
</file>

<file path=ppt/slides/_rels/slide432.xml.rels><?xml version="1.0" encoding="UTF-8" standalone="yes"?>
<Relationships xmlns="http://schemas.openxmlformats.org/package/2006/relationships"><Relationship Id="rId3" Type="http://schemas.openxmlformats.org/officeDocument/2006/relationships/notesSlide" Target="../notesSlides/notesSlide432.xml"/><Relationship Id="rId2" Type="http://schemas.openxmlformats.org/officeDocument/2006/relationships/slideLayout" Target="../slideLayouts/slideLayout32.xml"/><Relationship Id="rId1" Type="http://schemas.openxmlformats.org/officeDocument/2006/relationships/tags" Target="../tags/tag25.xml"/><Relationship Id="rId5" Type="http://schemas.openxmlformats.org/officeDocument/2006/relationships/image" Target="../media/image12.png"/><Relationship Id="rId4" Type="http://schemas.openxmlformats.org/officeDocument/2006/relationships/image" Target="../media/image354.png"/></Relationships>
</file>

<file path=ppt/slides/_rels/slide433.xml.rels><?xml version="1.0" encoding="UTF-8" standalone="yes"?>
<Relationships xmlns="http://schemas.openxmlformats.org/package/2006/relationships"><Relationship Id="rId3" Type="http://schemas.openxmlformats.org/officeDocument/2006/relationships/notesSlide" Target="../notesSlides/notesSlide433.xml"/><Relationship Id="rId2" Type="http://schemas.openxmlformats.org/officeDocument/2006/relationships/slideLayout" Target="../slideLayouts/slideLayout32.xml"/><Relationship Id="rId1" Type="http://schemas.openxmlformats.org/officeDocument/2006/relationships/tags" Target="../tags/tag26.xml"/><Relationship Id="rId5" Type="http://schemas.openxmlformats.org/officeDocument/2006/relationships/image" Target="../media/image12.png"/><Relationship Id="rId4" Type="http://schemas.openxmlformats.org/officeDocument/2006/relationships/image" Target="../media/image355.png"/></Relationships>
</file>

<file path=ppt/slides/_rels/slide434.xml.rels><?xml version="1.0" encoding="UTF-8" standalone="yes"?>
<Relationships xmlns="http://schemas.openxmlformats.org/package/2006/relationships"><Relationship Id="rId3" Type="http://schemas.openxmlformats.org/officeDocument/2006/relationships/notesSlide" Target="../notesSlides/notesSlide434.xml"/><Relationship Id="rId2" Type="http://schemas.openxmlformats.org/officeDocument/2006/relationships/slideLayout" Target="../slideLayouts/slideLayout32.xml"/><Relationship Id="rId1" Type="http://schemas.openxmlformats.org/officeDocument/2006/relationships/tags" Target="../tags/tag27.xml"/><Relationship Id="rId5" Type="http://schemas.openxmlformats.org/officeDocument/2006/relationships/image" Target="../media/image12.png"/><Relationship Id="rId4" Type="http://schemas.openxmlformats.org/officeDocument/2006/relationships/image" Target="../media/image356.png"/></Relationships>
</file>

<file path=ppt/slides/_rels/slide435.xml.rels><?xml version="1.0" encoding="UTF-8" standalone="yes"?>
<Relationships xmlns="http://schemas.openxmlformats.org/package/2006/relationships"><Relationship Id="rId3" Type="http://schemas.openxmlformats.org/officeDocument/2006/relationships/notesSlide" Target="../notesSlides/notesSlide435.xml"/><Relationship Id="rId2" Type="http://schemas.openxmlformats.org/officeDocument/2006/relationships/slideLayout" Target="../slideLayouts/slideLayout32.xml"/><Relationship Id="rId1" Type="http://schemas.openxmlformats.org/officeDocument/2006/relationships/tags" Target="../tags/tag28.xml"/><Relationship Id="rId5" Type="http://schemas.openxmlformats.org/officeDocument/2006/relationships/image" Target="../media/image12.png"/><Relationship Id="rId4" Type="http://schemas.openxmlformats.org/officeDocument/2006/relationships/image" Target="../media/image357.png"/></Relationships>
</file>

<file path=ppt/slides/_rels/slide436.xml.rels><?xml version="1.0" encoding="UTF-8" standalone="yes"?>
<Relationships xmlns="http://schemas.openxmlformats.org/package/2006/relationships"><Relationship Id="rId3" Type="http://schemas.openxmlformats.org/officeDocument/2006/relationships/notesSlide" Target="../notesSlides/notesSlide436.xml"/><Relationship Id="rId2" Type="http://schemas.openxmlformats.org/officeDocument/2006/relationships/slideLayout" Target="../slideLayouts/slideLayout32.xml"/><Relationship Id="rId1" Type="http://schemas.openxmlformats.org/officeDocument/2006/relationships/tags" Target="../tags/tag29.xml"/><Relationship Id="rId5" Type="http://schemas.openxmlformats.org/officeDocument/2006/relationships/image" Target="../media/image12.png"/><Relationship Id="rId4" Type="http://schemas.openxmlformats.org/officeDocument/2006/relationships/image" Target="../media/image358.png"/></Relationships>
</file>

<file path=ppt/slides/_rels/slide437.xml.rels><?xml version="1.0" encoding="UTF-8" standalone="yes"?>
<Relationships xmlns="http://schemas.openxmlformats.org/package/2006/relationships"><Relationship Id="rId3" Type="http://schemas.openxmlformats.org/officeDocument/2006/relationships/notesSlide" Target="../notesSlides/notesSlide437.xml"/><Relationship Id="rId2" Type="http://schemas.openxmlformats.org/officeDocument/2006/relationships/slideLayout" Target="../slideLayouts/slideLayout32.xml"/><Relationship Id="rId1" Type="http://schemas.openxmlformats.org/officeDocument/2006/relationships/tags" Target="../tags/tag30.xml"/><Relationship Id="rId5" Type="http://schemas.openxmlformats.org/officeDocument/2006/relationships/image" Target="../media/image12.png"/><Relationship Id="rId4" Type="http://schemas.openxmlformats.org/officeDocument/2006/relationships/image" Target="../media/image359.png"/></Relationships>
</file>

<file path=ppt/slides/_rels/slide438.xml.rels><?xml version="1.0" encoding="UTF-8" standalone="yes"?>
<Relationships xmlns="http://schemas.openxmlformats.org/package/2006/relationships"><Relationship Id="rId3" Type="http://schemas.openxmlformats.org/officeDocument/2006/relationships/notesSlide" Target="../notesSlides/notesSlide438.xml"/><Relationship Id="rId2" Type="http://schemas.openxmlformats.org/officeDocument/2006/relationships/slideLayout" Target="../slideLayouts/slideLayout32.xml"/><Relationship Id="rId1" Type="http://schemas.openxmlformats.org/officeDocument/2006/relationships/tags" Target="../tags/tag31.xml"/><Relationship Id="rId5" Type="http://schemas.openxmlformats.org/officeDocument/2006/relationships/image" Target="../media/image12.png"/><Relationship Id="rId4" Type="http://schemas.openxmlformats.org/officeDocument/2006/relationships/image" Target="../media/image360.png"/></Relationships>
</file>

<file path=ppt/slides/_rels/slide439.xml.rels><?xml version="1.0" encoding="UTF-8" standalone="yes"?>
<Relationships xmlns="http://schemas.openxmlformats.org/package/2006/relationships"><Relationship Id="rId3" Type="http://schemas.openxmlformats.org/officeDocument/2006/relationships/notesSlide" Target="../notesSlides/notesSlide439.xml"/><Relationship Id="rId2" Type="http://schemas.openxmlformats.org/officeDocument/2006/relationships/slideLayout" Target="../slideLayouts/slideLayout32.xml"/><Relationship Id="rId1" Type="http://schemas.openxmlformats.org/officeDocument/2006/relationships/tags" Target="../tags/tag32.xml"/><Relationship Id="rId5" Type="http://schemas.openxmlformats.org/officeDocument/2006/relationships/image" Target="../media/image12.png"/><Relationship Id="rId4" Type="http://schemas.openxmlformats.org/officeDocument/2006/relationships/image" Target="../media/image361.png"/></Relationships>
</file>

<file path=ppt/slides/_rels/slide440.xml.rels><?xml version="1.0" encoding="UTF-8" standalone="yes"?>
<Relationships xmlns="http://schemas.openxmlformats.org/package/2006/relationships"><Relationship Id="rId3" Type="http://schemas.openxmlformats.org/officeDocument/2006/relationships/notesSlide" Target="../notesSlides/notesSlide440.xml"/><Relationship Id="rId2" Type="http://schemas.openxmlformats.org/officeDocument/2006/relationships/slideLayout" Target="../slideLayouts/slideLayout32.xml"/><Relationship Id="rId1" Type="http://schemas.openxmlformats.org/officeDocument/2006/relationships/tags" Target="../tags/tag33.xml"/><Relationship Id="rId5" Type="http://schemas.openxmlformats.org/officeDocument/2006/relationships/image" Target="../media/image12.png"/><Relationship Id="rId4" Type="http://schemas.openxmlformats.org/officeDocument/2006/relationships/image" Target="../media/image362.png"/></Relationships>
</file>

<file path=ppt/slides/_rels/slide441.xml.rels><?xml version="1.0" encoding="UTF-8" standalone="yes"?>
<Relationships xmlns="http://schemas.openxmlformats.org/package/2006/relationships"><Relationship Id="rId3" Type="http://schemas.openxmlformats.org/officeDocument/2006/relationships/notesSlide" Target="../notesSlides/notesSlide441.xml"/><Relationship Id="rId2" Type="http://schemas.openxmlformats.org/officeDocument/2006/relationships/slideLayout" Target="../slideLayouts/slideLayout32.xml"/><Relationship Id="rId1" Type="http://schemas.openxmlformats.org/officeDocument/2006/relationships/tags" Target="../tags/tag34.xml"/><Relationship Id="rId5" Type="http://schemas.openxmlformats.org/officeDocument/2006/relationships/image" Target="../media/image12.png"/><Relationship Id="rId4" Type="http://schemas.openxmlformats.org/officeDocument/2006/relationships/image" Target="../media/image363.png"/></Relationships>
</file>

<file path=ppt/slides/_rels/slide442.xml.rels><?xml version="1.0" encoding="UTF-8" standalone="yes"?>
<Relationships xmlns="http://schemas.openxmlformats.org/package/2006/relationships"><Relationship Id="rId3" Type="http://schemas.openxmlformats.org/officeDocument/2006/relationships/notesSlide" Target="../notesSlides/notesSlide442.xml"/><Relationship Id="rId2" Type="http://schemas.openxmlformats.org/officeDocument/2006/relationships/slideLayout" Target="../slideLayouts/slideLayout32.xml"/><Relationship Id="rId1" Type="http://schemas.openxmlformats.org/officeDocument/2006/relationships/tags" Target="../tags/tag35.xml"/><Relationship Id="rId5" Type="http://schemas.openxmlformats.org/officeDocument/2006/relationships/image" Target="../media/image12.png"/><Relationship Id="rId4" Type="http://schemas.openxmlformats.org/officeDocument/2006/relationships/image" Target="../media/image364.png"/></Relationships>
</file>

<file path=ppt/slides/_rels/slide443.xml.rels><?xml version="1.0" encoding="UTF-8" standalone="yes"?>
<Relationships xmlns="http://schemas.openxmlformats.org/package/2006/relationships"><Relationship Id="rId3" Type="http://schemas.openxmlformats.org/officeDocument/2006/relationships/notesSlide" Target="../notesSlides/notesSlide443.xml"/><Relationship Id="rId2" Type="http://schemas.openxmlformats.org/officeDocument/2006/relationships/slideLayout" Target="../slideLayouts/slideLayout32.xml"/><Relationship Id="rId1" Type="http://schemas.openxmlformats.org/officeDocument/2006/relationships/tags" Target="../tags/tag36.xml"/><Relationship Id="rId5" Type="http://schemas.openxmlformats.org/officeDocument/2006/relationships/image" Target="../media/image12.png"/><Relationship Id="rId4" Type="http://schemas.openxmlformats.org/officeDocument/2006/relationships/image" Target="../media/image365.png"/></Relationships>
</file>

<file path=ppt/slides/_rels/slide444.xml.rels><?xml version="1.0" encoding="UTF-8" standalone="yes"?>
<Relationships xmlns="http://schemas.openxmlformats.org/package/2006/relationships"><Relationship Id="rId3" Type="http://schemas.openxmlformats.org/officeDocument/2006/relationships/notesSlide" Target="../notesSlides/notesSlide444.xml"/><Relationship Id="rId2" Type="http://schemas.openxmlformats.org/officeDocument/2006/relationships/slideLayout" Target="../slideLayouts/slideLayout32.xml"/><Relationship Id="rId1" Type="http://schemas.openxmlformats.org/officeDocument/2006/relationships/tags" Target="../tags/tag37.xml"/><Relationship Id="rId5" Type="http://schemas.openxmlformats.org/officeDocument/2006/relationships/image" Target="../media/image12.png"/><Relationship Id="rId4" Type="http://schemas.openxmlformats.org/officeDocument/2006/relationships/image" Target="../media/image366.png"/></Relationships>
</file>

<file path=ppt/slides/_rels/slide445.xml.rels><?xml version="1.0" encoding="UTF-8" standalone="yes"?>
<Relationships xmlns="http://schemas.openxmlformats.org/package/2006/relationships"><Relationship Id="rId3" Type="http://schemas.openxmlformats.org/officeDocument/2006/relationships/notesSlide" Target="../notesSlides/notesSlide445.xml"/><Relationship Id="rId2" Type="http://schemas.openxmlformats.org/officeDocument/2006/relationships/slideLayout" Target="../slideLayouts/slideLayout32.xml"/><Relationship Id="rId1" Type="http://schemas.openxmlformats.org/officeDocument/2006/relationships/tags" Target="../tags/tag38.xml"/><Relationship Id="rId5" Type="http://schemas.openxmlformats.org/officeDocument/2006/relationships/image" Target="../media/image12.png"/><Relationship Id="rId4" Type="http://schemas.openxmlformats.org/officeDocument/2006/relationships/image" Target="../media/image367.png"/></Relationships>
</file>

<file path=ppt/slides/_rels/slide446.xml.rels><?xml version="1.0" encoding="UTF-8" standalone="yes"?>
<Relationships xmlns="http://schemas.openxmlformats.org/package/2006/relationships"><Relationship Id="rId3" Type="http://schemas.openxmlformats.org/officeDocument/2006/relationships/notesSlide" Target="../notesSlides/notesSlide446.xml"/><Relationship Id="rId2" Type="http://schemas.openxmlformats.org/officeDocument/2006/relationships/slideLayout" Target="../slideLayouts/slideLayout32.xml"/><Relationship Id="rId1" Type="http://schemas.openxmlformats.org/officeDocument/2006/relationships/tags" Target="../tags/tag39.xml"/><Relationship Id="rId4" Type="http://schemas.openxmlformats.org/officeDocument/2006/relationships/image" Target="../media/image12.png"/></Relationships>
</file>

<file path=ppt/slides/_rels/slide447.xml.rels><?xml version="1.0" encoding="UTF-8" standalone="yes"?>
<Relationships xmlns="http://schemas.openxmlformats.org/package/2006/relationships"><Relationship Id="rId3" Type="http://schemas.openxmlformats.org/officeDocument/2006/relationships/notesSlide" Target="../notesSlides/notesSlide447.xml"/><Relationship Id="rId2" Type="http://schemas.openxmlformats.org/officeDocument/2006/relationships/slideLayout" Target="../slideLayouts/slideLayout32.xml"/><Relationship Id="rId1" Type="http://schemas.openxmlformats.org/officeDocument/2006/relationships/tags" Target="../tags/tag40.xml"/><Relationship Id="rId4" Type="http://schemas.openxmlformats.org/officeDocument/2006/relationships/image" Target="../media/image12.png"/></Relationships>
</file>

<file path=ppt/slides/_rels/slide448.xml.rels><?xml version="1.0" encoding="UTF-8" standalone="yes"?>
<Relationships xmlns="http://schemas.openxmlformats.org/package/2006/relationships"><Relationship Id="rId3" Type="http://schemas.openxmlformats.org/officeDocument/2006/relationships/notesSlide" Target="../notesSlides/notesSlide448.xml"/><Relationship Id="rId2" Type="http://schemas.openxmlformats.org/officeDocument/2006/relationships/slideLayout" Target="../slideLayouts/slideLayout32.xml"/><Relationship Id="rId1" Type="http://schemas.openxmlformats.org/officeDocument/2006/relationships/tags" Target="../tags/tag41.xml"/><Relationship Id="rId4" Type="http://schemas.openxmlformats.org/officeDocument/2006/relationships/image" Target="../media/image12.png"/></Relationships>
</file>

<file path=ppt/slides/_rels/slide449.xml.rels><?xml version="1.0" encoding="UTF-8" standalone="yes"?>
<Relationships xmlns="http://schemas.openxmlformats.org/package/2006/relationships"><Relationship Id="rId3" Type="http://schemas.openxmlformats.org/officeDocument/2006/relationships/notesSlide" Target="../notesSlides/notesSlide449.xml"/><Relationship Id="rId2" Type="http://schemas.openxmlformats.org/officeDocument/2006/relationships/slideLayout" Target="../slideLayouts/slideLayout32.xml"/><Relationship Id="rId1" Type="http://schemas.openxmlformats.org/officeDocument/2006/relationships/tags" Target="../tags/tag42.xml"/><Relationship Id="rId5" Type="http://schemas.openxmlformats.org/officeDocument/2006/relationships/image" Target="../media/image12.png"/><Relationship Id="rId4" Type="http://schemas.openxmlformats.org/officeDocument/2006/relationships/image" Target="../media/image368.png"/></Relationships>
</file>

<file path=ppt/slides/_rels/slide450.xml.rels><?xml version="1.0" encoding="UTF-8" standalone="yes"?>
<Relationships xmlns="http://schemas.openxmlformats.org/package/2006/relationships"><Relationship Id="rId3" Type="http://schemas.openxmlformats.org/officeDocument/2006/relationships/notesSlide" Target="../notesSlides/notesSlide450.xml"/><Relationship Id="rId2" Type="http://schemas.openxmlformats.org/officeDocument/2006/relationships/slideLayout" Target="../slideLayouts/slideLayout32.xml"/><Relationship Id="rId1" Type="http://schemas.openxmlformats.org/officeDocument/2006/relationships/tags" Target="../tags/tag43.xml"/><Relationship Id="rId5" Type="http://schemas.openxmlformats.org/officeDocument/2006/relationships/image" Target="../media/image12.png"/><Relationship Id="rId4" Type="http://schemas.openxmlformats.org/officeDocument/2006/relationships/image" Target="../media/image369.png"/></Relationships>
</file>

<file path=ppt/slides/_rels/slide451.xml.rels><?xml version="1.0" encoding="UTF-8" standalone="yes"?>
<Relationships xmlns="http://schemas.openxmlformats.org/package/2006/relationships"><Relationship Id="rId3" Type="http://schemas.openxmlformats.org/officeDocument/2006/relationships/notesSlide" Target="../notesSlides/notesSlide451.xml"/><Relationship Id="rId2" Type="http://schemas.openxmlformats.org/officeDocument/2006/relationships/slideLayout" Target="../slideLayouts/slideLayout32.xml"/><Relationship Id="rId1" Type="http://schemas.openxmlformats.org/officeDocument/2006/relationships/tags" Target="../tags/tag44.xml"/><Relationship Id="rId5" Type="http://schemas.openxmlformats.org/officeDocument/2006/relationships/image" Target="../media/image12.png"/><Relationship Id="rId4" Type="http://schemas.openxmlformats.org/officeDocument/2006/relationships/image" Target="../media/image370.png"/></Relationships>
</file>

<file path=ppt/slides/_rels/slide452.xml.rels><?xml version="1.0" encoding="UTF-8" standalone="yes"?>
<Relationships xmlns="http://schemas.openxmlformats.org/package/2006/relationships"><Relationship Id="rId3" Type="http://schemas.openxmlformats.org/officeDocument/2006/relationships/notesSlide" Target="../notesSlides/notesSlide452.xml"/><Relationship Id="rId2" Type="http://schemas.openxmlformats.org/officeDocument/2006/relationships/slideLayout" Target="../slideLayouts/slideLayout32.xml"/><Relationship Id="rId1" Type="http://schemas.openxmlformats.org/officeDocument/2006/relationships/tags" Target="../tags/tag45.xml"/><Relationship Id="rId5" Type="http://schemas.openxmlformats.org/officeDocument/2006/relationships/image" Target="../media/image12.png"/><Relationship Id="rId4" Type="http://schemas.openxmlformats.org/officeDocument/2006/relationships/image" Target="../media/image371.png"/></Relationships>
</file>

<file path=ppt/slides/_rels/slide453.xml.rels><?xml version="1.0" encoding="UTF-8" standalone="yes"?>
<Relationships xmlns="http://schemas.openxmlformats.org/package/2006/relationships"><Relationship Id="rId3" Type="http://schemas.openxmlformats.org/officeDocument/2006/relationships/notesSlide" Target="../notesSlides/notesSlide453.xml"/><Relationship Id="rId2" Type="http://schemas.openxmlformats.org/officeDocument/2006/relationships/slideLayout" Target="../slideLayouts/slideLayout32.xml"/><Relationship Id="rId1" Type="http://schemas.openxmlformats.org/officeDocument/2006/relationships/tags" Target="../tags/tag46.xml"/><Relationship Id="rId5" Type="http://schemas.openxmlformats.org/officeDocument/2006/relationships/image" Target="../media/image12.png"/><Relationship Id="rId4" Type="http://schemas.openxmlformats.org/officeDocument/2006/relationships/image" Target="../media/image372.png"/></Relationships>
</file>

<file path=ppt/slides/_rels/slide454.xml.rels><?xml version="1.0" encoding="UTF-8" standalone="yes"?>
<Relationships xmlns="http://schemas.openxmlformats.org/package/2006/relationships"><Relationship Id="rId3" Type="http://schemas.openxmlformats.org/officeDocument/2006/relationships/notesSlide" Target="../notesSlides/notesSlide454.xml"/><Relationship Id="rId2" Type="http://schemas.openxmlformats.org/officeDocument/2006/relationships/slideLayout" Target="../slideLayouts/slideLayout32.xml"/><Relationship Id="rId1" Type="http://schemas.openxmlformats.org/officeDocument/2006/relationships/tags" Target="../tags/tag47.xml"/><Relationship Id="rId5" Type="http://schemas.openxmlformats.org/officeDocument/2006/relationships/image" Target="../media/image12.png"/><Relationship Id="rId4" Type="http://schemas.openxmlformats.org/officeDocument/2006/relationships/image" Target="../media/image373.png"/></Relationships>
</file>

<file path=ppt/slides/_rels/slide455.xml.rels><?xml version="1.0" encoding="UTF-8" standalone="yes"?>
<Relationships xmlns="http://schemas.openxmlformats.org/package/2006/relationships"><Relationship Id="rId3" Type="http://schemas.openxmlformats.org/officeDocument/2006/relationships/notesSlide" Target="../notesSlides/notesSlide455.xml"/><Relationship Id="rId2" Type="http://schemas.openxmlformats.org/officeDocument/2006/relationships/slideLayout" Target="../slideLayouts/slideLayout32.xml"/><Relationship Id="rId1" Type="http://schemas.openxmlformats.org/officeDocument/2006/relationships/tags" Target="../tags/tag48.xml"/><Relationship Id="rId5" Type="http://schemas.openxmlformats.org/officeDocument/2006/relationships/image" Target="../media/image12.png"/><Relationship Id="rId4" Type="http://schemas.openxmlformats.org/officeDocument/2006/relationships/image" Target="../media/image374.png"/></Relationships>
</file>

<file path=ppt/slides/_rels/slide456.xml.rels><?xml version="1.0" encoding="UTF-8" standalone="yes"?>
<Relationships xmlns="http://schemas.openxmlformats.org/package/2006/relationships"><Relationship Id="rId3" Type="http://schemas.openxmlformats.org/officeDocument/2006/relationships/notesSlide" Target="../notesSlides/notesSlide456.xml"/><Relationship Id="rId2" Type="http://schemas.openxmlformats.org/officeDocument/2006/relationships/slideLayout" Target="../slideLayouts/slideLayout32.xml"/><Relationship Id="rId1" Type="http://schemas.openxmlformats.org/officeDocument/2006/relationships/tags" Target="../tags/tag49.xml"/><Relationship Id="rId5" Type="http://schemas.openxmlformats.org/officeDocument/2006/relationships/image" Target="../media/image12.png"/><Relationship Id="rId4" Type="http://schemas.openxmlformats.org/officeDocument/2006/relationships/image" Target="../media/image375.png"/></Relationships>
</file>

<file path=ppt/slides/_rels/slide457.xml.rels><?xml version="1.0" encoding="UTF-8" standalone="yes"?>
<Relationships xmlns="http://schemas.openxmlformats.org/package/2006/relationships"><Relationship Id="rId3" Type="http://schemas.openxmlformats.org/officeDocument/2006/relationships/notesSlide" Target="../notesSlides/notesSlide457.xml"/><Relationship Id="rId2" Type="http://schemas.openxmlformats.org/officeDocument/2006/relationships/slideLayout" Target="../slideLayouts/slideLayout32.xml"/><Relationship Id="rId1" Type="http://schemas.openxmlformats.org/officeDocument/2006/relationships/tags" Target="../tags/tag50.xml"/><Relationship Id="rId5" Type="http://schemas.openxmlformats.org/officeDocument/2006/relationships/image" Target="../media/image12.png"/><Relationship Id="rId4" Type="http://schemas.openxmlformats.org/officeDocument/2006/relationships/image" Target="../media/image376.png"/></Relationships>
</file>

<file path=ppt/slides/_rels/slide458.xml.rels><?xml version="1.0" encoding="UTF-8" standalone="yes"?>
<Relationships xmlns="http://schemas.openxmlformats.org/package/2006/relationships"><Relationship Id="rId3" Type="http://schemas.openxmlformats.org/officeDocument/2006/relationships/notesSlide" Target="../notesSlides/notesSlide458.xml"/><Relationship Id="rId2" Type="http://schemas.openxmlformats.org/officeDocument/2006/relationships/slideLayout" Target="../slideLayouts/slideLayout32.xml"/><Relationship Id="rId1" Type="http://schemas.openxmlformats.org/officeDocument/2006/relationships/tags" Target="../tags/tag51.xml"/><Relationship Id="rId5" Type="http://schemas.openxmlformats.org/officeDocument/2006/relationships/image" Target="../media/image12.png"/><Relationship Id="rId4" Type="http://schemas.openxmlformats.org/officeDocument/2006/relationships/image" Target="../media/image377.png"/></Relationships>
</file>

<file path=ppt/slides/_rels/slide459.xml.rels><?xml version="1.0" encoding="UTF-8" standalone="yes"?>
<Relationships xmlns="http://schemas.openxmlformats.org/package/2006/relationships"><Relationship Id="rId3" Type="http://schemas.openxmlformats.org/officeDocument/2006/relationships/notesSlide" Target="../notesSlides/notesSlide459.xml"/><Relationship Id="rId2" Type="http://schemas.openxmlformats.org/officeDocument/2006/relationships/slideLayout" Target="../slideLayouts/slideLayout32.xml"/><Relationship Id="rId1" Type="http://schemas.openxmlformats.org/officeDocument/2006/relationships/tags" Target="../tags/tag52.xml"/><Relationship Id="rId5" Type="http://schemas.openxmlformats.org/officeDocument/2006/relationships/image" Target="../media/image12.png"/><Relationship Id="rId4" Type="http://schemas.openxmlformats.org/officeDocument/2006/relationships/image" Target="../media/image378.png"/></Relationships>
</file>

<file path=ppt/slides/_rels/slide460.xml.rels><?xml version="1.0" encoding="UTF-8" standalone="yes"?>
<Relationships xmlns="http://schemas.openxmlformats.org/package/2006/relationships"><Relationship Id="rId3" Type="http://schemas.openxmlformats.org/officeDocument/2006/relationships/notesSlide" Target="../notesSlides/notesSlide460.xml"/><Relationship Id="rId2" Type="http://schemas.openxmlformats.org/officeDocument/2006/relationships/slideLayout" Target="../slideLayouts/slideLayout32.xml"/><Relationship Id="rId1" Type="http://schemas.openxmlformats.org/officeDocument/2006/relationships/tags" Target="../tags/tag53.xml"/><Relationship Id="rId5" Type="http://schemas.openxmlformats.org/officeDocument/2006/relationships/image" Target="../media/image12.png"/><Relationship Id="rId4" Type="http://schemas.openxmlformats.org/officeDocument/2006/relationships/image" Target="../media/image379.png"/></Relationships>
</file>

<file path=ppt/slides/_rels/slide461.xml.rels><?xml version="1.0" encoding="UTF-8" standalone="yes"?>
<Relationships xmlns="http://schemas.openxmlformats.org/package/2006/relationships"><Relationship Id="rId3" Type="http://schemas.openxmlformats.org/officeDocument/2006/relationships/notesSlide" Target="../notesSlides/notesSlide461.xml"/><Relationship Id="rId2" Type="http://schemas.openxmlformats.org/officeDocument/2006/relationships/slideLayout" Target="../slideLayouts/slideLayout32.xml"/><Relationship Id="rId1" Type="http://schemas.openxmlformats.org/officeDocument/2006/relationships/tags" Target="../tags/tag54.xml"/><Relationship Id="rId5" Type="http://schemas.openxmlformats.org/officeDocument/2006/relationships/image" Target="../media/image12.png"/><Relationship Id="rId4" Type="http://schemas.openxmlformats.org/officeDocument/2006/relationships/image" Target="../media/image380.png"/></Relationships>
</file>

<file path=ppt/slides/_rels/slide462.xml.rels><?xml version="1.0" encoding="UTF-8" standalone="yes"?>
<Relationships xmlns="http://schemas.openxmlformats.org/package/2006/relationships"><Relationship Id="rId3" Type="http://schemas.openxmlformats.org/officeDocument/2006/relationships/notesSlide" Target="../notesSlides/notesSlide462.xml"/><Relationship Id="rId2" Type="http://schemas.openxmlformats.org/officeDocument/2006/relationships/slideLayout" Target="../slideLayouts/slideLayout32.xml"/><Relationship Id="rId1" Type="http://schemas.openxmlformats.org/officeDocument/2006/relationships/tags" Target="../tags/tag55.xml"/><Relationship Id="rId5" Type="http://schemas.openxmlformats.org/officeDocument/2006/relationships/image" Target="../media/image12.png"/><Relationship Id="rId4" Type="http://schemas.openxmlformats.org/officeDocument/2006/relationships/image" Target="../media/image381.png"/></Relationships>
</file>

<file path=ppt/slides/_rels/slide463.xml.rels><?xml version="1.0" encoding="UTF-8" standalone="yes"?>
<Relationships xmlns="http://schemas.openxmlformats.org/package/2006/relationships"><Relationship Id="rId3" Type="http://schemas.openxmlformats.org/officeDocument/2006/relationships/notesSlide" Target="../notesSlides/notesSlide463.xml"/><Relationship Id="rId2" Type="http://schemas.openxmlformats.org/officeDocument/2006/relationships/slideLayout" Target="../slideLayouts/slideLayout32.xml"/><Relationship Id="rId1" Type="http://schemas.openxmlformats.org/officeDocument/2006/relationships/tags" Target="../tags/tag56.xml"/><Relationship Id="rId5" Type="http://schemas.openxmlformats.org/officeDocument/2006/relationships/image" Target="../media/image12.png"/><Relationship Id="rId4" Type="http://schemas.openxmlformats.org/officeDocument/2006/relationships/image" Target="../media/image382.png"/></Relationships>
</file>

<file path=ppt/slides/_rels/slide464.xml.rels><?xml version="1.0" encoding="UTF-8" standalone="yes"?>
<Relationships xmlns="http://schemas.openxmlformats.org/package/2006/relationships"><Relationship Id="rId3" Type="http://schemas.openxmlformats.org/officeDocument/2006/relationships/notesSlide" Target="../notesSlides/notesSlide464.xml"/><Relationship Id="rId2" Type="http://schemas.openxmlformats.org/officeDocument/2006/relationships/slideLayout" Target="../slideLayouts/slideLayout32.xml"/><Relationship Id="rId1" Type="http://schemas.openxmlformats.org/officeDocument/2006/relationships/tags" Target="../tags/tag57.xml"/><Relationship Id="rId5" Type="http://schemas.openxmlformats.org/officeDocument/2006/relationships/image" Target="../media/image12.png"/><Relationship Id="rId4" Type="http://schemas.openxmlformats.org/officeDocument/2006/relationships/image" Target="../media/image383.png"/></Relationships>
</file>

<file path=ppt/slides/_rels/slide465.xml.rels><?xml version="1.0" encoding="UTF-8" standalone="yes"?>
<Relationships xmlns="http://schemas.openxmlformats.org/package/2006/relationships"><Relationship Id="rId3" Type="http://schemas.openxmlformats.org/officeDocument/2006/relationships/notesSlide" Target="../notesSlides/notesSlide465.xml"/><Relationship Id="rId2" Type="http://schemas.openxmlformats.org/officeDocument/2006/relationships/slideLayout" Target="../slideLayouts/slideLayout32.xml"/><Relationship Id="rId1" Type="http://schemas.openxmlformats.org/officeDocument/2006/relationships/tags" Target="../tags/tag58.xml"/><Relationship Id="rId5" Type="http://schemas.openxmlformats.org/officeDocument/2006/relationships/image" Target="../media/image12.png"/><Relationship Id="rId4" Type="http://schemas.openxmlformats.org/officeDocument/2006/relationships/image" Target="../media/image384.png"/></Relationships>
</file>

<file path=ppt/slides/_rels/slide466.xml.rels><?xml version="1.0" encoding="UTF-8" standalone="yes"?>
<Relationships xmlns="http://schemas.openxmlformats.org/package/2006/relationships"><Relationship Id="rId3" Type="http://schemas.openxmlformats.org/officeDocument/2006/relationships/notesSlide" Target="../notesSlides/notesSlide466.xml"/><Relationship Id="rId2" Type="http://schemas.openxmlformats.org/officeDocument/2006/relationships/slideLayout" Target="../slideLayouts/slideLayout32.xml"/><Relationship Id="rId1" Type="http://schemas.openxmlformats.org/officeDocument/2006/relationships/tags" Target="../tags/tag59.xml"/><Relationship Id="rId4" Type="http://schemas.openxmlformats.org/officeDocument/2006/relationships/image" Target="../media/image107.jpeg"/></Relationships>
</file>

<file path=ppt/slides/_rels/slide467.xml.rels><?xml version="1.0" encoding="UTF-8" standalone="yes"?>
<Relationships xmlns="http://schemas.openxmlformats.org/package/2006/relationships"><Relationship Id="rId3" Type="http://schemas.openxmlformats.org/officeDocument/2006/relationships/notesSlide" Target="../notesSlides/notesSlide467.xml"/><Relationship Id="rId2" Type="http://schemas.openxmlformats.org/officeDocument/2006/relationships/slideLayout" Target="../slideLayouts/slideLayout32.xml"/><Relationship Id="rId1" Type="http://schemas.openxmlformats.org/officeDocument/2006/relationships/tags" Target="../tags/tag60.xml"/><Relationship Id="rId4" Type="http://schemas.openxmlformats.org/officeDocument/2006/relationships/image" Target="../media/image107.jpeg"/></Relationships>
</file>

<file path=ppt/slides/_rels/slide468.xml.rels><?xml version="1.0" encoding="UTF-8" standalone="yes"?>
<Relationships xmlns="http://schemas.openxmlformats.org/package/2006/relationships"><Relationship Id="rId3" Type="http://schemas.openxmlformats.org/officeDocument/2006/relationships/notesSlide" Target="../notesSlides/notesSlide468.xml"/><Relationship Id="rId2" Type="http://schemas.openxmlformats.org/officeDocument/2006/relationships/slideLayout" Target="../slideLayouts/slideLayout22.xml"/><Relationship Id="rId1" Type="http://schemas.openxmlformats.org/officeDocument/2006/relationships/tags" Target="../tags/tag61.xml"/></Relationships>
</file>

<file path=ppt/slides/_rels/slide469.xml.rels><?xml version="1.0" encoding="UTF-8" standalone="yes"?>
<Relationships xmlns="http://schemas.openxmlformats.org/package/2006/relationships"><Relationship Id="rId3" Type="http://schemas.openxmlformats.org/officeDocument/2006/relationships/notesSlide" Target="../notesSlides/notesSlide469.xml"/><Relationship Id="rId2" Type="http://schemas.openxmlformats.org/officeDocument/2006/relationships/slideLayout" Target="../slideLayouts/slideLayout32.xml"/><Relationship Id="rId1" Type="http://schemas.openxmlformats.org/officeDocument/2006/relationships/tags" Target="../tags/tag62.xml"/><Relationship Id="rId4" Type="http://schemas.openxmlformats.org/officeDocument/2006/relationships/image" Target="../media/image12.png"/></Relationships>
</file>

<file path=ppt/slides/_rels/slide470.xml.rels><?xml version="1.0" encoding="UTF-8" standalone="yes"?>
<Relationships xmlns="http://schemas.openxmlformats.org/package/2006/relationships"><Relationship Id="rId3" Type="http://schemas.openxmlformats.org/officeDocument/2006/relationships/notesSlide" Target="../notesSlides/notesSlide470.xml"/><Relationship Id="rId2" Type="http://schemas.openxmlformats.org/officeDocument/2006/relationships/slideLayout" Target="../slideLayouts/slideLayout32.xml"/><Relationship Id="rId1" Type="http://schemas.openxmlformats.org/officeDocument/2006/relationships/tags" Target="../tags/tag63.xml"/><Relationship Id="rId5" Type="http://schemas.openxmlformats.org/officeDocument/2006/relationships/image" Target="../media/image12.png"/><Relationship Id="rId4" Type="http://schemas.openxmlformats.org/officeDocument/2006/relationships/image" Target="../media/image385.png"/></Relationships>
</file>

<file path=ppt/slides/_rels/slide471.xml.rels><?xml version="1.0" encoding="UTF-8" standalone="yes"?>
<Relationships xmlns="http://schemas.openxmlformats.org/package/2006/relationships"><Relationship Id="rId3" Type="http://schemas.openxmlformats.org/officeDocument/2006/relationships/notesSlide" Target="../notesSlides/notesSlide471.xml"/><Relationship Id="rId2" Type="http://schemas.openxmlformats.org/officeDocument/2006/relationships/slideLayout" Target="../slideLayouts/slideLayout32.xml"/><Relationship Id="rId1" Type="http://schemas.openxmlformats.org/officeDocument/2006/relationships/tags" Target="../tags/tag64.xml"/><Relationship Id="rId5" Type="http://schemas.openxmlformats.org/officeDocument/2006/relationships/image" Target="../media/image12.png"/><Relationship Id="rId4" Type="http://schemas.openxmlformats.org/officeDocument/2006/relationships/image" Target="../media/image386.png"/></Relationships>
</file>

<file path=ppt/slides/_rels/slide472.xml.rels><?xml version="1.0" encoding="UTF-8" standalone="yes"?>
<Relationships xmlns="http://schemas.openxmlformats.org/package/2006/relationships"><Relationship Id="rId3" Type="http://schemas.openxmlformats.org/officeDocument/2006/relationships/notesSlide" Target="../notesSlides/notesSlide472.xml"/><Relationship Id="rId2" Type="http://schemas.openxmlformats.org/officeDocument/2006/relationships/slideLayout" Target="../slideLayouts/slideLayout32.xml"/><Relationship Id="rId1" Type="http://schemas.openxmlformats.org/officeDocument/2006/relationships/tags" Target="../tags/tag65.xml"/><Relationship Id="rId5" Type="http://schemas.openxmlformats.org/officeDocument/2006/relationships/image" Target="../media/image12.png"/><Relationship Id="rId4" Type="http://schemas.openxmlformats.org/officeDocument/2006/relationships/image" Target="../media/image387.png"/></Relationships>
</file>

<file path=ppt/slides/_rels/slide473.xml.rels><?xml version="1.0" encoding="UTF-8" standalone="yes"?>
<Relationships xmlns="http://schemas.openxmlformats.org/package/2006/relationships"><Relationship Id="rId3" Type="http://schemas.openxmlformats.org/officeDocument/2006/relationships/notesSlide" Target="../notesSlides/notesSlide473.xml"/><Relationship Id="rId2" Type="http://schemas.openxmlformats.org/officeDocument/2006/relationships/slideLayout" Target="../slideLayouts/slideLayout32.xml"/><Relationship Id="rId1" Type="http://schemas.openxmlformats.org/officeDocument/2006/relationships/tags" Target="../tags/tag66.xml"/><Relationship Id="rId5" Type="http://schemas.openxmlformats.org/officeDocument/2006/relationships/image" Target="../media/image12.png"/><Relationship Id="rId4" Type="http://schemas.openxmlformats.org/officeDocument/2006/relationships/image" Target="../media/image388.png"/></Relationships>
</file>

<file path=ppt/slides/_rels/slide474.xml.rels><?xml version="1.0" encoding="UTF-8" standalone="yes"?>
<Relationships xmlns="http://schemas.openxmlformats.org/package/2006/relationships"><Relationship Id="rId3" Type="http://schemas.openxmlformats.org/officeDocument/2006/relationships/notesSlide" Target="../notesSlides/notesSlide474.xml"/><Relationship Id="rId2" Type="http://schemas.openxmlformats.org/officeDocument/2006/relationships/slideLayout" Target="../slideLayouts/slideLayout32.xml"/><Relationship Id="rId1" Type="http://schemas.openxmlformats.org/officeDocument/2006/relationships/tags" Target="../tags/tag67.xml"/><Relationship Id="rId5" Type="http://schemas.openxmlformats.org/officeDocument/2006/relationships/image" Target="../media/image12.png"/><Relationship Id="rId4" Type="http://schemas.openxmlformats.org/officeDocument/2006/relationships/image" Target="../media/image389.png"/></Relationships>
</file>

<file path=ppt/slides/_rels/slide475.xml.rels><?xml version="1.0" encoding="UTF-8" standalone="yes"?>
<Relationships xmlns="http://schemas.openxmlformats.org/package/2006/relationships"><Relationship Id="rId3" Type="http://schemas.openxmlformats.org/officeDocument/2006/relationships/notesSlide" Target="../notesSlides/notesSlide475.xml"/><Relationship Id="rId2" Type="http://schemas.openxmlformats.org/officeDocument/2006/relationships/slideLayout" Target="../slideLayouts/slideLayout32.xml"/><Relationship Id="rId1" Type="http://schemas.openxmlformats.org/officeDocument/2006/relationships/tags" Target="../tags/tag68.xml"/><Relationship Id="rId5" Type="http://schemas.openxmlformats.org/officeDocument/2006/relationships/image" Target="../media/image12.png"/><Relationship Id="rId4" Type="http://schemas.openxmlformats.org/officeDocument/2006/relationships/image" Target="../media/image390.png"/></Relationships>
</file>

<file path=ppt/slides/_rels/slide476.xml.rels><?xml version="1.0" encoding="UTF-8" standalone="yes"?>
<Relationships xmlns="http://schemas.openxmlformats.org/package/2006/relationships"><Relationship Id="rId3" Type="http://schemas.openxmlformats.org/officeDocument/2006/relationships/notesSlide" Target="../notesSlides/notesSlide476.xml"/><Relationship Id="rId2" Type="http://schemas.openxmlformats.org/officeDocument/2006/relationships/slideLayout" Target="../slideLayouts/slideLayout32.xml"/><Relationship Id="rId1" Type="http://schemas.openxmlformats.org/officeDocument/2006/relationships/tags" Target="../tags/tag69.xml"/><Relationship Id="rId5" Type="http://schemas.openxmlformats.org/officeDocument/2006/relationships/image" Target="../media/image12.png"/><Relationship Id="rId4" Type="http://schemas.openxmlformats.org/officeDocument/2006/relationships/image" Target="../media/image391.png"/></Relationships>
</file>

<file path=ppt/slides/_rels/slide477.xml.rels><?xml version="1.0" encoding="UTF-8" standalone="yes"?>
<Relationships xmlns="http://schemas.openxmlformats.org/package/2006/relationships"><Relationship Id="rId3" Type="http://schemas.openxmlformats.org/officeDocument/2006/relationships/notesSlide" Target="../notesSlides/notesSlide477.xml"/><Relationship Id="rId2" Type="http://schemas.openxmlformats.org/officeDocument/2006/relationships/slideLayout" Target="../slideLayouts/slideLayout32.xml"/><Relationship Id="rId1" Type="http://schemas.openxmlformats.org/officeDocument/2006/relationships/tags" Target="../tags/tag70.xml"/><Relationship Id="rId5" Type="http://schemas.openxmlformats.org/officeDocument/2006/relationships/image" Target="../media/image392.png"/><Relationship Id="rId4" Type="http://schemas.openxmlformats.org/officeDocument/2006/relationships/image" Target="../media/image12.png"/></Relationships>
</file>

<file path=ppt/slides/_rels/slide478.xml.rels><?xml version="1.0" encoding="UTF-8" standalone="yes"?>
<Relationships xmlns="http://schemas.openxmlformats.org/package/2006/relationships"><Relationship Id="rId3" Type="http://schemas.openxmlformats.org/officeDocument/2006/relationships/notesSlide" Target="../notesSlides/notesSlide478.xml"/><Relationship Id="rId2" Type="http://schemas.openxmlformats.org/officeDocument/2006/relationships/slideLayout" Target="../slideLayouts/slideLayout32.xml"/><Relationship Id="rId1" Type="http://schemas.openxmlformats.org/officeDocument/2006/relationships/tags" Target="../tags/tag71.xml"/><Relationship Id="rId5" Type="http://schemas.openxmlformats.org/officeDocument/2006/relationships/image" Target="../media/image393.png"/><Relationship Id="rId4" Type="http://schemas.openxmlformats.org/officeDocument/2006/relationships/image" Target="../media/image12.png"/></Relationships>
</file>

<file path=ppt/slides/_rels/slide479.xml.rels><?xml version="1.0" encoding="UTF-8" standalone="yes"?>
<Relationships xmlns="http://schemas.openxmlformats.org/package/2006/relationships"><Relationship Id="rId3" Type="http://schemas.openxmlformats.org/officeDocument/2006/relationships/notesSlide" Target="../notesSlides/notesSlide479.xml"/><Relationship Id="rId2" Type="http://schemas.openxmlformats.org/officeDocument/2006/relationships/slideLayout" Target="../slideLayouts/slideLayout32.xml"/><Relationship Id="rId1" Type="http://schemas.openxmlformats.org/officeDocument/2006/relationships/tags" Target="../tags/tag72.xml"/><Relationship Id="rId5" Type="http://schemas.openxmlformats.org/officeDocument/2006/relationships/image" Target="../media/image394.png"/><Relationship Id="rId4" Type="http://schemas.openxmlformats.org/officeDocument/2006/relationships/image" Target="../media/image12.png"/></Relationships>
</file>

<file path=ppt/slides/_rels/slide480.xml.rels><?xml version="1.0" encoding="UTF-8" standalone="yes"?>
<Relationships xmlns="http://schemas.openxmlformats.org/package/2006/relationships"><Relationship Id="rId3" Type="http://schemas.openxmlformats.org/officeDocument/2006/relationships/notesSlide" Target="../notesSlides/notesSlide480.xml"/><Relationship Id="rId2" Type="http://schemas.openxmlformats.org/officeDocument/2006/relationships/slideLayout" Target="../slideLayouts/slideLayout32.xml"/><Relationship Id="rId1" Type="http://schemas.openxmlformats.org/officeDocument/2006/relationships/tags" Target="../tags/tag73.xml"/><Relationship Id="rId5" Type="http://schemas.openxmlformats.org/officeDocument/2006/relationships/image" Target="../media/image395.png"/><Relationship Id="rId4" Type="http://schemas.openxmlformats.org/officeDocument/2006/relationships/image" Target="../media/image12.png"/></Relationships>
</file>

<file path=ppt/slides/_rels/slide481.xml.rels><?xml version="1.0" encoding="UTF-8" standalone="yes"?>
<Relationships xmlns="http://schemas.openxmlformats.org/package/2006/relationships"><Relationship Id="rId3" Type="http://schemas.openxmlformats.org/officeDocument/2006/relationships/notesSlide" Target="../notesSlides/notesSlide481.xml"/><Relationship Id="rId2" Type="http://schemas.openxmlformats.org/officeDocument/2006/relationships/slideLayout" Target="../slideLayouts/slideLayout32.xml"/><Relationship Id="rId1" Type="http://schemas.openxmlformats.org/officeDocument/2006/relationships/tags" Target="../tags/tag74.xml"/><Relationship Id="rId5" Type="http://schemas.openxmlformats.org/officeDocument/2006/relationships/image" Target="../media/image396.png"/><Relationship Id="rId4" Type="http://schemas.openxmlformats.org/officeDocument/2006/relationships/image" Target="../media/image12.png"/></Relationships>
</file>

<file path=ppt/slides/_rels/slide482.xml.rels><?xml version="1.0" encoding="UTF-8" standalone="yes"?>
<Relationships xmlns="http://schemas.openxmlformats.org/package/2006/relationships"><Relationship Id="rId3" Type="http://schemas.openxmlformats.org/officeDocument/2006/relationships/notesSlide" Target="../notesSlides/notesSlide482.xml"/><Relationship Id="rId2" Type="http://schemas.openxmlformats.org/officeDocument/2006/relationships/slideLayout" Target="../slideLayouts/slideLayout32.xml"/><Relationship Id="rId1" Type="http://schemas.openxmlformats.org/officeDocument/2006/relationships/tags" Target="../tags/tag75.xml"/><Relationship Id="rId5" Type="http://schemas.openxmlformats.org/officeDocument/2006/relationships/image" Target="../media/image397.png"/><Relationship Id="rId4" Type="http://schemas.openxmlformats.org/officeDocument/2006/relationships/image" Target="../media/image12.png"/></Relationships>
</file>

<file path=ppt/slides/_rels/slide483.xml.rels><?xml version="1.0" encoding="UTF-8" standalone="yes"?>
<Relationships xmlns="http://schemas.openxmlformats.org/package/2006/relationships"><Relationship Id="rId3" Type="http://schemas.openxmlformats.org/officeDocument/2006/relationships/notesSlide" Target="../notesSlides/notesSlide483.xml"/><Relationship Id="rId2" Type="http://schemas.openxmlformats.org/officeDocument/2006/relationships/slideLayout" Target="../slideLayouts/slideLayout32.xml"/><Relationship Id="rId1" Type="http://schemas.openxmlformats.org/officeDocument/2006/relationships/tags" Target="../tags/tag76.xml"/><Relationship Id="rId5" Type="http://schemas.openxmlformats.org/officeDocument/2006/relationships/image" Target="../media/image398.png"/><Relationship Id="rId4" Type="http://schemas.openxmlformats.org/officeDocument/2006/relationships/image" Target="../media/image12.png"/></Relationships>
</file>

<file path=ppt/slides/_rels/slide484.xml.rels><?xml version="1.0" encoding="UTF-8" standalone="yes"?>
<Relationships xmlns="http://schemas.openxmlformats.org/package/2006/relationships"><Relationship Id="rId3" Type="http://schemas.openxmlformats.org/officeDocument/2006/relationships/notesSlide" Target="../notesSlides/notesSlide484.xml"/><Relationship Id="rId2" Type="http://schemas.openxmlformats.org/officeDocument/2006/relationships/slideLayout" Target="../slideLayouts/slideLayout32.xml"/><Relationship Id="rId1" Type="http://schemas.openxmlformats.org/officeDocument/2006/relationships/tags" Target="../tags/tag77.xml"/><Relationship Id="rId5" Type="http://schemas.openxmlformats.org/officeDocument/2006/relationships/image" Target="../media/image399.png"/><Relationship Id="rId4" Type="http://schemas.openxmlformats.org/officeDocument/2006/relationships/image" Target="../media/image12.png"/></Relationships>
</file>

<file path=ppt/slides/_rels/slide485.xml.rels><?xml version="1.0" encoding="UTF-8" standalone="yes"?>
<Relationships xmlns="http://schemas.openxmlformats.org/package/2006/relationships"><Relationship Id="rId3" Type="http://schemas.openxmlformats.org/officeDocument/2006/relationships/notesSlide" Target="../notesSlides/notesSlide485.xml"/><Relationship Id="rId2" Type="http://schemas.openxmlformats.org/officeDocument/2006/relationships/slideLayout" Target="../slideLayouts/slideLayout32.xml"/><Relationship Id="rId1" Type="http://schemas.openxmlformats.org/officeDocument/2006/relationships/tags" Target="../tags/tag78.xml"/><Relationship Id="rId5" Type="http://schemas.openxmlformats.org/officeDocument/2006/relationships/image" Target="../media/image12.png"/><Relationship Id="rId4" Type="http://schemas.openxmlformats.org/officeDocument/2006/relationships/image" Target="../media/image400.png"/></Relationships>
</file>

<file path=ppt/slides/_rels/slide486.xml.rels><?xml version="1.0" encoding="UTF-8" standalone="yes"?>
<Relationships xmlns="http://schemas.openxmlformats.org/package/2006/relationships"><Relationship Id="rId3" Type="http://schemas.openxmlformats.org/officeDocument/2006/relationships/notesSlide" Target="../notesSlides/notesSlide486.xml"/><Relationship Id="rId2" Type="http://schemas.openxmlformats.org/officeDocument/2006/relationships/slideLayout" Target="../slideLayouts/slideLayout32.xml"/><Relationship Id="rId1" Type="http://schemas.openxmlformats.org/officeDocument/2006/relationships/tags" Target="../tags/tag79.xml"/><Relationship Id="rId5" Type="http://schemas.openxmlformats.org/officeDocument/2006/relationships/image" Target="../media/image12.png"/><Relationship Id="rId4" Type="http://schemas.openxmlformats.org/officeDocument/2006/relationships/image" Target="../media/image401.png"/></Relationships>
</file>

<file path=ppt/slides/_rels/slide487.xml.rels><?xml version="1.0" encoding="UTF-8" standalone="yes"?>
<Relationships xmlns="http://schemas.openxmlformats.org/package/2006/relationships"><Relationship Id="rId3" Type="http://schemas.openxmlformats.org/officeDocument/2006/relationships/notesSlide" Target="../notesSlides/notesSlide487.xml"/><Relationship Id="rId2" Type="http://schemas.openxmlformats.org/officeDocument/2006/relationships/slideLayout" Target="../slideLayouts/slideLayout32.xml"/><Relationship Id="rId1" Type="http://schemas.openxmlformats.org/officeDocument/2006/relationships/tags" Target="../tags/tag80.xml"/><Relationship Id="rId5" Type="http://schemas.openxmlformats.org/officeDocument/2006/relationships/image" Target="../media/image12.png"/><Relationship Id="rId4" Type="http://schemas.openxmlformats.org/officeDocument/2006/relationships/image" Target="../media/image402.png"/></Relationships>
</file>

<file path=ppt/slides/_rels/slide488.xml.rels><?xml version="1.0" encoding="UTF-8" standalone="yes"?>
<Relationships xmlns="http://schemas.openxmlformats.org/package/2006/relationships"><Relationship Id="rId3" Type="http://schemas.openxmlformats.org/officeDocument/2006/relationships/notesSlide" Target="../notesSlides/notesSlide488.xml"/><Relationship Id="rId2" Type="http://schemas.openxmlformats.org/officeDocument/2006/relationships/slideLayout" Target="../slideLayouts/slideLayout32.xml"/><Relationship Id="rId1" Type="http://schemas.openxmlformats.org/officeDocument/2006/relationships/tags" Target="../tags/tag81.xml"/><Relationship Id="rId5" Type="http://schemas.openxmlformats.org/officeDocument/2006/relationships/image" Target="../media/image12.png"/><Relationship Id="rId4" Type="http://schemas.openxmlformats.org/officeDocument/2006/relationships/image" Target="../media/image403.png"/></Relationships>
</file>

<file path=ppt/slides/_rels/slide489.xml.rels><?xml version="1.0" encoding="UTF-8" standalone="yes"?>
<Relationships xmlns="http://schemas.openxmlformats.org/package/2006/relationships"><Relationship Id="rId3" Type="http://schemas.openxmlformats.org/officeDocument/2006/relationships/notesSlide" Target="../notesSlides/notesSlide489.xml"/><Relationship Id="rId2" Type="http://schemas.openxmlformats.org/officeDocument/2006/relationships/slideLayout" Target="../slideLayouts/slideLayout32.xml"/><Relationship Id="rId1" Type="http://schemas.openxmlformats.org/officeDocument/2006/relationships/tags" Target="../tags/tag82.xml"/><Relationship Id="rId5" Type="http://schemas.openxmlformats.org/officeDocument/2006/relationships/image" Target="../media/image12.png"/><Relationship Id="rId4" Type="http://schemas.openxmlformats.org/officeDocument/2006/relationships/image" Target="../media/image404.png"/></Relationships>
</file>

<file path=ppt/slides/_rels/slide490.xml.rels><?xml version="1.0" encoding="UTF-8" standalone="yes"?>
<Relationships xmlns="http://schemas.openxmlformats.org/package/2006/relationships"><Relationship Id="rId3" Type="http://schemas.openxmlformats.org/officeDocument/2006/relationships/notesSlide" Target="../notesSlides/notesSlide490.xml"/><Relationship Id="rId2" Type="http://schemas.openxmlformats.org/officeDocument/2006/relationships/slideLayout" Target="../slideLayouts/slideLayout32.xml"/><Relationship Id="rId1" Type="http://schemas.openxmlformats.org/officeDocument/2006/relationships/tags" Target="../tags/tag83.xml"/><Relationship Id="rId5" Type="http://schemas.openxmlformats.org/officeDocument/2006/relationships/image" Target="../media/image12.png"/><Relationship Id="rId4" Type="http://schemas.openxmlformats.org/officeDocument/2006/relationships/image" Target="../media/image405.png"/></Relationships>
</file>

<file path=ppt/slides/_rels/slide491.xml.rels><?xml version="1.0" encoding="UTF-8" standalone="yes"?>
<Relationships xmlns="http://schemas.openxmlformats.org/package/2006/relationships"><Relationship Id="rId3" Type="http://schemas.openxmlformats.org/officeDocument/2006/relationships/notesSlide" Target="../notesSlides/notesSlide491.xml"/><Relationship Id="rId2" Type="http://schemas.openxmlformats.org/officeDocument/2006/relationships/slideLayout" Target="../slideLayouts/slideLayout32.xml"/><Relationship Id="rId1" Type="http://schemas.openxmlformats.org/officeDocument/2006/relationships/tags" Target="../tags/tag84.xml"/><Relationship Id="rId5" Type="http://schemas.openxmlformats.org/officeDocument/2006/relationships/image" Target="../media/image12.png"/><Relationship Id="rId4" Type="http://schemas.openxmlformats.org/officeDocument/2006/relationships/image" Target="../media/image406.png"/></Relationships>
</file>

<file path=ppt/slides/_rels/slide492.xml.rels><?xml version="1.0" encoding="UTF-8" standalone="yes"?>
<Relationships xmlns="http://schemas.openxmlformats.org/package/2006/relationships"><Relationship Id="rId3" Type="http://schemas.openxmlformats.org/officeDocument/2006/relationships/notesSlide" Target="../notesSlides/notesSlide492.xml"/><Relationship Id="rId2" Type="http://schemas.openxmlformats.org/officeDocument/2006/relationships/slideLayout" Target="../slideLayouts/slideLayout32.xml"/><Relationship Id="rId1" Type="http://schemas.openxmlformats.org/officeDocument/2006/relationships/tags" Target="../tags/tag85.xml"/><Relationship Id="rId5" Type="http://schemas.openxmlformats.org/officeDocument/2006/relationships/image" Target="../media/image12.png"/><Relationship Id="rId4" Type="http://schemas.openxmlformats.org/officeDocument/2006/relationships/image" Target="../media/image407.png"/></Relationships>
</file>

<file path=ppt/slides/_rels/slide493.xml.rels><?xml version="1.0" encoding="UTF-8" standalone="yes"?>
<Relationships xmlns="http://schemas.openxmlformats.org/package/2006/relationships"><Relationship Id="rId3" Type="http://schemas.openxmlformats.org/officeDocument/2006/relationships/notesSlide" Target="../notesSlides/notesSlide493.xml"/><Relationship Id="rId2" Type="http://schemas.openxmlformats.org/officeDocument/2006/relationships/slideLayout" Target="../slideLayouts/slideLayout32.xml"/><Relationship Id="rId1" Type="http://schemas.openxmlformats.org/officeDocument/2006/relationships/tags" Target="../tags/tag86.xml"/><Relationship Id="rId5" Type="http://schemas.openxmlformats.org/officeDocument/2006/relationships/image" Target="../media/image12.png"/><Relationship Id="rId4" Type="http://schemas.openxmlformats.org/officeDocument/2006/relationships/image" Target="../media/image408.png"/></Relationships>
</file>

<file path=ppt/slides/_rels/slide494.xml.rels><?xml version="1.0" encoding="UTF-8" standalone="yes"?>
<Relationships xmlns="http://schemas.openxmlformats.org/package/2006/relationships"><Relationship Id="rId3" Type="http://schemas.openxmlformats.org/officeDocument/2006/relationships/notesSlide" Target="../notesSlides/notesSlide494.xml"/><Relationship Id="rId2" Type="http://schemas.openxmlformats.org/officeDocument/2006/relationships/slideLayout" Target="../slideLayouts/slideLayout32.xml"/><Relationship Id="rId1" Type="http://schemas.openxmlformats.org/officeDocument/2006/relationships/tags" Target="../tags/tag87.xml"/><Relationship Id="rId5" Type="http://schemas.openxmlformats.org/officeDocument/2006/relationships/image" Target="../media/image12.png"/><Relationship Id="rId4" Type="http://schemas.openxmlformats.org/officeDocument/2006/relationships/image" Target="../media/image409.png"/></Relationships>
</file>

<file path=ppt/slides/_rels/slide495.xml.rels><?xml version="1.0" encoding="UTF-8" standalone="yes"?>
<Relationships xmlns="http://schemas.openxmlformats.org/package/2006/relationships"><Relationship Id="rId3" Type="http://schemas.openxmlformats.org/officeDocument/2006/relationships/notesSlide" Target="../notesSlides/notesSlide495.xml"/><Relationship Id="rId2" Type="http://schemas.openxmlformats.org/officeDocument/2006/relationships/slideLayout" Target="../slideLayouts/slideLayout32.xml"/><Relationship Id="rId1" Type="http://schemas.openxmlformats.org/officeDocument/2006/relationships/tags" Target="../tags/tag88.xml"/><Relationship Id="rId5" Type="http://schemas.openxmlformats.org/officeDocument/2006/relationships/image" Target="../media/image12.png"/><Relationship Id="rId4" Type="http://schemas.openxmlformats.org/officeDocument/2006/relationships/image" Target="../media/image410.png"/></Relationships>
</file>

<file path=ppt/slides/_rels/slide496.xml.rels><?xml version="1.0" encoding="UTF-8" standalone="yes"?>
<Relationships xmlns="http://schemas.openxmlformats.org/package/2006/relationships"><Relationship Id="rId3" Type="http://schemas.openxmlformats.org/officeDocument/2006/relationships/notesSlide" Target="../notesSlides/notesSlide496.xml"/><Relationship Id="rId2" Type="http://schemas.openxmlformats.org/officeDocument/2006/relationships/slideLayout" Target="../slideLayouts/slideLayout32.xml"/><Relationship Id="rId1" Type="http://schemas.openxmlformats.org/officeDocument/2006/relationships/tags" Target="../tags/tag89.xml"/><Relationship Id="rId5" Type="http://schemas.openxmlformats.org/officeDocument/2006/relationships/image" Target="../media/image12.png"/><Relationship Id="rId4" Type="http://schemas.openxmlformats.org/officeDocument/2006/relationships/image" Target="../media/image411.png"/></Relationships>
</file>

<file path=ppt/slides/_rels/slide497.xml.rels><?xml version="1.0" encoding="UTF-8" standalone="yes"?>
<Relationships xmlns="http://schemas.openxmlformats.org/package/2006/relationships"><Relationship Id="rId3" Type="http://schemas.openxmlformats.org/officeDocument/2006/relationships/notesSlide" Target="../notesSlides/notesSlide497.xml"/><Relationship Id="rId2" Type="http://schemas.openxmlformats.org/officeDocument/2006/relationships/slideLayout" Target="../slideLayouts/slideLayout32.xml"/><Relationship Id="rId1" Type="http://schemas.openxmlformats.org/officeDocument/2006/relationships/tags" Target="../tags/tag90.xml"/><Relationship Id="rId5" Type="http://schemas.openxmlformats.org/officeDocument/2006/relationships/image" Target="../media/image12.png"/><Relationship Id="rId4" Type="http://schemas.openxmlformats.org/officeDocument/2006/relationships/image" Target="../media/image412.png"/></Relationships>
</file>

<file path=ppt/slides/_rels/slide498.xml.rels><?xml version="1.0" encoding="UTF-8" standalone="yes"?>
<Relationships xmlns="http://schemas.openxmlformats.org/package/2006/relationships"><Relationship Id="rId3" Type="http://schemas.openxmlformats.org/officeDocument/2006/relationships/notesSlide" Target="../notesSlides/notesSlide498.xml"/><Relationship Id="rId2" Type="http://schemas.openxmlformats.org/officeDocument/2006/relationships/slideLayout" Target="../slideLayouts/slideLayout32.xml"/><Relationship Id="rId1" Type="http://schemas.openxmlformats.org/officeDocument/2006/relationships/tags" Target="../tags/tag91.xml"/><Relationship Id="rId5" Type="http://schemas.openxmlformats.org/officeDocument/2006/relationships/image" Target="../media/image12.png"/><Relationship Id="rId4" Type="http://schemas.openxmlformats.org/officeDocument/2006/relationships/image" Target="../media/image413.png"/></Relationships>
</file>

<file path=ppt/slides/_rels/slide499.xml.rels><?xml version="1.0" encoding="UTF-8" standalone="yes"?>
<Relationships xmlns="http://schemas.openxmlformats.org/package/2006/relationships"><Relationship Id="rId3" Type="http://schemas.openxmlformats.org/officeDocument/2006/relationships/notesSlide" Target="../notesSlides/notesSlide499.xml"/><Relationship Id="rId2" Type="http://schemas.openxmlformats.org/officeDocument/2006/relationships/slideLayout" Target="../slideLayouts/slideLayout32.xml"/><Relationship Id="rId1" Type="http://schemas.openxmlformats.org/officeDocument/2006/relationships/tags" Target="../tags/tag92.xml"/><Relationship Id="rId5" Type="http://schemas.openxmlformats.org/officeDocument/2006/relationships/image" Target="../media/image12.png"/><Relationship Id="rId4" Type="http://schemas.openxmlformats.org/officeDocument/2006/relationships/image" Target="../media/image414.png"/></Relationships>
</file>

<file path=ppt/slides/_rels/slide500.xml.rels><?xml version="1.0" encoding="UTF-8" standalone="yes"?>
<Relationships xmlns="http://schemas.openxmlformats.org/package/2006/relationships"><Relationship Id="rId3" Type="http://schemas.openxmlformats.org/officeDocument/2006/relationships/notesSlide" Target="../notesSlides/notesSlide500.xml"/><Relationship Id="rId2" Type="http://schemas.openxmlformats.org/officeDocument/2006/relationships/slideLayout" Target="../slideLayouts/slideLayout32.xml"/><Relationship Id="rId1" Type="http://schemas.openxmlformats.org/officeDocument/2006/relationships/tags" Target="../tags/tag93.xml"/><Relationship Id="rId5" Type="http://schemas.openxmlformats.org/officeDocument/2006/relationships/image" Target="../media/image12.png"/><Relationship Id="rId4" Type="http://schemas.openxmlformats.org/officeDocument/2006/relationships/image" Target="../media/image415.png"/></Relationships>
</file>

<file path=ppt/slides/_rels/slide501.xml.rels><?xml version="1.0" encoding="UTF-8" standalone="yes"?>
<Relationships xmlns="http://schemas.openxmlformats.org/package/2006/relationships"><Relationship Id="rId3" Type="http://schemas.openxmlformats.org/officeDocument/2006/relationships/notesSlide" Target="../notesSlides/notesSlide501.xml"/><Relationship Id="rId2" Type="http://schemas.openxmlformats.org/officeDocument/2006/relationships/slideLayout" Target="../slideLayouts/slideLayout32.xml"/><Relationship Id="rId1" Type="http://schemas.openxmlformats.org/officeDocument/2006/relationships/tags" Target="../tags/tag94.xml"/><Relationship Id="rId6" Type="http://schemas.openxmlformats.org/officeDocument/2006/relationships/image" Target="../media/image12.png"/><Relationship Id="rId5" Type="http://schemas.openxmlformats.org/officeDocument/2006/relationships/image" Target="../media/image17.png"/><Relationship Id="rId4" Type="http://schemas.openxmlformats.org/officeDocument/2006/relationships/image" Target="../media/image416.png"/></Relationships>
</file>

<file path=ppt/slides/_rels/slide502.xml.rels><?xml version="1.0" encoding="UTF-8" standalone="yes"?>
<Relationships xmlns="http://schemas.openxmlformats.org/package/2006/relationships"><Relationship Id="rId3" Type="http://schemas.openxmlformats.org/officeDocument/2006/relationships/notesSlide" Target="../notesSlides/notesSlide502.xml"/><Relationship Id="rId2" Type="http://schemas.openxmlformats.org/officeDocument/2006/relationships/slideLayout" Target="../slideLayouts/slideLayout32.xml"/><Relationship Id="rId1" Type="http://schemas.openxmlformats.org/officeDocument/2006/relationships/tags" Target="../tags/tag95.xml"/><Relationship Id="rId6" Type="http://schemas.openxmlformats.org/officeDocument/2006/relationships/image" Target="../media/image12.png"/><Relationship Id="rId5" Type="http://schemas.openxmlformats.org/officeDocument/2006/relationships/image" Target="../media/image418.png"/><Relationship Id="rId4" Type="http://schemas.openxmlformats.org/officeDocument/2006/relationships/image" Target="../media/image417.png"/></Relationships>
</file>

<file path=ppt/slides/_rels/slide503.xml.rels><?xml version="1.0" encoding="UTF-8" standalone="yes"?>
<Relationships xmlns="http://schemas.openxmlformats.org/package/2006/relationships"><Relationship Id="rId3" Type="http://schemas.openxmlformats.org/officeDocument/2006/relationships/notesSlide" Target="../notesSlides/notesSlide503.xml"/><Relationship Id="rId2" Type="http://schemas.openxmlformats.org/officeDocument/2006/relationships/slideLayout" Target="../slideLayouts/slideLayout32.xml"/><Relationship Id="rId1" Type="http://schemas.openxmlformats.org/officeDocument/2006/relationships/tags" Target="../tags/tag96.xml"/><Relationship Id="rId6" Type="http://schemas.openxmlformats.org/officeDocument/2006/relationships/image" Target="../media/image12.png"/><Relationship Id="rId5" Type="http://schemas.openxmlformats.org/officeDocument/2006/relationships/image" Target="../media/image420.png"/><Relationship Id="rId4" Type="http://schemas.openxmlformats.org/officeDocument/2006/relationships/image" Target="../media/image419.png"/></Relationships>
</file>

<file path=ppt/slides/_rels/slide504.xml.rels><?xml version="1.0" encoding="UTF-8" standalone="yes"?>
<Relationships xmlns="http://schemas.openxmlformats.org/package/2006/relationships"><Relationship Id="rId3" Type="http://schemas.openxmlformats.org/officeDocument/2006/relationships/notesSlide" Target="../notesSlides/notesSlide504.xml"/><Relationship Id="rId2" Type="http://schemas.openxmlformats.org/officeDocument/2006/relationships/slideLayout" Target="../slideLayouts/slideLayout32.xml"/><Relationship Id="rId1" Type="http://schemas.openxmlformats.org/officeDocument/2006/relationships/tags" Target="../tags/tag97.xml"/><Relationship Id="rId6" Type="http://schemas.openxmlformats.org/officeDocument/2006/relationships/image" Target="../media/image12.png"/><Relationship Id="rId5" Type="http://schemas.openxmlformats.org/officeDocument/2006/relationships/image" Target="../media/image422.png"/><Relationship Id="rId4" Type="http://schemas.openxmlformats.org/officeDocument/2006/relationships/image" Target="../media/image421.png"/></Relationships>
</file>

<file path=ppt/slides/_rels/slide505.xml.rels><?xml version="1.0" encoding="UTF-8" standalone="yes"?>
<Relationships xmlns="http://schemas.openxmlformats.org/package/2006/relationships"><Relationship Id="rId3" Type="http://schemas.openxmlformats.org/officeDocument/2006/relationships/notesSlide" Target="../notesSlides/notesSlide505.xml"/><Relationship Id="rId2" Type="http://schemas.openxmlformats.org/officeDocument/2006/relationships/slideLayout" Target="../slideLayouts/slideLayout32.xml"/><Relationship Id="rId1" Type="http://schemas.openxmlformats.org/officeDocument/2006/relationships/tags" Target="../tags/tag98.xml"/><Relationship Id="rId6" Type="http://schemas.openxmlformats.org/officeDocument/2006/relationships/image" Target="../media/image12.png"/><Relationship Id="rId5" Type="http://schemas.openxmlformats.org/officeDocument/2006/relationships/image" Target="../media/image424.png"/><Relationship Id="rId4" Type="http://schemas.openxmlformats.org/officeDocument/2006/relationships/image" Target="../media/image423.png"/></Relationships>
</file>

<file path=ppt/slides/_rels/slide506.xml.rels><?xml version="1.0" encoding="UTF-8" standalone="yes"?>
<Relationships xmlns="http://schemas.openxmlformats.org/package/2006/relationships"><Relationship Id="rId3" Type="http://schemas.openxmlformats.org/officeDocument/2006/relationships/notesSlide" Target="../notesSlides/notesSlide506.xml"/><Relationship Id="rId2" Type="http://schemas.openxmlformats.org/officeDocument/2006/relationships/slideLayout" Target="../slideLayouts/slideLayout32.xml"/><Relationship Id="rId1" Type="http://schemas.openxmlformats.org/officeDocument/2006/relationships/tags" Target="../tags/tag99.xml"/><Relationship Id="rId6" Type="http://schemas.openxmlformats.org/officeDocument/2006/relationships/image" Target="../media/image12.png"/><Relationship Id="rId5" Type="http://schemas.openxmlformats.org/officeDocument/2006/relationships/image" Target="../media/image426.png"/><Relationship Id="rId4" Type="http://schemas.openxmlformats.org/officeDocument/2006/relationships/image" Target="../media/image425.png"/></Relationships>
</file>

<file path=ppt/slides/_rels/slide507.xml.rels><?xml version="1.0" encoding="UTF-8" standalone="yes"?>
<Relationships xmlns="http://schemas.openxmlformats.org/package/2006/relationships"><Relationship Id="rId3" Type="http://schemas.openxmlformats.org/officeDocument/2006/relationships/notesSlide" Target="../notesSlides/notesSlide507.xml"/><Relationship Id="rId2" Type="http://schemas.openxmlformats.org/officeDocument/2006/relationships/slideLayout" Target="../slideLayouts/slideLayout32.xml"/><Relationship Id="rId1" Type="http://schemas.openxmlformats.org/officeDocument/2006/relationships/tags" Target="../tags/tag100.xml"/><Relationship Id="rId5" Type="http://schemas.openxmlformats.org/officeDocument/2006/relationships/image" Target="../media/image12.png"/><Relationship Id="rId4" Type="http://schemas.openxmlformats.org/officeDocument/2006/relationships/image" Target="../media/image427.png"/></Relationships>
</file>

<file path=ppt/slides/_rels/slide508.xml.rels><?xml version="1.0" encoding="UTF-8" standalone="yes"?>
<Relationships xmlns="http://schemas.openxmlformats.org/package/2006/relationships"><Relationship Id="rId3" Type="http://schemas.openxmlformats.org/officeDocument/2006/relationships/notesSlide" Target="../notesSlides/notesSlide508.xml"/><Relationship Id="rId2" Type="http://schemas.openxmlformats.org/officeDocument/2006/relationships/slideLayout" Target="../slideLayouts/slideLayout32.xml"/><Relationship Id="rId1" Type="http://schemas.openxmlformats.org/officeDocument/2006/relationships/tags" Target="../tags/tag101.xml"/><Relationship Id="rId6" Type="http://schemas.openxmlformats.org/officeDocument/2006/relationships/image" Target="../media/image12.png"/><Relationship Id="rId5" Type="http://schemas.openxmlformats.org/officeDocument/2006/relationships/image" Target="../media/image429.png"/><Relationship Id="rId4" Type="http://schemas.openxmlformats.org/officeDocument/2006/relationships/image" Target="../media/image428.png"/></Relationships>
</file>

<file path=ppt/slides/_rels/slide509.xml.rels><?xml version="1.0" encoding="UTF-8" standalone="yes"?>
<Relationships xmlns="http://schemas.openxmlformats.org/package/2006/relationships"><Relationship Id="rId3" Type="http://schemas.openxmlformats.org/officeDocument/2006/relationships/notesSlide" Target="../notesSlides/notesSlide509.xml"/><Relationship Id="rId2" Type="http://schemas.openxmlformats.org/officeDocument/2006/relationships/slideLayout" Target="../slideLayouts/slideLayout32.xml"/><Relationship Id="rId1" Type="http://schemas.openxmlformats.org/officeDocument/2006/relationships/tags" Target="../tags/tag102.xml"/><Relationship Id="rId5" Type="http://schemas.openxmlformats.org/officeDocument/2006/relationships/image" Target="../media/image12.png"/><Relationship Id="rId4" Type="http://schemas.openxmlformats.org/officeDocument/2006/relationships/image" Target="../media/image430.png"/></Relationships>
</file>

<file path=ppt/slides/_rels/slide510.xml.rels><?xml version="1.0" encoding="UTF-8" standalone="yes"?>
<Relationships xmlns="http://schemas.openxmlformats.org/package/2006/relationships"><Relationship Id="rId3" Type="http://schemas.openxmlformats.org/officeDocument/2006/relationships/notesSlide" Target="../notesSlides/notesSlide510.xml"/><Relationship Id="rId2" Type="http://schemas.openxmlformats.org/officeDocument/2006/relationships/slideLayout" Target="../slideLayouts/slideLayout32.xml"/><Relationship Id="rId1" Type="http://schemas.openxmlformats.org/officeDocument/2006/relationships/tags" Target="../tags/tag103.xml"/><Relationship Id="rId6" Type="http://schemas.openxmlformats.org/officeDocument/2006/relationships/image" Target="../media/image12.png"/><Relationship Id="rId5" Type="http://schemas.openxmlformats.org/officeDocument/2006/relationships/image" Target="../media/image431.png"/><Relationship Id="rId4" Type="http://schemas.openxmlformats.org/officeDocument/2006/relationships/image" Target="../media/image17.png"/></Relationships>
</file>

<file path=ppt/slides/_rels/slide511.xml.rels><?xml version="1.0" encoding="UTF-8" standalone="yes"?>
<Relationships xmlns="http://schemas.openxmlformats.org/package/2006/relationships"><Relationship Id="rId3" Type="http://schemas.openxmlformats.org/officeDocument/2006/relationships/notesSlide" Target="../notesSlides/notesSlide511.xml"/><Relationship Id="rId2" Type="http://schemas.openxmlformats.org/officeDocument/2006/relationships/slideLayout" Target="../slideLayouts/slideLayout32.xml"/><Relationship Id="rId1" Type="http://schemas.openxmlformats.org/officeDocument/2006/relationships/tags" Target="../tags/tag104.xml"/><Relationship Id="rId5" Type="http://schemas.openxmlformats.org/officeDocument/2006/relationships/image" Target="../media/image12.png"/><Relationship Id="rId4" Type="http://schemas.openxmlformats.org/officeDocument/2006/relationships/image" Target="../media/image432.png"/></Relationships>
</file>

<file path=ppt/slides/_rels/slide512.xml.rels><?xml version="1.0" encoding="UTF-8" standalone="yes"?>
<Relationships xmlns="http://schemas.openxmlformats.org/package/2006/relationships"><Relationship Id="rId3" Type="http://schemas.openxmlformats.org/officeDocument/2006/relationships/notesSlide" Target="../notesSlides/notesSlide512.xml"/><Relationship Id="rId2" Type="http://schemas.openxmlformats.org/officeDocument/2006/relationships/slideLayout" Target="../slideLayouts/slideLayout32.xml"/><Relationship Id="rId1" Type="http://schemas.openxmlformats.org/officeDocument/2006/relationships/tags" Target="../tags/tag105.xml"/><Relationship Id="rId5" Type="http://schemas.openxmlformats.org/officeDocument/2006/relationships/image" Target="../media/image12.png"/><Relationship Id="rId4" Type="http://schemas.openxmlformats.org/officeDocument/2006/relationships/image" Target="../media/image433.png"/></Relationships>
</file>

<file path=ppt/slides/_rels/slide513.xml.rels><?xml version="1.0" encoding="UTF-8" standalone="yes"?>
<Relationships xmlns="http://schemas.openxmlformats.org/package/2006/relationships"><Relationship Id="rId3" Type="http://schemas.openxmlformats.org/officeDocument/2006/relationships/notesSlide" Target="../notesSlides/notesSlide513.xml"/><Relationship Id="rId2" Type="http://schemas.openxmlformats.org/officeDocument/2006/relationships/slideLayout" Target="../slideLayouts/slideLayout32.xml"/><Relationship Id="rId1" Type="http://schemas.openxmlformats.org/officeDocument/2006/relationships/tags" Target="../tags/tag106.xml"/><Relationship Id="rId5" Type="http://schemas.openxmlformats.org/officeDocument/2006/relationships/image" Target="../media/image12.png"/><Relationship Id="rId4" Type="http://schemas.openxmlformats.org/officeDocument/2006/relationships/image" Target="../media/image434.png"/></Relationships>
</file>

<file path=ppt/slides/_rels/slide514.xml.rels><?xml version="1.0" encoding="UTF-8" standalone="yes"?>
<Relationships xmlns="http://schemas.openxmlformats.org/package/2006/relationships"><Relationship Id="rId3" Type="http://schemas.openxmlformats.org/officeDocument/2006/relationships/notesSlide" Target="../notesSlides/notesSlide514.xml"/><Relationship Id="rId2" Type="http://schemas.openxmlformats.org/officeDocument/2006/relationships/slideLayout" Target="../slideLayouts/slideLayout32.xml"/><Relationship Id="rId1" Type="http://schemas.openxmlformats.org/officeDocument/2006/relationships/tags" Target="../tags/tag107.xml"/><Relationship Id="rId5" Type="http://schemas.openxmlformats.org/officeDocument/2006/relationships/image" Target="../media/image12.png"/><Relationship Id="rId4" Type="http://schemas.openxmlformats.org/officeDocument/2006/relationships/image" Target="../media/image435.png"/></Relationships>
</file>

<file path=ppt/slides/_rels/slide515.xml.rels><?xml version="1.0" encoding="UTF-8" standalone="yes"?>
<Relationships xmlns="http://schemas.openxmlformats.org/package/2006/relationships"><Relationship Id="rId3" Type="http://schemas.openxmlformats.org/officeDocument/2006/relationships/notesSlide" Target="../notesSlides/notesSlide515.xml"/><Relationship Id="rId2" Type="http://schemas.openxmlformats.org/officeDocument/2006/relationships/slideLayout" Target="../slideLayouts/slideLayout32.xml"/><Relationship Id="rId1" Type="http://schemas.openxmlformats.org/officeDocument/2006/relationships/tags" Target="../tags/tag108.xml"/><Relationship Id="rId4" Type="http://schemas.openxmlformats.org/officeDocument/2006/relationships/image" Target="../media/image107.jpeg"/></Relationships>
</file>

<file path=ppt/slides/_rels/slide5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slideLayout" Target="../slideLayouts/slideLayout33.xml"/><Relationship Id="rId1" Type="http://schemas.openxmlformats.org/officeDocument/2006/relationships/tags" Target="../tags/tag109.xml"/></Relationships>
</file>

<file path=ppt/slides/_rels/slide517.xml.rels><?xml version="1.0" encoding="UTF-8" standalone="yes"?>
<Relationships xmlns="http://schemas.openxmlformats.org/package/2006/relationships"><Relationship Id="rId2" Type="http://schemas.openxmlformats.org/officeDocument/2006/relationships/slideLayout" Target="../slideLayouts/slideLayout29.xml"/><Relationship Id="rId1" Type="http://schemas.openxmlformats.org/officeDocument/2006/relationships/tags" Target="../tags/tag11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33">
            <a:extLst>
              <a:ext uri="{FF2B5EF4-FFF2-40B4-BE49-F238E27FC236}">
                <a16:creationId xmlns:a16="http://schemas.microsoft.com/office/drawing/2014/main" id="{215914FE-3C05-4AF1-9102-9F455194E468}"/>
              </a:ext>
            </a:extLst>
          </p:cNvPr>
          <p:cNvSpPr/>
          <p:nvPr/>
        </p:nvSpPr>
        <p:spPr>
          <a:xfrm>
            <a:off x="719769" y="1710551"/>
            <a:ext cx="8364302" cy="221528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defTabSz="914126" fontAlgn="base" latinLnBrk="1">
              <a:spcBef>
                <a:spcPct val="0"/>
              </a:spcBef>
              <a:spcAft>
                <a:spcPct val="0"/>
              </a:spcAft>
              <a:defRPr/>
            </a:pPr>
            <a:r>
              <a:rPr kumimoji="1" lang="en-US" altLang="ko-KR" sz="4799" b="1" dirty="0">
                <a:solidFill>
                  <a:prstClr val="black"/>
                </a:solidFill>
                <a:latin typeface="iCiel Samsung Sharp Sans Regular" pitchFamily="2" charset="77"/>
                <a:ea typeface="iCiel Samsung Sharp Sans Regular" pitchFamily="2" charset="77"/>
                <a:cs typeface="iCiel Samsung Sharp Sans Regular" pitchFamily="2" charset="77"/>
              </a:rPr>
              <a:t>Samsung </a:t>
            </a:r>
          </a:p>
          <a:p>
            <a:pPr defTabSz="914126" fontAlgn="base" latinLnBrk="1">
              <a:spcBef>
                <a:spcPct val="0"/>
              </a:spcBef>
              <a:spcAft>
                <a:spcPct val="0"/>
              </a:spcAft>
              <a:defRPr/>
            </a:pPr>
            <a:r>
              <a:rPr kumimoji="1" lang="en-US" altLang="ko-KR" sz="4799" b="1" dirty="0">
                <a:solidFill>
                  <a:prstClr val="black"/>
                </a:solidFill>
                <a:latin typeface="iCiel Samsung Sharp Sans Regular" pitchFamily="2" charset="77"/>
                <a:ea typeface="iCiel Samsung Sharp Sans Regular" pitchFamily="2" charset="77"/>
                <a:cs typeface="iCiel Samsung Sharp Sans Regular" pitchFamily="2" charset="77"/>
              </a:rPr>
              <a:t>Innovation </a:t>
            </a:r>
          </a:p>
          <a:p>
            <a:pPr defTabSz="914126" fontAlgn="base" latinLnBrk="1">
              <a:spcBef>
                <a:spcPct val="0"/>
              </a:spcBef>
              <a:spcAft>
                <a:spcPct val="0"/>
              </a:spcAft>
              <a:defRPr/>
            </a:pPr>
            <a:r>
              <a:rPr kumimoji="1" lang="en-US" altLang="ko-KR" sz="4799" b="1" dirty="0">
                <a:solidFill>
                  <a:prstClr val="black"/>
                </a:solidFill>
                <a:latin typeface="iCiel Samsung Sharp Sans Regular" pitchFamily="2" charset="77"/>
                <a:ea typeface="iCiel Samsung Sharp Sans Regular" pitchFamily="2" charset="77"/>
                <a:cs typeface="iCiel Samsung Sharp Sans Regular" pitchFamily="2" charset="77"/>
              </a:rPr>
              <a:t>Campus</a:t>
            </a:r>
          </a:p>
        </p:txBody>
      </p:sp>
      <p:grpSp>
        <p:nvGrpSpPr>
          <p:cNvPr id="3" name="그룹 2">
            <a:extLst>
              <a:ext uri="{FF2B5EF4-FFF2-40B4-BE49-F238E27FC236}">
                <a16:creationId xmlns:a16="http://schemas.microsoft.com/office/drawing/2014/main" id="{297A5779-EA1E-416C-8400-F0041FD3BA30}"/>
              </a:ext>
            </a:extLst>
          </p:cNvPr>
          <p:cNvGrpSpPr/>
          <p:nvPr/>
        </p:nvGrpSpPr>
        <p:grpSpPr>
          <a:xfrm>
            <a:off x="724457" y="4319714"/>
            <a:ext cx="6095883" cy="369214"/>
            <a:chOff x="724689" y="4320000"/>
            <a:chExt cx="6097837" cy="369332"/>
          </a:xfrm>
        </p:grpSpPr>
        <p:sp>
          <p:nvSpPr>
            <p:cNvPr id="4" name="직사각형 133">
              <a:extLst>
                <a:ext uri="{FF2B5EF4-FFF2-40B4-BE49-F238E27FC236}">
                  <a16:creationId xmlns:a16="http://schemas.microsoft.com/office/drawing/2014/main" id="{7E1FFB96-4B69-4AC9-8440-53675C6399E1}"/>
                </a:ext>
              </a:extLst>
            </p:cNvPr>
            <p:cNvSpPr/>
            <p:nvPr/>
          </p:nvSpPr>
          <p:spPr>
            <a:xfrm>
              <a:off x="990000" y="4320000"/>
              <a:ext cx="583252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marR="0" lvl="0" indent="0" defTabSz="914126" fontAlgn="base" latinLnBrk="1">
                <a:lnSpc>
                  <a:spcPct val="100000"/>
                </a:lnSpc>
                <a:spcBef>
                  <a:spcPct val="0"/>
                </a:spcBef>
                <a:spcAft>
                  <a:spcPct val="0"/>
                </a:spcAft>
                <a:buClrTx/>
                <a:buSzTx/>
                <a:buFontTx/>
                <a:buNone/>
                <a:tabLst/>
                <a:defRPr/>
              </a:pPr>
              <a:r>
                <a:rPr kumimoji="1" lang="en-US" altLang="ko-KR" sz="2399" b="1" dirty="0" err="1">
                  <a:solidFill>
                    <a:srgbClr val="1428A0"/>
                  </a:solidFill>
                  <a:latin typeface="iCiel Samsung Sharp Sans Regular" pitchFamily="2" charset="77"/>
                  <a:ea typeface="iCiel Samsung Sharp Sans Regular" pitchFamily="2" charset="77"/>
                  <a:cs typeface="iCiel Samsung Sharp Sans Regular" pitchFamily="2" charset="77"/>
                </a:rPr>
                <a:t>Trí</a:t>
              </a:r>
              <a:r>
                <a:rPr kumimoji="1" lang="en-US" altLang="ko-KR" sz="2399" b="1" dirty="0">
                  <a:solidFill>
                    <a:srgbClr val="1428A0"/>
                  </a:solidFill>
                  <a:latin typeface="iCiel Samsung Sharp Sans Regular" pitchFamily="2" charset="77"/>
                  <a:ea typeface="iCiel Samsung Sharp Sans Regular" pitchFamily="2" charset="77"/>
                  <a:cs typeface="iCiel Samsung Sharp Sans Regular" pitchFamily="2" charset="77"/>
                </a:rPr>
                <a:t> </a:t>
              </a:r>
              <a:r>
                <a:rPr kumimoji="1" lang="en-US" altLang="ko-KR" sz="2399" b="1" dirty="0" err="1">
                  <a:solidFill>
                    <a:srgbClr val="1428A0"/>
                  </a:solidFill>
                  <a:latin typeface="iCiel Samsung Sharp Sans Regular" pitchFamily="2" charset="77"/>
                  <a:ea typeface="iCiel Samsung Sharp Sans Regular" pitchFamily="2" charset="77"/>
                  <a:cs typeface="iCiel Samsung Sharp Sans Regular" pitchFamily="2" charset="77"/>
                </a:rPr>
                <a:t>tuệ</a:t>
              </a:r>
              <a:r>
                <a:rPr kumimoji="1" lang="en-US" altLang="ko-KR" sz="2399" b="1" dirty="0">
                  <a:solidFill>
                    <a:srgbClr val="1428A0"/>
                  </a:solidFill>
                  <a:latin typeface="iCiel Samsung Sharp Sans Regular" pitchFamily="2" charset="77"/>
                  <a:ea typeface="iCiel Samsung Sharp Sans Regular" pitchFamily="2" charset="77"/>
                  <a:cs typeface="iCiel Samsung Sharp Sans Regular" pitchFamily="2" charset="77"/>
                </a:rPr>
                <a:t> </a:t>
              </a:r>
              <a:r>
                <a:rPr kumimoji="1" lang="en-US" altLang="ko-KR" sz="2399" b="1" dirty="0" err="1">
                  <a:solidFill>
                    <a:srgbClr val="1428A0"/>
                  </a:solidFill>
                  <a:latin typeface="iCiel Samsung Sharp Sans Regular" pitchFamily="2" charset="77"/>
                  <a:ea typeface="iCiel Samsung Sharp Sans Regular" pitchFamily="2" charset="77"/>
                  <a:cs typeface="iCiel Samsung Sharp Sans Regular" pitchFamily="2" charset="77"/>
                </a:rPr>
                <a:t>nhân</a:t>
              </a:r>
              <a:r>
                <a:rPr kumimoji="1" lang="en-US" altLang="ko-KR" sz="2399" b="1" dirty="0">
                  <a:solidFill>
                    <a:srgbClr val="1428A0"/>
                  </a:solidFill>
                  <a:latin typeface="iCiel Samsung Sharp Sans Regular" pitchFamily="2" charset="77"/>
                  <a:ea typeface="iCiel Samsung Sharp Sans Regular" pitchFamily="2" charset="77"/>
                  <a:cs typeface="iCiel Samsung Sharp Sans Regular" pitchFamily="2" charset="77"/>
                </a:rPr>
                <a:t> </a:t>
              </a:r>
              <a:r>
                <a:rPr kumimoji="1" lang="en-US" altLang="ko-KR" sz="2399" b="1" dirty="0" err="1">
                  <a:solidFill>
                    <a:srgbClr val="1428A0"/>
                  </a:solidFill>
                  <a:latin typeface="iCiel Samsung Sharp Sans Regular" pitchFamily="2" charset="77"/>
                  <a:ea typeface="iCiel Samsung Sharp Sans Regular" pitchFamily="2" charset="77"/>
                  <a:cs typeface="iCiel Samsung Sharp Sans Regular" pitchFamily="2" charset="77"/>
                </a:rPr>
                <a:t>tạo</a:t>
              </a:r>
              <a:endParaRPr kumimoji="1" lang="ko-KR" altLang="en-US" sz="2399" b="1" dirty="0">
                <a:solidFill>
                  <a:srgbClr val="1428A0"/>
                </a:solidFill>
                <a:latin typeface="iCiel Samsung Sharp Sans Regular" pitchFamily="2" charset="77"/>
                <a:cs typeface="iCiel Samsung Sharp Sans Regular" pitchFamily="2" charset="77"/>
              </a:endParaRPr>
            </a:p>
          </p:txBody>
        </p:sp>
        <p:sp>
          <p:nvSpPr>
            <p:cNvPr id="5" name="직사각형 4">
              <a:extLst>
                <a:ext uri="{FF2B5EF4-FFF2-40B4-BE49-F238E27FC236}">
                  <a16:creationId xmlns:a16="http://schemas.microsoft.com/office/drawing/2014/main" id="{D855D68E-BB7F-4367-8E21-08DA47F8AF69}"/>
                </a:ext>
              </a:extLst>
            </p:cNvPr>
            <p:cNvSpPr/>
            <p:nvPr/>
          </p:nvSpPr>
          <p:spPr>
            <a:xfrm>
              <a:off x="724689" y="4320000"/>
              <a:ext cx="54000" cy="360000"/>
            </a:xfrm>
            <a:prstGeom prst="rect">
              <a:avLst/>
            </a:prstGeom>
            <a:solidFill>
              <a:srgbClr val="1428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063" fontAlgn="base" latinLnBrk="1">
                <a:spcBef>
                  <a:spcPct val="0"/>
                </a:spcBef>
                <a:spcAft>
                  <a:spcPct val="0"/>
                </a:spcAft>
                <a:defRPr/>
              </a:pPr>
              <a:endParaRPr kumimoji="1" lang="ko-KR" altLang="en-US" sz="1799" dirty="0">
                <a:solidFill>
                  <a:prstClr val="white"/>
                </a:solidFill>
                <a:latin typeface="Calibri" panose="020F0502020204030204"/>
                <a:ea typeface="맑은 고딕" panose="020B0503020000020004" pitchFamily="50" charset="-127"/>
              </a:endParaRPr>
            </a:p>
          </p:txBody>
        </p:sp>
      </p:grpSp>
    </p:spTree>
    <p:extLst>
      <p:ext uri="{BB962C8B-B14F-4D97-AF65-F5344CB8AC3E}">
        <p14:creationId xmlns:p14="http://schemas.microsoft.com/office/powerpoint/2010/main" val="127187421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직사각형 133">
            <a:extLst>
              <a:ext uri="{FF2B5EF4-FFF2-40B4-BE49-F238E27FC236}">
                <a16:creationId xmlns:a16="http://schemas.microsoft.com/office/drawing/2014/main" id="{9ECD4F1E-56F2-4389-8493-B26C356AB15F}"/>
              </a:ext>
            </a:extLst>
          </p:cNvPr>
          <p:cNvSpPr/>
          <p:nvPr/>
        </p:nvSpPr>
        <p:spPr>
          <a:xfrm>
            <a:off x="989682" y="2583566"/>
            <a:ext cx="7706146" cy="14773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defTabSz="457063" fontAlgn="base" latinLnBrk="1">
              <a:spcBef>
                <a:spcPct val="0"/>
              </a:spcBef>
              <a:spcAft>
                <a:spcPct val="0"/>
              </a:spcAft>
              <a:defRPr/>
            </a:pPr>
            <a:r>
              <a:rPr kumimoji="1" lang="vi-VN" altLang="ko-KR" sz="3200" b="1" dirty="0">
                <a:solidFill>
                  <a:prstClr val="black"/>
                </a:solidFill>
                <a:latin typeface="iCiel Samsung Sharp Sans Regular" pitchFamily="2" charset="77"/>
                <a:ea typeface="iCiel Samsung Sharp Sans Regular" pitchFamily="2" charset="77"/>
                <a:cs typeface="iCiel Samsung Sharp Sans Regular" pitchFamily="2" charset="77"/>
              </a:rPr>
              <a:t>Phân tích khám phá dữ liệu:</a:t>
            </a:r>
          </a:p>
          <a:p>
            <a:pPr defTabSz="457063" fontAlgn="base" latinLnBrk="1">
              <a:spcBef>
                <a:spcPct val="0"/>
              </a:spcBef>
              <a:spcAft>
                <a:spcPct val="0"/>
              </a:spcAft>
              <a:defRPr/>
            </a:pPr>
            <a:r>
              <a:rPr kumimoji="1" lang="vi-VN" altLang="ko-KR" sz="3200" b="1" dirty="0">
                <a:solidFill>
                  <a:prstClr val="black"/>
                </a:solidFill>
                <a:latin typeface="iCiel Samsung Sharp Sans Regular" pitchFamily="2" charset="77"/>
                <a:ea typeface="iCiel Samsung Sharp Sans Regular" pitchFamily="2" charset="77"/>
                <a:cs typeface="iCiel Samsung Sharp Sans Regular" pitchFamily="2" charset="77"/>
              </a:rPr>
              <a:t>Mảng NumPy cho việc tính toán số học một cách tối ưu &amp; Pandas</a:t>
            </a:r>
            <a:endParaRPr kumimoji="1" lang="en-US" altLang="ko-KR" sz="3200" b="1" dirty="0">
              <a:solidFill>
                <a:prstClr val="black"/>
              </a:solidFill>
              <a:latin typeface="iCiel Samsung Sharp Sans Regular" pitchFamily="2" charset="77"/>
              <a:ea typeface="iCiel Samsung Sharp Sans Regular" pitchFamily="2" charset="77"/>
              <a:cs typeface="iCiel Samsung Sharp Sans Regular" pitchFamily="2" charset="77"/>
            </a:endParaRPr>
          </a:p>
        </p:txBody>
      </p:sp>
      <p:sp>
        <p:nvSpPr>
          <p:cNvPr id="7" name="직사각형 133">
            <a:extLst>
              <a:ext uri="{FF2B5EF4-FFF2-40B4-BE49-F238E27FC236}">
                <a16:creationId xmlns:a16="http://schemas.microsoft.com/office/drawing/2014/main" id="{68C423AE-9FF7-4CCB-8CFB-0D036BBE42B6}"/>
              </a:ext>
            </a:extLst>
          </p:cNvPr>
          <p:cNvSpPr/>
          <p:nvPr/>
        </p:nvSpPr>
        <p:spPr>
          <a:xfrm>
            <a:off x="989682" y="4479887"/>
            <a:ext cx="4105746" cy="3230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marR="0" lvl="0" indent="0" defTabSz="457063" fontAlgn="base" latinLnBrk="1">
              <a:lnSpc>
                <a:spcPct val="100000"/>
              </a:lnSpc>
              <a:spcBef>
                <a:spcPct val="0"/>
              </a:spcBef>
              <a:spcAft>
                <a:spcPct val="0"/>
              </a:spcAft>
              <a:buClrTx/>
              <a:buSzTx/>
              <a:buFontTx/>
              <a:buNone/>
              <a:tabLst/>
              <a:defRPr/>
            </a:pPr>
            <a:r>
              <a:rPr kumimoji="1" lang="en-US" altLang="ko-KR" sz="2099" b="1" dirty="0" err="1">
                <a:solidFill>
                  <a:srgbClr val="1428A0"/>
                </a:solidFill>
                <a:latin typeface="iCiel Samsung Sharp Sans Regular" pitchFamily="2" charset="77"/>
                <a:ea typeface="iCiel Samsung Sharp Sans Regular" pitchFamily="2" charset="77"/>
                <a:cs typeface="iCiel Samsung Sharp Sans Regular" pitchFamily="2" charset="77"/>
              </a:rPr>
              <a:t>Trí</a:t>
            </a:r>
            <a:r>
              <a:rPr kumimoji="1" lang="en-US" altLang="ko-KR" sz="2099" b="1" dirty="0">
                <a:solidFill>
                  <a:srgbClr val="1428A0"/>
                </a:solidFill>
                <a:latin typeface="iCiel Samsung Sharp Sans Regular" pitchFamily="2" charset="77"/>
                <a:ea typeface="iCiel Samsung Sharp Sans Regular" pitchFamily="2" charset="77"/>
                <a:cs typeface="iCiel Samsung Sharp Sans Regular" pitchFamily="2" charset="77"/>
              </a:rPr>
              <a:t> </a:t>
            </a:r>
            <a:r>
              <a:rPr kumimoji="1" lang="en-US" altLang="ko-KR" sz="2099" b="1" dirty="0" err="1">
                <a:solidFill>
                  <a:srgbClr val="1428A0"/>
                </a:solidFill>
                <a:latin typeface="iCiel Samsung Sharp Sans Regular" pitchFamily="2" charset="77"/>
                <a:ea typeface="iCiel Samsung Sharp Sans Regular" pitchFamily="2" charset="77"/>
                <a:cs typeface="iCiel Samsung Sharp Sans Regular" pitchFamily="2" charset="77"/>
              </a:rPr>
              <a:t>tuệ</a:t>
            </a:r>
            <a:r>
              <a:rPr kumimoji="1" lang="en-US" altLang="ko-KR" sz="2099" b="1" dirty="0">
                <a:solidFill>
                  <a:srgbClr val="1428A0"/>
                </a:solidFill>
                <a:latin typeface="iCiel Samsung Sharp Sans Regular" pitchFamily="2" charset="77"/>
                <a:ea typeface="iCiel Samsung Sharp Sans Regular" pitchFamily="2" charset="77"/>
                <a:cs typeface="iCiel Samsung Sharp Sans Regular" pitchFamily="2" charset="77"/>
              </a:rPr>
              <a:t> </a:t>
            </a:r>
            <a:r>
              <a:rPr kumimoji="1" lang="en-US" altLang="ko-KR" sz="2099" b="1" dirty="0" err="1">
                <a:solidFill>
                  <a:srgbClr val="1428A0"/>
                </a:solidFill>
                <a:latin typeface="iCiel Samsung Sharp Sans Regular" pitchFamily="2" charset="77"/>
                <a:ea typeface="iCiel Samsung Sharp Sans Regular" pitchFamily="2" charset="77"/>
                <a:cs typeface="iCiel Samsung Sharp Sans Regular" pitchFamily="2" charset="77"/>
              </a:rPr>
              <a:t>nhân</a:t>
            </a:r>
            <a:r>
              <a:rPr kumimoji="1" lang="en-US" altLang="ko-KR" sz="2099" b="1" dirty="0">
                <a:solidFill>
                  <a:srgbClr val="1428A0"/>
                </a:solidFill>
                <a:latin typeface="iCiel Samsung Sharp Sans Regular" pitchFamily="2" charset="77"/>
                <a:ea typeface="iCiel Samsung Sharp Sans Regular" pitchFamily="2" charset="77"/>
                <a:cs typeface="iCiel Samsung Sharp Sans Regular" pitchFamily="2" charset="77"/>
              </a:rPr>
              <a:t> </a:t>
            </a:r>
            <a:r>
              <a:rPr kumimoji="1" lang="en-US" altLang="ko-KR" sz="2099" b="1" dirty="0" err="1">
                <a:solidFill>
                  <a:srgbClr val="1428A0"/>
                </a:solidFill>
                <a:latin typeface="iCiel Samsung Sharp Sans Regular" pitchFamily="2" charset="77"/>
                <a:ea typeface="iCiel Samsung Sharp Sans Regular" pitchFamily="2" charset="77"/>
                <a:cs typeface="iCiel Samsung Sharp Sans Regular" pitchFamily="2" charset="77"/>
              </a:rPr>
              <a:t>tạo</a:t>
            </a:r>
            <a:endParaRPr kumimoji="1" lang="ko-KR" altLang="en-US" sz="2099" b="1" dirty="0">
              <a:solidFill>
                <a:srgbClr val="1428A0"/>
              </a:solidFill>
              <a:latin typeface="iCiel Samsung Sharp Sans Regular" pitchFamily="2" charset="77"/>
              <a:cs typeface="iCiel Samsung Sharp Sans Regular" pitchFamily="2" charset="77"/>
            </a:endParaRPr>
          </a:p>
        </p:txBody>
      </p:sp>
      <p:sp>
        <p:nvSpPr>
          <p:cNvPr id="8" name="직사각형 133">
            <a:extLst>
              <a:ext uri="{FF2B5EF4-FFF2-40B4-BE49-F238E27FC236}">
                <a16:creationId xmlns:a16="http://schemas.microsoft.com/office/drawing/2014/main" id="{9AE80E35-DC50-4BA6-9B16-9297657601D5}"/>
              </a:ext>
            </a:extLst>
          </p:cNvPr>
          <p:cNvSpPr/>
          <p:nvPr/>
        </p:nvSpPr>
        <p:spPr>
          <a:xfrm>
            <a:off x="989682" y="2070436"/>
            <a:ext cx="5477954"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457063" fontAlgn="base" latinLnBrk="1">
              <a:spcBef>
                <a:spcPct val="0"/>
              </a:spcBef>
              <a:spcAft>
                <a:spcPct val="0"/>
              </a:spcAft>
              <a:defRPr/>
            </a:pPr>
            <a:r>
              <a:rPr kumimoji="1" lang="en-US" altLang="ko-KR" sz="1999" dirty="0" err="1">
                <a:solidFill>
                  <a:prstClr val="white">
                    <a:lumMod val="50000"/>
                  </a:prstClr>
                </a:solidFill>
                <a:latin typeface="iCiel Samsung Sharp Sans Bold" pitchFamily="2" charset="0"/>
                <a:ea typeface="iCiel Samsung Sharp Sans Bold" pitchFamily="2" charset="0"/>
                <a:cs typeface="iCiel Samsung Sharp Sans Bold" pitchFamily="2" charset="0"/>
              </a:rPr>
              <a:t>Chương</a:t>
            </a:r>
            <a:r>
              <a:rPr kumimoji="1" lang="en-US" altLang="ko-KR" sz="1999" dirty="0">
                <a:solidFill>
                  <a:prstClr val="white">
                    <a:lumMod val="50000"/>
                  </a:prstClr>
                </a:solidFill>
                <a:latin typeface="iCiel Samsung Sharp Sans Bold" pitchFamily="2" charset="0"/>
                <a:ea typeface="iCiel Samsung Sharp Sans Bold" pitchFamily="2" charset="0"/>
                <a:cs typeface="iCiel Samsung Sharp Sans Bold" pitchFamily="2" charset="0"/>
              </a:rPr>
              <a:t> 3. </a:t>
            </a:r>
            <a:endParaRPr kumimoji="1" lang="en-US" altLang="ko-KR" sz="5398" dirty="0">
              <a:solidFill>
                <a:prstClr val="white">
                  <a:lumMod val="50000"/>
                </a:prstClr>
              </a:solidFill>
              <a:latin typeface="iCiel Samsung Sharp Sans Bold" pitchFamily="2" charset="0"/>
              <a:ea typeface="iCiel Samsung Sharp Sans Bold" pitchFamily="2" charset="0"/>
              <a:cs typeface="iCiel Samsung Sharp Sans Bold" pitchFamily="2" charset="0"/>
            </a:endParaRPr>
          </a:p>
        </p:txBody>
      </p:sp>
      <p:sp>
        <p:nvSpPr>
          <p:cNvPr id="9" name="직사각형 8">
            <a:extLst>
              <a:ext uri="{FF2B5EF4-FFF2-40B4-BE49-F238E27FC236}">
                <a16:creationId xmlns:a16="http://schemas.microsoft.com/office/drawing/2014/main" id="{5D14EC55-4505-4D03-B538-D66AAACB366E}"/>
              </a:ext>
            </a:extLst>
          </p:cNvPr>
          <p:cNvSpPr/>
          <p:nvPr/>
        </p:nvSpPr>
        <p:spPr>
          <a:xfrm>
            <a:off x="719769" y="2095702"/>
            <a:ext cx="59989" cy="1944000"/>
          </a:xfrm>
          <a:prstGeom prst="rect">
            <a:avLst/>
          </a:prstGeom>
          <a:solidFill>
            <a:srgbClr val="1428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063" fontAlgn="base" latinLnBrk="1">
              <a:spcBef>
                <a:spcPct val="0"/>
              </a:spcBef>
              <a:spcAft>
                <a:spcPct val="0"/>
              </a:spcAft>
              <a:defRPr/>
            </a:pPr>
            <a:endParaRPr kumimoji="1" lang="ko-KR" altLang="en-US" sz="1799" dirty="0">
              <a:solidFill>
                <a:prstClr val="white"/>
              </a:solidFill>
              <a:latin typeface="Calibri" panose="020F0502020204030204"/>
              <a:ea typeface="맑은 고딕" panose="020B0503020000020004" pitchFamily="50" charset="-127"/>
            </a:endParaRPr>
          </a:p>
        </p:txBody>
      </p:sp>
      <p:sp>
        <p:nvSpPr>
          <p:cNvPr id="10" name="직사각형 9">
            <a:extLst>
              <a:ext uri="{FF2B5EF4-FFF2-40B4-BE49-F238E27FC236}">
                <a16:creationId xmlns:a16="http://schemas.microsoft.com/office/drawing/2014/main" id="{6490A05B-990A-4F39-A4F0-CDC93970D232}"/>
              </a:ext>
            </a:extLst>
          </p:cNvPr>
          <p:cNvSpPr/>
          <p:nvPr/>
        </p:nvSpPr>
        <p:spPr>
          <a:xfrm>
            <a:off x="719769" y="4479875"/>
            <a:ext cx="59989" cy="323061"/>
          </a:xfrm>
          <a:prstGeom prst="rect">
            <a:avLst/>
          </a:prstGeom>
          <a:solidFill>
            <a:srgbClr val="1428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063" fontAlgn="base" latinLnBrk="1">
              <a:spcBef>
                <a:spcPct val="0"/>
              </a:spcBef>
              <a:spcAft>
                <a:spcPct val="0"/>
              </a:spcAft>
              <a:defRPr/>
            </a:pPr>
            <a:endParaRPr kumimoji="1" lang="ko-KR" altLang="en-US" sz="1799" dirty="0">
              <a:solidFill>
                <a:prstClr val="white"/>
              </a:solidFill>
              <a:latin typeface="Calibri" panose="020F0502020204030204"/>
              <a:ea typeface="맑은 고딕" panose="020B0503020000020004" pitchFamily="50" charset="-127"/>
            </a:endParaRPr>
          </a:p>
        </p:txBody>
      </p:sp>
    </p:spTree>
    <p:extLst>
      <p:ext uri="{BB962C8B-B14F-4D97-AF65-F5344CB8AC3E}">
        <p14:creationId xmlns:p14="http://schemas.microsoft.com/office/powerpoint/2010/main" val="327717378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직사각형 23">
            <a:extLst>
              <a:ext uri="{FF2B5EF4-FFF2-40B4-BE49-F238E27FC236}">
                <a16:creationId xmlns:a16="http://schemas.microsoft.com/office/drawing/2014/main" id="{3078C4E1-633F-4B6A-91AF-73907C46D4D5}"/>
              </a:ext>
            </a:extLst>
          </p:cNvPr>
          <p:cNvSpPr/>
          <p:nvPr/>
        </p:nvSpPr>
        <p:spPr>
          <a:xfrm>
            <a:off x="710975" y="1619179"/>
            <a:ext cx="8630058" cy="2120614"/>
          </a:xfrm>
          <a:prstGeom prst="rect">
            <a:avLst/>
          </a:prstGeom>
          <a:noFill/>
          <a:ln w="1905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lIns="143954" tIns="143954" rIns="143954" bIns="143954" rtlCol="0" anchor="ctr">
            <a:noAutofit/>
            <a:scene3d>
              <a:camera prst="orthographicFront"/>
              <a:lightRig rig="threePt" dir="t"/>
            </a:scene3d>
            <a:sp3d>
              <a:bevelT w="0" h="6350"/>
            </a:sp3d>
          </a:bodyPr>
          <a:lstStyle/>
          <a:p>
            <a:pPr marL="285664" indent="-285664" defTabSz="457063">
              <a:spcAft>
                <a:spcPts val="800"/>
              </a:spcAft>
              <a:buClr>
                <a:srgbClr val="A5A5A5"/>
              </a:buClr>
              <a:buFont typeface="Wingdings" panose="05000000000000000000" pitchFamily="2" charset="2"/>
              <a:buChar char="ü"/>
              <a:defRPr/>
            </a:pPr>
            <a:r>
              <a:rPr lang="vi-VN" altLang="ko-KR" sz="1300" dirty="0">
                <a:solidFill>
                  <a:prstClr val="black">
                    <a:lumMod val="85000"/>
                    <a:lumOff val="15000"/>
                  </a:prstClr>
                </a:solidFill>
                <a:latin typeface="SamsungOne-400" panose="020B0503030303020204" pitchFamily="34" charset="0"/>
              </a:rPr>
              <a:t>Hiểu cách sử dụng chính xác NumPy và có thể xử lý dữ liệu một cách hiệu quả.</a:t>
            </a:r>
          </a:p>
          <a:p>
            <a:pPr marL="285664" indent="-285664" defTabSz="457063">
              <a:spcAft>
                <a:spcPts val="800"/>
              </a:spcAft>
              <a:buClr>
                <a:srgbClr val="A5A5A5"/>
              </a:buClr>
              <a:buFont typeface="Wingdings" panose="05000000000000000000" pitchFamily="2" charset="2"/>
              <a:buChar char="ü"/>
              <a:defRPr/>
            </a:pPr>
            <a:r>
              <a:rPr lang="vi-VN" altLang="ko-KR" sz="1300" dirty="0">
                <a:solidFill>
                  <a:prstClr val="black">
                    <a:lumMod val="85000"/>
                    <a:lumOff val="15000"/>
                  </a:prstClr>
                </a:solidFill>
                <a:latin typeface="SamsungOne-400" panose="020B0503030303020204" pitchFamily="34" charset="0"/>
              </a:rPr>
              <a:t>Tìm hiểu kiến thức cơ bản về mảng NumPy, chỉ mục, cắt lát, và những cách ứng dụng khác nhau của chúng.</a:t>
            </a:r>
          </a:p>
          <a:p>
            <a:pPr marL="285664" indent="-285664" defTabSz="457063">
              <a:spcAft>
                <a:spcPts val="800"/>
              </a:spcAft>
              <a:buClr>
                <a:srgbClr val="A5A5A5"/>
              </a:buClr>
              <a:buFont typeface="Wingdings" panose="05000000000000000000" pitchFamily="2" charset="2"/>
              <a:buChar char="ü"/>
              <a:defRPr/>
            </a:pPr>
            <a:r>
              <a:rPr lang="vi-VN" altLang="ko-KR" sz="1300" dirty="0">
                <a:solidFill>
                  <a:prstClr val="black">
                    <a:lumMod val="85000"/>
                    <a:lumOff val="15000"/>
                  </a:prstClr>
                </a:solidFill>
                <a:latin typeface="SamsungOne-400" panose="020B0503030303020204" pitchFamily="34" charset="0"/>
              </a:rPr>
              <a:t>Tìm hiểu cách tạo và xử lý các đối tượng chuỗi (series) và data frame.</a:t>
            </a:r>
          </a:p>
          <a:p>
            <a:pPr marL="285664" indent="-285664" defTabSz="457063">
              <a:spcAft>
                <a:spcPts val="800"/>
              </a:spcAft>
              <a:buClr>
                <a:srgbClr val="A5A5A5"/>
              </a:buClr>
              <a:buFont typeface="Wingdings" panose="05000000000000000000" pitchFamily="2" charset="2"/>
              <a:buChar char="ü"/>
              <a:defRPr/>
            </a:pPr>
            <a:r>
              <a:rPr lang="vi-VN" altLang="ko-KR" sz="1300" dirty="0">
                <a:solidFill>
                  <a:prstClr val="black">
                    <a:lumMod val="85000"/>
                    <a:lumOff val="15000"/>
                  </a:prstClr>
                </a:solidFill>
                <a:latin typeface="SamsungOne-400" panose="020B0503030303020204" pitchFamily="34" charset="0"/>
              </a:rPr>
              <a:t>Tìm hiểu các phương pháp thích hợp để tiền xử lý dữ liệu bằng thư viện Pandas nhằm khám phá và chuyển đổi dữ liệu.</a:t>
            </a:r>
          </a:p>
          <a:p>
            <a:pPr marL="285664" indent="-285664" defTabSz="457063">
              <a:spcAft>
                <a:spcPts val="800"/>
              </a:spcAft>
              <a:buClr>
                <a:srgbClr val="A5A5A5"/>
              </a:buClr>
              <a:buFont typeface="Wingdings" panose="05000000000000000000" pitchFamily="2" charset="2"/>
              <a:buChar char="ü"/>
              <a:defRPr/>
            </a:pPr>
            <a:r>
              <a:rPr lang="vi-VN" altLang="ko-KR" sz="1300" dirty="0">
                <a:solidFill>
                  <a:prstClr val="black">
                    <a:lumMod val="85000"/>
                    <a:lumOff val="15000"/>
                  </a:prstClr>
                </a:solidFill>
                <a:latin typeface="SamsungOne-400" panose="020B0503030303020204" pitchFamily="34" charset="0"/>
              </a:rPr>
              <a:t>Có thể tìm ra phương pháp phân tích phù hợp bằng cách triển khai trực quan hóa dữ liệu thích hợp với quy mô dữ liệu.</a:t>
            </a:r>
            <a:endParaRPr lang="en-US" altLang="ko-KR" sz="1300" dirty="0">
              <a:solidFill>
                <a:prstClr val="black">
                  <a:lumMod val="85000"/>
                  <a:lumOff val="15000"/>
                </a:prstClr>
              </a:solidFill>
              <a:latin typeface="SamsungOne-400" panose="020B0503030303020204" pitchFamily="34" charset="0"/>
            </a:endParaRPr>
          </a:p>
        </p:txBody>
      </p:sp>
      <p:grpSp>
        <p:nvGrpSpPr>
          <p:cNvPr id="4" name="그룹 3">
            <a:extLst>
              <a:ext uri="{FF2B5EF4-FFF2-40B4-BE49-F238E27FC236}">
                <a16:creationId xmlns:a16="http://schemas.microsoft.com/office/drawing/2014/main" id="{7870E847-3299-4ABC-8767-69F8C62E3CCD}"/>
              </a:ext>
            </a:extLst>
          </p:cNvPr>
          <p:cNvGrpSpPr/>
          <p:nvPr/>
        </p:nvGrpSpPr>
        <p:grpSpPr>
          <a:xfrm>
            <a:off x="441605" y="1288351"/>
            <a:ext cx="8899428" cy="233692"/>
            <a:chOff x="441747" y="1714333"/>
            <a:chExt cx="8902281" cy="233767"/>
          </a:xfrm>
        </p:grpSpPr>
        <p:sp>
          <p:nvSpPr>
            <p:cNvPr id="23" name="직사각형 22">
              <a:extLst>
                <a:ext uri="{FF2B5EF4-FFF2-40B4-BE49-F238E27FC236}">
                  <a16:creationId xmlns:a16="http://schemas.microsoft.com/office/drawing/2014/main" id="{0EA9FE45-AB34-4BC4-8C48-8878DD43D977}"/>
                </a:ext>
              </a:extLst>
            </p:cNvPr>
            <p:cNvSpPr/>
            <p:nvPr/>
          </p:nvSpPr>
          <p:spPr>
            <a:xfrm>
              <a:off x="711203" y="1723495"/>
              <a:ext cx="8632825"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defTabSz="457063">
                <a:spcAft>
                  <a:spcPts val="600"/>
                </a:spcAft>
                <a:defRPr/>
              </a:pPr>
              <a:r>
                <a:rPr lang="en-US" altLang="ko-KR" sz="1400" dirty="0" err="1">
                  <a:solidFill>
                    <a:prstClr val="black">
                      <a:lumMod val="85000"/>
                      <a:lumOff val="15000"/>
                    </a:prstClr>
                  </a:solidFill>
                  <a:latin typeface="iCiel Samsung Sharp Sans Bold" pitchFamily="2" charset="0"/>
                  <a:ea typeface="iCiel Samsung Sharp Sans Bold" pitchFamily="2" charset="0"/>
                  <a:cs typeface="iCiel Samsung Sharp Sans Bold" pitchFamily="2" charset="0"/>
                </a:rPr>
                <a:t>Mục</a:t>
              </a:r>
              <a:r>
                <a:rPr lang="en-US" altLang="ko-KR" sz="1400" dirty="0">
                  <a:solidFill>
                    <a:prstClr val="black">
                      <a:lumMod val="85000"/>
                      <a:lumOff val="15000"/>
                    </a:prstClr>
                  </a:solidFill>
                  <a:latin typeface="iCiel Samsung Sharp Sans Bold" pitchFamily="2" charset="0"/>
                  <a:ea typeface="iCiel Samsung Sharp Sans Bold" pitchFamily="2" charset="0"/>
                  <a:cs typeface="iCiel Samsung Sharp Sans Bold" pitchFamily="2" charset="0"/>
                </a:rPr>
                <a:t> </a:t>
              </a:r>
              <a:r>
                <a:rPr lang="en-US" altLang="ko-KR" sz="1400" dirty="0" err="1">
                  <a:solidFill>
                    <a:prstClr val="black">
                      <a:lumMod val="85000"/>
                      <a:lumOff val="15000"/>
                    </a:prstClr>
                  </a:solidFill>
                  <a:latin typeface="iCiel Samsung Sharp Sans Bold" pitchFamily="2" charset="0"/>
                  <a:ea typeface="iCiel Samsung Sharp Sans Bold" pitchFamily="2" charset="0"/>
                  <a:cs typeface="iCiel Samsung Sharp Sans Bold" pitchFamily="2" charset="0"/>
                </a:rPr>
                <a:t>tiêu</a:t>
              </a:r>
              <a:endParaRPr lang="en-US" altLang="ko-KR" sz="1400" dirty="0">
                <a:solidFill>
                  <a:prstClr val="black">
                    <a:lumMod val="85000"/>
                    <a:lumOff val="15000"/>
                  </a:prstClr>
                </a:solidFill>
                <a:latin typeface="iCiel Samsung Sharp Sans Bold" pitchFamily="2" charset="0"/>
                <a:ea typeface="iCiel Samsung Sharp Sans Bold" pitchFamily="2" charset="0"/>
                <a:cs typeface="iCiel Samsung Sharp Sans Bold" pitchFamily="2" charset="0"/>
              </a:endParaRPr>
            </a:p>
          </p:txBody>
        </p:sp>
        <p:sp>
          <p:nvSpPr>
            <p:cNvPr id="27" name="AutoShape 2">
              <a:extLst>
                <a:ext uri="{FF2B5EF4-FFF2-40B4-BE49-F238E27FC236}">
                  <a16:creationId xmlns:a16="http://schemas.microsoft.com/office/drawing/2014/main" id="{4351C268-981F-4778-A82A-47A4C748D467}"/>
                </a:ext>
              </a:extLst>
            </p:cNvPr>
            <p:cNvSpPr>
              <a:spLocks noChangeAspect="1"/>
            </p:cNvSpPr>
            <p:nvPr/>
          </p:nvSpPr>
          <p:spPr bwMode="auto">
            <a:xfrm>
              <a:off x="441747" y="1714333"/>
              <a:ext cx="216000" cy="233767"/>
            </a:xfrm>
            <a:custGeom>
              <a:avLst/>
              <a:gdLst/>
              <a:ahLst/>
              <a:cxnLst/>
              <a:rect l="0" t="0" r="r" b="b"/>
              <a:pathLst>
                <a:path w="21600" h="21251">
                  <a:moveTo>
                    <a:pt x="0" y="7472"/>
                  </a:moveTo>
                  <a:cubicBezTo>
                    <a:pt x="0" y="6079"/>
                    <a:pt x="1085" y="4368"/>
                    <a:pt x="2412" y="3670"/>
                  </a:cubicBezTo>
                  <a:lnTo>
                    <a:pt x="8389" y="523"/>
                  </a:lnTo>
                  <a:cubicBezTo>
                    <a:pt x="9715" y="-175"/>
                    <a:pt x="11885" y="-175"/>
                    <a:pt x="13211" y="523"/>
                  </a:cubicBezTo>
                  <a:lnTo>
                    <a:pt x="19188" y="3670"/>
                  </a:lnTo>
                  <a:cubicBezTo>
                    <a:pt x="20515" y="4368"/>
                    <a:pt x="21600" y="6079"/>
                    <a:pt x="21600" y="7472"/>
                  </a:cubicBezTo>
                  <a:lnTo>
                    <a:pt x="21600" y="13778"/>
                  </a:lnTo>
                  <a:cubicBezTo>
                    <a:pt x="21600" y="15171"/>
                    <a:pt x="20515" y="16882"/>
                    <a:pt x="19188" y="17580"/>
                  </a:cubicBezTo>
                  <a:lnTo>
                    <a:pt x="13211" y="20727"/>
                  </a:lnTo>
                  <a:cubicBezTo>
                    <a:pt x="11885" y="21425"/>
                    <a:pt x="9715" y="21425"/>
                    <a:pt x="8389" y="20727"/>
                  </a:cubicBezTo>
                  <a:lnTo>
                    <a:pt x="2412" y="17580"/>
                  </a:lnTo>
                  <a:cubicBezTo>
                    <a:pt x="1085" y="16882"/>
                    <a:pt x="0" y="15171"/>
                    <a:pt x="0" y="13778"/>
                  </a:cubicBezTo>
                  <a:lnTo>
                    <a:pt x="0" y="7472"/>
                  </a:lnTo>
                  <a:close/>
                  <a:moveTo>
                    <a:pt x="0" y="7472"/>
                  </a:moveTo>
                </a:path>
              </a:pathLst>
            </a:custGeom>
            <a:solidFill>
              <a:schemeClr val="bg1">
                <a:lumMod val="85000"/>
              </a:schemeClr>
            </a:solidFill>
            <a:ln w="76200">
              <a:solidFill>
                <a:schemeClr val="bg1"/>
              </a:solidFill>
            </a:ln>
          </p:spPr>
          <p:txBody>
            <a:bodyPr lIns="0" tIns="0" rIns="0" bIns="0"/>
            <a:lstStyle/>
            <a:p>
              <a:endParaRPr lang="en-US" sz="1799" dirty="0"/>
            </a:p>
          </p:txBody>
        </p:sp>
      </p:grpSp>
      <p:grpSp>
        <p:nvGrpSpPr>
          <p:cNvPr id="2" name="그룹 1">
            <a:extLst>
              <a:ext uri="{FF2B5EF4-FFF2-40B4-BE49-F238E27FC236}">
                <a16:creationId xmlns:a16="http://schemas.microsoft.com/office/drawing/2014/main" id="{5A7E1EC6-4CEB-45FD-9BF1-845BF148C065}"/>
              </a:ext>
            </a:extLst>
          </p:cNvPr>
          <p:cNvGrpSpPr/>
          <p:nvPr/>
        </p:nvGrpSpPr>
        <p:grpSpPr>
          <a:xfrm>
            <a:off x="449856" y="3969878"/>
            <a:ext cx="8899428" cy="1703500"/>
            <a:chOff x="449856" y="4234678"/>
            <a:chExt cx="8899428" cy="1703500"/>
          </a:xfrm>
        </p:grpSpPr>
        <p:grpSp>
          <p:nvGrpSpPr>
            <p:cNvPr id="29" name="그룹 28">
              <a:extLst>
                <a:ext uri="{FF2B5EF4-FFF2-40B4-BE49-F238E27FC236}">
                  <a16:creationId xmlns:a16="http://schemas.microsoft.com/office/drawing/2014/main" id="{5546DDD7-0649-48D2-9E99-1C9EA17BFAF3}"/>
                </a:ext>
              </a:extLst>
            </p:cNvPr>
            <p:cNvGrpSpPr/>
            <p:nvPr/>
          </p:nvGrpSpPr>
          <p:grpSpPr>
            <a:xfrm>
              <a:off x="449856" y="4234678"/>
              <a:ext cx="8899428" cy="233692"/>
              <a:chOff x="441747" y="1714333"/>
              <a:chExt cx="8902281" cy="233767"/>
            </a:xfrm>
          </p:grpSpPr>
          <p:sp>
            <p:nvSpPr>
              <p:cNvPr id="30" name="직사각형 29">
                <a:extLst>
                  <a:ext uri="{FF2B5EF4-FFF2-40B4-BE49-F238E27FC236}">
                    <a16:creationId xmlns:a16="http://schemas.microsoft.com/office/drawing/2014/main" id="{17DF0D47-03CA-4F94-BB2B-EE84D1734ECC}"/>
                  </a:ext>
                </a:extLst>
              </p:cNvPr>
              <p:cNvSpPr/>
              <p:nvPr/>
            </p:nvSpPr>
            <p:spPr>
              <a:xfrm>
                <a:off x="711203" y="1723495"/>
                <a:ext cx="8632825"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defTabSz="457063">
                  <a:spcAft>
                    <a:spcPts val="600"/>
                  </a:spcAft>
                  <a:defRPr/>
                </a:pPr>
                <a:r>
                  <a:rPr lang="en-US" altLang="ko-KR" sz="1400" dirty="0" err="1">
                    <a:solidFill>
                      <a:prstClr val="black">
                        <a:lumMod val="85000"/>
                        <a:lumOff val="15000"/>
                      </a:prstClr>
                    </a:solidFill>
                    <a:latin typeface="iCiel Samsung Sharp Sans Bold" pitchFamily="2" charset="0"/>
                    <a:ea typeface="iCiel Samsung Sharp Sans Bold" pitchFamily="2" charset="0"/>
                    <a:cs typeface="iCiel Samsung Sharp Sans Bold" pitchFamily="2" charset="0"/>
                  </a:rPr>
                  <a:t>Nội</a:t>
                </a:r>
                <a:r>
                  <a:rPr lang="en-US" altLang="ko-KR" sz="1400" dirty="0">
                    <a:solidFill>
                      <a:prstClr val="black">
                        <a:lumMod val="85000"/>
                        <a:lumOff val="15000"/>
                      </a:prstClr>
                    </a:solidFill>
                    <a:latin typeface="iCiel Samsung Sharp Sans Bold" pitchFamily="2" charset="0"/>
                    <a:ea typeface="iCiel Samsung Sharp Sans Bold" pitchFamily="2" charset="0"/>
                    <a:cs typeface="iCiel Samsung Sharp Sans Bold" pitchFamily="2" charset="0"/>
                  </a:rPr>
                  <a:t> dung</a:t>
                </a:r>
              </a:p>
            </p:txBody>
          </p:sp>
          <p:sp>
            <p:nvSpPr>
              <p:cNvPr id="31" name="AutoShape 2">
                <a:extLst>
                  <a:ext uri="{FF2B5EF4-FFF2-40B4-BE49-F238E27FC236}">
                    <a16:creationId xmlns:a16="http://schemas.microsoft.com/office/drawing/2014/main" id="{6A3695FF-0747-4FB4-858E-47D43CF4F995}"/>
                  </a:ext>
                </a:extLst>
              </p:cNvPr>
              <p:cNvSpPr>
                <a:spLocks noChangeAspect="1"/>
              </p:cNvSpPr>
              <p:nvPr/>
            </p:nvSpPr>
            <p:spPr bwMode="auto">
              <a:xfrm>
                <a:off x="441747" y="1714333"/>
                <a:ext cx="216000" cy="233767"/>
              </a:xfrm>
              <a:custGeom>
                <a:avLst/>
                <a:gdLst/>
                <a:ahLst/>
                <a:cxnLst/>
                <a:rect l="0" t="0" r="r" b="b"/>
                <a:pathLst>
                  <a:path w="21600" h="21251">
                    <a:moveTo>
                      <a:pt x="0" y="7472"/>
                    </a:moveTo>
                    <a:cubicBezTo>
                      <a:pt x="0" y="6079"/>
                      <a:pt x="1085" y="4368"/>
                      <a:pt x="2412" y="3670"/>
                    </a:cubicBezTo>
                    <a:lnTo>
                      <a:pt x="8389" y="523"/>
                    </a:lnTo>
                    <a:cubicBezTo>
                      <a:pt x="9715" y="-175"/>
                      <a:pt x="11885" y="-175"/>
                      <a:pt x="13211" y="523"/>
                    </a:cubicBezTo>
                    <a:lnTo>
                      <a:pt x="19188" y="3670"/>
                    </a:lnTo>
                    <a:cubicBezTo>
                      <a:pt x="20515" y="4368"/>
                      <a:pt x="21600" y="6079"/>
                      <a:pt x="21600" y="7472"/>
                    </a:cubicBezTo>
                    <a:lnTo>
                      <a:pt x="21600" y="13778"/>
                    </a:lnTo>
                    <a:cubicBezTo>
                      <a:pt x="21600" y="15171"/>
                      <a:pt x="20515" y="16882"/>
                      <a:pt x="19188" y="17580"/>
                    </a:cubicBezTo>
                    <a:lnTo>
                      <a:pt x="13211" y="20727"/>
                    </a:lnTo>
                    <a:cubicBezTo>
                      <a:pt x="11885" y="21425"/>
                      <a:pt x="9715" y="21425"/>
                      <a:pt x="8389" y="20727"/>
                    </a:cubicBezTo>
                    <a:lnTo>
                      <a:pt x="2412" y="17580"/>
                    </a:lnTo>
                    <a:cubicBezTo>
                      <a:pt x="1085" y="16882"/>
                      <a:pt x="0" y="15171"/>
                      <a:pt x="0" y="13778"/>
                    </a:cubicBezTo>
                    <a:lnTo>
                      <a:pt x="0" y="7472"/>
                    </a:lnTo>
                    <a:close/>
                    <a:moveTo>
                      <a:pt x="0" y="7472"/>
                    </a:moveTo>
                  </a:path>
                </a:pathLst>
              </a:custGeom>
              <a:solidFill>
                <a:schemeClr val="bg1">
                  <a:lumMod val="85000"/>
                </a:schemeClr>
              </a:solidFill>
              <a:ln w="76200">
                <a:solidFill>
                  <a:schemeClr val="bg1"/>
                </a:solidFill>
              </a:ln>
            </p:spPr>
            <p:txBody>
              <a:bodyPr lIns="0" tIns="0" rIns="0" bIns="0"/>
              <a:lstStyle/>
              <a:p>
                <a:endParaRPr lang="en-US" sz="1799" dirty="0"/>
              </a:p>
            </p:txBody>
          </p:sp>
        </p:grpSp>
        <p:sp>
          <p:nvSpPr>
            <p:cNvPr id="36" name="직사각형 35">
              <a:extLst>
                <a:ext uri="{FF2B5EF4-FFF2-40B4-BE49-F238E27FC236}">
                  <a16:creationId xmlns:a16="http://schemas.microsoft.com/office/drawing/2014/main" id="{244D4D2B-5542-4F46-90E9-10F108566ADA}"/>
                </a:ext>
              </a:extLst>
            </p:cNvPr>
            <p:cNvSpPr/>
            <p:nvPr/>
          </p:nvSpPr>
          <p:spPr>
            <a:xfrm>
              <a:off x="710974" y="4539463"/>
              <a:ext cx="8630058" cy="1398715"/>
            </a:xfrm>
            <a:prstGeom prst="rect">
              <a:avLst/>
            </a:prstGeom>
            <a:noFill/>
            <a:ln w="1905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lIns="143954" tIns="143954" rIns="143954" bIns="143954" rtlCol="0" anchor="t">
              <a:spAutoFit/>
              <a:scene3d>
                <a:camera prst="orthographicFront"/>
                <a:lightRig rig="threePt" dir="t"/>
              </a:scene3d>
              <a:sp3d>
                <a:bevelT w="0" h="6350"/>
              </a:sp3d>
            </a:bodyPr>
            <a:lstStyle/>
            <a:p>
              <a:pPr marL="285750" indent="-285750" fontAlgn="base">
                <a:spcBef>
                  <a:spcPct val="0"/>
                </a:spcBef>
                <a:spcAft>
                  <a:spcPts val="800"/>
                </a:spcAft>
                <a:buClr>
                  <a:srgbClr val="A5A5A5"/>
                </a:buClr>
                <a:buFont typeface="Wingdings" panose="05000000000000000000" pitchFamily="2" charset="2"/>
                <a:buChar char="ü"/>
                <a:defRPr/>
              </a:pPr>
              <a:r>
                <a:rPr kumimoji="1" lang="vi-VN" altLang="ko-KR" sz="1300" dirty="0">
                  <a:solidFill>
                    <a:prstClr val="black">
                      <a:lumMod val="85000"/>
                      <a:lumOff val="15000"/>
                    </a:prstClr>
                  </a:solidFill>
                  <a:latin typeface="SamsungOne-400" panose="020B0503030303020204" pitchFamily="34" charset="0"/>
                </a:rPr>
                <a:t>Bài 1. Cấu trúc dữ liệu mảng NumPy cho hiệu suất tính toán tối ưu</a:t>
              </a:r>
            </a:p>
            <a:p>
              <a:pPr marL="285750" indent="-285750" fontAlgn="base">
                <a:spcBef>
                  <a:spcPct val="0"/>
                </a:spcBef>
                <a:spcAft>
                  <a:spcPts val="800"/>
                </a:spcAft>
                <a:buClr>
                  <a:srgbClr val="A5A5A5"/>
                </a:buClr>
                <a:buFont typeface="Wingdings" panose="05000000000000000000" pitchFamily="2" charset="2"/>
                <a:buChar char="ü"/>
                <a:defRPr/>
              </a:pPr>
              <a:r>
                <a:rPr kumimoji="1" lang="vi-VN" altLang="ko-KR" sz="1300" dirty="0">
                  <a:solidFill>
                    <a:prstClr val="black">
                      <a:lumMod val="85000"/>
                      <a:lumOff val="15000"/>
                    </a:prstClr>
                  </a:solidFill>
                  <a:latin typeface="SamsungOne-400" panose="020B0503030303020204" pitchFamily="34" charset="0"/>
                </a:rPr>
                <a:t>Bài 2. Khai phá dữ liệu tối ưu thông qua Pandas</a:t>
              </a:r>
            </a:p>
            <a:p>
              <a:pPr marL="285750" indent="-285750" fontAlgn="base">
                <a:spcBef>
                  <a:spcPct val="0"/>
                </a:spcBef>
                <a:spcAft>
                  <a:spcPts val="800"/>
                </a:spcAft>
                <a:buClr>
                  <a:srgbClr val="A5A5A5"/>
                </a:buClr>
                <a:buFont typeface="Wingdings" panose="05000000000000000000" pitchFamily="2" charset="2"/>
                <a:buChar char="ü"/>
                <a:defRPr/>
              </a:pPr>
              <a:r>
                <a:rPr kumimoji="1" lang="vi-VN" altLang="ko-KR" sz="1300" dirty="0">
                  <a:solidFill>
                    <a:prstClr val="black">
                      <a:lumMod val="85000"/>
                      <a:lumOff val="15000"/>
                    </a:prstClr>
                  </a:solidFill>
                  <a:latin typeface="SamsungOne-400" panose="020B0503030303020204" pitchFamily="34" charset="0"/>
                </a:rPr>
                <a:t>Bài 3. Tiền xử lý dữ liệu Pandas để thực thi mô hình tối ưu</a:t>
              </a:r>
            </a:p>
            <a:p>
              <a:pPr marL="285750" indent="-285750" fontAlgn="base">
                <a:spcBef>
                  <a:spcPct val="0"/>
                </a:spcBef>
                <a:spcAft>
                  <a:spcPts val="800"/>
                </a:spcAft>
                <a:buClr>
                  <a:srgbClr val="A5A5A5"/>
                </a:buClr>
                <a:buFont typeface="Wingdings" panose="05000000000000000000" pitchFamily="2" charset="2"/>
                <a:buChar char="ü"/>
                <a:defRPr/>
              </a:pPr>
              <a:r>
                <a:rPr kumimoji="1" lang="vi-VN" altLang="ko-KR" sz="1300" dirty="0">
                  <a:solidFill>
                    <a:prstClr val="black">
                      <a:lumMod val="85000"/>
                      <a:lumOff val="15000"/>
                    </a:prstClr>
                  </a:solidFill>
                  <a:latin typeface="SamsungOne-400" panose="020B0503030303020204" pitchFamily="34" charset="0"/>
                </a:rPr>
                <a:t>Bài 4. Trực quan hóa dữ liệu cho các quy mô dữ liệu khác nhau</a:t>
              </a:r>
              <a:endParaRPr kumimoji="1" lang="en-US" altLang="ko-KR" sz="1300" dirty="0">
                <a:solidFill>
                  <a:prstClr val="black">
                    <a:lumMod val="85000"/>
                    <a:lumOff val="15000"/>
                  </a:prstClr>
                </a:solidFill>
                <a:latin typeface="SamsungOne-400" panose="020B0503030303020204" pitchFamily="34" charset="0"/>
              </a:endParaRPr>
            </a:p>
          </p:txBody>
        </p:sp>
      </p:grpSp>
      <p:grpSp>
        <p:nvGrpSpPr>
          <p:cNvPr id="3" name="그룹 12">
            <a:extLst>
              <a:ext uri="{FF2B5EF4-FFF2-40B4-BE49-F238E27FC236}">
                <a16:creationId xmlns:a16="http://schemas.microsoft.com/office/drawing/2014/main" id="{B16F6F22-479A-B4DE-AA5D-2B881EF572A5}"/>
              </a:ext>
            </a:extLst>
          </p:cNvPr>
          <p:cNvGrpSpPr/>
          <p:nvPr/>
        </p:nvGrpSpPr>
        <p:grpSpPr>
          <a:xfrm>
            <a:off x="449856" y="450955"/>
            <a:ext cx="8999458" cy="369214"/>
            <a:chOff x="450000" y="450000"/>
            <a:chExt cx="9002343" cy="369332"/>
          </a:xfrm>
        </p:grpSpPr>
        <p:sp>
          <p:nvSpPr>
            <p:cNvPr id="5" name="직사각형 13">
              <a:extLst>
                <a:ext uri="{FF2B5EF4-FFF2-40B4-BE49-F238E27FC236}">
                  <a16:creationId xmlns:a16="http://schemas.microsoft.com/office/drawing/2014/main" id="{02039123-A08A-562A-7100-80917E85F856}"/>
                </a:ext>
              </a:extLst>
            </p:cNvPr>
            <p:cNvSpPr/>
            <p:nvPr/>
          </p:nvSpPr>
          <p:spPr>
            <a:xfrm>
              <a:off x="450000" y="450000"/>
              <a:ext cx="8785226" cy="369332"/>
            </a:xfrm>
            <a:prstGeom prst="rect">
              <a:avLst/>
            </a:prstGeom>
          </p:spPr>
          <p:txBody>
            <a:bodyPr wrap="square" lIns="0" tIns="0" rIns="0" bIns="0">
              <a:spAutoFit/>
            </a:bodyPr>
            <a:lstStyle/>
            <a:p>
              <a:pPr defTabSz="457063">
                <a:defRPr/>
              </a:pPr>
              <a:r>
                <a:rPr lang="vi-VN" altLang="ko-KR" sz="2399" b="1" dirty="0">
                  <a:solidFill>
                    <a:srgbClr val="002F8E"/>
                  </a:solidFill>
                  <a:latin typeface="iCiel Samsung Sharp Sans Regular" pitchFamily="2" charset="77"/>
                  <a:ea typeface="iCiel Samsung Sharp Sans Regular" pitchFamily="2" charset="77"/>
                  <a:cs typeface="iCiel Samsung Sharp Sans Regular" pitchFamily="2" charset="77"/>
                </a:rPr>
                <a:t>Mô tả chương học</a:t>
              </a:r>
              <a:endParaRPr lang="en-US" altLang="ko-KR" sz="2399" b="1" dirty="0">
                <a:solidFill>
                  <a:srgbClr val="002F8E"/>
                </a:solidFill>
                <a:latin typeface="iCiel Samsung Sharp Sans Regular" pitchFamily="2" charset="77"/>
                <a:ea typeface="iCiel Samsung Sharp Sans Regular" pitchFamily="2" charset="77"/>
                <a:cs typeface="iCiel Samsung Sharp Sans Regular" pitchFamily="2" charset="77"/>
              </a:endParaRPr>
            </a:p>
          </p:txBody>
        </p:sp>
        <p:cxnSp>
          <p:nvCxnSpPr>
            <p:cNvPr id="6" name="직선 연결선 14">
              <a:extLst>
                <a:ext uri="{FF2B5EF4-FFF2-40B4-BE49-F238E27FC236}">
                  <a16:creationId xmlns:a16="http://schemas.microsoft.com/office/drawing/2014/main" id="{4FEF89D8-0273-CC0A-8FE7-D3F2F5529C8D}"/>
                </a:ext>
              </a:extLst>
            </p:cNvPr>
            <p:cNvCxnSpPr>
              <a:cxnSpLocks/>
            </p:cNvCxnSpPr>
            <p:nvPr/>
          </p:nvCxnSpPr>
          <p:spPr>
            <a:xfrm>
              <a:off x="3617843" y="630000"/>
              <a:ext cx="5834500" cy="0"/>
            </a:xfrm>
            <a:prstGeom prst="line">
              <a:avLst/>
            </a:prstGeom>
            <a:ln w="12700">
              <a:solidFill>
                <a:srgbClr val="1428A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3627063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직사각형 133">
            <a:extLst>
              <a:ext uri="{FF2B5EF4-FFF2-40B4-BE49-F238E27FC236}">
                <a16:creationId xmlns:a16="http://schemas.microsoft.com/office/drawing/2014/main" id="{551F01E8-8777-4A7B-AD71-63E7C805C68C}"/>
              </a:ext>
            </a:extLst>
          </p:cNvPr>
          <p:cNvSpPr/>
          <p:nvPr/>
        </p:nvSpPr>
        <p:spPr>
          <a:xfrm>
            <a:off x="990600" y="3133792"/>
            <a:ext cx="8353300" cy="10464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fontAlgn="base" latinLnBrk="1">
              <a:spcBef>
                <a:spcPct val="0"/>
              </a:spcBef>
              <a:spcAft>
                <a:spcPct val="0"/>
              </a:spcAft>
              <a:defRPr/>
            </a:pPr>
            <a:r>
              <a:rPr kumimoji="1" lang="vi-VN" altLang="ko-KR" sz="3400" dirty="0">
                <a:solidFill>
                  <a:schemeClr val="tx1"/>
                </a:solidFill>
                <a:latin typeface="iCiel Samsung Sharp Sans Bold" pitchFamily="2" charset="0"/>
                <a:ea typeface="iCiel Samsung Sharp Sans Bold" pitchFamily="2" charset="0"/>
                <a:cs typeface="iCiel Samsung Sharp Sans Bold" pitchFamily="2" charset="0"/>
              </a:rPr>
              <a:t>Cấu trúc dữ liệu mảng NumPy cho hiệu suất tính toán tối ưu</a:t>
            </a:r>
            <a:endParaRPr kumimoji="1" lang="en-US" altLang="ko-KR" sz="3400" dirty="0">
              <a:solidFill>
                <a:schemeClr val="tx1"/>
              </a:solidFill>
              <a:latin typeface="iCiel Samsung Sharp Sans Bold" pitchFamily="2" charset="0"/>
              <a:ea typeface="iCiel Samsung Sharp Sans Bold" pitchFamily="2" charset="0"/>
              <a:cs typeface="iCiel Samsung Sharp Sans Bold" pitchFamily="2" charset="0"/>
            </a:endParaRPr>
          </a:p>
        </p:txBody>
      </p:sp>
      <p:sp>
        <p:nvSpPr>
          <p:cNvPr id="21" name="직사각형 133">
            <a:extLst>
              <a:ext uri="{FF2B5EF4-FFF2-40B4-BE49-F238E27FC236}">
                <a16:creationId xmlns:a16="http://schemas.microsoft.com/office/drawing/2014/main" id="{F30E60FD-5340-4E90-99F1-BB9E55EB305D}"/>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457063" fontAlgn="base" latinLnBrk="1">
              <a:spcBef>
                <a:spcPct val="0"/>
              </a:spcBef>
              <a:spcAft>
                <a:spcPct val="0"/>
              </a:spcAft>
              <a:defRPr/>
            </a:pPr>
            <a:r>
              <a:rPr kumimoji="1" lang="en-US" altLang="ko-KR" sz="1999" dirty="0" err="1">
                <a:solidFill>
                  <a:prstClr val="white">
                    <a:lumMod val="50000"/>
                  </a:prstClr>
                </a:solidFill>
                <a:latin typeface="iCiel Samsung Sharp Sans Bold" pitchFamily="2" charset="0"/>
                <a:ea typeface="iCiel Samsung Sharp Sans Bold" pitchFamily="2" charset="0"/>
                <a:cs typeface="iCiel Samsung Sharp Sans Bold" pitchFamily="2" charset="0"/>
              </a:rPr>
              <a:t>Bài</a:t>
            </a:r>
            <a:r>
              <a:rPr kumimoji="1" lang="en-US" altLang="ko-KR" sz="1999" dirty="0">
                <a:solidFill>
                  <a:prstClr val="white">
                    <a:lumMod val="50000"/>
                  </a:prstClr>
                </a:solidFill>
                <a:latin typeface="iCiel Samsung Sharp Sans Bold" pitchFamily="2" charset="0"/>
                <a:ea typeface="iCiel Samsung Sharp Sans Bold" pitchFamily="2" charset="0"/>
                <a:cs typeface="iCiel Samsung Sharp Sans Bold" pitchFamily="2" charset="0"/>
              </a:rPr>
              <a:t> 1. </a:t>
            </a:r>
            <a:endParaRPr kumimoji="1" lang="en-US" altLang="ko-KR" sz="5398" dirty="0">
              <a:solidFill>
                <a:prstClr val="white">
                  <a:lumMod val="50000"/>
                </a:prstClr>
              </a:solidFill>
              <a:latin typeface="iCiel Samsung Sharp Sans Bold" pitchFamily="2" charset="0"/>
              <a:ea typeface="iCiel Samsung Sharp Sans Bold" pitchFamily="2" charset="0"/>
              <a:cs typeface="iCiel Samsung Sharp Sans Bold" pitchFamily="2" charset="0"/>
            </a:endParaRPr>
          </a:p>
        </p:txBody>
      </p:sp>
      <p:grpSp>
        <p:nvGrpSpPr>
          <p:cNvPr id="2" name="그룹 1">
            <a:extLst>
              <a:ext uri="{FF2B5EF4-FFF2-40B4-BE49-F238E27FC236}">
                <a16:creationId xmlns:a16="http://schemas.microsoft.com/office/drawing/2014/main" id="{A084659F-CE00-493F-A38A-E9AD0ED809F4}"/>
              </a:ext>
            </a:extLst>
          </p:cNvPr>
          <p:cNvGrpSpPr/>
          <p:nvPr/>
        </p:nvGrpSpPr>
        <p:grpSpPr>
          <a:xfrm>
            <a:off x="1025537" y="4628753"/>
            <a:ext cx="7851751" cy="1364091"/>
            <a:chOff x="1025537" y="4609703"/>
            <a:chExt cx="7851751" cy="1364091"/>
          </a:xfrm>
        </p:grpSpPr>
        <p:sp>
          <p:nvSpPr>
            <p:cNvPr id="19" name="직사각형 18">
              <a:extLst>
                <a:ext uri="{FF2B5EF4-FFF2-40B4-BE49-F238E27FC236}">
                  <a16:creationId xmlns:a16="http://schemas.microsoft.com/office/drawing/2014/main" id="{20E12F40-87DE-4A58-8084-AA0E1F8437F9}"/>
                </a:ext>
              </a:extLst>
            </p:cNvPr>
            <p:cNvSpPr/>
            <p:nvPr/>
          </p:nvSpPr>
          <p:spPr>
            <a:xfrm>
              <a:off x="1025537" y="4609703"/>
              <a:ext cx="3666419" cy="136409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defTabSz="914400" fontAlgn="base" latinLnBrk="1">
                <a:spcBef>
                  <a:spcPct val="0"/>
                </a:spcBef>
                <a:spcAft>
                  <a:spcPts val="1000"/>
                </a:spcAft>
                <a:buSzPct val="120000"/>
                <a:buBlip>
                  <a:blip r:embed="rId3"/>
                </a:buBlip>
                <a:defRPr/>
              </a:pP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1.1.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Mảng</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NumPy</a:t>
              </a:r>
              <a:endPar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endParaRPr>
            </a:p>
            <a:p>
              <a:pPr marL="176213" indent="-176213" defTabSz="914400" fontAlgn="base" latinLnBrk="1">
                <a:spcBef>
                  <a:spcPct val="0"/>
                </a:spcBef>
                <a:spcAft>
                  <a:spcPts val="1000"/>
                </a:spcAft>
                <a:buSzPct val="120000"/>
                <a:buBlip>
                  <a:blip r:embed="rId3"/>
                </a:buBlip>
                <a:defRPr/>
              </a:pPr>
              <a:r>
                <a:rPr kumimoji="1" lang="vi-VN" altLang="ko-KR" sz="1799" dirty="0">
                  <a:solidFill>
                    <a:prstClr val="white">
                      <a:lumMod val="65000"/>
                    </a:prstClr>
                  </a:solidFill>
                  <a:latin typeface="SamsungOne-400" panose="020B0503030303020204" pitchFamily="34" charset="0"/>
                  <a:ea typeface="SamsungOne-400" panose="020B0503030303020204" pitchFamily="34" charset="0"/>
                </a:rPr>
                <a:t>1.2. Khái niệm cơ bản về mảng NumPy</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defTabSz="914400" fontAlgn="base" latinLnBrk="1">
                <a:spcBef>
                  <a:spcPct val="0"/>
                </a:spcBef>
                <a:spcAft>
                  <a:spcPts val="1000"/>
                </a:spcAft>
                <a:buSzPct val="120000"/>
                <a:buBlip>
                  <a:blip r:embed="rId3"/>
                </a:buBlip>
                <a:defRPr/>
              </a:pPr>
              <a:r>
                <a:rPr kumimoji="1" lang="vi-VN" altLang="ko-KR" sz="1799" dirty="0">
                  <a:solidFill>
                    <a:prstClr val="white">
                      <a:lumMod val="65000"/>
                    </a:prstClr>
                  </a:solidFill>
                  <a:latin typeface="SamsungOne-400" panose="020B0503030303020204" pitchFamily="34" charset="0"/>
                  <a:ea typeface="SamsungOne-400" panose="020B0503030303020204" pitchFamily="34" charset="0"/>
                </a:rPr>
                <a:t>1.3. Phép tính mảng NumPy</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22" name="직사각형 21">
              <a:extLst>
                <a:ext uri="{FF2B5EF4-FFF2-40B4-BE49-F238E27FC236}">
                  <a16:creationId xmlns:a16="http://schemas.microsoft.com/office/drawing/2014/main" id="{DA72D26E-7E37-40FE-8181-24CEEB58121C}"/>
                </a:ext>
              </a:extLst>
            </p:cNvPr>
            <p:cNvSpPr/>
            <p:nvPr/>
          </p:nvSpPr>
          <p:spPr>
            <a:xfrm>
              <a:off x="4691956" y="4609703"/>
              <a:ext cx="4185332" cy="6819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1.4.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Lập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chỉ</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mục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cắt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lát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NumPy</a:t>
              </a:r>
            </a:p>
            <a:p>
              <a:pPr marL="176213" indent="-176213">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1.5.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Chuyển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vị</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mảng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hoán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đổi</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trục</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133958095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26" name="직사각형 25">
            <a:extLst>
              <a:ext uri="{FF2B5EF4-FFF2-40B4-BE49-F238E27FC236}">
                <a16:creationId xmlns:a16="http://schemas.microsoft.com/office/drawing/2014/main" id="{DB896CD5-A0B0-4F39-9F23-22CE6C96BB3D}"/>
              </a:ext>
            </a:extLst>
          </p:cNvPr>
          <p:cNvSpPr/>
          <p:nvPr/>
        </p:nvSpPr>
        <p:spPr>
          <a:xfrm>
            <a:off x="449998" y="1375101"/>
            <a:ext cx="900498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Cấu</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trúc</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dữ</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liệu</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sp>
        <p:nvSpPr>
          <p:cNvPr id="9" name="직사각형 8">
            <a:extLst>
              <a:ext uri="{FF2B5EF4-FFF2-40B4-BE49-F238E27FC236}">
                <a16:creationId xmlns:a16="http://schemas.microsoft.com/office/drawing/2014/main" id="{1401A66D-46E7-472C-AF12-50C0C4A39389}"/>
              </a:ext>
            </a:extLst>
          </p:cNvPr>
          <p:cNvSpPr/>
          <p:nvPr/>
        </p:nvSpPr>
        <p:spPr>
          <a:xfrm>
            <a:off x="580388" y="1844824"/>
            <a:ext cx="8887612" cy="6463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Các khái niệm quan trọng nhất trong lập trình là kiểu dữ liệu, cấu trúc dữ liệu và thuật toán. Hiểu được sự khác biệt rõ ràng giữa ba khái niệm này là điều cần thiết để xử lý các ngôn ngữ lập trình khác nhau một cách dễ dàng và giải quyết lỗi.</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243127451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672233"/>
            <a:ext cx="8632825" cy="21510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Đầu tiên, kiểu dữ liệu, trong khoa học máy tính và ngôn ngữ lập trình, là một phân loại xác định một loại dữ liệu như số thực, số nguyên, Booleans, ký tự và chuỗi đồng thời xác định kích thước của dữ liệu đó. Nên sử dụng các loại dữ liệu thích hợp. Các kiểu dữ liệu thường sẽ khác nhau với các ngôn ngữ lập trình khác nhau, nhưng hầu hết các khái niệm kiểu dữ liệu từ ngôn ngữ C đều được kế thừa và sử dụng và đã ảnh hưởng đến các ngôn ngữ khác.</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Bộ nhớ là tài nguyên đắt đỏ khi C được giới thiệu, việc lưu trữ lượng dữ liệu lớn là rất tốn kém và khó khăn. Do đó, ngôn ngữ lập trình C được thiết kế để tối ưu hóa việc lưu trữ với dung lượng nhỏ nhất cần thiết, điều này cuối cùng dẫn đến vấn đề kích thước dữ liệu.</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Ví dụ: trong C, các kiểu dữ liệu số nguyên được chia thành các kiểu char (tương thích với số nguyên), short, int và long. Kích thước byte của chúng là khác nhau.</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0" name="직사각형 9">
            <a:extLst>
              <a:ext uri="{FF2B5EF4-FFF2-40B4-BE49-F238E27FC236}">
                <a16:creationId xmlns:a16="http://schemas.microsoft.com/office/drawing/2014/main" id="{C3D62045-2116-44F6-9155-18F3E9F7DDE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Kiểu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53891246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10" name="직사각형 9">
            <a:extLst>
              <a:ext uri="{FF2B5EF4-FFF2-40B4-BE49-F238E27FC236}">
                <a16:creationId xmlns:a16="http://schemas.microsoft.com/office/drawing/2014/main" id="{138EC2DA-3A29-4A87-999B-9B065F1C21E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Cấu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trúc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endParaRPr lang="ko-KR" altLang="en-US" sz="1400" dirty="0">
              <a:solidFill>
                <a:schemeClr val="tx1"/>
              </a:solidFill>
              <a:latin typeface="SamsungOne-400" panose="020B0503030303020204" pitchFamily="34" charset="0"/>
            </a:endParaRPr>
          </a:p>
        </p:txBody>
      </p:sp>
      <p:sp>
        <p:nvSpPr>
          <p:cNvPr id="11" name="직사각형 10">
            <a:extLst>
              <a:ext uri="{FF2B5EF4-FFF2-40B4-BE49-F238E27FC236}">
                <a16:creationId xmlns:a16="http://schemas.microsoft.com/office/drawing/2014/main" id="{1E8F9DF5-DCAF-41A6-B322-1F3D9428D821}"/>
              </a:ext>
            </a:extLst>
          </p:cNvPr>
          <p:cNvSpPr/>
          <p:nvPr/>
        </p:nvSpPr>
        <p:spPr>
          <a:xfrm>
            <a:off x="702940" y="1672233"/>
            <a:ext cx="8632825" cy="3859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Thứ hai, cấu trúc dữ liệu trong khoa học máy tính đề cập đến việc tổ chức, quản lý và lưu trữ dữ liệu cho phép truy cập và sửa đổi một cách hiệu quả. Nó phụ thuộc rất nhiều vào cấu trúc dữ liệu để tìm kiếm dữ liệu một cách nhanh nhất. Nói cách khác, việc tìm kiếm dữ liệu là vấn đề của thuật toán (sẽ giải thích sau), nên cấu trúc dữ liệu tốt có thể nói là điều kiện cần và đủ để có một thuật toán tốt.</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Cụ thể hơn, cấu trúc dữ liệu đề cập đến một nhóm các giá trị dữ liệu, mối quan hệ giữa dữ liệu và một hàm hoặc lệnh áp dụng cho dữ liệu. Các cấu trúc dữ liệu được lựa chọn cẩn thận giúp sử dụng các thuật toán hiệu quả hơn.</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Một cấu trúc dữ liệu được thiết kế hợp lý cho phép thực hiện các hoạt động với tài nguyên tối thiểu, chẳng hạn như thời gian thực thi hoặc dung lượng bộ nhớ.</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Có nhiều loại cấu trúc dữ liệu, mỗi loại được thiết kế phù hợp với từng hoạt động và mục đích cụ thể.</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Khi thiết kế các chương trình khác nhau, việc xem xét và chọn lựa cấu trúc dữ liệu phù hợp nên là ưu tiên hàng đầu. Điều này là vì khi xây dựng một hệ thống quy mô lớn, độ khó triển khai và hiệu suất sản phẩm cuối cùng phụ thuộc rất nhiều vào cấu trúc dữ liệu.</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Một khi cấu trúc dữ liệu được chọn, việc cần áp dụng thuật toán nào sẽ trở nên tương đối rõ ràng. Có những lúc thứ tự này bị đảo ngược, khi hoạt động mục tiêu đòi hỏi phải sử dụng một thuật toán cụ thể, và thuật toán đã cho mang lại hiệu suất tốt nhất với cấu trúc dữ liệu cụ thể đó. Dù sao đi nữa, việc chọn cấu trúc dữ liệu phù hợp là điều cực kỳ quan trọng.</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195969672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11" name="직사각형 10">
            <a:extLst>
              <a:ext uri="{FF2B5EF4-FFF2-40B4-BE49-F238E27FC236}">
                <a16:creationId xmlns:a16="http://schemas.microsoft.com/office/drawing/2014/main" id="{116C9605-AFE0-4022-A02E-7D89689D991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Thuật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toán</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2" name="직사각형 11">
            <a:extLst>
              <a:ext uri="{FF2B5EF4-FFF2-40B4-BE49-F238E27FC236}">
                <a16:creationId xmlns:a16="http://schemas.microsoft.com/office/drawing/2014/main" id="{9732AC4F-4908-477B-99C8-F3B000089646}"/>
              </a:ext>
            </a:extLst>
          </p:cNvPr>
          <p:cNvSpPr/>
          <p:nvPr/>
        </p:nvSpPr>
        <p:spPr>
          <a:xfrm>
            <a:off x="702940" y="1672233"/>
            <a:ext cx="8632825" cy="155091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Thứ ba, thuật toán là một sự trình bày của tập hợp các quy trình hoặc phương pháp để giải quyết bất kỳ vấn đề có thể giải quyết nào và liên quan đến quy trình từng bước để thực hiện một phép tính.</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Thuật toán là quan trọng nhất trong lĩnh vực học máy và học sâu, những lĩnh vực chúng tôi sẽ đề cập trong tương lai, bởi vì nó yêu cầu làm việc với rất nhiều dữ liệu.</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Cuối cùng, vì hiệu suất của thuật toán liên quan trực tiếp đến hiệu suất của cấu trúc dữ liệu, nên có thể nói rằng điều quan trọng nhất là phải biết chính xác nơi nào và ở đâu cần sử dụng một cấu trúc dữ liệu nhất định.</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316014895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26" name="직사각형 25">
            <a:extLst>
              <a:ext uri="{FF2B5EF4-FFF2-40B4-BE49-F238E27FC236}">
                <a16:creationId xmlns:a16="http://schemas.microsoft.com/office/drawing/2014/main" id="{DB896CD5-A0B0-4F39-9F23-22CE6C96BB3D}"/>
              </a:ext>
            </a:extLst>
          </p:cNvPr>
          <p:cNvSpPr/>
          <p:nvPr/>
        </p:nvSpPr>
        <p:spPr>
          <a:xfrm>
            <a:off x="449998" y="1375101"/>
            <a:ext cx="900498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Cấu</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trúc</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dữ</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liệu</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trong</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Python</a:t>
            </a:r>
            <a:endParaRPr lang="ko-KR" altLang="en-US" sz="2400" b="1" dirty="0">
              <a:solidFill>
                <a:schemeClr val="tx1">
                  <a:lumMod val="95000"/>
                  <a:lumOff val="5000"/>
                </a:schemeClr>
              </a:solidFill>
              <a:latin typeface="iCiel Samsung Sharp Sans Bold" pitchFamily="2" charset="0"/>
              <a:ea typeface="Samsung Sharp Sans" pitchFamily="2" charset="0"/>
              <a:cs typeface="iCiel Samsung Sharp Sans Bold" pitchFamily="2" charset="0"/>
            </a:endParaRPr>
          </a:p>
        </p:txBody>
      </p:sp>
      <p:sp>
        <p:nvSpPr>
          <p:cNvPr id="72" name="직사각형 71">
            <a:extLst>
              <a:ext uri="{FF2B5EF4-FFF2-40B4-BE49-F238E27FC236}">
                <a16:creationId xmlns:a16="http://schemas.microsoft.com/office/drawing/2014/main" id="{F9929A68-7309-422C-BDE2-CFCFB5DF7130}"/>
              </a:ext>
            </a:extLst>
          </p:cNvPr>
          <p:cNvSpPr/>
          <p:nvPr/>
        </p:nvSpPr>
        <p:spPr>
          <a:xfrm>
            <a:off x="580388" y="1844824"/>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Đầu tiên, sau đây là các loại cấu trúc dữ liệu được sử dụng trong khoa học máy tính:</a:t>
            </a:r>
            <a:endParaRPr lang="ko-KR" altLang="en-US" sz="1400" dirty="0">
              <a:solidFill>
                <a:schemeClr val="tx1"/>
              </a:solidFill>
              <a:latin typeface="SamsungOne-400" panose="020B0503030303020204" pitchFamily="34" charset="0"/>
            </a:endParaRPr>
          </a:p>
        </p:txBody>
      </p:sp>
      <p:grpSp>
        <p:nvGrpSpPr>
          <p:cNvPr id="272" name="그룹 271">
            <a:extLst>
              <a:ext uri="{FF2B5EF4-FFF2-40B4-BE49-F238E27FC236}">
                <a16:creationId xmlns:a16="http://schemas.microsoft.com/office/drawing/2014/main" id="{C7E6F15D-40FE-490D-A663-7D8A0A47AD12}"/>
              </a:ext>
            </a:extLst>
          </p:cNvPr>
          <p:cNvGrpSpPr/>
          <p:nvPr/>
        </p:nvGrpSpPr>
        <p:grpSpPr>
          <a:xfrm>
            <a:off x="1134988" y="2336576"/>
            <a:ext cx="7135907" cy="3775382"/>
            <a:chOff x="831351" y="2326312"/>
            <a:chExt cx="7135907" cy="3775382"/>
          </a:xfrm>
        </p:grpSpPr>
        <p:sp>
          <p:nvSpPr>
            <p:cNvPr id="4" name="모서리가 둥근 직사각형 3"/>
            <p:cNvSpPr/>
            <p:nvPr/>
          </p:nvSpPr>
          <p:spPr>
            <a:xfrm>
              <a:off x="831351" y="3983648"/>
              <a:ext cx="971227" cy="546887"/>
            </a:xfrm>
            <a:prstGeom prst="roundRect">
              <a:avLst>
                <a:gd name="adj" fmla="val 0"/>
              </a:avLst>
            </a:prstGeom>
            <a:solidFill>
              <a:schemeClr val="bg1"/>
            </a:solidFill>
            <a:ln w="9525">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err="1">
                  <a:solidFill>
                    <a:srgbClr val="193EB0"/>
                  </a:solidFill>
                  <a:latin typeface="SamsungOne-400" panose="020B0503030303020204" pitchFamily="34" charset="0"/>
                </a:rPr>
                <a:t>Cấu</a:t>
              </a:r>
              <a:r>
                <a:rPr lang="en-US" altLang="ko-KR" sz="1000" dirty="0">
                  <a:solidFill>
                    <a:srgbClr val="193EB0"/>
                  </a:solidFill>
                  <a:latin typeface="SamsungOne-400" panose="020B0503030303020204" pitchFamily="34" charset="0"/>
                </a:rPr>
                <a:t> </a:t>
              </a:r>
              <a:r>
                <a:rPr lang="en-US" altLang="ko-KR" sz="1000" dirty="0" err="1">
                  <a:solidFill>
                    <a:srgbClr val="193EB0"/>
                  </a:solidFill>
                  <a:latin typeface="SamsungOne-400" panose="020B0503030303020204" pitchFamily="34" charset="0"/>
                </a:rPr>
                <a:t>trúc</a:t>
              </a:r>
              <a:r>
                <a:rPr lang="en-US" altLang="ko-KR" sz="1000" dirty="0">
                  <a:solidFill>
                    <a:srgbClr val="193EB0"/>
                  </a:solidFill>
                  <a:latin typeface="SamsungOne-400" panose="020B0503030303020204" pitchFamily="34" charset="0"/>
                </a:rPr>
                <a:t> </a:t>
              </a:r>
              <a:r>
                <a:rPr lang="en-US" altLang="ko-KR" sz="1000" dirty="0" err="1">
                  <a:solidFill>
                    <a:srgbClr val="193EB0"/>
                  </a:solidFill>
                  <a:latin typeface="SamsungOne-400" panose="020B0503030303020204" pitchFamily="34" charset="0"/>
                </a:rPr>
                <a:t>dữ</a:t>
              </a:r>
              <a:r>
                <a:rPr lang="en-US" altLang="ko-KR" sz="1000" dirty="0">
                  <a:solidFill>
                    <a:srgbClr val="193EB0"/>
                  </a:solidFill>
                  <a:latin typeface="SamsungOne-400" panose="020B0503030303020204" pitchFamily="34" charset="0"/>
                </a:rPr>
                <a:t> </a:t>
              </a:r>
              <a:r>
                <a:rPr lang="en-US" altLang="ko-KR" sz="1000" dirty="0" err="1">
                  <a:solidFill>
                    <a:srgbClr val="193EB0"/>
                  </a:solidFill>
                  <a:latin typeface="SamsungOne-400" panose="020B0503030303020204" pitchFamily="34" charset="0"/>
                </a:rPr>
                <a:t>liệu</a:t>
              </a:r>
              <a:endParaRPr lang="en-US" sz="1000" dirty="0">
                <a:solidFill>
                  <a:srgbClr val="193EB0"/>
                </a:solidFill>
                <a:latin typeface="SamsungOne-400" panose="020B0503030303020204" pitchFamily="34" charset="0"/>
              </a:endParaRPr>
            </a:p>
          </p:txBody>
        </p:sp>
        <p:sp>
          <p:nvSpPr>
            <p:cNvPr id="16" name="모서리가 둥근 직사각형 15"/>
            <p:cNvSpPr/>
            <p:nvPr/>
          </p:nvSpPr>
          <p:spPr>
            <a:xfrm>
              <a:off x="2617363" y="2491361"/>
              <a:ext cx="971227" cy="576554"/>
            </a:xfrm>
            <a:prstGeom prst="roundRect">
              <a:avLst>
                <a:gd name="adj" fmla="val 0"/>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err="1">
                  <a:solidFill>
                    <a:schemeClr val="tx1"/>
                  </a:solidFill>
                  <a:latin typeface="SamsungOne-400" panose="020B0503030303020204" pitchFamily="34" charset="0"/>
                </a:rPr>
                <a:t>Cơ</a:t>
              </a:r>
              <a:r>
                <a:rPr lang="en-US" altLang="ko-KR" sz="1000" dirty="0">
                  <a:solidFill>
                    <a:schemeClr val="tx1"/>
                  </a:solidFill>
                  <a:latin typeface="SamsungOne-400" panose="020B0503030303020204" pitchFamily="34" charset="0"/>
                </a:rPr>
                <a:t> </a:t>
              </a:r>
              <a:r>
                <a:rPr lang="en-US" altLang="ko-KR" sz="1000" dirty="0" err="1">
                  <a:solidFill>
                    <a:schemeClr val="tx1"/>
                  </a:solidFill>
                  <a:latin typeface="SamsungOne-400" panose="020B0503030303020204" pitchFamily="34" charset="0"/>
                </a:rPr>
                <a:t>bản</a:t>
              </a:r>
              <a:endParaRPr lang="en-US" sz="1000" dirty="0">
                <a:solidFill>
                  <a:schemeClr val="tx1"/>
                </a:solidFill>
                <a:latin typeface="SamsungOne-400" panose="020B0503030303020204" pitchFamily="34" charset="0"/>
                <a:ea typeface="SamsungOne-400" panose="020B0503030303020204" pitchFamily="34" charset="0"/>
              </a:endParaRPr>
            </a:p>
          </p:txBody>
        </p:sp>
        <p:sp>
          <p:nvSpPr>
            <p:cNvPr id="17" name="모서리가 둥근 직사각형 16"/>
            <p:cNvSpPr/>
            <p:nvPr/>
          </p:nvSpPr>
          <p:spPr>
            <a:xfrm>
              <a:off x="2617363" y="3463025"/>
              <a:ext cx="971227" cy="578956"/>
            </a:xfrm>
            <a:prstGeom prst="roundRect">
              <a:avLst>
                <a:gd name="adj" fmla="val 0"/>
              </a:avLst>
            </a:prstGeom>
            <a:solidFill>
              <a:schemeClr val="bg1"/>
            </a:solidFill>
            <a:ln w="9525">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err="1">
                  <a:solidFill>
                    <a:schemeClr val="tx1"/>
                  </a:solidFill>
                  <a:latin typeface="SamsungOne-400" panose="020B0503030303020204" pitchFamily="34" charset="0"/>
                </a:rPr>
                <a:t>Tuyến</a:t>
              </a:r>
              <a:r>
                <a:rPr lang="en-US" altLang="ko-KR" sz="1000" dirty="0">
                  <a:solidFill>
                    <a:schemeClr val="tx1"/>
                  </a:solidFill>
                  <a:latin typeface="SamsungOne-400" panose="020B0503030303020204" pitchFamily="34" charset="0"/>
                </a:rPr>
                <a:t> </a:t>
              </a:r>
              <a:r>
                <a:rPr lang="en-US" altLang="ko-KR" sz="1000" dirty="0" err="1">
                  <a:solidFill>
                    <a:schemeClr val="tx1"/>
                  </a:solidFill>
                  <a:latin typeface="SamsungOne-400" panose="020B0503030303020204" pitchFamily="34" charset="0"/>
                </a:rPr>
                <a:t>tính</a:t>
              </a:r>
              <a:endParaRPr lang="en-US" sz="1000" dirty="0">
                <a:solidFill>
                  <a:schemeClr val="tx1"/>
                </a:solidFill>
                <a:latin typeface="SamsungOne-400" panose="020B0503030303020204" pitchFamily="34" charset="0"/>
              </a:endParaRPr>
            </a:p>
          </p:txBody>
        </p:sp>
        <p:sp>
          <p:nvSpPr>
            <p:cNvPr id="18" name="모서리가 둥근 직사각형 17"/>
            <p:cNvSpPr/>
            <p:nvPr/>
          </p:nvSpPr>
          <p:spPr>
            <a:xfrm>
              <a:off x="2617363" y="4682795"/>
              <a:ext cx="971227" cy="576064"/>
            </a:xfrm>
            <a:prstGeom prst="roundRect">
              <a:avLst>
                <a:gd name="adj" fmla="val 0"/>
              </a:avLst>
            </a:prstGeom>
            <a:solidFill>
              <a:schemeClr val="bg1"/>
            </a:solidFill>
            <a:ln w="9525">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latin typeface="SamsungOne-400" panose="020B0503030303020204" pitchFamily="34" charset="0"/>
                  <a:ea typeface="SamsungOne-400" panose="020B0503030303020204" pitchFamily="34" charset="0"/>
                </a:rPr>
                <a:t>Phi </a:t>
              </a:r>
              <a:r>
                <a:rPr lang="en-US" sz="1000" dirty="0" err="1">
                  <a:solidFill>
                    <a:schemeClr val="tx1"/>
                  </a:solidFill>
                  <a:latin typeface="SamsungOne-400" panose="020B0503030303020204" pitchFamily="34" charset="0"/>
                  <a:ea typeface="SamsungOne-400" panose="020B0503030303020204" pitchFamily="34" charset="0"/>
                </a:rPr>
                <a:t>tuyến</a:t>
              </a:r>
              <a:r>
                <a:rPr lang="en-US" sz="1000" dirty="0">
                  <a:solidFill>
                    <a:schemeClr val="tx1"/>
                  </a:solidFill>
                  <a:latin typeface="SamsungOne-400" panose="020B0503030303020204" pitchFamily="34" charset="0"/>
                  <a:ea typeface="SamsungOne-400" panose="020B0503030303020204" pitchFamily="34" charset="0"/>
                </a:rPr>
                <a:t> </a:t>
              </a:r>
              <a:r>
                <a:rPr lang="en-US" sz="1000" dirty="0" err="1">
                  <a:solidFill>
                    <a:schemeClr val="tx1"/>
                  </a:solidFill>
                  <a:latin typeface="SamsungOne-400" panose="020B0503030303020204" pitchFamily="34" charset="0"/>
                  <a:ea typeface="SamsungOne-400" panose="020B0503030303020204" pitchFamily="34" charset="0"/>
                </a:rPr>
                <a:t>tính</a:t>
              </a:r>
              <a:endParaRPr lang="en-US" sz="1000" dirty="0">
                <a:solidFill>
                  <a:schemeClr val="tx1"/>
                </a:solidFill>
                <a:latin typeface="SamsungOne-400" panose="020B0503030303020204" pitchFamily="34" charset="0"/>
                <a:ea typeface="SamsungOne-400" panose="020B0503030303020204" pitchFamily="34" charset="0"/>
              </a:endParaRPr>
            </a:p>
          </p:txBody>
        </p:sp>
        <p:sp>
          <p:nvSpPr>
            <p:cNvPr id="19" name="모서리가 둥근 직사각형 18"/>
            <p:cNvSpPr/>
            <p:nvPr/>
          </p:nvSpPr>
          <p:spPr>
            <a:xfrm>
              <a:off x="2617363" y="5462366"/>
              <a:ext cx="971227" cy="576064"/>
            </a:xfrm>
            <a:prstGeom prst="roundRect">
              <a:avLst>
                <a:gd name="adj" fmla="val 0"/>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err="1">
                  <a:solidFill>
                    <a:schemeClr val="tx1"/>
                  </a:solidFill>
                  <a:latin typeface="SamsungOne-400" panose="020B0503030303020204" pitchFamily="34" charset="0"/>
                </a:rPr>
                <a:t>Tệp</a:t>
              </a:r>
              <a:endParaRPr lang="en-US" sz="1000" dirty="0">
                <a:solidFill>
                  <a:schemeClr val="tx1"/>
                </a:solidFill>
                <a:latin typeface="SamsungOne-400" panose="020B0503030303020204" pitchFamily="34" charset="0"/>
                <a:ea typeface="SamsungOne-400" panose="020B0503030303020204" pitchFamily="34" charset="0"/>
              </a:endParaRPr>
            </a:p>
          </p:txBody>
        </p:sp>
        <p:cxnSp>
          <p:nvCxnSpPr>
            <p:cNvPr id="9" name="꺾인 연결선 8"/>
            <p:cNvCxnSpPr>
              <a:cxnSpLocks/>
              <a:stCxn id="4" idx="3"/>
              <a:endCxn id="16" idx="1"/>
            </p:cNvCxnSpPr>
            <p:nvPr/>
          </p:nvCxnSpPr>
          <p:spPr>
            <a:xfrm flipV="1">
              <a:off x="1802578" y="2779638"/>
              <a:ext cx="814785" cy="1477454"/>
            </a:xfrm>
            <a:prstGeom prst="bentConnector3">
              <a:avLst>
                <a:gd name="adj1" fmla="val 50000"/>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sp>
          <p:nvSpPr>
            <p:cNvPr id="5" name="모서리가 둥근 직사각형 4"/>
            <p:cNvSpPr/>
            <p:nvPr/>
          </p:nvSpPr>
          <p:spPr>
            <a:xfrm>
              <a:off x="4393905" y="2326312"/>
              <a:ext cx="1409393" cy="190619"/>
            </a:xfrm>
            <a:prstGeom prst="roundRect">
              <a:avLst>
                <a:gd name="adj" fmla="val 0"/>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latin typeface="SamsungOne-400" panose="020B0503030303020204" pitchFamily="34" charset="0"/>
                  <a:ea typeface="SamsungOne-400" panose="020B0503030303020204" pitchFamily="34" charset="0"/>
                </a:rPr>
                <a:t>Integer</a:t>
              </a:r>
            </a:p>
          </p:txBody>
        </p:sp>
        <p:sp>
          <p:nvSpPr>
            <p:cNvPr id="30" name="모서리가 둥근 직사각형 29"/>
            <p:cNvSpPr/>
            <p:nvPr/>
          </p:nvSpPr>
          <p:spPr>
            <a:xfrm>
              <a:off x="4393905" y="2578277"/>
              <a:ext cx="1406000" cy="180122"/>
            </a:xfrm>
            <a:prstGeom prst="roundRect">
              <a:avLst>
                <a:gd name="adj" fmla="val 0"/>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latin typeface="SamsungOne-400" panose="020B0503030303020204" pitchFamily="34" charset="0"/>
                  <a:ea typeface="SamsungOne-400" panose="020B0503030303020204" pitchFamily="34" charset="0"/>
                </a:rPr>
                <a:t>Float</a:t>
              </a:r>
            </a:p>
          </p:txBody>
        </p:sp>
        <p:sp>
          <p:nvSpPr>
            <p:cNvPr id="31" name="모서리가 둥근 직사각형 30"/>
            <p:cNvSpPr/>
            <p:nvPr/>
          </p:nvSpPr>
          <p:spPr>
            <a:xfrm>
              <a:off x="4393905" y="2819746"/>
              <a:ext cx="1406000" cy="180122"/>
            </a:xfrm>
            <a:prstGeom prst="roundRect">
              <a:avLst>
                <a:gd name="adj" fmla="val 0"/>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latin typeface="SamsungOne-400" panose="020B0503030303020204" pitchFamily="34" charset="0"/>
                </a:rPr>
                <a:t>Char</a:t>
              </a:r>
              <a:endParaRPr lang="en-US" sz="1000" dirty="0">
                <a:solidFill>
                  <a:schemeClr val="tx1"/>
                </a:solidFill>
                <a:latin typeface="SamsungOne-400" panose="020B0503030303020204" pitchFamily="34" charset="0"/>
                <a:ea typeface="SamsungOne-400" panose="020B0503030303020204" pitchFamily="34" charset="0"/>
              </a:endParaRPr>
            </a:p>
          </p:txBody>
        </p:sp>
        <p:sp>
          <p:nvSpPr>
            <p:cNvPr id="32" name="모서리가 둥근 직사각형 31"/>
            <p:cNvSpPr/>
            <p:nvPr/>
          </p:nvSpPr>
          <p:spPr>
            <a:xfrm>
              <a:off x="4393905" y="3061214"/>
              <a:ext cx="1406000" cy="180122"/>
            </a:xfrm>
            <a:prstGeom prst="roundRect">
              <a:avLst>
                <a:gd name="adj" fmla="val 0"/>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latin typeface="SamsungOne-400" panose="020B0503030303020204" pitchFamily="34" charset="0"/>
                  <a:ea typeface="SamsungOne-400" panose="020B0503030303020204" pitchFamily="34" charset="0"/>
                </a:rPr>
                <a:t>String</a:t>
              </a:r>
            </a:p>
          </p:txBody>
        </p:sp>
        <p:sp>
          <p:nvSpPr>
            <p:cNvPr id="164" name="모서리가 둥근 직사각형 4">
              <a:extLst>
                <a:ext uri="{FF2B5EF4-FFF2-40B4-BE49-F238E27FC236}">
                  <a16:creationId xmlns:a16="http://schemas.microsoft.com/office/drawing/2014/main" id="{D594C759-5246-4A9C-8C84-C69E02F6708C}"/>
                </a:ext>
              </a:extLst>
            </p:cNvPr>
            <p:cNvSpPr/>
            <p:nvPr/>
          </p:nvSpPr>
          <p:spPr>
            <a:xfrm>
              <a:off x="4393905" y="3396909"/>
              <a:ext cx="1412230" cy="203377"/>
            </a:xfrm>
            <a:prstGeom prst="roundRect">
              <a:avLst>
                <a:gd name="adj" fmla="val 0"/>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latin typeface="SamsungOne-400" panose="020B0503030303020204" pitchFamily="34" charset="0"/>
                  <a:ea typeface="SamsungOne-400" panose="020B0503030303020204" pitchFamily="34" charset="0"/>
                </a:rPr>
                <a:t>List </a:t>
              </a:r>
              <a:r>
                <a:rPr lang="en-US" altLang="ko-KR" sz="1000" dirty="0" err="1">
                  <a:solidFill>
                    <a:schemeClr val="tx1"/>
                  </a:solidFill>
                  <a:latin typeface="SamsungOne-400" panose="020B0503030303020204" pitchFamily="34" charset="0"/>
                  <a:ea typeface="SamsungOne-400" panose="020B0503030303020204" pitchFamily="34" charset="0"/>
                </a:rPr>
                <a:t>tuần</a:t>
              </a:r>
              <a:r>
                <a:rPr lang="en-US" altLang="ko-KR" sz="1000" dirty="0">
                  <a:solidFill>
                    <a:schemeClr val="tx1"/>
                  </a:solidFill>
                  <a:latin typeface="SamsungOne-400" panose="020B0503030303020204" pitchFamily="34" charset="0"/>
                  <a:ea typeface="SamsungOne-400" panose="020B0503030303020204" pitchFamily="34" charset="0"/>
                </a:rPr>
                <a:t> </a:t>
              </a:r>
              <a:r>
                <a:rPr lang="en-US" altLang="ko-KR" sz="1000" dirty="0" err="1">
                  <a:solidFill>
                    <a:schemeClr val="tx1"/>
                  </a:solidFill>
                  <a:latin typeface="SamsungOne-400" panose="020B0503030303020204" pitchFamily="34" charset="0"/>
                  <a:ea typeface="SamsungOne-400" panose="020B0503030303020204" pitchFamily="34" charset="0"/>
                </a:rPr>
                <a:t>tự</a:t>
              </a:r>
              <a:endParaRPr lang="en-US" altLang="ko-KR" sz="1000" dirty="0">
                <a:solidFill>
                  <a:schemeClr val="tx1"/>
                </a:solidFill>
                <a:latin typeface="SamsungOne-400" panose="020B0503030303020204" pitchFamily="34" charset="0"/>
                <a:ea typeface="SamsungOne-400" panose="020B0503030303020204" pitchFamily="34" charset="0"/>
              </a:endParaRPr>
            </a:p>
          </p:txBody>
        </p:sp>
        <p:sp>
          <p:nvSpPr>
            <p:cNvPr id="165" name="모서리가 둥근 직사각형 29">
              <a:extLst>
                <a:ext uri="{FF2B5EF4-FFF2-40B4-BE49-F238E27FC236}">
                  <a16:creationId xmlns:a16="http://schemas.microsoft.com/office/drawing/2014/main" id="{CC32A8EB-06C9-4E37-B7F7-631EC12BB9EB}"/>
                </a:ext>
              </a:extLst>
            </p:cNvPr>
            <p:cNvSpPr/>
            <p:nvPr/>
          </p:nvSpPr>
          <p:spPr>
            <a:xfrm>
              <a:off x="4393905" y="3656286"/>
              <a:ext cx="1405998" cy="192177"/>
            </a:xfrm>
            <a:prstGeom prst="roundRect">
              <a:avLst>
                <a:gd name="adj" fmla="val 0"/>
              </a:avLst>
            </a:prstGeom>
            <a:solidFill>
              <a:schemeClr val="accent5">
                <a:lumMod val="7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bg1"/>
                  </a:solidFill>
                  <a:latin typeface="SamsungOne-400" panose="020B0503030303020204" pitchFamily="34" charset="0"/>
                  <a:ea typeface="SamsungOne-400" panose="020B0503030303020204" pitchFamily="34" charset="0"/>
                </a:rPr>
                <a:t>List </a:t>
              </a:r>
              <a:r>
                <a:rPr lang="en-US" altLang="ko-KR" sz="1000" dirty="0" err="1">
                  <a:solidFill>
                    <a:schemeClr val="bg1"/>
                  </a:solidFill>
                  <a:latin typeface="SamsungOne-400" panose="020B0503030303020204" pitchFamily="34" charset="0"/>
                  <a:ea typeface="SamsungOne-400" panose="020B0503030303020204" pitchFamily="34" charset="0"/>
                </a:rPr>
                <a:t>liên</a:t>
              </a:r>
              <a:r>
                <a:rPr lang="en-US" altLang="ko-KR" sz="1000" dirty="0">
                  <a:solidFill>
                    <a:schemeClr val="bg1"/>
                  </a:solidFill>
                  <a:latin typeface="SamsungOne-400" panose="020B0503030303020204" pitchFamily="34" charset="0"/>
                  <a:ea typeface="SamsungOne-400" panose="020B0503030303020204" pitchFamily="34" charset="0"/>
                </a:rPr>
                <a:t> </a:t>
              </a:r>
              <a:r>
                <a:rPr lang="en-US" altLang="ko-KR" sz="1000" dirty="0" err="1">
                  <a:solidFill>
                    <a:schemeClr val="bg1"/>
                  </a:solidFill>
                  <a:latin typeface="SamsungOne-400" panose="020B0503030303020204" pitchFamily="34" charset="0"/>
                  <a:ea typeface="SamsungOne-400" panose="020B0503030303020204" pitchFamily="34" charset="0"/>
                </a:rPr>
                <a:t>kết</a:t>
              </a:r>
              <a:endParaRPr lang="en-US" altLang="ko-KR" sz="1000" dirty="0">
                <a:solidFill>
                  <a:schemeClr val="bg1"/>
                </a:solidFill>
                <a:latin typeface="SamsungOne-400" panose="020B0503030303020204" pitchFamily="34" charset="0"/>
                <a:ea typeface="SamsungOne-400" panose="020B0503030303020204" pitchFamily="34" charset="0"/>
              </a:endParaRPr>
            </a:p>
          </p:txBody>
        </p:sp>
        <p:sp>
          <p:nvSpPr>
            <p:cNvPr id="166" name="모서리가 둥근 직사각형 30">
              <a:extLst>
                <a:ext uri="{FF2B5EF4-FFF2-40B4-BE49-F238E27FC236}">
                  <a16:creationId xmlns:a16="http://schemas.microsoft.com/office/drawing/2014/main" id="{54BEFA1C-6FF1-4AC7-86D6-9BBBC22552E7}"/>
                </a:ext>
              </a:extLst>
            </p:cNvPr>
            <p:cNvSpPr/>
            <p:nvPr/>
          </p:nvSpPr>
          <p:spPr>
            <a:xfrm>
              <a:off x="4393905" y="3898034"/>
              <a:ext cx="1405998" cy="192177"/>
            </a:xfrm>
            <a:prstGeom prst="roundRect">
              <a:avLst>
                <a:gd name="adj" fmla="val 0"/>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latin typeface="SamsungOne-400" panose="020B0503030303020204" pitchFamily="34" charset="0"/>
                </a:rPr>
                <a:t>Stack</a:t>
              </a:r>
            </a:p>
          </p:txBody>
        </p:sp>
        <p:sp>
          <p:nvSpPr>
            <p:cNvPr id="167" name="모서리가 둥근 직사각형 31">
              <a:extLst>
                <a:ext uri="{FF2B5EF4-FFF2-40B4-BE49-F238E27FC236}">
                  <a16:creationId xmlns:a16="http://schemas.microsoft.com/office/drawing/2014/main" id="{84FC17CC-09B9-48D8-B851-60DFA8A3DFDD}"/>
                </a:ext>
              </a:extLst>
            </p:cNvPr>
            <p:cNvSpPr/>
            <p:nvPr/>
          </p:nvSpPr>
          <p:spPr>
            <a:xfrm>
              <a:off x="4393905" y="4143204"/>
              <a:ext cx="1405998" cy="192177"/>
            </a:xfrm>
            <a:prstGeom prst="roundRect">
              <a:avLst>
                <a:gd name="adj" fmla="val 0"/>
              </a:avLst>
            </a:prstGeom>
            <a:solidFill>
              <a:schemeClr val="tx1">
                <a:lumMod val="50000"/>
                <a:lumOff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bg1"/>
                  </a:solidFill>
                  <a:latin typeface="SamsungOne-400" panose="020B0503030303020204" pitchFamily="34" charset="0"/>
                </a:rPr>
                <a:t>Queue</a:t>
              </a:r>
            </a:p>
          </p:txBody>
        </p:sp>
        <p:sp>
          <p:nvSpPr>
            <p:cNvPr id="169" name="모서리가 둥근 직사각형 31">
              <a:extLst>
                <a:ext uri="{FF2B5EF4-FFF2-40B4-BE49-F238E27FC236}">
                  <a16:creationId xmlns:a16="http://schemas.microsoft.com/office/drawing/2014/main" id="{4A8029EA-1A9B-486E-B619-AE3C3493BF69}"/>
                </a:ext>
              </a:extLst>
            </p:cNvPr>
            <p:cNvSpPr/>
            <p:nvPr/>
          </p:nvSpPr>
          <p:spPr>
            <a:xfrm>
              <a:off x="4393905" y="4381131"/>
              <a:ext cx="1405998" cy="192177"/>
            </a:xfrm>
            <a:prstGeom prst="roundRect">
              <a:avLst>
                <a:gd name="adj" fmla="val 0"/>
              </a:avLst>
            </a:prstGeom>
            <a:solidFill>
              <a:schemeClr val="tx1">
                <a:lumMod val="50000"/>
                <a:lumOff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bg1"/>
                  </a:solidFill>
                  <a:latin typeface="SamsungOne-400" panose="020B0503030303020204" pitchFamily="34" charset="0"/>
                </a:rPr>
                <a:t>Deque</a:t>
              </a:r>
            </a:p>
          </p:txBody>
        </p:sp>
        <p:sp>
          <p:nvSpPr>
            <p:cNvPr id="171" name="모서리가 둥근 직사각형 4">
              <a:extLst>
                <a:ext uri="{FF2B5EF4-FFF2-40B4-BE49-F238E27FC236}">
                  <a16:creationId xmlns:a16="http://schemas.microsoft.com/office/drawing/2014/main" id="{62AD0AE9-3FDD-4F5C-8696-99B739D20D2D}"/>
                </a:ext>
              </a:extLst>
            </p:cNvPr>
            <p:cNvSpPr/>
            <p:nvPr/>
          </p:nvSpPr>
          <p:spPr>
            <a:xfrm>
              <a:off x="4393905" y="4760245"/>
              <a:ext cx="1405998" cy="186750"/>
            </a:xfrm>
            <a:prstGeom prst="roundRect">
              <a:avLst>
                <a:gd name="adj" fmla="val 0"/>
              </a:avLst>
            </a:prstGeom>
            <a:solidFill>
              <a:srgbClr val="CCCC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err="1">
                  <a:solidFill>
                    <a:schemeClr val="tx1"/>
                  </a:solidFill>
                  <a:latin typeface="SamsungOne-400" panose="020B0503030303020204" pitchFamily="34" charset="0"/>
                  <a:ea typeface="SamsungOne-400" panose="020B0503030303020204" pitchFamily="34" charset="0"/>
                </a:rPr>
                <a:t>Cây</a:t>
              </a:r>
              <a:endParaRPr lang="en-US" altLang="ko-KR" sz="1000" dirty="0">
                <a:solidFill>
                  <a:schemeClr val="tx1"/>
                </a:solidFill>
                <a:latin typeface="SamsungOne-400" panose="020B0503030303020204" pitchFamily="34" charset="0"/>
                <a:ea typeface="SamsungOne-400" panose="020B0503030303020204" pitchFamily="34" charset="0"/>
              </a:endParaRPr>
            </a:p>
          </p:txBody>
        </p:sp>
        <p:sp>
          <p:nvSpPr>
            <p:cNvPr id="172" name="모서리가 둥근 직사각형 29">
              <a:extLst>
                <a:ext uri="{FF2B5EF4-FFF2-40B4-BE49-F238E27FC236}">
                  <a16:creationId xmlns:a16="http://schemas.microsoft.com/office/drawing/2014/main" id="{32F63FE2-2627-462D-9673-D370B66F09B7}"/>
                </a:ext>
              </a:extLst>
            </p:cNvPr>
            <p:cNvSpPr/>
            <p:nvPr/>
          </p:nvSpPr>
          <p:spPr>
            <a:xfrm>
              <a:off x="4393905" y="5012208"/>
              <a:ext cx="1291943" cy="190619"/>
            </a:xfrm>
            <a:prstGeom prst="roundRect">
              <a:avLst>
                <a:gd name="adj" fmla="val 0"/>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err="1">
                  <a:solidFill>
                    <a:schemeClr val="tx1"/>
                  </a:solidFill>
                  <a:latin typeface="SamsungOne-400" panose="020B0503030303020204" pitchFamily="34" charset="0"/>
                  <a:ea typeface="SamsungOne-400" panose="020B0503030303020204" pitchFamily="34" charset="0"/>
                </a:rPr>
                <a:t>Đồ</a:t>
              </a:r>
              <a:r>
                <a:rPr lang="en-US" altLang="ko-KR" sz="1000" dirty="0">
                  <a:solidFill>
                    <a:schemeClr val="tx1"/>
                  </a:solidFill>
                  <a:latin typeface="SamsungOne-400" panose="020B0503030303020204" pitchFamily="34" charset="0"/>
                  <a:ea typeface="SamsungOne-400" panose="020B0503030303020204" pitchFamily="34" charset="0"/>
                </a:rPr>
                <a:t> </a:t>
              </a:r>
              <a:r>
                <a:rPr lang="en-US" altLang="ko-KR" sz="1000" dirty="0" err="1">
                  <a:solidFill>
                    <a:schemeClr val="tx1"/>
                  </a:solidFill>
                  <a:latin typeface="SamsungOne-400" panose="020B0503030303020204" pitchFamily="34" charset="0"/>
                  <a:ea typeface="SamsungOne-400" panose="020B0503030303020204" pitchFamily="34" charset="0"/>
                </a:rPr>
                <a:t>thị</a:t>
              </a:r>
              <a:endParaRPr lang="en-US" altLang="ko-KR" sz="1000" dirty="0">
                <a:solidFill>
                  <a:schemeClr val="tx1"/>
                </a:solidFill>
                <a:latin typeface="SamsungOne-400" panose="020B0503030303020204" pitchFamily="34" charset="0"/>
                <a:ea typeface="SamsungOne-400" panose="020B0503030303020204" pitchFamily="34" charset="0"/>
              </a:endParaRPr>
            </a:p>
          </p:txBody>
        </p:sp>
        <p:sp>
          <p:nvSpPr>
            <p:cNvPr id="175" name="모서리가 둥근 직사각형 4">
              <a:extLst>
                <a:ext uri="{FF2B5EF4-FFF2-40B4-BE49-F238E27FC236}">
                  <a16:creationId xmlns:a16="http://schemas.microsoft.com/office/drawing/2014/main" id="{B1DB842D-6670-4A70-B813-632C63FADB91}"/>
                </a:ext>
              </a:extLst>
            </p:cNvPr>
            <p:cNvSpPr/>
            <p:nvPr/>
          </p:nvSpPr>
          <p:spPr>
            <a:xfrm>
              <a:off x="4393905" y="5408312"/>
              <a:ext cx="1405998" cy="190618"/>
            </a:xfrm>
            <a:prstGeom prst="roundRect">
              <a:avLst>
                <a:gd name="adj" fmla="val 0"/>
              </a:avLst>
            </a:prstGeom>
            <a:solidFill>
              <a:srgbClr val="FFF2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err="1">
                  <a:solidFill>
                    <a:schemeClr val="tx1"/>
                  </a:solidFill>
                  <a:latin typeface="SamsungOne-400" panose="020B0503030303020204" pitchFamily="34" charset="0"/>
                  <a:ea typeface="SamsungOne-400" panose="020B0503030303020204" pitchFamily="34" charset="0"/>
                </a:rPr>
                <a:t>Tệp</a:t>
              </a:r>
              <a:r>
                <a:rPr lang="en-US" altLang="ko-KR" sz="1000" dirty="0">
                  <a:solidFill>
                    <a:schemeClr val="tx1"/>
                  </a:solidFill>
                  <a:latin typeface="SamsungOne-400" panose="020B0503030303020204" pitchFamily="34" charset="0"/>
                  <a:ea typeface="SamsungOne-400" panose="020B0503030303020204" pitchFamily="34" charset="0"/>
                </a:rPr>
                <a:t> </a:t>
              </a:r>
              <a:r>
                <a:rPr lang="en-US" altLang="ko-KR" sz="1000" dirty="0" err="1">
                  <a:solidFill>
                    <a:schemeClr val="tx1"/>
                  </a:solidFill>
                  <a:latin typeface="SamsungOne-400" panose="020B0503030303020204" pitchFamily="34" charset="0"/>
                  <a:ea typeface="SamsungOne-400" panose="020B0503030303020204" pitchFamily="34" charset="0"/>
                </a:rPr>
                <a:t>tuần</a:t>
              </a:r>
              <a:r>
                <a:rPr lang="en-US" altLang="ko-KR" sz="1000" dirty="0">
                  <a:solidFill>
                    <a:schemeClr val="tx1"/>
                  </a:solidFill>
                  <a:latin typeface="SamsungOne-400" panose="020B0503030303020204" pitchFamily="34" charset="0"/>
                  <a:ea typeface="SamsungOne-400" panose="020B0503030303020204" pitchFamily="34" charset="0"/>
                </a:rPr>
                <a:t> </a:t>
              </a:r>
              <a:r>
                <a:rPr lang="en-US" altLang="ko-KR" sz="1000" dirty="0" err="1">
                  <a:solidFill>
                    <a:schemeClr val="tx1"/>
                  </a:solidFill>
                  <a:latin typeface="SamsungOne-400" panose="020B0503030303020204" pitchFamily="34" charset="0"/>
                  <a:ea typeface="SamsungOne-400" panose="020B0503030303020204" pitchFamily="34" charset="0"/>
                </a:rPr>
                <a:t>tự</a:t>
              </a:r>
              <a:endParaRPr lang="en-US" altLang="ko-KR" sz="1000" dirty="0">
                <a:solidFill>
                  <a:schemeClr val="tx1"/>
                </a:solidFill>
                <a:latin typeface="SamsungOne-400" panose="020B0503030303020204" pitchFamily="34" charset="0"/>
                <a:ea typeface="SamsungOne-400" panose="020B0503030303020204" pitchFamily="34" charset="0"/>
              </a:endParaRPr>
            </a:p>
          </p:txBody>
        </p:sp>
        <p:sp>
          <p:nvSpPr>
            <p:cNvPr id="176" name="모서리가 둥근 직사각형 29">
              <a:extLst>
                <a:ext uri="{FF2B5EF4-FFF2-40B4-BE49-F238E27FC236}">
                  <a16:creationId xmlns:a16="http://schemas.microsoft.com/office/drawing/2014/main" id="{56947294-858C-4E71-87F3-74ECF6727DAD}"/>
                </a:ext>
              </a:extLst>
            </p:cNvPr>
            <p:cNvSpPr/>
            <p:nvPr/>
          </p:nvSpPr>
          <p:spPr>
            <a:xfrm>
              <a:off x="4393905" y="5660277"/>
              <a:ext cx="1405998" cy="190618"/>
            </a:xfrm>
            <a:prstGeom prst="roundRect">
              <a:avLst>
                <a:gd name="adj" fmla="val 0"/>
              </a:avLst>
            </a:prstGeom>
            <a:solidFill>
              <a:srgbClr val="FFF2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altLang="ko-KR" sz="1000" dirty="0">
                  <a:solidFill>
                    <a:schemeClr val="tx1"/>
                  </a:solidFill>
                  <a:latin typeface="SamsungOne-400" panose="020B0503030303020204" pitchFamily="34" charset="0"/>
                  <a:ea typeface="SamsungOne-400" panose="020B0503030303020204" pitchFamily="34" charset="0"/>
                </a:rPr>
                <a:t>Tệp được lập chỉ mục</a:t>
              </a:r>
              <a:endParaRPr lang="en-US" altLang="ko-KR" sz="1000" dirty="0">
                <a:solidFill>
                  <a:schemeClr val="tx1"/>
                </a:solidFill>
                <a:latin typeface="SamsungOne-400" panose="020B0503030303020204" pitchFamily="34" charset="0"/>
                <a:ea typeface="SamsungOne-400" panose="020B0503030303020204" pitchFamily="34" charset="0"/>
              </a:endParaRPr>
            </a:p>
          </p:txBody>
        </p:sp>
        <p:sp>
          <p:nvSpPr>
            <p:cNvPr id="177" name="모서리가 둥근 직사각형 30">
              <a:extLst>
                <a:ext uri="{FF2B5EF4-FFF2-40B4-BE49-F238E27FC236}">
                  <a16:creationId xmlns:a16="http://schemas.microsoft.com/office/drawing/2014/main" id="{A6799285-9054-4161-BC81-4BC988FA6686}"/>
                </a:ext>
              </a:extLst>
            </p:cNvPr>
            <p:cNvSpPr/>
            <p:nvPr/>
          </p:nvSpPr>
          <p:spPr>
            <a:xfrm>
              <a:off x="4393905" y="5911076"/>
              <a:ext cx="1405998" cy="190618"/>
            </a:xfrm>
            <a:prstGeom prst="roundRect">
              <a:avLst>
                <a:gd name="adj" fmla="val 0"/>
              </a:avLst>
            </a:prstGeom>
            <a:solidFill>
              <a:srgbClr val="FFF2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err="1">
                  <a:solidFill>
                    <a:schemeClr val="tx1"/>
                  </a:solidFill>
                  <a:latin typeface="SamsungOne-400" panose="020B0503030303020204" pitchFamily="34" charset="0"/>
                  <a:ea typeface="SamsungOne-400" panose="020B0503030303020204" pitchFamily="34" charset="0"/>
                </a:rPr>
                <a:t>Tệp</a:t>
              </a:r>
              <a:r>
                <a:rPr lang="en-US" altLang="ko-KR" sz="1000" dirty="0">
                  <a:solidFill>
                    <a:schemeClr val="tx1"/>
                  </a:solidFill>
                  <a:latin typeface="SamsungOne-400" panose="020B0503030303020204" pitchFamily="34" charset="0"/>
                  <a:ea typeface="SamsungOne-400" panose="020B0503030303020204" pitchFamily="34" charset="0"/>
                </a:rPr>
                <a:t> </a:t>
              </a:r>
              <a:r>
                <a:rPr lang="en-US" altLang="ko-KR" sz="1000" dirty="0" err="1">
                  <a:solidFill>
                    <a:schemeClr val="tx1"/>
                  </a:solidFill>
                  <a:latin typeface="SamsungOne-400" panose="020B0503030303020204" pitchFamily="34" charset="0"/>
                  <a:ea typeface="SamsungOne-400" panose="020B0503030303020204" pitchFamily="34" charset="0"/>
                </a:rPr>
                <a:t>trực</a:t>
              </a:r>
              <a:r>
                <a:rPr lang="en-US" altLang="ko-KR" sz="1000" dirty="0">
                  <a:solidFill>
                    <a:schemeClr val="tx1"/>
                  </a:solidFill>
                  <a:latin typeface="SamsungOne-400" panose="020B0503030303020204" pitchFamily="34" charset="0"/>
                  <a:ea typeface="SamsungOne-400" panose="020B0503030303020204" pitchFamily="34" charset="0"/>
                </a:rPr>
                <a:t> </a:t>
              </a:r>
              <a:r>
                <a:rPr lang="en-US" altLang="ko-KR" sz="1000" dirty="0" err="1">
                  <a:solidFill>
                    <a:schemeClr val="tx1"/>
                  </a:solidFill>
                  <a:latin typeface="SamsungOne-400" panose="020B0503030303020204" pitchFamily="34" charset="0"/>
                  <a:ea typeface="SamsungOne-400" panose="020B0503030303020204" pitchFamily="34" charset="0"/>
                </a:rPr>
                <a:t>tiếp</a:t>
              </a:r>
              <a:endParaRPr lang="en-US" altLang="ko-KR" sz="1000" dirty="0">
                <a:solidFill>
                  <a:schemeClr val="tx1"/>
                </a:solidFill>
                <a:latin typeface="SamsungOne-400" panose="020B0503030303020204" pitchFamily="34" charset="0"/>
                <a:ea typeface="SamsungOne-400" panose="020B0503030303020204" pitchFamily="34" charset="0"/>
              </a:endParaRPr>
            </a:p>
          </p:txBody>
        </p:sp>
        <p:grpSp>
          <p:nvGrpSpPr>
            <p:cNvPr id="179" name="그룹 178">
              <a:extLst>
                <a:ext uri="{FF2B5EF4-FFF2-40B4-BE49-F238E27FC236}">
                  <a16:creationId xmlns:a16="http://schemas.microsoft.com/office/drawing/2014/main" id="{AC3C6DC1-E538-47F8-99B0-453252735FA6}"/>
                </a:ext>
              </a:extLst>
            </p:cNvPr>
            <p:cNvGrpSpPr/>
            <p:nvPr/>
          </p:nvGrpSpPr>
          <p:grpSpPr>
            <a:xfrm>
              <a:off x="6394900" y="3396909"/>
              <a:ext cx="1572358" cy="693302"/>
              <a:chOff x="4159323" y="2267496"/>
              <a:chExt cx="1123683" cy="807809"/>
            </a:xfrm>
            <a:solidFill>
              <a:srgbClr val="FFF2CC"/>
            </a:solidFill>
          </p:grpSpPr>
          <p:sp>
            <p:nvSpPr>
              <p:cNvPr id="180" name="모서리가 둥근 직사각형 4">
                <a:extLst>
                  <a:ext uri="{FF2B5EF4-FFF2-40B4-BE49-F238E27FC236}">
                    <a16:creationId xmlns:a16="http://schemas.microsoft.com/office/drawing/2014/main" id="{072B7816-425F-43D3-8729-0351999312FE}"/>
                  </a:ext>
                </a:extLst>
              </p:cNvPr>
              <p:cNvSpPr/>
              <p:nvPr/>
            </p:nvSpPr>
            <p:spPr>
              <a:xfrm>
                <a:off x="4159324" y="2267496"/>
                <a:ext cx="1123682" cy="228613"/>
              </a:xfrm>
              <a:prstGeom prst="roundRect">
                <a:avLst>
                  <a:gd name="adj" fmla="val 0"/>
                </a:avLst>
              </a:prstGeom>
              <a:solidFill>
                <a:schemeClr val="accent5">
                  <a:lumMod val="7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altLang="ko-KR" sz="1000" dirty="0">
                    <a:solidFill>
                      <a:schemeClr val="bg1"/>
                    </a:solidFill>
                    <a:latin typeface="SamsungOne-400" panose="020B0503030303020204" pitchFamily="34" charset="0"/>
                    <a:ea typeface="SamsungOne-400" panose="020B0503030303020204" pitchFamily="34" charset="0"/>
                  </a:rPr>
                  <a:t>List liên kết đơn</a:t>
                </a:r>
                <a:endParaRPr lang="en-US" altLang="ko-KR" sz="1000" dirty="0">
                  <a:solidFill>
                    <a:schemeClr val="bg1"/>
                  </a:solidFill>
                  <a:latin typeface="SamsungOne-400" panose="020B0503030303020204" pitchFamily="34" charset="0"/>
                  <a:ea typeface="SamsungOne-400" panose="020B0503030303020204" pitchFamily="34" charset="0"/>
                </a:endParaRPr>
              </a:p>
            </p:txBody>
          </p:sp>
          <p:sp>
            <p:nvSpPr>
              <p:cNvPr id="181" name="모서리가 둥근 직사각형 29">
                <a:extLst>
                  <a:ext uri="{FF2B5EF4-FFF2-40B4-BE49-F238E27FC236}">
                    <a16:creationId xmlns:a16="http://schemas.microsoft.com/office/drawing/2014/main" id="{68FFAD71-8161-4DB7-9CD6-453A57B4CA1D}"/>
                  </a:ext>
                </a:extLst>
              </p:cNvPr>
              <p:cNvSpPr/>
              <p:nvPr/>
            </p:nvSpPr>
            <p:spPr>
              <a:xfrm>
                <a:off x="4159324" y="2569683"/>
                <a:ext cx="1120977" cy="216024"/>
              </a:xfrm>
              <a:prstGeom prst="roundRect">
                <a:avLst>
                  <a:gd name="adj" fmla="val 0"/>
                </a:avLst>
              </a:prstGeom>
              <a:solidFill>
                <a:schemeClr val="accent5">
                  <a:lumMod val="7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altLang="ko-KR" sz="1000" dirty="0">
                    <a:solidFill>
                      <a:schemeClr val="bg1"/>
                    </a:solidFill>
                    <a:latin typeface="SamsungOne-400" panose="020B0503030303020204" pitchFamily="34" charset="0"/>
                    <a:ea typeface="SamsungOne-400" panose="020B0503030303020204" pitchFamily="34" charset="0"/>
                  </a:rPr>
                  <a:t>List </a:t>
                </a:r>
                <a:r>
                  <a:rPr lang="en-US" altLang="ko-KR" sz="1000" dirty="0" err="1">
                    <a:solidFill>
                      <a:schemeClr val="bg1"/>
                    </a:solidFill>
                    <a:latin typeface="SamsungOne-400" panose="020B0503030303020204" pitchFamily="34" charset="0"/>
                    <a:ea typeface="SamsungOne-400" panose="020B0503030303020204" pitchFamily="34" charset="0"/>
                  </a:rPr>
                  <a:t>liên</a:t>
                </a:r>
                <a:r>
                  <a:rPr lang="en-US" altLang="ko-KR" sz="1000" dirty="0">
                    <a:solidFill>
                      <a:schemeClr val="bg1"/>
                    </a:solidFill>
                    <a:latin typeface="SamsungOne-400" panose="020B0503030303020204" pitchFamily="34" charset="0"/>
                    <a:ea typeface="SamsungOne-400" panose="020B0503030303020204" pitchFamily="34" charset="0"/>
                  </a:rPr>
                  <a:t> </a:t>
                </a:r>
                <a:r>
                  <a:rPr lang="en-US" altLang="ko-KR" sz="1000" dirty="0" err="1">
                    <a:solidFill>
                      <a:schemeClr val="bg1"/>
                    </a:solidFill>
                    <a:latin typeface="SamsungOne-400" panose="020B0503030303020204" pitchFamily="34" charset="0"/>
                    <a:ea typeface="SamsungOne-400" panose="020B0503030303020204" pitchFamily="34" charset="0"/>
                  </a:rPr>
                  <a:t>kết</a:t>
                </a:r>
                <a:r>
                  <a:rPr lang="en-US" altLang="ko-KR" sz="1000" dirty="0">
                    <a:solidFill>
                      <a:schemeClr val="bg1"/>
                    </a:solidFill>
                    <a:latin typeface="SamsungOne-400" panose="020B0503030303020204" pitchFamily="34" charset="0"/>
                    <a:ea typeface="SamsungOne-400" panose="020B0503030303020204" pitchFamily="34" charset="0"/>
                  </a:rPr>
                  <a:t> </a:t>
                </a:r>
                <a:r>
                  <a:rPr lang="en-US" altLang="ko-KR" sz="1000" dirty="0" err="1">
                    <a:solidFill>
                      <a:schemeClr val="bg1"/>
                    </a:solidFill>
                    <a:latin typeface="SamsungOne-400" panose="020B0503030303020204" pitchFamily="34" charset="0"/>
                    <a:ea typeface="SamsungOne-400" panose="020B0503030303020204" pitchFamily="34" charset="0"/>
                  </a:rPr>
                  <a:t>kép</a:t>
                </a:r>
                <a:endParaRPr lang="en-US" altLang="ko-KR" sz="1000" dirty="0">
                  <a:solidFill>
                    <a:schemeClr val="bg1"/>
                  </a:solidFill>
                  <a:latin typeface="SamsungOne-400" panose="020B0503030303020204" pitchFamily="34" charset="0"/>
                  <a:ea typeface="SamsungOne-400" panose="020B0503030303020204" pitchFamily="34" charset="0"/>
                </a:endParaRPr>
              </a:p>
            </p:txBody>
          </p:sp>
          <p:sp>
            <p:nvSpPr>
              <p:cNvPr id="182" name="모서리가 둥근 직사각형 30">
                <a:extLst>
                  <a:ext uri="{FF2B5EF4-FFF2-40B4-BE49-F238E27FC236}">
                    <a16:creationId xmlns:a16="http://schemas.microsoft.com/office/drawing/2014/main" id="{816ADD07-9951-46D0-879A-EAF1CACEE2EB}"/>
                  </a:ext>
                </a:extLst>
              </p:cNvPr>
              <p:cNvSpPr/>
              <p:nvPr/>
            </p:nvSpPr>
            <p:spPr>
              <a:xfrm>
                <a:off x="4159323" y="2859281"/>
                <a:ext cx="1120977" cy="216024"/>
              </a:xfrm>
              <a:prstGeom prst="roundRect">
                <a:avLst>
                  <a:gd name="adj" fmla="val 0"/>
                </a:avLst>
              </a:prstGeom>
              <a:solidFill>
                <a:schemeClr val="accent5">
                  <a:lumMod val="7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altLang="ko-KR" sz="1000" dirty="0">
                    <a:solidFill>
                      <a:schemeClr val="bg1"/>
                    </a:solidFill>
                    <a:latin typeface="SamsungOne-400" panose="020B0503030303020204" pitchFamily="34" charset="0"/>
                    <a:ea typeface="SamsungOne-400" panose="020B0503030303020204" pitchFamily="34" charset="0"/>
                  </a:rPr>
                  <a:t>List </a:t>
                </a:r>
                <a:r>
                  <a:rPr lang="en-US" altLang="ko-KR" sz="1000" dirty="0" err="1">
                    <a:solidFill>
                      <a:schemeClr val="bg1"/>
                    </a:solidFill>
                    <a:latin typeface="SamsungOne-400" panose="020B0503030303020204" pitchFamily="34" charset="0"/>
                    <a:ea typeface="SamsungOne-400" panose="020B0503030303020204" pitchFamily="34" charset="0"/>
                  </a:rPr>
                  <a:t>liên</a:t>
                </a:r>
                <a:r>
                  <a:rPr lang="en-US" altLang="ko-KR" sz="1000" dirty="0">
                    <a:solidFill>
                      <a:schemeClr val="bg1"/>
                    </a:solidFill>
                    <a:latin typeface="SamsungOne-400" panose="020B0503030303020204" pitchFamily="34" charset="0"/>
                    <a:ea typeface="SamsungOne-400" panose="020B0503030303020204" pitchFamily="34" charset="0"/>
                  </a:rPr>
                  <a:t> </a:t>
                </a:r>
                <a:r>
                  <a:rPr lang="en-US" altLang="ko-KR" sz="1000" dirty="0" err="1">
                    <a:solidFill>
                      <a:schemeClr val="bg1"/>
                    </a:solidFill>
                    <a:latin typeface="SamsungOne-400" panose="020B0503030303020204" pitchFamily="34" charset="0"/>
                    <a:ea typeface="SamsungOne-400" panose="020B0503030303020204" pitchFamily="34" charset="0"/>
                  </a:rPr>
                  <a:t>kết</a:t>
                </a:r>
                <a:r>
                  <a:rPr lang="en-US" altLang="ko-KR" sz="1000" dirty="0">
                    <a:solidFill>
                      <a:schemeClr val="bg1"/>
                    </a:solidFill>
                    <a:latin typeface="SamsungOne-400" panose="020B0503030303020204" pitchFamily="34" charset="0"/>
                    <a:ea typeface="SamsungOne-400" panose="020B0503030303020204" pitchFamily="34" charset="0"/>
                  </a:rPr>
                  <a:t> </a:t>
                </a:r>
                <a:r>
                  <a:rPr lang="en-US" altLang="ko-KR" sz="1000" dirty="0" err="1">
                    <a:solidFill>
                      <a:schemeClr val="bg1"/>
                    </a:solidFill>
                    <a:latin typeface="SamsungOne-400" panose="020B0503030303020204" pitchFamily="34" charset="0"/>
                    <a:ea typeface="SamsungOne-400" panose="020B0503030303020204" pitchFamily="34" charset="0"/>
                  </a:rPr>
                  <a:t>vòng</a:t>
                </a:r>
                <a:endParaRPr lang="en-US" altLang="ko-KR" sz="1000" dirty="0">
                  <a:solidFill>
                    <a:schemeClr val="bg1"/>
                  </a:solidFill>
                  <a:latin typeface="SamsungOne-400" panose="020B0503030303020204" pitchFamily="34" charset="0"/>
                  <a:ea typeface="SamsungOne-400" panose="020B0503030303020204" pitchFamily="34" charset="0"/>
                </a:endParaRPr>
              </a:p>
            </p:txBody>
          </p:sp>
        </p:grpSp>
        <p:cxnSp>
          <p:nvCxnSpPr>
            <p:cNvPr id="191" name="꺾인 연결선 8">
              <a:extLst>
                <a:ext uri="{FF2B5EF4-FFF2-40B4-BE49-F238E27FC236}">
                  <a16:creationId xmlns:a16="http://schemas.microsoft.com/office/drawing/2014/main" id="{C6B49554-CB1D-47BB-A6FE-EDA1054A0BA7}"/>
                </a:ext>
              </a:extLst>
            </p:cNvPr>
            <p:cNvCxnSpPr>
              <a:cxnSpLocks/>
              <a:stCxn id="4" idx="3"/>
              <a:endCxn id="19" idx="1"/>
            </p:cNvCxnSpPr>
            <p:nvPr/>
          </p:nvCxnSpPr>
          <p:spPr>
            <a:xfrm>
              <a:off x="1802578" y="4257092"/>
              <a:ext cx="814785" cy="1493306"/>
            </a:xfrm>
            <a:prstGeom prst="bentConnector3">
              <a:avLst>
                <a:gd name="adj1" fmla="val 50000"/>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직선 연결선 196">
              <a:extLst>
                <a:ext uri="{FF2B5EF4-FFF2-40B4-BE49-F238E27FC236}">
                  <a16:creationId xmlns:a16="http://schemas.microsoft.com/office/drawing/2014/main" id="{57229652-CA36-4905-A77B-1D608150AD98}"/>
                </a:ext>
              </a:extLst>
            </p:cNvPr>
            <p:cNvCxnSpPr>
              <a:cxnSpLocks/>
              <a:endCxn id="17" idx="1"/>
            </p:cNvCxnSpPr>
            <p:nvPr/>
          </p:nvCxnSpPr>
          <p:spPr>
            <a:xfrm>
              <a:off x="2209970" y="3752503"/>
              <a:ext cx="407393" cy="0"/>
            </a:xfrm>
            <a:prstGeom prst="line">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D3DFF509-B3CF-4EB9-B699-E520B1061A95}"/>
                </a:ext>
              </a:extLst>
            </p:cNvPr>
            <p:cNvCxnSpPr>
              <a:cxnSpLocks/>
            </p:cNvCxnSpPr>
            <p:nvPr/>
          </p:nvCxnSpPr>
          <p:spPr>
            <a:xfrm>
              <a:off x="2209969" y="4970577"/>
              <a:ext cx="407393" cy="0"/>
            </a:xfrm>
            <a:prstGeom prst="line">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꺾인 연결선 8">
              <a:extLst>
                <a:ext uri="{FF2B5EF4-FFF2-40B4-BE49-F238E27FC236}">
                  <a16:creationId xmlns:a16="http://schemas.microsoft.com/office/drawing/2014/main" id="{31630585-C56A-4498-8A1C-5B3403916728}"/>
                </a:ext>
              </a:extLst>
            </p:cNvPr>
            <p:cNvCxnSpPr>
              <a:cxnSpLocks/>
              <a:stCxn id="16" idx="3"/>
              <a:endCxn id="5" idx="1"/>
            </p:cNvCxnSpPr>
            <p:nvPr/>
          </p:nvCxnSpPr>
          <p:spPr>
            <a:xfrm flipV="1">
              <a:off x="3588590" y="2421622"/>
              <a:ext cx="805315" cy="358016"/>
            </a:xfrm>
            <a:prstGeom prst="bentConnector3">
              <a:avLst>
                <a:gd name="adj1" fmla="val 50000"/>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꺾인 연결선 8">
              <a:extLst>
                <a:ext uri="{FF2B5EF4-FFF2-40B4-BE49-F238E27FC236}">
                  <a16:creationId xmlns:a16="http://schemas.microsoft.com/office/drawing/2014/main" id="{0A120CFC-FEE0-4513-B55E-77E2E2E59EDC}"/>
                </a:ext>
              </a:extLst>
            </p:cNvPr>
            <p:cNvCxnSpPr>
              <a:cxnSpLocks/>
              <a:stCxn id="16" idx="3"/>
              <a:endCxn id="32" idx="1"/>
            </p:cNvCxnSpPr>
            <p:nvPr/>
          </p:nvCxnSpPr>
          <p:spPr>
            <a:xfrm>
              <a:off x="3588590" y="2779638"/>
              <a:ext cx="805315" cy="371637"/>
            </a:xfrm>
            <a:prstGeom prst="bentConnector3">
              <a:avLst>
                <a:gd name="adj1" fmla="val 50000"/>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35A87789-40F0-4C35-A28F-14E04E31C587}"/>
                </a:ext>
              </a:extLst>
            </p:cNvPr>
            <p:cNvCxnSpPr>
              <a:cxnSpLocks/>
            </p:cNvCxnSpPr>
            <p:nvPr/>
          </p:nvCxnSpPr>
          <p:spPr>
            <a:xfrm>
              <a:off x="3986512" y="2659007"/>
              <a:ext cx="407393" cy="0"/>
            </a:xfrm>
            <a:prstGeom prst="line">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9F092F87-02D4-4DAB-A622-01BD7DD98414}"/>
                </a:ext>
              </a:extLst>
            </p:cNvPr>
            <p:cNvCxnSpPr>
              <a:cxnSpLocks/>
            </p:cNvCxnSpPr>
            <p:nvPr/>
          </p:nvCxnSpPr>
          <p:spPr>
            <a:xfrm>
              <a:off x="3986512" y="2903457"/>
              <a:ext cx="407393" cy="0"/>
            </a:xfrm>
            <a:prstGeom prst="line">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꺾인 연결선 8">
              <a:extLst>
                <a:ext uri="{FF2B5EF4-FFF2-40B4-BE49-F238E27FC236}">
                  <a16:creationId xmlns:a16="http://schemas.microsoft.com/office/drawing/2014/main" id="{9AA00410-BFBE-4708-AFAA-5268BA06C847}"/>
                </a:ext>
              </a:extLst>
            </p:cNvPr>
            <p:cNvCxnSpPr>
              <a:cxnSpLocks/>
              <a:stCxn id="17" idx="3"/>
              <a:endCxn id="164" idx="1"/>
            </p:cNvCxnSpPr>
            <p:nvPr/>
          </p:nvCxnSpPr>
          <p:spPr>
            <a:xfrm flipV="1">
              <a:off x="3588590" y="3498598"/>
              <a:ext cx="805315" cy="253905"/>
            </a:xfrm>
            <a:prstGeom prst="bentConnector3">
              <a:avLst>
                <a:gd name="adj1" fmla="val 50000"/>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꺾인 연결선 8">
              <a:extLst>
                <a:ext uri="{FF2B5EF4-FFF2-40B4-BE49-F238E27FC236}">
                  <a16:creationId xmlns:a16="http://schemas.microsoft.com/office/drawing/2014/main" id="{F3E892B2-6D12-41A1-A080-6D8280D70E62}"/>
                </a:ext>
              </a:extLst>
            </p:cNvPr>
            <p:cNvCxnSpPr>
              <a:cxnSpLocks/>
              <a:stCxn id="17" idx="3"/>
              <a:endCxn id="169" idx="1"/>
            </p:cNvCxnSpPr>
            <p:nvPr/>
          </p:nvCxnSpPr>
          <p:spPr>
            <a:xfrm>
              <a:off x="3588590" y="3752503"/>
              <a:ext cx="805315" cy="724717"/>
            </a:xfrm>
            <a:prstGeom prst="bentConnector3">
              <a:avLst>
                <a:gd name="adj1" fmla="val 50000"/>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28324C16-A466-4D9E-BD6A-6ADAC17F50A0}"/>
                </a:ext>
              </a:extLst>
            </p:cNvPr>
            <p:cNvCxnSpPr>
              <a:cxnSpLocks/>
            </p:cNvCxnSpPr>
            <p:nvPr/>
          </p:nvCxnSpPr>
          <p:spPr>
            <a:xfrm>
              <a:off x="3992862" y="3746737"/>
              <a:ext cx="407393" cy="0"/>
            </a:xfrm>
            <a:prstGeom prst="line">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E7EDD03-299B-4AD0-AF82-A7AF24C9AADB}"/>
                </a:ext>
              </a:extLst>
            </p:cNvPr>
            <p:cNvCxnSpPr>
              <a:cxnSpLocks/>
            </p:cNvCxnSpPr>
            <p:nvPr/>
          </p:nvCxnSpPr>
          <p:spPr>
            <a:xfrm>
              <a:off x="3993818" y="3996320"/>
              <a:ext cx="407393" cy="0"/>
            </a:xfrm>
            <a:prstGeom prst="line">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CE495BA1-7BC4-44D9-B25C-701BE1F9E331}"/>
                </a:ext>
              </a:extLst>
            </p:cNvPr>
            <p:cNvCxnSpPr>
              <a:cxnSpLocks/>
            </p:cNvCxnSpPr>
            <p:nvPr/>
          </p:nvCxnSpPr>
          <p:spPr>
            <a:xfrm>
              <a:off x="3993817" y="4247812"/>
              <a:ext cx="407393" cy="0"/>
            </a:xfrm>
            <a:prstGeom prst="line">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꺾인 연결선 8">
              <a:extLst>
                <a:ext uri="{FF2B5EF4-FFF2-40B4-BE49-F238E27FC236}">
                  <a16:creationId xmlns:a16="http://schemas.microsoft.com/office/drawing/2014/main" id="{F0C9D28D-38BF-4589-AE22-30AC5207159C}"/>
                </a:ext>
              </a:extLst>
            </p:cNvPr>
            <p:cNvCxnSpPr>
              <a:cxnSpLocks/>
              <a:stCxn id="18" idx="3"/>
              <a:endCxn id="171" idx="1"/>
            </p:cNvCxnSpPr>
            <p:nvPr/>
          </p:nvCxnSpPr>
          <p:spPr>
            <a:xfrm flipV="1">
              <a:off x="3588590" y="4853620"/>
              <a:ext cx="805315" cy="117207"/>
            </a:xfrm>
            <a:prstGeom prst="bentConnector3">
              <a:avLst>
                <a:gd name="adj1" fmla="val 50000"/>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꺾인 연결선 8">
              <a:extLst>
                <a:ext uri="{FF2B5EF4-FFF2-40B4-BE49-F238E27FC236}">
                  <a16:creationId xmlns:a16="http://schemas.microsoft.com/office/drawing/2014/main" id="{A35626F1-CA5A-4355-975B-9F114B87F45D}"/>
                </a:ext>
              </a:extLst>
            </p:cNvPr>
            <p:cNvCxnSpPr>
              <a:cxnSpLocks/>
              <a:stCxn id="18" idx="3"/>
              <a:endCxn id="172" idx="1"/>
            </p:cNvCxnSpPr>
            <p:nvPr/>
          </p:nvCxnSpPr>
          <p:spPr>
            <a:xfrm>
              <a:off x="3588590" y="4970827"/>
              <a:ext cx="805315" cy="136691"/>
            </a:xfrm>
            <a:prstGeom prst="bentConnector3">
              <a:avLst>
                <a:gd name="adj1" fmla="val 50000"/>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꺾인 연결선 8">
              <a:extLst>
                <a:ext uri="{FF2B5EF4-FFF2-40B4-BE49-F238E27FC236}">
                  <a16:creationId xmlns:a16="http://schemas.microsoft.com/office/drawing/2014/main" id="{A66854E3-3689-45B2-8861-53F41A1E8C33}"/>
                </a:ext>
              </a:extLst>
            </p:cNvPr>
            <p:cNvCxnSpPr>
              <a:cxnSpLocks/>
              <a:stCxn id="19" idx="3"/>
              <a:endCxn id="175" idx="1"/>
            </p:cNvCxnSpPr>
            <p:nvPr/>
          </p:nvCxnSpPr>
          <p:spPr>
            <a:xfrm flipV="1">
              <a:off x="3588590" y="5503621"/>
              <a:ext cx="805315" cy="246777"/>
            </a:xfrm>
            <a:prstGeom prst="bentConnector3">
              <a:avLst>
                <a:gd name="adj1" fmla="val 50000"/>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꺾인 연결선 8">
              <a:extLst>
                <a:ext uri="{FF2B5EF4-FFF2-40B4-BE49-F238E27FC236}">
                  <a16:creationId xmlns:a16="http://schemas.microsoft.com/office/drawing/2014/main" id="{8990900F-6AA0-4A70-9B3C-351CE7397511}"/>
                </a:ext>
              </a:extLst>
            </p:cNvPr>
            <p:cNvCxnSpPr>
              <a:cxnSpLocks/>
              <a:stCxn id="19" idx="3"/>
              <a:endCxn id="177" idx="1"/>
            </p:cNvCxnSpPr>
            <p:nvPr/>
          </p:nvCxnSpPr>
          <p:spPr>
            <a:xfrm>
              <a:off x="3588590" y="5750398"/>
              <a:ext cx="805315" cy="255987"/>
            </a:xfrm>
            <a:prstGeom prst="bentConnector3">
              <a:avLst>
                <a:gd name="adj1" fmla="val 50000"/>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F6671C12-3805-4A46-925E-7FEB69416DDD}"/>
                </a:ext>
              </a:extLst>
            </p:cNvPr>
            <p:cNvCxnSpPr>
              <a:cxnSpLocks/>
            </p:cNvCxnSpPr>
            <p:nvPr/>
          </p:nvCxnSpPr>
          <p:spPr>
            <a:xfrm>
              <a:off x="3992862" y="5747696"/>
              <a:ext cx="407393" cy="0"/>
            </a:xfrm>
            <a:prstGeom prst="line">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꺾인 연결선 8">
              <a:extLst>
                <a:ext uri="{FF2B5EF4-FFF2-40B4-BE49-F238E27FC236}">
                  <a16:creationId xmlns:a16="http://schemas.microsoft.com/office/drawing/2014/main" id="{46105693-E7D1-44BA-B3CE-D904955EC3A9}"/>
                </a:ext>
              </a:extLst>
            </p:cNvPr>
            <p:cNvCxnSpPr>
              <a:cxnSpLocks/>
              <a:stCxn id="165" idx="3"/>
              <a:endCxn id="180" idx="1"/>
            </p:cNvCxnSpPr>
            <p:nvPr/>
          </p:nvCxnSpPr>
          <p:spPr>
            <a:xfrm flipV="1">
              <a:off x="5799903" y="3495013"/>
              <a:ext cx="594998" cy="257362"/>
            </a:xfrm>
            <a:prstGeom prst="bentConnector3">
              <a:avLst>
                <a:gd name="adj1" fmla="val 50000"/>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꺾인 연결선 8">
              <a:extLst>
                <a:ext uri="{FF2B5EF4-FFF2-40B4-BE49-F238E27FC236}">
                  <a16:creationId xmlns:a16="http://schemas.microsoft.com/office/drawing/2014/main" id="{7C3F033B-7FC2-4212-B8AA-7DD6C55B6E55}"/>
                </a:ext>
              </a:extLst>
            </p:cNvPr>
            <p:cNvCxnSpPr>
              <a:cxnSpLocks/>
              <a:stCxn id="165" idx="3"/>
              <a:endCxn id="182" idx="1"/>
            </p:cNvCxnSpPr>
            <p:nvPr/>
          </p:nvCxnSpPr>
          <p:spPr>
            <a:xfrm>
              <a:off x="5799903" y="3752375"/>
              <a:ext cx="594997" cy="245135"/>
            </a:xfrm>
            <a:prstGeom prst="bentConnector3">
              <a:avLst>
                <a:gd name="adj1" fmla="val 50000"/>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54" name="직선 연결선 253">
              <a:extLst>
                <a:ext uri="{FF2B5EF4-FFF2-40B4-BE49-F238E27FC236}">
                  <a16:creationId xmlns:a16="http://schemas.microsoft.com/office/drawing/2014/main" id="{58C31474-26D1-4A70-9D92-5BAECC1C9E9B}"/>
                </a:ext>
              </a:extLst>
            </p:cNvPr>
            <p:cNvCxnSpPr>
              <a:cxnSpLocks/>
            </p:cNvCxnSpPr>
            <p:nvPr/>
          </p:nvCxnSpPr>
          <p:spPr>
            <a:xfrm>
              <a:off x="5984179" y="3752375"/>
              <a:ext cx="407393" cy="0"/>
            </a:xfrm>
            <a:prstGeom prst="line">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grpSp>
          <p:nvGrpSpPr>
            <p:cNvPr id="270" name="그룹 269">
              <a:extLst>
                <a:ext uri="{FF2B5EF4-FFF2-40B4-BE49-F238E27FC236}">
                  <a16:creationId xmlns:a16="http://schemas.microsoft.com/office/drawing/2014/main" id="{E1B65ECB-EAC3-40E2-BA72-707B3ECD5C09}"/>
                </a:ext>
              </a:extLst>
            </p:cNvPr>
            <p:cNvGrpSpPr/>
            <p:nvPr/>
          </p:nvGrpSpPr>
          <p:grpSpPr>
            <a:xfrm>
              <a:off x="5799903" y="4505838"/>
              <a:ext cx="2160240" cy="441156"/>
              <a:chOff x="5799903" y="4505838"/>
              <a:chExt cx="2160240" cy="441156"/>
            </a:xfrm>
          </p:grpSpPr>
          <p:sp>
            <p:nvSpPr>
              <p:cNvPr id="183" name="모서리가 둥근 직사각형 4">
                <a:extLst>
                  <a:ext uri="{FF2B5EF4-FFF2-40B4-BE49-F238E27FC236}">
                    <a16:creationId xmlns:a16="http://schemas.microsoft.com/office/drawing/2014/main" id="{986E27B2-7BF1-42CA-AA9D-396356CDDD52}"/>
                  </a:ext>
                </a:extLst>
              </p:cNvPr>
              <p:cNvSpPr/>
              <p:nvPr/>
            </p:nvSpPr>
            <p:spPr>
              <a:xfrm>
                <a:off x="6391572" y="4505838"/>
                <a:ext cx="1568571" cy="190619"/>
              </a:xfrm>
              <a:prstGeom prst="roundRect">
                <a:avLst>
                  <a:gd name="adj" fmla="val 0"/>
                </a:avLst>
              </a:prstGeom>
              <a:solidFill>
                <a:srgbClr val="CCCC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err="1">
                    <a:solidFill>
                      <a:schemeClr val="tx1"/>
                    </a:solidFill>
                    <a:latin typeface="SamsungOne-400" panose="020B0503030303020204" pitchFamily="34" charset="0"/>
                    <a:ea typeface="SamsungOne-400" panose="020B0503030303020204" pitchFamily="34" charset="0"/>
                  </a:rPr>
                  <a:t>Cây</a:t>
                </a:r>
                <a:r>
                  <a:rPr lang="en-US" altLang="ko-KR" sz="1000" dirty="0">
                    <a:solidFill>
                      <a:schemeClr val="tx1"/>
                    </a:solidFill>
                    <a:latin typeface="SamsungOne-400" panose="020B0503030303020204" pitchFamily="34" charset="0"/>
                    <a:ea typeface="SamsungOne-400" panose="020B0503030303020204" pitchFamily="34" charset="0"/>
                  </a:rPr>
                  <a:t> </a:t>
                </a:r>
                <a:r>
                  <a:rPr lang="en-US" altLang="ko-KR" sz="1000" dirty="0" err="1">
                    <a:solidFill>
                      <a:schemeClr val="tx1"/>
                    </a:solidFill>
                    <a:latin typeface="SamsungOne-400" panose="020B0503030303020204" pitchFamily="34" charset="0"/>
                    <a:ea typeface="SamsungOne-400" panose="020B0503030303020204" pitchFamily="34" charset="0"/>
                  </a:rPr>
                  <a:t>tổng</a:t>
                </a:r>
                <a:r>
                  <a:rPr lang="en-US" altLang="ko-KR" sz="1000" dirty="0">
                    <a:solidFill>
                      <a:schemeClr val="tx1"/>
                    </a:solidFill>
                    <a:latin typeface="SamsungOne-400" panose="020B0503030303020204" pitchFamily="34" charset="0"/>
                    <a:ea typeface="SamsungOne-400" panose="020B0503030303020204" pitchFamily="34" charset="0"/>
                  </a:rPr>
                  <a:t> </a:t>
                </a:r>
                <a:r>
                  <a:rPr lang="en-US" altLang="ko-KR" sz="1000" dirty="0" err="1">
                    <a:solidFill>
                      <a:schemeClr val="tx1"/>
                    </a:solidFill>
                    <a:latin typeface="SamsungOne-400" panose="020B0503030303020204" pitchFamily="34" charset="0"/>
                    <a:ea typeface="SamsungOne-400" panose="020B0503030303020204" pitchFamily="34" charset="0"/>
                  </a:rPr>
                  <a:t>hợp</a:t>
                </a:r>
                <a:endParaRPr lang="en-US" altLang="ko-KR" sz="1000" dirty="0">
                  <a:solidFill>
                    <a:schemeClr val="tx1"/>
                  </a:solidFill>
                  <a:latin typeface="SamsungOne-400" panose="020B0503030303020204" pitchFamily="34" charset="0"/>
                  <a:ea typeface="SamsungOne-400" panose="020B0503030303020204" pitchFamily="34" charset="0"/>
                </a:endParaRPr>
              </a:p>
            </p:txBody>
          </p:sp>
          <p:sp>
            <p:nvSpPr>
              <p:cNvPr id="184" name="모서리가 둥근 직사각형 4">
                <a:extLst>
                  <a:ext uri="{FF2B5EF4-FFF2-40B4-BE49-F238E27FC236}">
                    <a16:creationId xmlns:a16="http://schemas.microsoft.com/office/drawing/2014/main" id="{5340EC56-E274-42C5-BD04-2E60D743DF89}"/>
                  </a:ext>
                </a:extLst>
              </p:cNvPr>
              <p:cNvSpPr/>
              <p:nvPr/>
            </p:nvSpPr>
            <p:spPr>
              <a:xfrm>
                <a:off x="6391572" y="4756375"/>
                <a:ext cx="1568571" cy="190619"/>
              </a:xfrm>
              <a:prstGeom prst="roundRect">
                <a:avLst>
                  <a:gd name="adj" fmla="val 0"/>
                </a:avLst>
              </a:prstGeom>
              <a:solidFill>
                <a:srgbClr val="CCCC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err="1">
                    <a:solidFill>
                      <a:schemeClr val="tx1"/>
                    </a:solidFill>
                    <a:latin typeface="SamsungOne-400" panose="020B0503030303020204" pitchFamily="34" charset="0"/>
                    <a:ea typeface="SamsungOne-400" panose="020B0503030303020204" pitchFamily="34" charset="0"/>
                  </a:rPr>
                  <a:t>Cây</a:t>
                </a:r>
                <a:r>
                  <a:rPr lang="en-US" altLang="ko-KR" sz="1000" dirty="0">
                    <a:solidFill>
                      <a:schemeClr val="tx1"/>
                    </a:solidFill>
                    <a:latin typeface="SamsungOne-400" panose="020B0503030303020204" pitchFamily="34" charset="0"/>
                    <a:ea typeface="SamsungOne-400" panose="020B0503030303020204" pitchFamily="34" charset="0"/>
                  </a:rPr>
                  <a:t> </a:t>
                </a:r>
                <a:r>
                  <a:rPr lang="en-US" altLang="ko-KR" sz="1000" dirty="0" err="1">
                    <a:solidFill>
                      <a:schemeClr val="tx1"/>
                    </a:solidFill>
                    <a:latin typeface="SamsungOne-400" panose="020B0503030303020204" pitchFamily="34" charset="0"/>
                    <a:ea typeface="SamsungOne-400" panose="020B0503030303020204" pitchFamily="34" charset="0"/>
                  </a:rPr>
                  <a:t>nhị</a:t>
                </a:r>
                <a:r>
                  <a:rPr lang="en-US" altLang="ko-KR" sz="1000" dirty="0">
                    <a:solidFill>
                      <a:schemeClr val="tx1"/>
                    </a:solidFill>
                    <a:latin typeface="SamsungOne-400" panose="020B0503030303020204" pitchFamily="34" charset="0"/>
                    <a:ea typeface="SamsungOne-400" panose="020B0503030303020204" pitchFamily="34" charset="0"/>
                  </a:rPr>
                  <a:t> </a:t>
                </a:r>
                <a:r>
                  <a:rPr lang="en-US" altLang="ko-KR" sz="1000" dirty="0" err="1">
                    <a:solidFill>
                      <a:schemeClr val="tx1"/>
                    </a:solidFill>
                    <a:latin typeface="SamsungOne-400" panose="020B0503030303020204" pitchFamily="34" charset="0"/>
                    <a:ea typeface="SamsungOne-400" panose="020B0503030303020204" pitchFamily="34" charset="0"/>
                  </a:rPr>
                  <a:t>phân</a:t>
                </a:r>
                <a:endParaRPr lang="en-US" altLang="ko-KR" sz="1000" dirty="0">
                  <a:solidFill>
                    <a:schemeClr val="tx1"/>
                  </a:solidFill>
                  <a:latin typeface="SamsungOne-400" panose="020B0503030303020204" pitchFamily="34" charset="0"/>
                  <a:ea typeface="SamsungOne-400" panose="020B0503030303020204" pitchFamily="34" charset="0"/>
                </a:endParaRPr>
              </a:p>
            </p:txBody>
          </p:sp>
          <p:cxnSp>
            <p:nvCxnSpPr>
              <p:cNvPr id="255" name="꺾인 연결선 8">
                <a:extLst>
                  <a:ext uri="{FF2B5EF4-FFF2-40B4-BE49-F238E27FC236}">
                    <a16:creationId xmlns:a16="http://schemas.microsoft.com/office/drawing/2014/main" id="{BABB8E79-1244-4768-A9B5-2F8444589B98}"/>
                  </a:ext>
                </a:extLst>
              </p:cNvPr>
              <p:cNvCxnSpPr>
                <a:cxnSpLocks/>
                <a:stCxn id="171" idx="3"/>
                <a:endCxn id="183" idx="1"/>
              </p:cNvCxnSpPr>
              <p:nvPr/>
            </p:nvCxnSpPr>
            <p:spPr>
              <a:xfrm flipV="1">
                <a:off x="5799903" y="4601148"/>
                <a:ext cx="591669" cy="252472"/>
              </a:xfrm>
              <a:prstGeom prst="bentConnector3">
                <a:avLst>
                  <a:gd name="adj1" fmla="val 50000"/>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64" name="직선 연결선 263">
                <a:extLst>
                  <a:ext uri="{FF2B5EF4-FFF2-40B4-BE49-F238E27FC236}">
                    <a16:creationId xmlns:a16="http://schemas.microsoft.com/office/drawing/2014/main" id="{BFAF93D5-886B-4E10-8751-C8C46202C8B2}"/>
                  </a:ext>
                </a:extLst>
              </p:cNvPr>
              <p:cNvCxnSpPr>
                <a:cxnSpLocks/>
                <a:endCxn id="184" idx="1"/>
              </p:cNvCxnSpPr>
              <p:nvPr/>
            </p:nvCxnSpPr>
            <p:spPr>
              <a:xfrm>
                <a:off x="6038710" y="4851209"/>
                <a:ext cx="352862" cy="476"/>
              </a:xfrm>
              <a:prstGeom prst="line">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71" name="그룹 270">
              <a:extLst>
                <a:ext uri="{FF2B5EF4-FFF2-40B4-BE49-F238E27FC236}">
                  <a16:creationId xmlns:a16="http://schemas.microsoft.com/office/drawing/2014/main" id="{83296263-C825-483F-82FF-E8296F946585}"/>
                </a:ext>
              </a:extLst>
            </p:cNvPr>
            <p:cNvGrpSpPr/>
            <p:nvPr/>
          </p:nvGrpSpPr>
          <p:grpSpPr>
            <a:xfrm>
              <a:off x="5685848" y="5004923"/>
              <a:ext cx="2274295" cy="437329"/>
              <a:chOff x="5685848" y="5004923"/>
              <a:chExt cx="2274295" cy="437329"/>
            </a:xfrm>
          </p:grpSpPr>
          <p:sp>
            <p:nvSpPr>
              <p:cNvPr id="185" name="모서리가 둥근 직사각형 4">
                <a:extLst>
                  <a:ext uri="{FF2B5EF4-FFF2-40B4-BE49-F238E27FC236}">
                    <a16:creationId xmlns:a16="http://schemas.microsoft.com/office/drawing/2014/main" id="{DC166370-3A4B-4CA3-B8B0-555C33A676BF}"/>
                  </a:ext>
                </a:extLst>
              </p:cNvPr>
              <p:cNvSpPr/>
              <p:nvPr/>
            </p:nvSpPr>
            <p:spPr>
              <a:xfrm>
                <a:off x="6391572" y="5004923"/>
                <a:ext cx="1568571" cy="190619"/>
              </a:xfrm>
              <a:prstGeom prst="roundRect">
                <a:avLst>
                  <a:gd name="adj" fmla="val 0"/>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err="1">
                    <a:solidFill>
                      <a:schemeClr val="tx1"/>
                    </a:solidFill>
                    <a:latin typeface="SamsungOne-400" panose="020B0503030303020204" pitchFamily="34" charset="0"/>
                    <a:ea typeface="SamsungOne-400" panose="020B0503030303020204" pitchFamily="34" charset="0"/>
                  </a:rPr>
                  <a:t>Cây</a:t>
                </a:r>
                <a:r>
                  <a:rPr lang="en-US" altLang="ko-KR" sz="1000" dirty="0">
                    <a:solidFill>
                      <a:schemeClr val="tx1"/>
                    </a:solidFill>
                    <a:latin typeface="SamsungOne-400" panose="020B0503030303020204" pitchFamily="34" charset="0"/>
                    <a:ea typeface="SamsungOne-400" panose="020B0503030303020204" pitchFamily="34" charset="0"/>
                  </a:rPr>
                  <a:t> </a:t>
                </a:r>
                <a:r>
                  <a:rPr lang="en-US" altLang="ko-KR" sz="1000" dirty="0" err="1">
                    <a:solidFill>
                      <a:schemeClr val="tx1"/>
                    </a:solidFill>
                    <a:latin typeface="SamsungOne-400" panose="020B0503030303020204" pitchFamily="34" charset="0"/>
                    <a:ea typeface="SamsungOne-400" panose="020B0503030303020204" pitchFamily="34" charset="0"/>
                  </a:rPr>
                  <a:t>tổng</a:t>
                </a:r>
                <a:r>
                  <a:rPr lang="en-US" altLang="ko-KR" sz="1000" dirty="0">
                    <a:solidFill>
                      <a:schemeClr val="tx1"/>
                    </a:solidFill>
                    <a:latin typeface="SamsungOne-400" panose="020B0503030303020204" pitchFamily="34" charset="0"/>
                    <a:ea typeface="SamsungOne-400" panose="020B0503030303020204" pitchFamily="34" charset="0"/>
                  </a:rPr>
                  <a:t> </a:t>
                </a:r>
                <a:r>
                  <a:rPr lang="en-US" altLang="ko-KR" sz="1000" dirty="0" err="1">
                    <a:solidFill>
                      <a:schemeClr val="tx1"/>
                    </a:solidFill>
                    <a:latin typeface="SamsungOne-400" panose="020B0503030303020204" pitchFamily="34" charset="0"/>
                    <a:ea typeface="SamsungOne-400" panose="020B0503030303020204" pitchFamily="34" charset="0"/>
                  </a:rPr>
                  <a:t>hợp</a:t>
                </a:r>
                <a:endParaRPr lang="en-US" altLang="ko-KR" sz="1000" dirty="0">
                  <a:solidFill>
                    <a:schemeClr val="tx1"/>
                  </a:solidFill>
                  <a:latin typeface="SamsungOne-400" panose="020B0503030303020204" pitchFamily="34" charset="0"/>
                  <a:ea typeface="SamsungOne-400" panose="020B0503030303020204" pitchFamily="34" charset="0"/>
                </a:endParaRPr>
              </a:p>
            </p:txBody>
          </p:sp>
          <p:sp>
            <p:nvSpPr>
              <p:cNvPr id="186" name="모서리가 둥근 직사각형 4">
                <a:extLst>
                  <a:ext uri="{FF2B5EF4-FFF2-40B4-BE49-F238E27FC236}">
                    <a16:creationId xmlns:a16="http://schemas.microsoft.com/office/drawing/2014/main" id="{DC0B82F0-3B4D-4660-8864-3360E0C56135}"/>
                  </a:ext>
                </a:extLst>
              </p:cNvPr>
              <p:cNvSpPr/>
              <p:nvPr/>
            </p:nvSpPr>
            <p:spPr>
              <a:xfrm>
                <a:off x="6391572" y="5251633"/>
                <a:ext cx="1568571" cy="190619"/>
              </a:xfrm>
              <a:prstGeom prst="roundRect">
                <a:avLst>
                  <a:gd name="adj" fmla="val 0"/>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err="1">
                    <a:solidFill>
                      <a:schemeClr val="tx1"/>
                    </a:solidFill>
                    <a:latin typeface="SamsungOne-400" panose="020B0503030303020204" pitchFamily="34" charset="0"/>
                    <a:ea typeface="SamsungOne-400" panose="020B0503030303020204" pitchFamily="34" charset="0"/>
                  </a:rPr>
                  <a:t>Cây</a:t>
                </a:r>
                <a:r>
                  <a:rPr lang="en-US" altLang="ko-KR" sz="1000" dirty="0">
                    <a:solidFill>
                      <a:schemeClr val="tx1"/>
                    </a:solidFill>
                    <a:latin typeface="SamsungOne-400" panose="020B0503030303020204" pitchFamily="34" charset="0"/>
                    <a:ea typeface="SamsungOne-400" panose="020B0503030303020204" pitchFamily="34" charset="0"/>
                  </a:rPr>
                  <a:t> </a:t>
                </a:r>
                <a:r>
                  <a:rPr lang="en-US" altLang="ko-KR" sz="1000" dirty="0" err="1">
                    <a:solidFill>
                      <a:schemeClr val="tx1"/>
                    </a:solidFill>
                    <a:latin typeface="SamsungOne-400" panose="020B0503030303020204" pitchFamily="34" charset="0"/>
                    <a:ea typeface="SamsungOne-400" panose="020B0503030303020204" pitchFamily="34" charset="0"/>
                  </a:rPr>
                  <a:t>nhị</a:t>
                </a:r>
                <a:r>
                  <a:rPr lang="en-US" altLang="ko-KR" sz="1000" dirty="0">
                    <a:solidFill>
                      <a:schemeClr val="tx1"/>
                    </a:solidFill>
                    <a:latin typeface="SamsungOne-400" panose="020B0503030303020204" pitchFamily="34" charset="0"/>
                    <a:ea typeface="SamsungOne-400" panose="020B0503030303020204" pitchFamily="34" charset="0"/>
                  </a:rPr>
                  <a:t> </a:t>
                </a:r>
                <a:r>
                  <a:rPr lang="en-US" altLang="ko-KR" sz="1000" dirty="0" err="1">
                    <a:solidFill>
                      <a:schemeClr val="tx1"/>
                    </a:solidFill>
                    <a:latin typeface="SamsungOne-400" panose="020B0503030303020204" pitchFamily="34" charset="0"/>
                    <a:ea typeface="SamsungOne-400" panose="020B0503030303020204" pitchFamily="34" charset="0"/>
                  </a:rPr>
                  <a:t>phân</a:t>
                </a:r>
                <a:endParaRPr lang="en-US" altLang="ko-KR" sz="1000" dirty="0">
                  <a:solidFill>
                    <a:schemeClr val="tx1"/>
                  </a:solidFill>
                  <a:latin typeface="SamsungOne-400" panose="020B0503030303020204" pitchFamily="34" charset="0"/>
                  <a:ea typeface="SamsungOne-400" panose="020B0503030303020204" pitchFamily="34" charset="0"/>
                </a:endParaRPr>
              </a:p>
            </p:txBody>
          </p:sp>
          <p:cxnSp>
            <p:nvCxnSpPr>
              <p:cNvPr id="261" name="꺾인 연결선 8">
                <a:extLst>
                  <a:ext uri="{FF2B5EF4-FFF2-40B4-BE49-F238E27FC236}">
                    <a16:creationId xmlns:a16="http://schemas.microsoft.com/office/drawing/2014/main" id="{FC57978A-0086-4BFB-8FBE-078CF867A3A9}"/>
                  </a:ext>
                </a:extLst>
              </p:cNvPr>
              <p:cNvCxnSpPr>
                <a:cxnSpLocks/>
                <a:stCxn id="172" idx="3"/>
                <a:endCxn id="186" idx="1"/>
              </p:cNvCxnSpPr>
              <p:nvPr/>
            </p:nvCxnSpPr>
            <p:spPr>
              <a:xfrm>
                <a:off x="5685848" y="5107518"/>
                <a:ext cx="705724" cy="239425"/>
              </a:xfrm>
              <a:prstGeom prst="bentConnector3">
                <a:avLst>
                  <a:gd name="adj1" fmla="val 50000"/>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66" name="직선 연결선 265">
                <a:extLst>
                  <a:ext uri="{FF2B5EF4-FFF2-40B4-BE49-F238E27FC236}">
                    <a16:creationId xmlns:a16="http://schemas.microsoft.com/office/drawing/2014/main" id="{5DF2B73C-F3BE-4584-A0AD-8B8CA00A4C1C}"/>
                  </a:ext>
                </a:extLst>
              </p:cNvPr>
              <p:cNvCxnSpPr>
                <a:cxnSpLocks/>
              </p:cNvCxnSpPr>
              <p:nvPr/>
            </p:nvCxnSpPr>
            <p:spPr>
              <a:xfrm>
                <a:off x="6038710" y="5104519"/>
                <a:ext cx="352862" cy="476"/>
              </a:xfrm>
              <a:prstGeom prst="line">
                <a:avLst/>
              </a:prstGeom>
              <a:solidFill>
                <a:srgbClr val="ADB9CA"/>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grpSp>
      </p:grpSp>
    </p:spTree>
    <p:extLst>
      <p:ext uri="{BB962C8B-B14F-4D97-AF65-F5344CB8AC3E}">
        <p14:creationId xmlns:p14="http://schemas.microsoft.com/office/powerpoint/2010/main" val="405315820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700808"/>
            <a:ext cx="8632825" cy="27563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Tuy nhiên, ở đây chúng ta chỉ quan tâm đến cấu trúc dữ liệu của ngôn ngữ Python. Nói chung, cấu trúc dữ liệu có thể được chia thành hai loại lớn: cấu trúc dữ liệu nguyên thủy, cấu trúc cho các kiểu dữ liệu cơ bản, và cấu trúc dữ liệu không nguyên thủy, cấu trúc để lưu trữ hiệu quả nhiều dữ liệu với các kiểu dữ liệu cơ bản.</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Cấu trúc dữ liệu không nguyên thủy được sử dụng phổ biến và tiện lợi nhất trong Python là danh sách (list). Điều này là vì kích thước của dữ liệu không cố định và có thể lưu trữ nhiều kiểu dữ liệu khác nhau (số nguyên, ký tự, v.v.).</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Tuy nhiên, ưu điểm này trở nên không phù hợp trong các lĩnh vực học máy và học sâu, nơi yêu cầu xử lý dữ liệu nhanh chóng và độc lập bằng các con số.</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Điều này là vì máy tính phải chuyển đổi các số thập phân mà con người hiểu thành các dạng nhị phân để thực hiện các phép toán nhanh chóng, và sử dụng dữ liệu số giống nhau để truy cập trực tiếp và tính toán mỗi phần tử mà không bị lặp lại.</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Cuối cùng, máy tính chỉ có thể thực hiện phép toán khi các chữ cái/ký tự được chuyển đổi thành các con số.</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1" name="직사각형 10">
            <a:extLst>
              <a:ext uri="{FF2B5EF4-FFF2-40B4-BE49-F238E27FC236}">
                <a16:creationId xmlns:a16="http://schemas.microsoft.com/office/drawing/2014/main" id="{C3AD62BB-4B7B-4717-AF67-03E3060C767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cấu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trúc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(1/2)</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164409179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700808"/>
            <a:ext cx="8632825"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Bù đắp cho những thiếu sót đó là cấu trúc dữ liệu mảng. Tuy nhiên, Python không hỗ trợ trực tiếp mảng, thay vào đó, cấu trúc dữ liệu mảng có thể được sử dụng thông qua thư viện NumPy..</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83" name="그룹 82">
            <a:extLst>
              <a:ext uri="{FF2B5EF4-FFF2-40B4-BE49-F238E27FC236}">
                <a16:creationId xmlns:a16="http://schemas.microsoft.com/office/drawing/2014/main" id="{36468216-0B32-47D7-B427-CF723B47CA9C}"/>
              </a:ext>
            </a:extLst>
          </p:cNvPr>
          <p:cNvGrpSpPr/>
          <p:nvPr/>
        </p:nvGrpSpPr>
        <p:grpSpPr>
          <a:xfrm>
            <a:off x="519087" y="2420888"/>
            <a:ext cx="8716139" cy="3672408"/>
            <a:chOff x="531818" y="2523216"/>
            <a:chExt cx="8716139" cy="3315314"/>
          </a:xfrm>
        </p:grpSpPr>
        <p:sp>
          <p:nvSpPr>
            <p:cNvPr id="10" name="모서리가 둥근 직사각형 9"/>
            <p:cNvSpPr/>
            <p:nvPr/>
          </p:nvSpPr>
          <p:spPr>
            <a:xfrm>
              <a:off x="4189048" y="2523216"/>
              <a:ext cx="1314493" cy="362985"/>
            </a:xfrm>
            <a:prstGeom prst="roundRect">
              <a:avLst>
                <a:gd name="adj" fmla="val 0"/>
              </a:avLst>
            </a:prstGeom>
            <a:solidFill>
              <a:srgbClr val="193EB0"/>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b="1" dirty="0" err="1">
                  <a:solidFill>
                    <a:schemeClr val="bg1"/>
                  </a:solidFill>
                  <a:latin typeface="SamsungOne-400" panose="020B0503030303020204" pitchFamily="34" charset="0"/>
                </a:rPr>
                <a:t>Cấu</a:t>
              </a:r>
              <a:r>
                <a:rPr lang="en-US" altLang="ko-KR" sz="1000" b="1" dirty="0">
                  <a:solidFill>
                    <a:schemeClr val="bg1"/>
                  </a:solidFill>
                  <a:latin typeface="SamsungOne-400" panose="020B0503030303020204" pitchFamily="34" charset="0"/>
                </a:rPr>
                <a:t> </a:t>
              </a:r>
              <a:r>
                <a:rPr lang="en-US" altLang="ko-KR" sz="1000" b="1" dirty="0" err="1">
                  <a:solidFill>
                    <a:schemeClr val="bg1"/>
                  </a:solidFill>
                  <a:latin typeface="SamsungOne-400" panose="020B0503030303020204" pitchFamily="34" charset="0"/>
                </a:rPr>
                <a:t>trúc</a:t>
              </a:r>
              <a:r>
                <a:rPr lang="en-US" altLang="ko-KR" sz="1000" b="1" dirty="0">
                  <a:solidFill>
                    <a:schemeClr val="bg1"/>
                  </a:solidFill>
                  <a:latin typeface="SamsungOne-400" panose="020B0503030303020204" pitchFamily="34" charset="0"/>
                </a:rPr>
                <a:t> </a:t>
              </a:r>
              <a:r>
                <a:rPr lang="en-US" altLang="ko-KR" sz="1000" b="1" dirty="0" err="1">
                  <a:solidFill>
                    <a:schemeClr val="bg1"/>
                  </a:solidFill>
                  <a:latin typeface="SamsungOne-400" panose="020B0503030303020204" pitchFamily="34" charset="0"/>
                </a:rPr>
                <a:t>dữ</a:t>
              </a:r>
              <a:r>
                <a:rPr lang="en-US" altLang="ko-KR" sz="1000" b="1" dirty="0">
                  <a:solidFill>
                    <a:schemeClr val="bg1"/>
                  </a:solidFill>
                  <a:latin typeface="SamsungOne-400" panose="020B0503030303020204" pitchFamily="34" charset="0"/>
                </a:rPr>
                <a:t> </a:t>
              </a:r>
              <a:r>
                <a:rPr lang="en-US" altLang="ko-KR" sz="1000" b="1" dirty="0" err="1">
                  <a:solidFill>
                    <a:schemeClr val="bg1"/>
                  </a:solidFill>
                  <a:latin typeface="SamsungOne-400" panose="020B0503030303020204" pitchFamily="34" charset="0"/>
                </a:rPr>
                <a:t>liệu</a:t>
              </a:r>
              <a:endParaRPr lang="en-US" sz="1000" b="1" dirty="0">
                <a:solidFill>
                  <a:schemeClr val="bg1"/>
                </a:solidFill>
                <a:latin typeface="SamsungOne-400" panose="020B0503030303020204" pitchFamily="34" charset="0"/>
              </a:endParaRPr>
            </a:p>
          </p:txBody>
        </p:sp>
        <p:sp>
          <p:nvSpPr>
            <p:cNvPr id="11" name="모서리가 둥근 직사각형 10"/>
            <p:cNvSpPr/>
            <p:nvPr/>
          </p:nvSpPr>
          <p:spPr>
            <a:xfrm>
              <a:off x="1578252" y="3174233"/>
              <a:ext cx="864095" cy="362985"/>
            </a:xfrm>
            <a:prstGeom prst="roundRect">
              <a:avLst>
                <a:gd name="adj" fmla="val 0"/>
              </a:avLst>
            </a:prstGeom>
            <a:solidFill>
              <a:srgbClr val="193EB0"/>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b="1" dirty="0" err="1">
                  <a:solidFill>
                    <a:schemeClr val="bg1"/>
                  </a:solidFill>
                  <a:latin typeface="SamsungOne-400" panose="020B0503030303020204" pitchFamily="34" charset="0"/>
                </a:rPr>
                <a:t>Nguyên</a:t>
              </a:r>
              <a:r>
                <a:rPr lang="en-US" altLang="ko-KR" sz="1000" b="1" dirty="0">
                  <a:solidFill>
                    <a:schemeClr val="bg1"/>
                  </a:solidFill>
                  <a:latin typeface="SamsungOne-400" panose="020B0503030303020204" pitchFamily="34" charset="0"/>
                </a:rPr>
                <a:t> </a:t>
              </a:r>
              <a:r>
                <a:rPr lang="en-US" altLang="ko-KR" sz="1000" b="1" dirty="0" err="1">
                  <a:solidFill>
                    <a:schemeClr val="bg1"/>
                  </a:solidFill>
                  <a:latin typeface="SamsungOne-400" panose="020B0503030303020204" pitchFamily="34" charset="0"/>
                </a:rPr>
                <a:t>thủy</a:t>
              </a:r>
              <a:endParaRPr lang="en-US" sz="1000" b="1" dirty="0">
                <a:solidFill>
                  <a:schemeClr val="bg1"/>
                </a:solidFill>
                <a:latin typeface="SamsungOne-400" panose="020B0503030303020204" pitchFamily="34" charset="0"/>
              </a:endParaRPr>
            </a:p>
          </p:txBody>
        </p:sp>
        <p:sp>
          <p:nvSpPr>
            <p:cNvPr id="12" name="모서리가 둥근 직사각형 11"/>
            <p:cNvSpPr/>
            <p:nvPr/>
          </p:nvSpPr>
          <p:spPr>
            <a:xfrm>
              <a:off x="6079605" y="3174233"/>
              <a:ext cx="1224136" cy="362985"/>
            </a:xfrm>
            <a:prstGeom prst="roundRect">
              <a:avLst>
                <a:gd name="adj" fmla="val 0"/>
              </a:avLst>
            </a:prstGeom>
            <a:solidFill>
              <a:srgbClr val="193EB0"/>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b="1" dirty="0">
                  <a:solidFill>
                    <a:schemeClr val="bg1"/>
                  </a:solidFill>
                  <a:latin typeface="SamsungOne-400" panose="020B0503030303020204" pitchFamily="34" charset="0"/>
                </a:rPr>
                <a:t>Phi </a:t>
              </a:r>
              <a:r>
                <a:rPr lang="en-US" altLang="ko-KR" sz="1000" b="1" dirty="0" err="1">
                  <a:solidFill>
                    <a:schemeClr val="bg1"/>
                  </a:solidFill>
                  <a:latin typeface="SamsungOne-400" panose="020B0503030303020204" pitchFamily="34" charset="0"/>
                </a:rPr>
                <a:t>nguyên</a:t>
              </a:r>
              <a:r>
                <a:rPr lang="en-US" altLang="ko-KR" sz="1000" b="1" dirty="0">
                  <a:solidFill>
                    <a:schemeClr val="bg1"/>
                  </a:solidFill>
                  <a:latin typeface="SamsungOne-400" panose="020B0503030303020204" pitchFamily="34" charset="0"/>
                </a:rPr>
                <a:t> </a:t>
              </a:r>
              <a:r>
                <a:rPr lang="en-US" altLang="ko-KR" sz="1000" b="1" dirty="0" err="1">
                  <a:solidFill>
                    <a:schemeClr val="bg1"/>
                  </a:solidFill>
                  <a:latin typeface="SamsungOne-400" panose="020B0503030303020204" pitchFamily="34" charset="0"/>
                </a:rPr>
                <a:t>thủy</a:t>
              </a:r>
              <a:endParaRPr lang="en-US" sz="1000" b="1" dirty="0">
                <a:solidFill>
                  <a:schemeClr val="bg1"/>
                </a:solidFill>
                <a:latin typeface="SamsungOne-400" panose="020B0503030303020204" pitchFamily="34" charset="0"/>
              </a:endParaRPr>
            </a:p>
          </p:txBody>
        </p:sp>
        <p:sp>
          <p:nvSpPr>
            <p:cNvPr id="13" name="모서리가 둥근 직사각형 12"/>
            <p:cNvSpPr/>
            <p:nvPr/>
          </p:nvSpPr>
          <p:spPr>
            <a:xfrm>
              <a:off x="531818" y="3822306"/>
              <a:ext cx="707578" cy="288032"/>
            </a:xfrm>
            <a:prstGeom prst="roundRect">
              <a:avLst>
                <a:gd name="adj" fmla="val 0"/>
              </a:avLst>
            </a:prstGeom>
            <a:solidFill>
              <a:schemeClr val="bg1"/>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latin typeface="SamsungOne-400" panose="020B0503030303020204" pitchFamily="34" charset="0"/>
                </a:rPr>
                <a:t>Integer</a:t>
              </a:r>
              <a:endParaRPr lang="en-US" sz="1000" dirty="0">
                <a:solidFill>
                  <a:schemeClr val="tx1"/>
                </a:solidFill>
                <a:latin typeface="SamsungOne-400" panose="020B0503030303020204" pitchFamily="34" charset="0"/>
                <a:ea typeface="SamsungOne-400" panose="020B0503030303020204" pitchFamily="34" charset="0"/>
              </a:endParaRPr>
            </a:p>
          </p:txBody>
        </p:sp>
        <p:sp>
          <p:nvSpPr>
            <p:cNvPr id="14" name="모서리가 둥근 직사각형 13"/>
            <p:cNvSpPr/>
            <p:nvPr/>
          </p:nvSpPr>
          <p:spPr>
            <a:xfrm>
              <a:off x="1271059" y="3822306"/>
              <a:ext cx="707578" cy="288032"/>
            </a:xfrm>
            <a:prstGeom prst="roundRect">
              <a:avLst>
                <a:gd name="adj" fmla="val 0"/>
              </a:avLst>
            </a:prstGeom>
            <a:solidFill>
              <a:schemeClr val="bg1"/>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latin typeface="SamsungOne-400" panose="020B0503030303020204" pitchFamily="34" charset="0"/>
                </a:rPr>
                <a:t>Float</a:t>
              </a:r>
              <a:endParaRPr lang="en-US" sz="1000" dirty="0">
                <a:solidFill>
                  <a:schemeClr val="tx1"/>
                </a:solidFill>
                <a:latin typeface="SamsungOne-400" panose="020B0503030303020204" pitchFamily="34" charset="0"/>
                <a:ea typeface="SamsungOne-400" panose="020B0503030303020204" pitchFamily="34" charset="0"/>
              </a:endParaRPr>
            </a:p>
          </p:txBody>
        </p:sp>
        <p:sp>
          <p:nvSpPr>
            <p:cNvPr id="15" name="모서리가 둥근 직사각형 14"/>
            <p:cNvSpPr/>
            <p:nvPr/>
          </p:nvSpPr>
          <p:spPr>
            <a:xfrm>
              <a:off x="2010300" y="3822306"/>
              <a:ext cx="707578" cy="288032"/>
            </a:xfrm>
            <a:prstGeom prst="roundRect">
              <a:avLst>
                <a:gd name="adj" fmla="val 0"/>
              </a:avLst>
            </a:prstGeom>
            <a:solidFill>
              <a:schemeClr val="bg1"/>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latin typeface="SamsungOne-400" panose="020B0503030303020204" pitchFamily="34" charset="0"/>
                </a:rPr>
                <a:t>String</a:t>
              </a:r>
              <a:endParaRPr lang="en-US" sz="1000" dirty="0">
                <a:solidFill>
                  <a:schemeClr val="tx1"/>
                </a:solidFill>
                <a:latin typeface="SamsungOne-400" panose="020B0503030303020204" pitchFamily="34" charset="0"/>
                <a:ea typeface="SamsungOne-400" panose="020B0503030303020204" pitchFamily="34" charset="0"/>
              </a:endParaRPr>
            </a:p>
          </p:txBody>
        </p:sp>
        <p:sp>
          <p:nvSpPr>
            <p:cNvPr id="16" name="모서리가 둥근 직사각형 15"/>
            <p:cNvSpPr/>
            <p:nvPr/>
          </p:nvSpPr>
          <p:spPr>
            <a:xfrm>
              <a:off x="2753631" y="3822306"/>
              <a:ext cx="805694" cy="288032"/>
            </a:xfrm>
            <a:prstGeom prst="roundRect">
              <a:avLst>
                <a:gd name="adj" fmla="val 0"/>
              </a:avLst>
            </a:prstGeom>
            <a:solidFill>
              <a:schemeClr val="bg1"/>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latin typeface="SamsungOne-400" panose="020B0503030303020204" pitchFamily="34" charset="0"/>
                </a:rPr>
                <a:t>Boolean</a:t>
              </a:r>
              <a:endParaRPr lang="en-US" sz="1000" dirty="0">
                <a:solidFill>
                  <a:schemeClr val="tx1"/>
                </a:solidFill>
                <a:latin typeface="SamsungOne-400" panose="020B0503030303020204" pitchFamily="34" charset="0"/>
                <a:ea typeface="SamsungOne-400" panose="020B0503030303020204" pitchFamily="34" charset="0"/>
              </a:endParaRPr>
            </a:p>
          </p:txBody>
        </p:sp>
        <p:sp>
          <p:nvSpPr>
            <p:cNvPr id="17" name="모서리가 둥근 직사각형 16"/>
            <p:cNvSpPr/>
            <p:nvPr/>
          </p:nvSpPr>
          <p:spPr>
            <a:xfrm>
              <a:off x="3954903" y="3822306"/>
              <a:ext cx="805694" cy="288032"/>
            </a:xfrm>
            <a:prstGeom prst="roundRect">
              <a:avLst>
                <a:gd name="adj" fmla="val 0"/>
              </a:avLst>
            </a:prstGeom>
            <a:solidFill>
              <a:schemeClr val="bg1"/>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latin typeface="SamsungOne-400" panose="020B0503030303020204" pitchFamily="34" charset="0"/>
                </a:rPr>
                <a:t>Dictionary</a:t>
              </a:r>
              <a:endParaRPr lang="en-US" sz="1000" dirty="0">
                <a:solidFill>
                  <a:schemeClr val="tx1"/>
                </a:solidFill>
                <a:latin typeface="SamsungOne-400" panose="020B0503030303020204" pitchFamily="34" charset="0"/>
                <a:ea typeface="SamsungOne-400" panose="020B0503030303020204" pitchFamily="34" charset="0"/>
              </a:endParaRPr>
            </a:p>
          </p:txBody>
        </p:sp>
        <p:sp>
          <p:nvSpPr>
            <p:cNvPr id="18" name="모서리가 둥근 직사각형 17"/>
            <p:cNvSpPr/>
            <p:nvPr/>
          </p:nvSpPr>
          <p:spPr>
            <a:xfrm>
              <a:off x="4852375" y="3822306"/>
              <a:ext cx="805694" cy="288032"/>
            </a:xfrm>
            <a:prstGeom prst="roundRect">
              <a:avLst>
                <a:gd name="adj" fmla="val 0"/>
              </a:avLst>
            </a:prstGeom>
            <a:solidFill>
              <a:schemeClr val="bg1"/>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latin typeface="SamsungOne-400" panose="020B0503030303020204" pitchFamily="34" charset="0"/>
                </a:rPr>
                <a:t>List</a:t>
              </a:r>
              <a:endParaRPr lang="en-US" sz="1000" dirty="0">
                <a:solidFill>
                  <a:schemeClr val="tx1"/>
                </a:solidFill>
                <a:latin typeface="SamsungOne-400" panose="020B0503030303020204" pitchFamily="34" charset="0"/>
                <a:ea typeface="SamsungOne-400" panose="020B0503030303020204" pitchFamily="34" charset="0"/>
              </a:endParaRPr>
            </a:p>
          </p:txBody>
        </p:sp>
        <p:sp>
          <p:nvSpPr>
            <p:cNvPr id="19" name="모서리가 둥근 직사각형 18"/>
            <p:cNvSpPr/>
            <p:nvPr/>
          </p:nvSpPr>
          <p:spPr>
            <a:xfrm>
              <a:off x="5749847" y="3822306"/>
              <a:ext cx="805694" cy="288032"/>
            </a:xfrm>
            <a:prstGeom prst="roundRect">
              <a:avLst>
                <a:gd name="adj" fmla="val 0"/>
              </a:avLst>
            </a:prstGeom>
            <a:solidFill>
              <a:schemeClr val="bg1"/>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latin typeface="SamsungOne-400" panose="020B0503030303020204" pitchFamily="34" charset="0"/>
                  <a:ea typeface="SamsungOne-400" panose="020B0503030303020204" pitchFamily="34" charset="0"/>
                </a:rPr>
                <a:t>Array</a:t>
              </a:r>
            </a:p>
          </p:txBody>
        </p:sp>
        <p:sp>
          <p:nvSpPr>
            <p:cNvPr id="20" name="모서리가 둥근 직사각형 19"/>
            <p:cNvSpPr/>
            <p:nvPr/>
          </p:nvSpPr>
          <p:spPr>
            <a:xfrm>
              <a:off x="6647319" y="3822306"/>
              <a:ext cx="805694" cy="288032"/>
            </a:xfrm>
            <a:prstGeom prst="roundRect">
              <a:avLst>
                <a:gd name="adj" fmla="val 0"/>
              </a:avLst>
            </a:prstGeom>
            <a:solidFill>
              <a:schemeClr val="bg1"/>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latin typeface="SamsungOne-400" panose="020B0503030303020204" pitchFamily="34" charset="0"/>
                </a:rPr>
                <a:t>Tuple</a:t>
              </a:r>
              <a:endParaRPr lang="en-US" sz="1000" dirty="0">
                <a:solidFill>
                  <a:schemeClr val="tx1"/>
                </a:solidFill>
                <a:latin typeface="SamsungOne-400" panose="020B0503030303020204" pitchFamily="34" charset="0"/>
                <a:ea typeface="SamsungOne-400" panose="020B0503030303020204" pitchFamily="34" charset="0"/>
              </a:endParaRPr>
            </a:p>
          </p:txBody>
        </p:sp>
        <p:sp>
          <p:nvSpPr>
            <p:cNvPr id="21" name="모서리가 둥근 직사각형 20"/>
            <p:cNvSpPr/>
            <p:nvPr/>
          </p:nvSpPr>
          <p:spPr>
            <a:xfrm>
              <a:off x="7544791" y="3822306"/>
              <a:ext cx="805694" cy="288032"/>
            </a:xfrm>
            <a:prstGeom prst="roundRect">
              <a:avLst>
                <a:gd name="adj" fmla="val 0"/>
              </a:avLst>
            </a:prstGeom>
            <a:solidFill>
              <a:schemeClr val="bg1"/>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latin typeface="SamsungOne-400" panose="020B0503030303020204" pitchFamily="34" charset="0"/>
                </a:rPr>
                <a:t>Set</a:t>
              </a:r>
              <a:endParaRPr lang="en-US" sz="1000" dirty="0">
                <a:solidFill>
                  <a:schemeClr val="tx1"/>
                </a:solidFill>
                <a:latin typeface="SamsungOne-400" panose="020B0503030303020204" pitchFamily="34" charset="0"/>
                <a:ea typeface="SamsungOne-400" panose="020B0503030303020204" pitchFamily="34" charset="0"/>
              </a:endParaRPr>
            </a:p>
          </p:txBody>
        </p:sp>
        <p:sp>
          <p:nvSpPr>
            <p:cNvPr id="22" name="모서리가 둥근 직사각형 21"/>
            <p:cNvSpPr/>
            <p:nvPr/>
          </p:nvSpPr>
          <p:spPr>
            <a:xfrm>
              <a:off x="8442263" y="3822306"/>
              <a:ext cx="805694" cy="288032"/>
            </a:xfrm>
            <a:prstGeom prst="roundRect">
              <a:avLst>
                <a:gd name="adj" fmla="val 0"/>
              </a:avLst>
            </a:prstGeom>
            <a:solidFill>
              <a:schemeClr val="bg1"/>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latin typeface="SamsungOne-400" panose="020B0503030303020204" pitchFamily="34" charset="0"/>
                </a:rPr>
                <a:t>File</a:t>
              </a:r>
              <a:endParaRPr lang="en-US" sz="1000" dirty="0">
                <a:solidFill>
                  <a:schemeClr val="tx1"/>
                </a:solidFill>
                <a:latin typeface="SamsungOne-400" panose="020B0503030303020204" pitchFamily="34" charset="0"/>
                <a:ea typeface="SamsungOne-400" panose="020B0503030303020204" pitchFamily="34" charset="0"/>
              </a:endParaRPr>
            </a:p>
          </p:txBody>
        </p:sp>
        <p:sp>
          <p:nvSpPr>
            <p:cNvPr id="26" name="모서리가 둥근 직사각형 25"/>
            <p:cNvSpPr/>
            <p:nvPr/>
          </p:nvSpPr>
          <p:spPr>
            <a:xfrm>
              <a:off x="3653971" y="4902426"/>
              <a:ext cx="805694" cy="288032"/>
            </a:xfrm>
            <a:prstGeom prst="roundRect">
              <a:avLst>
                <a:gd name="adj" fmla="val 0"/>
              </a:avLst>
            </a:prstGeom>
            <a:solidFill>
              <a:srgbClr val="193EB0"/>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dirty="0" err="1">
                  <a:solidFill>
                    <a:schemeClr val="bg1"/>
                  </a:solidFill>
                  <a:latin typeface="SamsungOne-400" panose="020B0503030303020204" pitchFamily="34" charset="0"/>
                </a:rPr>
                <a:t>Tuyến</a:t>
              </a:r>
              <a:r>
                <a:rPr lang="en-US" sz="1000" b="1" dirty="0">
                  <a:solidFill>
                    <a:schemeClr val="bg1"/>
                  </a:solidFill>
                  <a:latin typeface="SamsungOne-400" panose="020B0503030303020204" pitchFamily="34" charset="0"/>
                </a:rPr>
                <a:t> </a:t>
              </a:r>
              <a:r>
                <a:rPr lang="en-US" sz="1000" b="1" dirty="0" err="1">
                  <a:solidFill>
                    <a:schemeClr val="bg1"/>
                  </a:solidFill>
                  <a:latin typeface="SamsungOne-400" panose="020B0503030303020204" pitchFamily="34" charset="0"/>
                </a:rPr>
                <a:t>tính</a:t>
              </a:r>
              <a:endParaRPr lang="en-US" sz="1000" b="1" dirty="0">
                <a:solidFill>
                  <a:schemeClr val="bg1"/>
                </a:solidFill>
                <a:latin typeface="SamsungOne-400" panose="020B0503030303020204" pitchFamily="34" charset="0"/>
                <a:ea typeface="SamsungOne-400" panose="020B0503030303020204" pitchFamily="34" charset="0"/>
              </a:endParaRPr>
            </a:p>
          </p:txBody>
        </p:sp>
        <p:sp>
          <p:nvSpPr>
            <p:cNvPr id="30" name="모서리가 둥근 직사각형 29"/>
            <p:cNvSpPr/>
            <p:nvPr/>
          </p:nvSpPr>
          <p:spPr>
            <a:xfrm>
              <a:off x="5863581" y="4902426"/>
              <a:ext cx="979992" cy="288032"/>
            </a:xfrm>
            <a:prstGeom prst="roundRect">
              <a:avLst>
                <a:gd name="adj" fmla="val 0"/>
              </a:avLst>
            </a:prstGeom>
            <a:solidFill>
              <a:srgbClr val="193EB0"/>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dirty="0">
                  <a:solidFill>
                    <a:schemeClr val="bg1"/>
                  </a:solidFill>
                  <a:latin typeface="SamsungOne-400" panose="020B0503030303020204" pitchFamily="34" charset="0"/>
                </a:rPr>
                <a:t>Phi </a:t>
              </a:r>
              <a:r>
                <a:rPr lang="en-US" sz="1000" b="1" dirty="0" err="1">
                  <a:solidFill>
                    <a:schemeClr val="bg1"/>
                  </a:solidFill>
                  <a:latin typeface="SamsungOne-400" panose="020B0503030303020204" pitchFamily="34" charset="0"/>
                </a:rPr>
                <a:t>tuyến</a:t>
              </a:r>
              <a:r>
                <a:rPr lang="en-US" sz="1000" b="1" dirty="0">
                  <a:solidFill>
                    <a:schemeClr val="bg1"/>
                  </a:solidFill>
                  <a:latin typeface="SamsungOne-400" panose="020B0503030303020204" pitchFamily="34" charset="0"/>
                </a:rPr>
                <a:t> </a:t>
              </a:r>
              <a:r>
                <a:rPr lang="en-US" sz="1000" b="1" dirty="0" err="1">
                  <a:solidFill>
                    <a:schemeClr val="bg1"/>
                  </a:solidFill>
                  <a:latin typeface="SamsungOne-400" panose="020B0503030303020204" pitchFamily="34" charset="0"/>
                </a:rPr>
                <a:t>tính</a:t>
              </a:r>
              <a:endParaRPr lang="en-US" sz="1000" b="1" dirty="0">
                <a:solidFill>
                  <a:schemeClr val="bg1"/>
                </a:solidFill>
                <a:latin typeface="SamsungOne-400" panose="020B0503030303020204" pitchFamily="34" charset="0"/>
              </a:endParaRPr>
            </a:p>
          </p:txBody>
        </p:sp>
        <p:sp>
          <p:nvSpPr>
            <p:cNvPr id="31" name="모서리가 둥근 직사각형 30"/>
            <p:cNvSpPr/>
            <p:nvPr/>
          </p:nvSpPr>
          <p:spPr>
            <a:xfrm>
              <a:off x="3127277" y="5550498"/>
              <a:ext cx="805694" cy="288032"/>
            </a:xfrm>
            <a:prstGeom prst="roundRect">
              <a:avLst>
                <a:gd name="adj" fmla="val 0"/>
              </a:avLst>
            </a:prstGeom>
            <a:solidFill>
              <a:schemeClr val="bg1"/>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latin typeface="SamsungOne-400" panose="020B0503030303020204" pitchFamily="34" charset="0"/>
                </a:rPr>
                <a:t>Stacks</a:t>
              </a:r>
              <a:endParaRPr lang="en-US" sz="1000" dirty="0">
                <a:solidFill>
                  <a:schemeClr val="tx1"/>
                </a:solidFill>
                <a:latin typeface="SamsungOne-400" panose="020B0503030303020204" pitchFamily="34" charset="0"/>
                <a:ea typeface="SamsungOne-400" panose="020B0503030303020204" pitchFamily="34" charset="0"/>
              </a:endParaRPr>
            </a:p>
          </p:txBody>
        </p:sp>
        <p:sp>
          <p:nvSpPr>
            <p:cNvPr id="32" name="모서리가 둥근 직사각형 31"/>
            <p:cNvSpPr/>
            <p:nvPr/>
          </p:nvSpPr>
          <p:spPr>
            <a:xfrm>
              <a:off x="4155107" y="5550498"/>
              <a:ext cx="805694" cy="288032"/>
            </a:xfrm>
            <a:prstGeom prst="roundRect">
              <a:avLst>
                <a:gd name="adj" fmla="val 0"/>
              </a:avLst>
            </a:prstGeom>
            <a:solidFill>
              <a:schemeClr val="bg1"/>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latin typeface="SamsungOne-400" panose="020B0503030303020204" pitchFamily="34" charset="0"/>
                </a:rPr>
                <a:t>Queues</a:t>
              </a:r>
              <a:endParaRPr lang="en-US" sz="1000" dirty="0">
                <a:solidFill>
                  <a:schemeClr val="tx1"/>
                </a:solidFill>
                <a:latin typeface="SamsungOne-400" panose="020B0503030303020204" pitchFamily="34" charset="0"/>
                <a:ea typeface="SamsungOne-400" panose="020B0503030303020204" pitchFamily="34" charset="0"/>
              </a:endParaRPr>
            </a:p>
          </p:txBody>
        </p:sp>
        <p:sp>
          <p:nvSpPr>
            <p:cNvPr id="33" name="모서리가 둥근 직사각형 32"/>
            <p:cNvSpPr/>
            <p:nvPr/>
          </p:nvSpPr>
          <p:spPr>
            <a:xfrm>
              <a:off x="5460734" y="5550498"/>
              <a:ext cx="690879" cy="288032"/>
            </a:xfrm>
            <a:prstGeom prst="roundRect">
              <a:avLst>
                <a:gd name="adj" fmla="val 0"/>
              </a:avLst>
            </a:prstGeom>
            <a:solidFill>
              <a:schemeClr val="bg1"/>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err="1">
                  <a:solidFill>
                    <a:schemeClr val="tx1"/>
                  </a:solidFill>
                  <a:latin typeface="SamsungOne-400" panose="020B0503030303020204" pitchFamily="34" charset="0"/>
                </a:rPr>
                <a:t>Đồ</a:t>
              </a:r>
              <a:r>
                <a:rPr lang="en-US" sz="1000" dirty="0">
                  <a:solidFill>
                    <a:schemeClr val="tx1"/>
                  </a:solidFill>
                  <a:latin typeface="SamsungOne-400" panose="020B0503030303020204" pitchFamily="34" charset="0"/>
                </a:rPr>
                <a:t> </a:t>
              </a:r>
              <a:r>
                <a:rPr lang="en-US" sz="1000" dirty="0" err="1">
                  <a:solidFill>
                    <a:schemeClr val="tx1"/>
                  </a:solidFill>
                  <a:latin typeface="SamsungOne-400" panose="020B0503030303020204" pitchFamily="34" charset="0"/>
                </a:rPr>
                <a:t>thị</a:t>
              </a:r>
              <a:endParaRPr lang="en-US" sz="1000" dirty="0">
                <a:solidFill>
                  <a:schemeClr val="tx1"/>
                </a:solidFill>
                <a:latin typeface="SamsungOne-400" panose="020B0503030303020204" pitchFamily="34" charset="0"/>
                <a:ea typeface="SamsungOne-400" panose="020B0503030303020204" pitchFamily="34" charset="0"/>
              </a:endParaRPr>
            </a:p>
          </p:txBody>
        </p:sp>
        <p:sp>
          <p:nvSpPr>
            <p:cNvPr id="34" name="모서리가 둥근 직사각형 33"/>
            <p:cNvSpPr/>
            <p:nvPr/>
          </p:nvSpPr>
          <p:spPr>
            <a:xfrm>
              <a:off x="6556906" y="5550498"/>
              <a:ext cx="690879" cy="288032"/>
            </a:xfrm>
            <a:prstGeom prst="roundRect">
              <a:avLst>
                <a:gd name="adj" fmla="val 0"/>
              </a:avLst>
            </a:prstGeom>
            <a:solidFill>
              <a:schemeClr val="bg1"/>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err="1">
                  <a:solidFill>
                    <a:schemeClr val="tx1"/>
                  </a:solidFill>
                  <a:latin typeface="SamsungOne-400" panose="020B0503030303020204" pitchFamily="34" charset="0"/>
                </a:rPr>
                <a:t>Cây</a:t>
              </a:r>
              <a:r>
                <a:rPr lang="en-US" sz="1000" dirty="0">
                  <a:solidFill>
                    <a:schemeClr val="tx1"/>
                  </a:solidFill>
                  <a:latin typeface="SamsungOne-400" panose="020B0503030303020204" pitchFamily="34" charset="0"/>
                </a:rPr>
                <a:t> </a:t>
              </a:r>
              <a:endParaRPr lang="en-US" sz="1000" dirty="0">
                <a:solidFill>
                  <a:schemeClr val="tx1"/>
                </a:solidFill>
                <a:latin typeface="SamsungOne-400" panose="020B0503030303020204" pitchFamily="34" charset="0"/>
                <a:ea typeface="SamsungOne-400" panose="020B0503030303020204" pitchFamily="34" charset="0"/>
              </a:endParaRPr>
            </a:p>
          </p:txBody>
        </p:sp>
        <p:cxnSp>
          <p:nvCxnSpPr>
            <p:cNvPr id="3" name="꺾인 연결선 2"/>
            <p:cNvCxnSpPr>
              <a:stCxn id="10" idx="2"/>
              <a:endCxn id="11" idx="0"/>
            </p:cNvCxnSpPr>
            <p:nvPr/>
          </p:nvCxnSpPr>
          <p:spPr>
            <a:xfrm rot="5400000">
              <a:off x="3284282" y="1612220"/>
              <a:ext cx="288032" cy="2835995"/>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꺾인 연결선 4"/>
            <p:cNvCxnSpPr>
              <a:stCxn id="10" idx="2"/>
              <a:endCxn id="12" idx="0"/>
            </p:cNvCxnSpPr>
            <p:nvPr/>
          </p:nvCxnSpPr>
          <p:spPr>
            <a:xfrm rot="16200000" flipH="1">
              <a:off x="5624968" y="2107528"/>
              <a:ext cx="288032" cy="1845378"/>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꺾인 연결선 6"/>
            <p:cNvCxnSpPr>
              <a:stCxn id="11" idx="2"/>
              <a:endCxn id="13" idx="0"/>
            </p:cNvCxnSpPr>
            <p:nvPr/>
          </p:nvCxnSpPr>
          <p:spPr>
            <a:xfrm rot="5400000">
              <a:off x="1305410" y="3117416"/>
              <a:ext cx="285088" cy="1124693"/>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꺾인 연결선 34"/>
            <p:cNvCxnSpPr>
              <a:stCxn id="11" idx="2"/>
              <a:endCxn id="14" idx="0"/>
            </p:cNvCxnSpPr>
            <p:nvPr/>
          </p:nvCxnSpPr>
          <p:spPr>
            <a:xfrm rot="5400000">
              <a:off x="1675030" y="3487036"/>
              <a:ext cx="285088" cy="385452"/>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11" idx="2"/>
              <a:endCxn id="15" idx="0"/>
            </p:cNvCxnSpPr>
            <p:nvPr/>
          </p:nvCxnSpPr>
          <p:spPr>
            <a:xfrm rot="16200000" flipH="1">
              <a:off x="2044650" y="3502867"/>
              <a:ext cx="285088" cy="353789"/>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꺾인 연결선 38"/>
            <p:cNvCxnSpPr>
              <a:stCxn id="11" idx="2"/>
              <a:endCxn id="16" idx="0"/>
            </p:cNvCxnSpPr>
            <p:nvPr/>
          </p:nvCxnSpPr>
          <p:spPr>
            <a:xfrm rot="16200000" flipH="1">
              <a:off x="2440845" y="3106673"/>
              <a:ext cx="285088" cy="1146178"/>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꺾인 연결선 40"/>
            <p:cNvCxnSpPr>
              <a:stCxn id="12" idx="2"/>
              <a:endCxn id="17" idx="0"/>
            </p:cNvCxnSpPr>
            <p:nvPr/>
          </p:nvCxnSpPr>
          <p:spPr>
            <a:xfrm rot="5400000">
              <a:off x="5382168" y="2512801"/>
              <a:ext cx="285088" cy="2333923"/>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꺾인 연결선 42"/>
            <p:cNvCxnSpPr>
              <a:stCxn id="12" idx="2"/>
              <a:endCxn id="18" idx="0"/>
            </p:cNvCxnSpPr>
            <p:nvPr/>
          </p:nvCxnSpPr>
          <p:spPr>
            <a:xfrm rot="5400000">
              <a:off x="5830904" y="2961537"/>
              <a:ext cx="285088" cy="1436451"/>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꺾인 연결선 44"/>
            <p:cNvCxnSpPr>
              <a:stCxn id="12" idx="2"/>
              <a:endCxn id="19" idx="0"/>
            </p:cNvCxnSpPr>
            <p:nvPr/>
          </p:nvCxnSpPr>
          <p:spPr>
            <a:xfrm rot="5400000">
              <a:off x="6279640" y="3410273"/>
              <a:ext cx="285088" cy="538979"/>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꺾인 연결선 46"/>
            <p:cNvCxnSpPr>
              <a:stCxn id="12" idx="2"/>
              <a:endCxn id="20" idx="0"/>
            </p:cNvCxnSpPr>
            <p:nvPr/>
          </p:nvCxnSpPr>
          <p:spPr>
            <a:xfrm rot="16200000" flipH="1">
              <a:off x="6728375" y="3500515"/>
              <a:ext cx="285088" cy="358493"/>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꺾인 연결선 48"/>
            <p:cNvCxnSpPr>
              <a:stCxn id="12" idx="2"/>
              <a:endCxn id="21" idx="0"/>
            </p:cNvCxnSpPr>
            <p:nvPr/>
          </p:nvCxnSpPr>
          <p:spPr>
            <a:xfrm rot="16200000" flipH="1">
              <a:off x="7177111" y="3051779"/>
              <a:ext cx="285088" cy="1255965"/>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꺾인 연결선 51"/>
            <p:cNvCxnSpPr>
              <a:stCxn id="12" idx="2"/>
              <a:endCxn id="22" idx="0"/>
            </p:cNvCxnSpPr>
            <p:nvPr/>
          </p:nvCxnSpPr>
          <p:spPr>
            <a:xfrm rot="16200000" flipH="1">
              <a:off x="7625847" y="2603043"/>
              <a:ext cx="285088" cy="2153437"/>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꺾인 연결선 53"/>
            <p:cNvCxnSpPr>
              <a:stCxn id="18" idx="2"/>
              <a:endCxn id="26" idx="0"/>
            </p:cNvCxnSpPr>
            <p:nvPr/>
          </p:nvCxnSpPr>
          <p:spPr>
            <a:xfrm rot="5400000">
              <a:off x="4259976" y="3907180"/>
              <a:ext cx="792088" cy="1198404"/>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꺾인 연결선 55"/>
            <p:cNvCxnSpPr>
              <a:stCxn id="18" idx="2"/>
              <a:endCxn id="30" idx="0"/>
            </p:cNvCxnSpPr>
            <p:nvPr/>
          </p:nvCxnSpPr>
          <p:spPr>
            <a:xfrm rot="16200000" flipH="1">
              <a:off x="5408355" y="3957204"/>
              <a:ext cx="792088" cy="1098355"/>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꺾인 연결선 57"/>
            <p:cNvCxnSpPr>
              <a:stCxn id="26" idx="2"/>
              <a:endCxn id="31" idx="0"/>
            </p:cNvCxnSpPr>
            <p:nvPr/>
          </p:nvCxnSpPr>
          <p:spPr>
            <a:xfrm rot="5400000">
              <a:off x="3613451" y="5107131"/>
              <a:ext cx="360040" cy="526694"/>
            </a:xfrm>
            <a:prstGeom prst="bentConnector3">
              <a:avLst>
                <a:gd name="adj1"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꺾인 연결선 60"/>
            <p:cNvCxnSpPr>
              <a:stCxn id="26" idx="2"/>
              <a:endCxn id="32" idx="0"/>
            </p:cNvCxnSpPr>
            <p:nvPr/>
          </p:nvCxnSpPr>
          <p:spPr>
            <a:xfrm rot="16200000" flipH="1">
              <a:off x="4127366" y="5119910"/>
              <a:ext cx="360040" cy="501136"/>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꺾인 연결선 62"/>
            <p:cNvCxnSpPr>
              <a:stCxn id="30" idx="2"/>
              <a:endCxn id="33" idx="0"/>
            </p:cNvCxnSpPr>
            <p:nvPr/>
          </p:nvCxnSpPr>
          <p:spPr>
            <a:xfrm rot="5400000">
              <a:off x="5899856" y="5096777"/>
              <a:ext cx="360040" cy="547403"/>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꺾인 연결선 64"/>
            <p:cNvCxnSpPr>
              <a:stCxn id="30" idx="2"/>
              <a:endCxn id="34" idx="0"/>
            </p:cNvCxnSpPr>
            <p:nvPr/>
          </p:nvCxnSpPr>
          <p:spPr>
            <a:xfrm rot="16200000" flipH="1">
              <a:off x="6447941" y="5096093"/>
              <a:ext cx="360040" cy="548769"/>
            </a:xfrm>
            <a:prstGeom prst="bentConnector3">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직사각형 45">
            <a:extLst>
              <a:ext uri="{FF2B5EF4-FFF2-40B4-BE49-F238E27FC236}">
                <a16:creationId xmlns:a16="http://schemas.microsoft.com/office/drawing/2014/main" id="{202C2A1D-0995-4CC4-B920-856CA342A668}"/>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cấu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trúc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(2/2)</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265465135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700808"/>
            <a:ext cx="8632825" cy="26537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Để hiểu tại sao cấu trúc dữ liệu mảng cho phép thực hiện các thao tác nhanh như vậy, trước tiên chúng ta cần biết cách chúng được lưu trữ trong bộ nhớ đối với từng cấu trúc dữ liệu.</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Thông thường, một mảng, đối với hầu hết các ngôn ngữ, được gọi là một nhóm dữ liệu được tạo bằng cách liệt kê các dữ liệu có cùng kiểu dữ liệu và lưu trữ chúng liên tục trong bộ nhớ..</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Mỗi giá trị trong đó được gọi là một phần tử của mảng. Các phần tử này sử dụng số được gọi là chỉ mục (Index), luôn bắt đầu từ số 0, để phân biệt các phần tử của một mảng một cách đơn giản. Hầu hết các kiểu dữ liệu có thể được cấu hình trong một dạng sắp xếp và bao gồm các dạng sắp xếp một chiều, hai chiều và ba chiều, tùy thuộc vào kiểu cấu hình.</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Trước đây, người ta giải thích rằng cấu trúc dữ liệu là một khái niệm tập trung chủ yếu vào việc lưu trữ dữ liệu một cách hiệu quả. Tìm hiểu cách dữ liệu được lưu trữ trong mảng và list là cách chính xác để hiểu những ưu và nhược điểm của mảng và để biết lý do sử dụng mảng.</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0" name="직사각형 9">
            <a:extLst>
              <a:ext uri="{FF2B5EF4-FFF2-40B4-BE49-F238E27FC236}">
                <a16:creationId xmlns:a16="http://schemas.microsoft.com/office/drawing/2014/main" id="{BC74B379-45D0-4AC4-B5F8-C0AD9D7DD3D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Phương pháp lưu trữ bộ nhớ theo cấu trúc dữ liệu</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40936880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700808"/>
            <a:ext cx="8632825" cy="19561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Sau đây là quá trình truy cập dữ liệu hiện có khi lưu trữ nó trong một mảng và thêm và xóa dữ liệu mới. Bạn nên so sánh nó với list.</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Giả sử rằng ba phần dữ liệu với các chuỗi đại diện cho các màu sau được lưu trữ trong một mảng.</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a:spcAft>
                <a:spcPts val="800"/>
              </a:spcAft>
              <a:buClr>
                <a:srgbClr val="193EB0"/>
              </a:buClr>
            </a:pP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Mỗi phần tử có thể được truy cập thông qua chỉ mục của nó. Một chỉ mục là một số đại diện cho thứ tự. Dữ liệu được lưu trữ tuần tự trong một vị trí liền kề trong bộ nhớ, như thể hiện trong hình dưới đây.</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0" name="모서리가 둥근 직사각형 9"/>
          <p:cNvSpPr/>
          <p:nvPr/>
        </p:nvSpPr>
        <p:spPr>
          <a:xfrm>
            <a:off x="3434216" y="2664759"/>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11" name="모서리가 둥근 직사각형 10"/>
          <p:cNvSpPr/>
          <p:nvPr/>
        </p:nvSpPr>
        <p:spPr>
          <a:xfrm>
            <a:off x="4372834" y="2664759"/>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sp>
        <p:nvSpPr>
          <p:cNvPr id="12" name="모서리가 둥근 직사각형 11"/>
          <p:cNvSpPr/>
          <p:nvPr/>
        </p:nvSpPr>
        <p:spPr>
          <a:xfrm>
            <a:off x="5311452" y="2664759"/>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13" name="모서리가 둥근 직사각형 12"/>
          <p:cNvSpPr/>
          <p:nvPr/>
        </p:nvSpPr>
        <p:spPr>
          <a:xfrm>
            <a:off x="3675622" y="3793782"/>
            <a:ext cx="928105" cy="244668"/>
          </a:xfrm>
          <a:prstGeom prst="roundRect">
            <a:avLst/>
          </a:prstGeom>
          <a:noFill/>
          <a:ln>
            <a:solidFill>
              <a:srgbClr val="AAAA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err="1">
                <a:solidFill>
                  <a:schemeClr val="tx1"/>
                </a:solidFill>
                <a:latin typeface="SamsungOne-700" panose="020B0803030303020204" pitchFamily="34" charset="0"/>
                <a:ea typeface="SamsungOne-700" panose="020B0803030303020204" pitchFamily="34" charset="0"/>
              </a:rPr>
              <a:t>Bộ</a:t>
            </a:r>
            <a:r>
              <a:rPr lang="en-US" sz="1400" dirty="0">
                <a:solidFill>
                  <a:schemeClr val="tx1"/>
                </a:solidFill>
                <a:latin typeface="SamsungOne-700" panose="020B0803030303020204" pitchFamily="34" charset="0"/>
                <a:ea typeface="SamsungOne-700" panose="020B0803030303020204" pitchFamily="34" charset="0"/>
              </a:rPr>
              <a:t> </a:t>
            </a:r>
            <a:r>
              <a:rPr lang="en-US" sz="1400" dirty="0" err="1">
                <a:solidFill>
                  <a:schemeClr val="tx1"/>
                </a:solidFill>
                <a:latin typeface="SamsungOne-700" panose="020B0803030303020204" pitchFamily="34" charset="0"/>
                <a:ea typeface="SamsungOne-700" panose="020B0803030303020204" pitchFamily="34" charset="0"/>
              </a:rPr>
              <a:t>nhớ</a:t>
            </a:r>
            <a:endParaRPr lang="en-US" sz="1400" dirty="0">
              <a:solidFill>
                <a:schemeClr val="tx1"/>
              </a:solidFill>
              <a:latin typeface="SamsungOne-700" panose="020B0803030303020204" pitchFamily="34" charset="0"/>
              <a:ea typeface="SamsungOne-700" panose="020B0803030303020204" pitchFamily="34" charset="0"/>
            </a:endParaRPr>
          </a:p>
        </p:txBody>
      </p:sp>
      <p:sp>
        <p:nvSpPr>
          <p:cNvPr id="14" name="모서리가 둥근 직사각형 13"/>
          <p:cNvSpPr/>
          <p:nvPr/>
        </p:nvSpPr>
        <p:spPr>
          <a:xfrm>
            <a:off x="4450086" y="4371246"/>
            <a:ext cx="744358" cy="243904"/>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0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15" name="모서리가 둥근 직사각형 14"/>
          <p:cNvSpPr/>
          <p:nvPr/>
        </p:nvSpPr>
        <p:spPr>
          <a:xfrm>
            <a:off x="4457429" y="4760470"/>
            <a:ext cx="744358" cy="243904"/>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0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sp>
        <p:nvSpPr>
          <p:cNvPr id="16" name="모서리가 둥근 직사각형 15"/>
          <p:cNvSpPr/>
          <p:nvPr/>
        </p:nvSpPr>
        <p:spPr>
          <a:xfrm>
            <a:off x="4450086" y="5149492"/>
            <a:ext cx="744358" cy="243904"/>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0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cxnSp>
        <p:nvCxnSpPr>
          <p:cNvPr id="17" name="직선 연결선 16"/>
          <p:cNvCxnSpPr/>
          <p:nvPr/>
        </p:nvCxnSpPr>
        <p:spPr>
          <a:xfrm>
            <a:off x="4336956" y="4153822"/>
            <a:ext cx="7587" cy="1455544"/>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8" name="직선 연결선 17"/>
          <p:cNvCxnSpPr/>
          <p:nvPr/>
        </p:nvCxnSpPr>
        <p:spPr>
          <a:xfrm>
            <a:off x="5316187" y="4153822"/>
            <a:ext cx="0" cy="1440160"/>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9" name="직선 연결선 18"/>
          <p:cNvCxnSpPr/>
          <p:nvPr/>
        </p:nvCxnSpPr>
        <p:spPr>
          <a:xfrm flipV="1">
            <a:off x="4335190" y="4680568"/>
            <a:ext cx="980997" cy="6713"/>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p:nvCxnSpPr>
        <p:spPr>
          <a:xfrm flipV="1">
            <a:off x="4339000" y="5074004"/>
            <a:ext cx="980997" cy="6713"/>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21" name="직선 연결선 20"/>
          <p:cNvCxnSpPr/>
          <p:nvPr/>
        </p:nvCxnSpPr>
        <p:spPr>
          <a:xfrm flipV="1">
            <a:off x="4339000" y="5460727"/>
            <a:ext cx="980997" cy="6713"/>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22" name="직선 연결선 21"/>
          <p:cNvCxnSpPr/>
          <p:nvPr/>
        </p:nvCxnSpPr>
        <p:spPr>
          <a:xfrm flipV="1">
            <a:off x="4339109" y="4303846"/>
            <a:ext cx="980997" cy="6713"/>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26" name="직선 연결선 25"/>
          <p:cNvCxnSpPr/>
          <p:nvPr/>
        </p:nvCxnSpPr>
        <p:spPr>
          <a:xfrm flipH="1">
            <a:off x="4336650" y="4102501"/>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30" name="직선 연결선 29"/>
          <p:cNvCxnSpPr/>
          <p:nvPr/>
        </p:nvCxnSpPr>
        <p:spPr>
          <a:xfrm flipH="1">
            <a:off x="4336650" y="4051448"/>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31" name="직선 연결선 30"/>
          <p:cNvCxnSpPr/>
          <p:nvPr/>
        </p:nvCxnSpPr>
        <p:spPr>
          <a:xfrm flipH="1">
            <a:off x="5315880" y="4105228"/>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32" name="직선 연결선 31"/>
          <p:cNvCxnSpPr/>
          <p:nvPr/>
        </p:nvCxnSpPr>
        <p:spPr>
          <a:xfrm flipH="1">
            <a:off x="5315266" y="4049556"/>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33" name="직선 연결선 32"/>
          <p:cNvCxnSpPr/>
          <p:nvPr/>
        </p:nvCxnSpPr>
        <p:spPr>
          <a:xfrm flipH="1">
            <a:off x="4828884" y="4241539"/>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34" name="직선 연결선 33"/>
          <p:cNvCxnSpPr/>
          <p:nvPr/>
        </p:nvCxnSpPr>
        <p:spPr>
          <a:xfrm flipH="1">
            <a:off x="4828884" y="4195250"/>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35" name="직선 연결선 34"/>
          <p:cNvCxnSpPr/>
          <p:nvPr/>
        </p:nvCxnSpPr>
        <p:spPr>
          <a:xfrm flipH="1">
            <a:off x="4343929" y="5639704"/>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36" name="직선 연결선 35"/>
          <p:cNvCxnSpPr/>
          <p:nvPr/>
        </p:nvCxnSpPr>
        <p:spPr>
          <a:xfrm flipH="1">
            <a:off x="4343929" y="5702890"/>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37" name="직선 연결선 36"/>
          <p:cNvCxnSpPr/>
          <p:nvPr/>
        </p:nvCxnSpPr>
        <p:spPr>
          <a:xfrm flipH="1">
            <a:off x="4828884" y="5540178"/>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38" name="직선 연결선 37"/>
          <p:cNvCxnSpPr/>
          <p:nvPr/>
        </p:nvCxnSpPr>
        <p:spPr>
          <a:xfrm flipH="1">
            <a:off x="4828884" y="5595149"/>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39" name="직선 연결선 38"/>
          <p:cNvCxnSpPr/>
          <p:nvPr/>
        </p:nvCxnSpPr>
        <p:spPr>
          <a:xfrm flipH="1">
            <a:off x="5314652" y="5638966"/>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40" name="직선 연결선 39"/>
          <p:cNvCxnSpPr/>
          <p:nvPr/>
        </p:nvCxnSpPr>
        <p:spPr>
          <a:xfrm flipH="1">
            <a:off x="5314652" y="5702689"/>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sp>
        <p:nvSpPr>
          <p:cNvPr id="41" name="직사각형 40">
            <a:extLst>
              <a:ext uri="{FF2B5EF4-FFF2-40B4-BE49-F238E27FC236}">
                <a16:creationId xmlns:a16="http://schemas.microsoft.com/office/drawing/2014/main" id="{DB7544DD-E377-4C55-A159-E6774B31653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Lưu trữ và truy cập dữ liệu trong một mảng (1/2)</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12453354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700808"/>
            <a:ext cx="8632825" cy="9456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Vì dữ liệu được lưu trữ ở một vị trí liên tiếp, địa chỉ bộ nhớ có thể được truy cập bằng chỉ mục, và dữ liệu có thể được chọn ngẫu nhiên để truy cập vị trí dữ liệu mong muốn. Dưới đây là hình ảnh minh họa, trong đó dữ liệu tiếp cận màu đỏ ở phòng thứ ba (chúng ta sẽ biểu thị khái niệm biến chủ yếu lưu trữ một giá trị như một phòng) và tiếp cận đến phòng màu xanh. Truy cập ngẫu nhiên là có thể thực thi thông qua chỉ mục.</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3B9B8A13-BFF0-4B4E-AF1C-E83015E242A4}"/>
              </a:ext>
            </a:extLst>
          </p:cNvPr>
          <p:cNvGrpSpPr/>
          <p:nvPr/>
        </p:nvGrpSpPr>
        <p:grpSpPr>
          <a:xfrm>
            <a:off x="3128416" y="2761074"/>
            <a:ext cx="3263156" cy="3404230"/>
            <a:chOff x="3128416" y="2735313"/>
            <a:chExt cx="3263156" cy="3476702"/>
          </a:xfrm>
        </p:grpSpPr>
        <p:sp>
          <p:nvSpPr>
            <p:cNvPr id="41" name="모서리가 둥근 직사각형 40"/>
            <p:cNvSpPr/>
            <p:nvPr/>
          </p:nvSpPr>
          <p:spPr>
            <a:xfrm>
              <a:off x="3650240" y="3030106"/>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42" name="모서리가 둥근 직사각형 41"/>
            <p:cNvSpPr/>
            <p:nvPr/>
          </p:nvSpPr>
          <p:spPr>
            <a:xfrm>
              <a:off x="4588858" y="3030106"/>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sp>
          <p:nvSpPr>
            <p:cNvPr id="43" name="모서리가 둥근 직사각형 42"/>
            <p:cNvSpPr/>
            <p:nvPr/>
          </p:nvSpPr>
          <p:spPr>
            <a:xfrm>
              <a:off x="5527476" y="3030106"/>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44" name="직사각형 43">
              <a:extLst>
                <a:ext uri="{FF2B5EF4-FFF2-40B4-BE49-F238E27FC236}">
                  <a16:creationId xmlns:a16="http://schemas.microsoft.com/office/drawing/2014/main" id="{2844E8FD-8285-44B1-862F-28F5460B7E7B}"/>
                </a:ext>
              </a:extLst>
            </p:cNvPr>
            <p:cNvSpPr/>
            <p:nvPr/>
          </p:nvSpPr>
          <p:spPr>
            <a:xfrm>
              <a:off x="3917762" y="2735313"/>
              <a:ext cx="272042" cy="1885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a[0]</a:t>
              </a:r>
              <a:endParaRPr lang="ko-KR" altLang="en-US" sz="1200" dirty="0">
                <a:solidFill>
                  <a:prstClr val="black">
                    <a:lumMod val="85000"/>
                    <a:lumOff val="15000"/>
                  </a:prstClr>
                </a:solidFill>
                <a:latin typeface="SamsungOne-400" panose="020B0503030303020204" pitchFamily="34" charset="0"/>
              </a:endParaRPr>
            </a:p>
          </p:txBody>
        </p:sp>
        <p:sp>
          <p:nvSpPr>
            <p:cNvPr id="45" name="직사각형 44">
              <a:extLst>
                <a:ext uri="{FF2B5EF4-FFF2-40B4-BE49-F238E27FC236}">
                  <a16:creationId xmlns:a16="http://schemas.microsoft.com/office/drawing/2014/main" id="{2844E8FD-8285-44B1-862F-28F5460B7E7B}"/>
                </a:ext>
              </a:extLst>
            </p:cNvPr>
            <p:cNvSpPr/>
            <p:nvPr/>
          </p:nvSpPr>
          <p:spPr>
            <a:xfrm>
              <a:off x="4863625" y="2735313"/>
              <a:ext cx="272042" cy="1885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a[1]</a:t>
              </a:r>
              <a:endParaRPr lang="ko-KR" altLang="en-US" sz="1200" dirty="0">
                <a:solidFill>
                  <a:prstClr val="black">
                    <a:lumMod val="85000"/>
                    <a:lumOff val="15000"/>
                  </a:prstClr>
                </a:solidFill>
                <a:latin typeface="SamsungOne-400" panose="020B0503030303020204" pitchFamily="34" charset="0"/>
              </a:endParaRPr>
            </a:p>
          </p:txBody>
        </p:sp>
        <p:sp>
          <p:nvSpPr>
            <p:cNvPr id="46" name="직사각형 45">
              <a:extLst>
                <a:ext uri="{FF2B5EF4-FFF2-40B4-BE49-F238E27FC236}">
                  <a16:creationId xmlns:a16="http://schemas.microsoft.com/office/drawing/2014/main" id="{2844E8FD-8285-44B1-862F-28F5460B7E7B}"/>
                </a:ext>
              </a:extLst>
            </p:cNvPr>
            <p:cNvSpPr/>
            <p:nvPr/>
          </p:nvSpPr>
          <p:spPr>
            <a:xfrm>
              <a:off x="5768503" y="2735313"/>
              <a:ext cx="272042" cy="1885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a[2]</a:t>
              </a:r>
              <a:endParaRPr lang="ko-KR" altLang="en-US" sz="1200" dirty="0">
                <a:solidFill>
                  <a:prstClr val="black">
                    <a:lumMod val="85000"/>
                    <a:lumOff val="15000"/>
                  </a:prstClr>
                </a:solidFill>
                <a:latin typeface="SamsungOne-400" panose="020B0503030303020204" pitchFamily="34" charset="0"/>
              </a:endParaRPr>
            </a:p>
          </p:txBody>
        </p:sp>
        <p:sp>
          <p:nvSpPr>
            <p:cNvPr id="47" name="모서리가 둥근 직사각형 46"/>
            <p:cNvSpPr/>
            <p:nvPr/>
          </p:nvSpPr>
          <p:spPr>
            <a:xfrm>
              <a:off x="3650240" y="4365104"/>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48" name="모서리가 둥근 직사각형 47"/>
            <p:cNvSpPr/>
            <p:nvPr/>
          </p:nvSpPr>
          <p:spPr>
            <a:xfrm>
              <a:off x="4588858" y="4365104"/>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sp>
          <p:nvSpPr>
            <p:cNvPr id="49" name="모서리가 둥근 직사각형 48"/>
            <p:cNvSpPr/>
            <p:nvPr/>
          </p:nvSpPr>
          <p:spPr>
            <a:xfrm>
              <a:off x="5527476" y="4365104"/>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50" name="직사각형 49">
              <a:extLst>
                <a:ext uri="{FF2B5EF4-FFF2-40B4-BE49-F238E27FC236}">
                  <a16:creationId xmlns:a16="http://schemas.microsoft.com/office/drawing/2014/main" id="{2844E8FD-8285-44B1-862F-28F5460B7E7B}"/>
                </a:ext>
              </a:extLst>
            </p:cNvPr>
            <p:cNvSpPr/>
            <p:nvPr/>
          </p:nvSpPr>
          <p:spPr>
            <a:xfrm>
              <a:off x="3917762" y="4070311"/>
              <a:ext cx="272042" cy="1885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a[0]</a:t>
              </a:r>
              <a:endParaRPr lang="ko-KR" altLang="en-US" sz="1200" dirty="0">
                <a:solidFill>
                  <a:prstClr val="black">
                    <a:lumMod val="85000"/>
                    <a:lumOff val="15000"/>
                  </a:prstClr>
                </a:solidFill>
                <a:latin typeface="SamsungOne-400" panose="020B0503030303020204" pitchFamily="34" charset="0"/>
              </a:endParaRPr>
            </a:p>
          </p:txBody>
        </p:sp>
        <p:sp>
          <p:nvSpPr>
            <p:cNvPr id="51" name="직사각형 50">
              <a:extLst>
                <a:ext uri="{FF2B5EF4-FFF2-40B4-BE49-F238E27FC236}">
                  <a16:creationId xmlns:a16="http://schemas.microsoft.com/office/drawing/2014/main" id="{2844E8FD-8285-44B1-862F-28F5460B7E7B}"/>
                </a:ext>
              </a:extLst>
            </p:cNvPr>
            <p:cNvSpPr/>
            <p:nvPr/>
          </p:nvSpPr>
          <p:spPr>
            <a:xfrm>
              <a:off x="4863625" y="4070311"/>
              <a:ext cx="272042" cy="1885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a[1]</a:t>
              </a:r>
              <a:endParaRPr lang="ko-KR" altLang="en-US" sz="1200" dirty="0">
                <a:solidFill>
                  <a:prstClr val="black">
                    <a:lumMod val="85000"/>
                    <a:lumOff val="15000"/>
                  </a:prstClr>
                </a:solidFill>
                <a:latin typeface="SamsungOne-400" panose="020B0503030303020204" pitchFamily="34" charset="0"/>
              </a:endParaRPr>
            </a:p>
          </p:txBody>
        </p:sp>
        <p:sp>
          <p:nvSpPr>
            <p:cNvPr id="52" name="직사각형 51">
              <a:extLst>
                <a:ext uri="{FF2B5EF4-FFF2-40B4-BE49-F238E27FC236}">
                  <a16:creationId xmlns:a16="http://schemas.microsoft.com/office/drawing/2014/main" id="{2844E8FD-8285-44B1-862F-28F5460B7E7B}"/>
                </a:ext>
              </a:extLst>
            </p:cNvPr>
            <p:cNvSpPr/>
            <p:nvPr/>
          </p:nvSpPr>
          <p:spPr>
            <a:xfrm>
              <a:off x="5768503" y="4070311"/>
              <a:ext cx="272042" cy="1885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b="1" dirty="0">
                  <a:solidFill>
                    <a:srgbClr val="C00000"/>
                  </a:solidFill>
                  <a:latin typeface="SamsungOne-400" panose="020B0503030303020204" pitchFamily="34" charset="0"/>
                </a:rPr>
                <a:t>a[2]</a:t>
              </a:r>
              <a:endParaRPr lang="ko-KR" altLang="en-US" sz="1200" b="1" dirty="0">
                <a:solidFill>
                  <a:srgbClr val="C00000"/>
                </a:solidFill>
                <a:latin typeface="SamsungOne-400" panose="020B0503030303020204" pitchFamily="34" charset="0"/>
              </a:endParaRPr>
            </a:p>
          </p:txBody>
        </p:sp>
        <p:sp>
          <p:nvSpPr>
            <p:cNvPr id="53" name="모서리가 둥근 직사각형 52"/>
            <p:cNvSpPr/>
            <p:nvPr/>
          </p:nvSpPr>
          <p:spPr>
            <a:xfrm>
              <a:off x="3650240" y="5122463"/>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54" name="모서리가 둥근 직사각형 53"/>
            <p:cNvSpPr/>
            <p:nvPr/>
          </p:nvSpPr>
          <p:spPr>
            <a:xfrm>
              <a:off x="4588858" y="5122463"/>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sp>
          <p:nvSpPr>
            <p:cNvPr id="55" name="모서리가 둥근 직사각형 54"/>
            <p:cNvSpPr/>
            <p:nvPr/>
          </p:nvSpPr>
          <p:spPr>
            <a:xfrm>
              <a:off x="5527476" y="5122463"/>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56" name="직사각형 55">
              <a:extLst>
                <a:ext uri="{FF2B5EF4-FFF2-40B4-BE49-F238E27FC236}">
                  <a16:creationId xmlns:a16="http://schemas.microsoft.com/office/drawing/2014/main" id="{2844E8FD-8285-44B1-862F-28F5460B7E7B}"/>
                </a:ext>
              </a:extLst>
            </p:cNvPr>
            <p:cNvSpPr/>
            <p:nvPr/>
          </p:nvSpPr>
          <p:spPr>
            <a:xfrm>
              <a:off x="3917762" y="4827670"/>
              <a:ext cx="272042" cy="1885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b="1" dirty="0">
                  <a:solidFill>
                    <a:srgbClr val="C00000"/>
                  </a:solidFill>
                  <a:latin typeface="SamsungOne-400" panose="020B0503030303020204" pitchFamily="34" charset="0"/>
                </a:rPr>
                <a:t>a[0]</a:t>
              </a:r>
              <a:endParaRPr lang="ko-KR" altLang="en-US" sz="1200" b="1" dirty="0">
                <a:solidFill>
                  <a:srgbClr val="C00000"/>
                </a:solidFill>
                <a:latin typeface="SamsungOne-400" panose="020B0503030303020204" pitchFamily="34" charset="0"/>
              </a:endParaRPr>
            </a:p>
          </p:txBody>
        </p:sp>
        <p:sp>
          <p:nvSpPr>
            <p:cNvPr id="57" name="직사각형 56">
              <a:extLst>
                <a:ext uri="{FF2B5EF4-FFF2-40B4-BE49-F238E27FC236}">
                  <a16:creationId xmlns:a16="http://schemas.microsoft.com/office/drawing/2014/main" id="{2844E8FD-8285-44B1-862F-28F5460B7E7B}"/>
                </a:ext>
              </a:extLst>
            </p:cNvPr>
            <p:cNvSpPr/>
            <p:nvPr/>
          </p:nvSpPr>
          <p:spPr>
            <a:xfrm>
              <a:off x="4863625" y="4827670"/>
              <a:ext cx="272042" cy="1885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a[1]</a:t>
              </a:r>
              <a:endParaRPr lang="ko-KR" altLang="en-US" sz="1200" dirty="0">
                <a:solidFill>
                  <a:prstClr val="black">
                    <a:lumMod val="85000"/>
                    <a:lumOff val="15000"/>
                  </a:prstClr>
                </a:solidFill>
                <a:latin typeface="SamsungOne-400" panose="020B0503030303020204" pitchFamily="34" charset="0"/>
              </a:endParaRPr>
            </a:p>
          </p:txBody>
        </p:sp>
        <p:sp>
          <p:nvSpPr>
            <p:cNvPr id="58" name="직사각형 57">
              <a:extLst>
                <a:ext uri="{FF2B5EF4-FFF2-40B4-BE49-F238E27FC236}">
                  <a16:creationId xmlns:a16="http://schemas.microsoft.com/office/drawing/2014/main" id="{2844E8FD-8285-44B1-862F-28F5460B7E7B}"/>
                </a:ext>
              </a:extLst>
            </p:cNvPr>
            <p:cNvSpPr/>
            <p:nvPr/>
          </p:nvSpPr>
          <p:spPr>
            <a:xfrm>
              <a:off x="5768503" y="4827670"/>
              <a:ext cx="272042" cy="1885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a[2]</a:t>
              </a:r>
              <a:endParaRPr lang="ko-KR" altLang="en-US" sz="1200" dirty="0">
                <a:solidFill>
                  <a:prstClr val="black">
                    <a:lumMod val="85000"/>
                    <a:lumOff val="15000"/>
                  </a:prstClr>
                </a:solidFill>
                <a:latin typeface="SamsungOne-400" panose="020B0503030303020204" pitchFamily="34" charset="0"/>
              </a:endParaRPr>
            </a:p>
          </p:txBody>
        </p:sp>
        <p:sp>
          <p:nvSpPr>
            <p:cNvPr id="59" name="모서리가 둥근 직사각형 58"/>
            <p:cNvSpPr/>
            <p:nvPr/>
          </p:nvSpPr>
          <p:spPr>
            <a:xfrm>
              <a:off x="3650240" y="5879822"/>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60" name="모서리가 둥근 직사각형 59"/>
            <p:cNvSpPr/>
            <p:nvPr/>
          </p:nvSpPr>
          <p:spPr>
            <a:xfrm>
              <a:off x="4588858" y="5879822"/>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sp>
          <p:nvSpPr>
            <p:cNvPr id="61" name="모서리가 둥근 직사각형 60"/>
            <p:cNvSpPr/>
            <p:nvPr/>
          </p:nvSpPr>
          <p:spPr>
            <a:xfrm>
              <a:off x="5527476" y="5879822"/>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62" name="직사각형 61">
              <a:extLst>
                <a:ext uri="{FF2B5EF4-FFF2-40B4-BE49-F238E27FC236}">
                  <a16:creationId xmlns:a16="http://schemas.microsoft.com/office/drawing/2014/main" id="{2844E8FD-8285-44B1-862F-28F5460B7E7B}"/>
                </a:ext>
              </a:extLst>
            </p:cNvPr>
            <p:cNvSpPr/>
            <p:nvPr/>
          </p:nvSpPr>
          <p:spPr>
            <a:xfrm>
              <a:off x="3917762" y="5585029"/>
              <a:ext cx="272042" cy="1885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a[0]</a:t>
              </a:r>
              <a:endParaRPr lang="ko-KR" altLang="en-US" sz="1200" dirty="0">
                <a:solidFill>
                  <a:prstClr val="black">
                    <a:lumMod val="85000"/>
                    <a:lumOff val="15000"/>
                  </a:prstClr>
                </a:solidFill>
                <a:latin typeface="SamsungOne-400" panose="020B0503030303020204" pitchFamily="34" charset="0"/>
              </a:endParaRPr>
            </a:p>
          </p:txBody>
        </p:sp>
        <p:sp>
          <p:nvSpPr>
            <p:cNvPr id="63" name="직사각형 62">
              <a:extLst>
                <a:ext uri="{FF2B5EF4-FFF2-40B4-BE49-F238E27FC236}">
                  <a16:creationId xmlns:a16="http://schemas.microsoft.com/office/drawing/2014/main" id="{2844E8FD-8285-44B1-862F-28F5460B7E7B}"/>
                </a:ext>
              </a:extLst>
            </p:cNvPr>
            <p:cNvSpPr/>
            <p:nvPr/>
          </p:nvSpPr>
          <p:spPr>
            <a:xfrm>
              <a:off x="4863625" y="5585029"/>
              <a:ext cx="272042" cy="1885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b="1" dirty="0">
                  <a:solidFill>
                    <a:srgbClr val="C00000"/>
                  </a:solidFill>
                  <a:latin typeface="SamsungOne-400" panose="020B0503030303020204" pitchFamily="34" charset="0"/>
                </a:rPr>
                <a:t>a[1]</a:t>
              </a:r>
              <a:endParaRPr lang="ko-KR" altLang="en-US" sz="1200" b="1" dirty="0">
                <a:solidFill>
                  <a:srgbClr val="C00000"/>
                </a:solidFill>
                <a:latin typeface="SamsungOne-400" panose="020B0503030303020204" pitchFamily="34" charset="0"/>
              </a:endParaRPr>
            </a:p>
          </p:txBody>
        </p:sp>
        <p:sp>
          <p:nvSpPr>
            <p:cNvPr id="64" name="직사각형 63">
              <a:extLst>
                <a:ext uri="{FF2B5EF4-FFF2-40B4-BE49-F238E27FC236}">
                  <a16:creationId xmlns:a16="http://schemas.microsoft.com/office/drawing/2014/main" id="{2844E8FD-8285-44B1-862F-28F5460B7E7B}"/>
                </a:ext>
              </a:extLst>
            </p:cNvPr>
            <p:cNvSpPr/>
            <p:nvPr/>
          </p:nvSpPr>
          <p:spPr>
            <a:xfrm>
              <a:off x="5768503" y="5585029"/>
              <a:ext cx="272042" cy="1885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a[2]</a:t>
              </a:r>
              <a:endParaRPr lang="ko-KR" altLang="en-US" sz="1200" dirty="0">
                <a:solidFill>
                  <a:prstClr val="black">
                    <a:lumMod val="85000"/>
                    <a:lumOff val="15000"/>
                  </a:prstClr>
                </a:solidFill>
                <a:latin typeface="SamsungOne-400" panose="020B0503030303020204" pitchFamily="34" charset="0"/>
              </a:endParaRPr>
            </a:p>
          </p:txBody>
        </p:sp>
        <p:sp>
          <p:nvSpPr>
            <p:cNvPr id="65" name="모서리가 둥근 직사각형 64"/>
            <p:cNvSpPr/>
            <p:nvPr/>
          </p:nvSpPr>
          <p:spPr>
            <a:xfrm>
              <a:off x="3128416" y="3586238"/>
              <a:ext cx="1578691" cy="367324"/>
            </a:xfrm>
            <a:prstGeom prst="roundRect">
              <a:avLst/>
            </a:prstGeom>
            <a:noFill/>
            <a:ln>
              <a:solidFill>
                <a:srgbClr val="AAAA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err="1">
                  <a:solidFill>
                    <a:schemeClr val="tx1"/>
                  </a:solidFill>
                  <a:latin typeface="SamsungOne-700" panose="020B0803030303020204" pitchFamily="34" charset="0"/>
                  <a:ea typeface="SamsungOne-700" panose="020B0803030303020204" pitchFamily="34" charset="0"/>
                </a:rPr>
                <a:t>Truy</a:t>
              </a:r>
              <a:r>
                <a:rPr lang="en-US" altLang="ko-KR" sz="1200" dirty="0">
                  <a:solidFill>
                    <a:schemeClr val="tx1"/>
                  </a:solidFill>
                  <a:latin typeface="SamsungOne-700" panose="020B0803030303020204" pitchFamily="34" charset="0"/>
                  <a:ea typeface="SamsungOne-700" panose="020B0803030303020204" pitchFamily="34" charset="0"/>
                </a:rPr>
                <a:t> </a:t>
              </a:r>
              <a:r>
                <a:rPr lang="en-US" altLang="ko-KR" sz="1200" dirty="0" err="1">
                  <a:solidFill>
                    <a:schemeClr val="tx1"/>
                  </a:solidFill>
                  <a:latin typeface="SamsungOne-700" panose="020B0803030303020204" pitchFamily="34" charset="0"/>
                  <a:ea typeface="SamsungOne-700" panose="020B0803030303020204" pitchFamily="34" charset="0"/>
                </a:rPr>
                <a:t>cập</a:t>
              </a:r>
              <a:r>
                <a:rPr lang="en-US" altLang="ko-KR" sz="1200" dirty="0">
                  <a:solidFill>
                    <a:schemeClr val="tx1"/>
                  </a:solidFill>
                  <a:latin typeface="SamsungOne-700" panose="020B0803030303020204" pitchFamily="34" charset="0"/>
                  <a:ea typeface="SamsungOne-700" panose="020B0803030303020204" pitchFamily="34" charset="0"/>
                </a:rPr>
                <a:t> </a:t>
              </a:r>
              <a:r>
                <a:rPr lang="en-US" altLang="ko-KR" sz="1200" dirty="0" err="1">
                  <a:solidFill>
                    <a:schemeClr val="tx1"/>
                  </a:solidFill>
                  <a:latin typeface="SamsungOne-700" panose="020B0803030303020204" pitchFamily="34" charset="0"/>
                  <a:ea typeface="SamsungOne-700" panose="020B0803030303020204" pitchFamily="34" charset="0"/>
                </a:rPr>
                <a:t>ngẫu</a:t>
              </a:r>
              <a:r>
                <a:rPr lang="en-US" altLang="ko-KR" sz="1200" dirty="0">
                  <a:solidFill>
                    <a:schemeClr val="tx1"/>
                  </a:solidFill>
                  <a:latin typeface="SamsungOne-700" panose="020B0803030303020204" pitchFamily="34" charset="0"/>
                  <a:ea typeface="SamsungOne-700" panose="020B0803030303020204" pitchFamily="34" charset="0"/>
                </a:rPr>
                <a:t> </a:t>
              </a:r>
              <a:r>
                <a:rPr lang="en-US" altLang="ko-KR" sz="1200" dirty="0" err="1">
                  <a:solidFill>
                    <a:schemeClr val="tx1"/>
                  </a:solidFill>
                  <a:latin typeface="SamsungOne-700" panose="020B0803030303020204" pitchFamily="34" charset="0"/>
                  <a:ea typeface="SamsungOne-700" panose="020B0803030303020204" pitchFamily="34" charset="0"/>
                </a:rPr>
                <a:t>nhiên</a:t>
              </a:r>
              <a:endParaRPr lang="en-US" sz="1200" dirty="0">
                <a:solidFill>
                  <a:schemeClr val="tx1"/>
                </a:solidFill>
                <a:latin typeface="SamsungOne-700" panose="020B0803030303020204" pitchFamily="34" charset="0"/>
                <a:ea typeface="SamsungOne-700" panose="020B0803030303020204" pitchFamily="34" charset="0"/>
              </a:endParaRPr>
            </a:p>
          </p:txBody>
        </p:sp>
        <p:sp>
          <p:nvSpPr>
            <p:cNvPr id="66" name="모서리가 둥근 직사각형 65"/>
            <p:cNvSpPr/>
            <p:nvPr/>
          </p:nvSpPr>
          <p:spPr>
            <a:xfrm>
              <a:off x="5561554" y="4395360"/>
              <a:ext cx="797336" cy="269206"/>
            </a:xfrm>
            <a:prstGeom prst="roundRect">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67" name="모서리가 둥근 직사각형 66"/>
            <p:cNvSpPr/>
            <p:nvPr/>
          </p:nvSpPr>
          <p:spPr>
            <a:xfrm>
              <a:off x="3684912" y="5153956"/>
              <a:ext cx="797336" cy="269206"/>
            </a:xfrm>
            <a:prstGeom prst="roundRect">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68" name="모서리가 둥근 직사각형 67"/>
            <p:cNvSpPr/>
            <p:nvPr/>
          </p:nvSpPr>
          <p:spPr>
            <a:xfrm>
              <a:off x="4620684" y="5907505"/>
              <a:ext cx="797336" cy="269206"/>
            </a:xfrm>
            <a:prstGeom prst="roundRect">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
        <p:nvSpPr>
          <p:cNvPr id="37" name="직사각형 36">
            <a:extLst>
              <a:ext uri="{FF2B5EF4-FFF2-40B4-BE49-F238E27FC236}">
                <a16:creationId xmlns:a16="http://schemas.microsoft.com/office/drawing/2014/main" id="{AD316CFB-618F-4A49-BA54-4FCD4CC1FC1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Lưu trữ và truy cập dữ liệu trong một mảng (</a:t>
            </a:r>
            <a:r>
              <a:rPr lang="en-US" altLang="ko-KR" sz="1400" dirty="0">
                <a:solidFill>
                  <a:schemeClr val="tx1"/>
                </a:solidFill>
                <a:latin typeface="SamsungOne-400" panose="020B0503030303020204" pitchFamily="34" charset="0"/>
                <a:ea typeface="SamsungOne-400" panose="020B0503030303020204" pitchFamily="34" charset="0"/>
              </a:rPr>
              <a:t>2</a:t>
            </a:r>
            <a:r>
              <a:rPr lang="vi-VN" altLang="ko-KR" sz="1400" dirty="0">
                <a:solidFill>
                  <a:schemeClr val="tx1"/>
                </a:solidFill>
                <a:latin typeface="SamsungOne-400" panose="020B0503030303020204" pitchFamily="34" charset="0"/>
                <a:ea typeface="SamsungOne-400" panose="020B0503030303020204" pitchFamily="34" charset="0"/>
              </a:rPr>
              <a:t>/2)</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185525986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700808"/>
            <a:ext cx="8632825" cy="25614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Một tính năng khác của mảng là việc thêm hoặc xóa dữ liệu ở một vị trí cụ thể đòi hỏi nhiều tính toán và không gian hơn so với list. Tính toán ở đây là CPU cần nhiều thời gian hơn để tính toán và cũng cần nhiều dung lượng hơn trong bộ nhớ.</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Cân nhắc thêm giá trị “Xanh lục” vào vị trí thứ hai.</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a:spcAft>
                <a:spcPts val="800"/>
              </a:spcAft>
              <a:buClr>
                <a:srgbClr val="193EB0"/>
              </a:buClr>
            </a:pP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a:spcAft>
                <a:spcPts val="800"/>
              </a:spcAft>
              <a:buClr>
                <a:srgbClr val="193EB0"/>
              </a:buClr>
            </a:pP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Đầu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tiên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chúng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ta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cần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đảm</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bảo</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không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gian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bổ</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sung ở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phần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cuối</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sự</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sắp</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xếp</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a:t>
            </a:r>
          </a:p>
        </p:txBody>
      </p:sp>
      <p:sp>
        <p:nvSpPr>
          <p:cNvPr id="37" name="모서리가 둥근 직사각형 36"/>
          <p:cNvSpPr/>
          <p:nvPr/>
        </p:nvSpPr>
        <p:spPr>
          <a:xfrm>
            <a:off x="3650240" y="2931705"/>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38" name="모서리가 둥근 직사각형 37"/>
          <p:cNvSpPr/>
          <p:nvPr/>
        </p:nvSpPr>
        <p:spPr>
          <a:xfrm>
            <a:off x="4588858" y="2931705"/>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39" name="모서리가 둥근 직사각형 38"/>
          <p:cNvSpPr/>
          <p:nvPr/>
        </p:nvSpPr>
        <p:spPr>
          <a:xfrm>
            <a:off x="5527476" y="2931705"/>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40" name="직사각형 39">
            <a:extLst>
              <a:ext uri="{FF2B5EF4-FFF2-40B4-BE49-F238E27FC236}">
                <a16:creationId xmlns:a16="http://schemas.microsoft.com/office/drawing/2014/main" id="{2844E8FD-8285-44B1-862F-28F5460B7E7B}"/>
              </a:ext>
            </a:extLst>
          </p:cNvPr>
          <p:cNvSpPr/>
          <p:nvPr/>
        </p:nvSpPr>
        <p:spPr>
          <a:xfrm>
            <a:off x="3917762" y="2636912"/>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a[0]</a:t>
            </a:r>
            <a:endParaRPr lang="ko-KR" altLang="en-US" sz="1200" dirty="0">
              <a:solidFill>
                <a:prstClr val="black">
                  <a:lumMod val="85000"/>
                  <a:lumOff val="15000"/>
                </a:prstClr>
              </a:solidFill>
              <a:latin typeface="SamsungOne-400" panose="020B0503030303020204" pitchFamily="34" charset="0"/>
            </a:endParaRPr>
          </a:p>
        </p:txBody>
      </p:sp>
      <p:sp>
        <p:nvSpPr>
          <p:cNvPr id="69" name="직사각형 68">
            <a:extLst>
              <a:ext uri="{FF2B5EF4-FFF2-40B4-BE49-F238E27FC236}">
                <a16:creationId xmlns:a16="http://schemas.microsoft.com/office/drawing/2014/main" id="{2844E8FD-8285-44B1-862F-28F5460B7E7B}"/>
              </a:ext>
            </a:extLst>
          </p:cNvPr>
          <p:cNvSpPr/>
          <p:nvPr/>
        </p:nvSpPr>
        <p:spPr>
          <a:xfrm>
            <a:off x="4863625" y="2636912"/>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a[1]</a:t>
            </a:r>
            <a:endParaRPr lang="ko-KR" altLang="en-US" sz="1200" dirty="0">
              <a:solidFill>
                <a:prstClr val="black">
                  <a:lumMod val="85000"/>
                  <a:lumOff val="15000"/>
                </a:prstClr>
              </a:solidFill>
              <a:latin typeface="SamsungOne-400" panose="020B0503030303020204" pitchFamily="34" charset="0"/>
            </a:endParaRPr>
          </a:p>
        </p:txBody>
      </p:sp>
      <p:sp>
        <p:nvSpPr>
          <p:cNvPr id="70" name="직사각형 69">
            <a:extLst>
              <a:ext uri="{FF2B5EF4-FFF2-40B4-BE49-F238E27FC236}">
                <a16:creationId xmlns:a16="http://schemas.microsoft.com/office/drawing/2014/main" id="{2844E8FD-8285-44B1-862F-28F5460B7E7B}"/>
              </a:ext>
            </a:extLst>
          </p:cNvPr>
          <p:cNvSpPr/>
          <p:nvPr/>
        </p:nvSpPr>
        <p:spPr>
          <a:xfrm>
            <a:off x="5768503" y="2636912"/>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a[2]</a:t>
            </a:r>
            <a:endParaRPr lang="ko-KR" altLang="en-US" sz="1200" dirty="0">
              <a:solidFill>
                <a:prstClr val="black">
                  <a:lumMod val="85000"/>
                  <a:lumOff val="15000"/>
                </a:prstClr>
              </a:solidFill>
              <a:latin typeface="SamsungOne-400" panose="020B0503030303020204" pitchFamily="34" charset="0"/>
            </a:endParaRPr>
          </a:p>
        </p:txBody>
      </p:sp>
      <p:sp>
        <p:nvSpPr>
          <p:cNvPr id="71" name="모서리가 둥근 직사각형 70"/>
          <p:cNvSpPr/>
          <p:nvPr/>
        </p:nvSpPr>
        <p:spPr>
          <a:xfrm>
            <a:off x="3907324" y="3421718"/>
            <a:ext cx="864096" cy="332193"/>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lục</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72" name="모서리가 둥근 직사각형 71"/>
          <p:cNvSpPr/>
          <p:nvPr/>
        </p:nvSpPr>
        <p:spPr>
          <a:xfrm>
            <a:off x="3258431" y="4803913"/>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73" name="모서리가 둥근 직사각형 72"/>
          <p:cNvSpPr/>
          <p:nvPr/>
        </p:nvSpPr>
        <p:spPr>
          <a:xfrm>
            <a:off x="4197049" y="4803913"/>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74" name="모서리가 둥근 직사각형 73"/>
          <p:cNvSpPr/>
          <p:nvPr/>
        </p:nvSpPr>
        <p:spPr>
          <a:xfrm>
            <a:off x="5135667" y="4803913"/>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75" name="직사각형 74">
            <a:extLst>
              <a:ext uri="{FF2B5EF4-FFF2-40B4-BE49-F238E27FC236}">
                <a16:creationId xmlns:a16="http://schemas.microsoft.com/office/drawing/2014/main" id="{2844E8FD-8285-44B1-862F-28F5460B7E7B}"/>
              </a:ext>
            </a:extLst>
          </p:cNvPr>
          <p:cNvSpPr/>
          <p:nvPr/>
        </p:nvSpPr>
        <p:spPr>
          <a:xfrm>
            <a:off x="3525953" y="4509120"/>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a[0]</a:t>
            </a:r>
            <a:endParaRPr lang="ko-KR" altLang="en-US" sz="1200" dirty="0">
              <a:solidFill>
                <a:prstClr val="black">
                  <a:lumMod val="85000"/>
                  <a:lumOff val="15000"/>
                </a:prstClr>
              </a:solidFill>
              <a:latin typeface="SamsungOne-400" panose="020B0503030303020204" pitchFamily="34" charset="0"/>
            </a:endParaRPr>
          </a:p>
        </p:txBody>
      </p:sp>
      <p:sp>
        <p:nvSpPr>
          <p:cNvPr id="76" name="직사각형 75">
            <a:extLst>
              <a:ext uri="{FF2B5EF4-FFF2-40B4-BE49-F238E27FC236}">
                <a16:creationId xmlns:a16="http://schemas.microsoft.com/office/drawing/2014/main" id="{2844E8FD-8285-44B1-862F-28F5460B7E7B}"/>
              </a:ext>
            </a:extLst>
          </p:cNvPr>
          <p:cNvSpPr/>
          <p:nvPr/>
        </p:nvSpPr>
        <p:spPr>
          <a:xfrm>
            <a:off x="4471816" y="4509120"/>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a[1]</a:t>
            </a:r>
            <a:endParaRPr lang="ko-KR" altLang="en-US" sz="1200" dirty="0">
              <a:solidFill>
                <a:prstClr val="black">
                  <a:lumMod val="85000"/>
                  <a:lumOff val="15000"/>
                </a:prstClr>
              </a:solidFill>
              <a:latin typeface="SamsungOne-400" panose="020B0503030303020204" pitchFamily="34" charset="0"/>
            </a:endParaRPr>
          </a:p>
        </p:txBody>
      </p:sp>
      <p:sp>
        <p:nvSpPr>
          <p:cNvPr id="77" name="직사각형 76">
            <a:extLst>
              <a:ext uri="{FF2B5EF4-FFF2-40B4-BE49-F238E27FC236}">
                <a16:creationId xmlns:a16="http://schemas.microsoft.com/office/drawing/2014/main" id="{2844E8FD-8285-44B1-862F-28F5460B7E7B}"/>
              </a:ext>
            </a:extLst>
          </p:cNvPr>
          <p:cNvSpPr/>
          <p:nvPr/>
        </p:nvSpPr>
        <p:spPr>
          <a:xfrm>
            <a:off x="5376694" y="4509120"/>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a[2]</a:t>
            </a:r>
            <a:endParaRPr lang="ko-KR" altLang="en-US" sz="1200" dirty="0">
              <a:solidFill>
                <a:prstClr val="black">
                  <a:lumMod val="85000"/>
                  <a:lumOff val="15000"/>
                </a:prstClr>
              </a:solidFill>
              <a:latin typeface="SamsungOne-400" panose="020B0503030303020204" pitchFamily="34" charset="0"/>
            </a:endParaRPr>
          </a:p>
        </p:txBody>
      </p:sp>
      <p:sp>
        <p:nvSpPr>
          <p:cNvPr id="78" name="모서리가 둥근 직사각형 77"/>
          <p:cNvSpPr/>
          <p:nvPr/>
        </p:nvSpPr>
        <p:spPr>
          <a:xfrm>
            <a:off x="6074285" y="4803913"/>
            <a:ext cx="864096" cy="332193"/>
          </a:xfrm>
          <a:prstGeom prst="round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79" name="직사각형 78">
            <a:extLst>
              <a:ext uri="{FF2B5EF4-FFF2-40B4-BE49-F238E27FC236}">
                <a16:creationId xmlns:a16="http://schemas.microsoft.com/office/drawing/2014/main" id="{2844E8FD-8285-44B1-862F-28F5460B7E7B}"/>
              </a:ext>
            </a:extLst>
          </p:cNvPr>
          <p:cNvSpPr/>
          <p:nvPr/>
        </p:nvSpPr>
        <p:spPr>
          <a:xfrm>
            <a:off x="6370312" y="4509120"/>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a[3]</a:t>
            </a:r>
            <a:endParaRPr lang="ko-KR" altLang="en-US" sz="1200" dirty="0">
              <a:solidFill>
                <a:prstClr val="black">
                  <a:lumMod val="85000"/>
                  <a:lumOff val="15000"/>
                </a:prstClr>
              </a:solidFill>
              <a:latin typeface="SamsungOne-400" panose="020B0503030303020204" pitchFamily="34" charset="0"/>
            </a:endParaRPr>
          </a:p>
        </p:txBody>
      </p:sp>
      <p:sp>
        <p:nvSpPr>
          <p:cNvPr id="80" name="모서리가 둥근 직사각형 79"/>
          <p:cNvSpPr/>
          <p:nvPr/>
        </p:nvSpPr>
        <p:spPr>
          <a:xfrm>
            <a:off x="3907324" y="5322128"/>
            <a:ext cx="864096" cy="332193"/>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lục</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30" name="직사각형 29">
            <a:extLst>
              <a:ext uri="{FF2B5EF4-FFF2-40B4-BE49-F238E27FC236}">
                <a16:creationId xmlns:a16="http://schemas.microsoft.com/office/drawing/2014/main" id="{25F14FDA-F45F-45E3-B0DF-24B7BF29C0A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Thêm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khỏi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(1/4)</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416224925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700808"/>
            <a:ext cx="8632825" cy="30692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Để</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thêm</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vào</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không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gian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thứ</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hai</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phía</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sau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không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gian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thứ</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hai</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phải</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di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từng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cái</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sang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bên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phải</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a:t>
            </a:r>
          </a:p>
          <a:p>
            <a:pPr marL="182563" indent="-182563">
              <a:spcAft>
                <a:spcPts val="800"/>
              </a:spcAft>
              <a:buClr>
                <a:srgbClr val="193EB0"/>
              </a:buClr>
              <a:buFont typeface="SamsungOne 400" panose="020B0503030303020204" pitchFamily="34" charset="0"/>
              <a:buChar char="‣"/>
            </a:pP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Dữ liệu “Xanh</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lục</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 sau đó được thêm vào khoảng trống.</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CE7761AF-BC80-4F01-92F0-998361DE3414}"/>
              </a:ext>
            </a:extLst>
          </p:cNvPr>
          <p:cNvGrpSpPr/>
          <p:nvPr/>
        </p:nvGrpSpPr>
        <p:grpSpPr>
          <a:xfrm>
            <a:off x="3218192" y="2204864"/>
            <a:ext cx="3679950" cy="2020635"/>
            <a:chOff x="3218192" y="2272461"/>
            <a:chExt cx="3679950" cy="2020635"/>
          </a:xfrm>
        </p:grpSpPr>
        <p:sp>
          <p:nvSpPr>
            <p:cNvPr id="26" name="모서리가 둥근 직사각형 25"/>
            <p:cNvSpPr/>
            <p:nvPr/>
          </p:nvSpPr>
          <p:spPr>
            <a:xfrm>
              <a:off x="3218192" y="2567254"/>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30" name="모서리가 둥근 직사각형 29"/>
            <p:cNvSpPr/>
            <p:nvPr/>
          </p:nvSpPr>
          <p:spPr>
            <a:xfrm>
              <a:off x="4156810" y="2567254"/>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31" name="모서리가 둥근 직사각형 30"/>
            <p:cNvSpPr/>
            <p:nvPr/>
          </p:nvSpPr>
          <p:spPr>
            <a:xfrm>
              <a:off x="5095428" y="2567254"/>
              <a:ext cx="864096" cy="332193"/>
            </a:xfrm>
            <a:prstGeom prst="round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32" name="직사각형 31">
              <a:extLst>
                <a:ext uri="{FF2B5EF4-FFF2-40B4-BE49-F238E27FC236}">
                  <a16:creationId xmlns:a16="http://schemas.microsoft.com/office/drawing/2014/main" id="{2844E8FD-8285-44B1-862F-28F5460B7E7B}"/>
                </a:ext>
              </a:extLst>
            </p:cNvPr>
            <p:cNvSpPr/>
            <p:nvPr/>
          </p:nvSpPr>
          <p:spPr>
            <a:xfrm>
              <a:off x="3485714" y="2272461"/>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a[0]</a:t>
              </a:r>
              <a:endParaRPr lang="ko-KR" altLang="en-US" sz="1200" dirty="0">
                <a:solidFill>
                  <a:prstClr val="black">
                    <a:lumMod val="85000"/>
                    <a:lumOff val="15000"/>
                  </a:prstClr>
                </a:solidFill>
                <a:latin typeface="SamsungOne-400" panose="020B0503030303020204" pitchFamily="34" charset="0"/>
              </a:endParaRPr>
            </a:p>
          </p:txBody>
        </p:sp>
        <p:sp>
          <p:nvSpPr>
            <p:cNvPr id="33" name="직사각형 32">
              <a:extLst>
                <a:ext uri="{FF2B5EF4-FFF2-40B4-BE49-F238E27FC236}">
                  <a16:creationId xmlns:a16="http://schemas.microsoft.com/office/drawing/2014/main" id="{2844E8FD-8285-44B1-862F-28F5460B7E7B}"/>
                </a:ext>
              </a:extLst>
            </p:cNvPr>
            <p:cNvSpPr/>
            <p:nvPr/>
          </p:nvSpPr>
          <p:spPr>
            <a:xfrm>
              <a:off x="4431577" y="2272461"/>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a[1]</a:t>
              </a:r>
              <a:endParaRPr lang="ko-KR" altLang="en-US" sz="1200" dirty="0">
                <a:solidFill>
                  <a:prstClr val="black">
                    <a:lumMod val="85000"/>
                    <a:lumOff val="15000"/>
                  </a:prstClr>
                </a:solidFill>
                <a:latin typeface="SamsungOne-400" panose="020B0503030303020204" pitchFamily="34" charset="0"/>
              </a:endParaRPr>
            </a:p>
          </p:txBody>
        </p:sp>
        <p:sp>
          <p:nvSpPr>
            <p:cNvPr id="34" name="직사각형 33">
              <a:extLst>
                <a:ext uri="{FF2B5EF4-FFF2-40B4-BE49-F238E27FC236}">
                  <a16:creationId xmlns:a16="http://schemas.microsoft.com/office/drawing/2014/main" id="{2844E8FD-8285-44B1-862F-28F5460B7E7B}"/>
                </a:ext>
              </a:extLst>
            </p:cNvPr>
            <p:cNvSpPr/>
            <p:nvPr/>
          </p:nvSpPr>
          <p:spPr>
            <a:xfrm>
              <a:off x="5336455" y="2272461"/>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a[2]</a:t>
              </a:r>
              <a:endParaRPr lang="ko-KR" altLang="en-US" sz="1200" dirty="0">
                <a:solidFill>
                  <a:prstClr val="black">
                    <a:lumMod val="85000"/>
                    <a:lumOff val="15000"/>
                  </a:prstClr>
                </a:solidFill>
                <a:latin typeface="SamsungOne-400" panose="020B0503030303020204" pitchFamily="34" charset="0"/>
              </a:endParaRPr>
            </a:p>
          </p:txBody>
        </p:sp>
        <p:sp>
          <p:nvSpPr>
            <p:cNvPr id="35" name="모서리가 둥근 직사각형 34"/>
            <p:cNvSpPr/>
            <p:nvPr/>
          </p:nvSpPr>
          <p:spPr>
            <a:xfrm>
              <a:off x="6034046" y="2567254"/>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36" name="직사각형 35">
              <a:extLst>
                <a:ext uri="{FF2B5EF4-FFF2-40B4-BE49-F238E27FC236}">
                  <a16:creationId xmlns:a16="http://schemas.microsoft.com/office/drawing/2014/main" id="{2844E8FD-8285-44B1-862F-28F5460B7E7B}"/>
                </a:ext>
              </a:extLst>
            </p:cNvPr>
            <p:cNvSpPr/>
            <p:nvPr/>
          </p:nvSpPr>
          <p:spPr>
            <a:xfrm>
              <a:off x="6330073" y="2272461"/>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a[3]</a:t>
              </a:r>
              <a:endParaRPr lang="ko-KR" altLang="en-US" sz="1200" dirty="0">
                <a:solidFill>
                  <a:prstClr val="black">
                    <a:lumMod val="85000"/>
                    <a:lumOff val="15000"/>
                  </a:prstClr>
                </a:solidFill>
                <a:latin typeface="SamsungOne-400" panose="020B0503030303020204" pitchFamily="34" charset="0"/>
              </a:endParaRPr>
            </a:p>
          </p:txBody>
        </p:sp>
        <p:sp>
          <p:nvSpPr>
            <p:cNvPr id="41" name="모서리가 둥근 직사각형 40"/>
            <p:cNvSpPr/>
            <p:nvPr/>
          </p:nvSpPr>
          <p:spPr>
            <a:xfrm>
              <a:off x="3509052" y="3960903"/>
              <a:ext cx="864096" cy="332193"/>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lục</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42" name="모서리가 둥근 직사각형 41"/>
            <p:cNvSpPr/>
            <p:nvPr/>
          </p:nvSpPr>
          <p:spPr>
            <a:xfrm>
              <a:off x="3218192" y="3430175"/>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43" name="모서리가 둥근 직사각형 42"/>
            <p:cNvSpPr/>
            <p:nvPr/>
          </p:nvSpPr>
          <p:spPr>
            <a:xfrm>
              <a:off x="4156810" y="3430175"/>
              <a:ext cx="864096" cy="332193"/>
            </a:xfrm>
            <a:prstGeom prst="round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44" name="모서리가 둥근 직사각형 43"/>
            <p:cNvSpPr/>
            <p:nvPr/>
          </p:nvSpPr>
          <p:spPr>
            <a:xfrm>
              <a:off x="5095428" y="3430175"/>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45" name="직사각형 44">
              <a:extLst>
                <a:ext uri="{FF2B5EF4-FFF2-40B4-BE49-F238E27FC236}">
                  <a16:creationId xmlns:a16="http://schemas.microsoft.com/office/drawing/2014/main" id="{2844E8FD-8285-44B1-862F-28F5460B7E7B}"/>
                </a:ext>
              </a:extLst>
            </p:cNvPr>
            <p:cNvSpPr/>
            <p:nvPr/>
          </p:nvSpPr>
          <p:spPr>
            <a:xfrm>
              <a:off x="3485714" y="3135382"/>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a[0]</a:t>
              </a:r>
              <a:endParaRPr lang="ko-KR" altLang="en-US" sz="1200" dirty="0">
                <a:solidFill>
                  <a:prstClr val="black">
                    <a:lumMod val="85000"/>
                    <a:lumOff val="15000"/>
                  </a:prstClr>
                </a:solidFill>
                <a:latin typeface="SamsungOne-400" panose="020B0503030303020204" pitchFamily="34" charset="0"/>
              </a:endParaRPr>
            </a:p>
          </p:txBody>
        </p:sp>
        <p:sp>
          <p:nvSpPr>
            <p:cNvPr id="46" name="직사각형 45">
              <a:extLst>
                <a:ext uri="{FF2B5EF4-FFF2-40B4-BE49-F238E27FC236}">
                  <a16:creationId xmlns:a16="http://schemas.microsoft.com/office/drawing/2014/main" id="{2844E8FD-8285-44B1-862F-28F5460B7E7B}"/>
                </a:ext>
              </a:extLst>
            </p:cNvPr>
            <p:cNvSpPr/>
            <p:nvPr/>
          </p:nvSpPr>
          <p:spPr>
            <a:xfrm>
              <a:off x="4431577" y="3135382"/>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a[1]</a:t>
              </a:r>
              <a:endParaRPr lang="ko-KR" altLang="en-US" sz="1200" dirty="0">
                <a:solidFill>
                  <a:prstClr val="black">
                    <a:lumMod val="85000"/>
                    <a:lumOff val="15000"/>
                  </a:prstClr>
                </a:solidFill>
                <a:latin typeface="SamsungOne-400" panose="020B0503030303020204" pitchFamily="34" charset="0"/>
              </a:endParaRPr>
            </a:p>
          </p:txBody>
        </p:sp>
        <p:sp>
          <p:nvSpPr>
            <p:cNvPr id="47" name="직사각형 46">
              <a:extLst>
                <a:ext uri="{FF2B5EF4-FFF2-40B4-BE49-F238E27FC236}">
                  <a16:creationId xmlns:a16="http://schemas.microsoft.com/office/drawing/2014/main" id="{2844E8FD-8285-44B1-862F-28F5460B7E7B}"/>
                </a:ext>
              </a:extLst>
            </p:cNvPr>
            <p:cNvSpPr/>
            <p:nvPr/>
          </p:nvSpPr>
          <p:spPr>
            <a:xfrm>
              <a:off x="5336455" y="3135382"/>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a[2]</a:t>
              </a:r>
              <a:endParaRPr lang="ko-KR" altLang="en-US" sz="1200" dirty="0">
                <a:solidFill>
                  <a:prstClr val="black">
                    <a:lumMod val="85000"/>
                    <a:lumOff val="15000"/>
                  </a:prstClr>
                </a:solidFill>
                <a:latin typeface="SamsungOne-400" panose="020B0503030303020204" pitchFamily="34" charset="0"/>
              </a:endParaRPr>
            </a:p>
          </p:txBody>
        </p:sp>
        <p:sp>
          <p:nvSpPr>
            <p:cNvPr id="48" name="모서리가 둥근 직사각형 47"/>
            <p:cNvSpPr/>
            <p:nvPr/>
          </p:nvSpPr>
          <p:spPr>
            <a:xfrm>
              <a:off x="6034046" y="3430175"/>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49" name="직사각형 48">
              <a:extLst>
                <a:ext uri="{FF2B5EF4-FFF2-40B4-BE49-F238E27FC236}">
                  <a16:creationId xmlns:a16="http://schemas.microsoft.com/office/drawing/2014/main" id="{2844E8FD-8285-44B1-862F-28F5460B7E7B}"/>
                </a:ext>
              </a:extLst>
            </p:cNvPr>
            <p:cNvSpPr/>
            <p:nvPr/>
          </p:nvSpPr>
          <p:spPr>
            <a:xfrm>
              <a:off x="6330073" y="3135382"/>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a[3]</a:t>
              </a:r>
              <a:endParaRPr lang="ko-KR" altLang="en-US" sz="1200" dirty="0">
                <a:solidFill>
                  <a:prstClr val="black">
                    <a:lumMod val="85000"/>
                    <a:lumOff val="15000"/>
                  </a:prstClr>
                </a:solidFill>
                <a:latin typeface="SamsungOne-400" panose="020B0503030303020204" pitchFamily="34" charset="0"/>
              </a:endParaRPr>
            </a:p>
          </p:txBody>
        </p:sp>
      </p:grpSp>
      <p:grpSp>
        <p:nvGrpSpPr>
          <p:cNvPr id="3" name="그룹 2">
            <a:extLst>
              <a:ext uri="{FF2B5EF4-FFF2-40B4-BE49-F238E27FC236}">
                <a16:creationId xmlns:a16="http://schemas.microsoft.com/office/drawing/2014/main" id="{5339938C-6E14-4E0E-9D9B-163D2992B088}"/>
              </a:ext>
            </a:extLst>
          </p:cNvPr>
          <p:cNvGrpSpPr/>
          <p:nvPr/>
        </p:nvGrpSpPr>
        <p:grpSpPr>
          <a:xfrm>
            <a:off x="3218192" y="4941168"/>
            <a:ext cx="3679950" cy="626986"/>
            <a:chOff x="3218192" y="5229200"/>
            <a:chExt cx="3679950" cy="626986"/>
          </a:xfrm>
        </p:grpSpPr>
        <p:sp>
          <p:nvSpPr>
            <p:cNvPr id="50" name="모서리가 둥근 직사각형 49"/>
            <p:cNvSpPr/>
            <p:nvPr/>
          </p:nvSpPr>
          <p:spPr>
            <a:xfrm>
              <a:off x="3218192" y="5523993"/>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51" name="모서리가 둥근 직사각형 50"/>
            <p:cNvSpPr/>
            <p:nvPr/>
          </p:nvSpPr>
          <p:spPr>
            <a:xfrm>
              <a:off x="5095428" y="5523993"/>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52" name="직사각형 51">
              <a:extLst>
                <a:ext uri="{FF2B5EF4-FFF2-40B4-BE49-F238E27FC236}">
                  <a16:creationId xmlns:a16="http://schemas.microsoft.com/office/drawing/2014/main" id="{2844E8FD-8285-44B1-862F-28F5460B7E7B}"/>
                </a:ext>
              </a:extLst>
            </p:cNvPr>
            <p:cNvSpPr/>
            <p:nvPr/>
          </p:nvSpPr>
          <p:spPr>
            <a:xfrm>
              <a:off x="3485714" y="5229200"/>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a[0]</a:t>
              </a:r>
              <a:endParaRPr lang="ko-KR" altLang="en-US" sz="1200" dirty="0">
                <a:solidFill>
                  <a:prstClr val="black">
                    <a:lumMod val="85000"/>
                    <a:lumOff val="15000"/>
                  </a:prstClr>
                </a:solidFill>
                <a:latin typeface="SamsungOne-400" panose="020B0503030303020204" pitchFamily="34" charset="0"/>
              </a:endParaRPr>
            </a:p>
          </p:txBody>
        </p:sp>
        <p:sp>
          <p:nvSpPr>
            <p:cNvPr id="53" name="직사각형 52">
              <a:extLst>
                <a:ext uri="{FF2B5EF4-FFF2-40B4-BE49-F238E27FC236}">
                  <a16:creationId xmlns:a16="http://schemas.microsoft.com/office/drawing/2014/main" id="{2844E8FD-8285-44B1-862F-28F5460B7E7B}"/>
                </a:ext>
              </a:extLst>
            </p:cNvPr>
            <p:cNvSpPr/>
            <p:nvPr/>
          </p:nvSpPr>
          <p:spPr>
            <a:xfrm>
              <a:off x="4431577" y="5229200"/>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a[1]</a:t>
              </a:r>
              <a:endParaRPr lang="ko-KR" altLang="en-US" sz="1200" dirty="0">
                <a:solidFill>
                  <a:prstClr val="black">
                    <a:lumMod val="85000"/>
                    <a:lumOff val="15000"/>
                  </a:prstClr>
                </a:solidFill>
                <a:latin typeface="SamsungOne-400" panose="020B0503030303020204" pitchFamily="34" charset="0"/>
              </a:endParaRPr>
            </a:p>
          </p:txBody>
        </p:sp>
        <p:sp>
          <p:nvSpPr>
            <p:cNvPr id="54" name="직사각형 53">
              <a:extLst>
                <a:ext uri="{FF2B5EF4-FFF2-40B4-BE49-F238E27FC236}">
                  <a16:creationId xmlns:a16="http://schemas.microsoft.com/office/drawing/2014/main" id="{2844E8FD-8285-44B1-862F-28F5460B7E7B}"/>
                </a:ext>
              </a:extLst>
            </p:cNvPr>
            <p:cNvSpPr/>
            <p:nvPr/>
          </p:nvSpPr>
          <p:spPr>
            <a:xfrm>
              <a:off x="5336455" y="5229200"/>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a[2]</a:t>
              </a:r>
              <a:endParaRPr lang="ko-KR" altLang="en-US" sz="1200" dirty="0">
                <a:solidFill>
                  <a:prstClr val="black">
                    <a:lumMod val="85000"/>
                    <a:lumOff val="15000"/>
                  </a:prstClr>
                </a:solidFill>
                <a:latin typeface="SamsungOne-400" panose="020B0503030303020204" pitchFamily="34" charset="0"/>
              </a:endParaRPr>
            </a:p>
          </p:txBody>
        </p:sp>
        <p:sp>
          <p:nvSpPr>
            <p:cNvPr id="55" name="모서리가 둥근 직사각형 54"/>
            <p:cNvSpPr/>
            <p:nvPr/>
          </p:nvSpPr>
          <p:spPr>
            <a:xfrm>
              <a:off x="6034046" y="5523993"/>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56" name="직사각형 55">
              <a:extLst>
                <a:ext uri="{FF2B5EF4-FFF2-40B4-BE49-F238E27FC236}">
                  <a16:creationId xmlns:a16="http://schemas.microsoft.com/office/drawing/2014/main" id="{2844E8FD-8285-44B1-862F-28F5460B7E7B}"/>
                </a:ext>
              </a:extLst>
            </p:cNvPr>
            <p:cNvSpPr/>
            <p:nvPr/>
          </p:nvSpPr>
          <p:spPr>
            <a:xfrm>
              <a:off x="6330073" y="5229200"/>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a[3]</a:t>
              </a:r>
              <a:endParaRPr lang="ko-KR" altLang="en-US" sz="1200" dirty="0">
                <a:solidFill>
                  <a:prstClr val="black">
                    <a:lumMod val="85000"/>
                    <a:lumOff val="15000"/>
                  </a:prstClr>
                </a:solidFill>
                <a:latin typeface="SamsungOne-400" panose="020B0503030303020204" pitchFamily="34" charset="0"/>
              </a:endParaRPr>
            </a:p>
          </p:txBody>
        </p:sp>
        <p:sp>
          <p:nvSpPr>
            <p:cNvPr id="57" name="모서리가 둥근 직사각형 56"/>
            <p:cNvSpPr/>
            <p:nvPr/>
          </p:nvSpPr>
          <p:spPr>
            <a:xfrm>
              <a:off x="4155256" y="5523993"/>
              <a:ext cx="864096" cy="332193"/>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lục</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grpSp>
      <p:sp>
        <p:nvSpPr>
          <p:cNvPr id="37" name="직사각형 36">
            <a:extLst>
              <a:ext uri="{FF2B5EF4-FFF2-40B4-BE49-F238E27FC236}">
                <a16:creationId xmlns:a16="http://schemas.microsoft.com/office/drawing/2014/main" id="{C0EB1298-0923-4351-832F-D520AC6067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Thêm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khỏi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(2/4)</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58654774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700808"/>
            <a:ext cx="8632825"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Ngược lại, khi xóa phần tử thứ hai – giá trị “Xanh lục”, hãy xóa phần tử đó trước, sau đó di chuyển giá trị sang trái lần lượt để không còn khoảng trống.</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3B9913CA-396C-4FF3-8E94-D5CA231056B9}"/>
              </a:ext>
            </a:extLst>
          </p:cNvPr>
          <p:cNvGrpSpPr/>
          <p:nvPr/>
        </p:nvGrpSpPr>
        <p:grpSpPr>
          <a:xfrm>
            <a:off x="3218192" y="2332858"/>
            <a:ext cx="3684978" cy="3816424"/>
            <a:chOff x="3218192" y="2276872"/>
            <a:chExt cx="3684978" cy="3816424"/>
          </a:xfrm>
        </p:grpSpPr>
        <p:sp>
          <p:nvSpPr>
            <p:cNvPr id="37" name="모서리가 둥근 직사각형 36"/>
            <p:cNvSpPr/>
            <p:nvPr/>
          </p:nvSpPr>
          <p:spPr>
            <a:xfrm>
              <a:off x="3218192" y="4803913"/>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38" name="모서리가 둥근 직사각형 37"/>
            <p:cNvSpPr/>
            <p:nvPr/>
          </p:nvSpPr>
          <p:spPr>
            <a:xfrm>
              <a:off x="4156810" y="4803913"/>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39" name="모서리가 둥근 직사각형 38"/>
            <p:cNvSpPr/>
            <p:nvPr/>
          </p:nvSpPr>
          <p:spPr>
            <a:xfrm>
              <a:off x="5095428" y="4803913"/>
              <a:ext cx="864096" cy="332193"/>
            </a:xfrm>
            <a:prstGeom prst="round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40" name="직사각형 39">
              <a:extLst>
                <a:ext uri="{FF2B5EF4-FFF2-40B4-BE49-F238E27FC236}">
                  <a16:creationId xmlns:a16="http://schemas.microsoft.com/office/drawing/2014/main" id="{2844E8FD-8285-44B1-862F-28F5460B7E7B}"/>
                </a:ext>
              </a:extLst>
            </p:cNvPr>
            <p:cNvSpPr/>
            <p:nvPr/>
          </p:nvSpPr>
          <p:spPr>
            <a:xfrm>
              <a:off x="3485714" y="4509120"/>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a[0]</a:t>
              </a:r>
              <a:endParaRPr lang="ko-KR" altLang="en-US" sz="1200" dirty="0">
                <a:solidFill>
                  <a:prstClr val="black">
                    <a:lumMod val="85000"/>
                    <a:lumOff val="15000"/>
                  </a:prstClr>
                </a:solidFill>
                <a:latin typeface="SamsungOne-400" panose="020B0503030303020204" pitchFamily="34" charset="0"/>
              </a:endParaRPr>
            </a:p>
          </p:txBody>
        </p:sp>
        <p:sp>
          <p:nvSpPr>
            <p:cNvPr id="58" name="직사각형 57">
              <a:extLst>
                <a:ext uri="{FF2B5EF4-FFF2-40B4-BE49-F238E27FC236}">
                  <a16:creationId xmlns:a16="http://schemas.microsoft.com/office/drawing/2014/main" id="{2844E8FD-8285-44B1-862F-28F5460B7E7B}"/>
                </a:ext>
              </a:extLst>
            </p:cNvPr>
            <p:cNvSpPr/>
            <p:nvPr/>
          </p:nvSpPr>
          <p:spPr>
            <a:xfrm>
              <a:off x="4431577" y="4509120"/>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a[1]</a:t>
              </a:r>
              <a:endParaRPr lang="ko-KR" altLang="en-US" sz="1200" dirty="0">
                <a:solidFill>
                  <a:prstClr val="black">
                    <a:lumMod val="85000"/>
                    <a:lumOff val="15000"/>
                  </a:prstClr>
                </a:solidFill>
                <a:latin typeface="SamsungOne-400" panose="020B0503030303020204" pitchFamily="34" charset="0"/>
              </a:endParaRPr>
            </a:p>
          </p:txBody>
        </p:sp>
        <p:sp>
          <p:nvSpPr>
            <p:cNvPr id="59" name="직사각형 58">
              <a:extLst>
                <a:ext uri="{FF2B5EF4-FFF2-40B4-BE49-F238E27FC236}">
                  <a16:creationId xmlns:a16="http://schemas.microsoft.com/office/drawing/2014/main" id="{2844E8FD-8285-44B1-862F-28F5460B7E7B}"/>
                </a:ext>
              </a:extLst>
            </p:cNvPr>
            <p:cNvSpPr/>
            <p:nvPr/>
          </p:nvSpPr>
          <p:spPr>
            <a:xfrm>
              <a:off x="5336455" y="4509120"/>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a[2]</a:t>
              </a:r>
              <a:endParaRPr lang="ko-KR" altLang="en-US" sz="1200" dirty="0">
                <a:solidFill>
                  <a:prstClr val="black">
                    <a:lumMod val="85000"/>
                    <a:lumOff val="15000"/>
                  </a:prstClr>
                </a:solidFill>
                <a:latin typeface="SamsungOne-400" panose="020B0503030303020204" pitchFamily="34" charset="0"/>
              </a:endParaRPr>
            </a:p>
          </p:txBody>
        </p:sp>
        <p:sp>
          <p:nvSpPr>
            <p:cNvPr id="60" name="모서리가 둥근 직사각형 59"/>
            <p:cNvSpPr/>
            <p:nvPr/>
          </p:nvSpPr>
          <p:spPr>
            <a:xfrm>
              <a:off x="6034046" y="4803913"/>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61" name="직사각형 60">
              <a:extLst>
                <a:ext uri="{FF2B5EF4-FFF2-40B4-BE49-F238E27FC236}">
                  <a16:creationId xmlns:a16="http://schemas.microsoft.com/office/drawing/2014/main" id="{2844E8FD-8285-44B1-862F-28F5460B7E7B}"/>
                </a:ext>
              </a:extLst>
            </p:cNvPr>
            <p:cNvSpPr/>
            <p:nvPr/>
          </p:nvSpPr>
          <p:spPr>
            <a:xfrm>
              <a:off x="6330073" y="4509120"/>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a[3]</a:t>
              </a:r>
              <a:endParaRPr lang="ko-KR" altLang="en-US" sz="1200" dirty="0">
                <a:solidFill>
                  <a:prstClr val="black">
                    <a:lumMod val="85000"/>
                    <a:lumOff val="15000"/>
                  </a:prstClr>
                </a:solidFill>
                <a:latin typeface="SamsungOne-400" panose="020B0503030303020204" pitchFamily="34" charset="0"/>
              </a:endParaRPr>
            </a:p>
          </p:txBody>
        </p:sp>
        <p:sp>
          <p:nvSpPr>
            <p:cNvPr id="62" name="모서리가 둥근 직사각형 61"/>
            <p:cNvSpPr/>
            <p:nvPr/>
          </p:nvSpPr>
          <p:spPr>
            <a:xfrm>
              <a:off x="3509052" y="4038497"/>
              <a:ext cx="864096" cy="332193"/>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lục</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63" name="모서리가 둥근 직사각형 62"/>
            <p:cNvSpPr/>
            <p:nvPr/>
          </p:nvSpPr>
          <p:spPr>
            <a:xfrm>
              <a:off x="3218192" y="3507769"/>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64" name="모서리가 둥근 직사각형 63"/>
            <p:cNvSpPr/>
            <p:nvPr/>
          </p:nvSpPr>
          <p:spPr>
            <a:xfrm>
              <a:off x="4156810" y="3507769"/>
              <a:ext cx="864096" cy="332193"/>
            </a:xfrm>
            <a:prstGeom prst="round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65" name="모서리가 둥근 직사각형 64"/>
            <p:cNvSpPr/>
            <p:nvPr/>
          </p:nvSpPr>
          <p:spPr>
            <a:xfrm>
              <a:off x="5095428" y="3507769"/>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66" name="직사각형 65">
              <a:extLst>
                <a:ext uri="{FF2B5EF4-FFF2-40B4-BE49-F238E27FC236}">
                  <a16:creationId xmlns:a16="http://schemas.microsoft.com/office/drawing/2014/main" id="{2844E8FD-8285-44B1-862F-28F5460B7E7B}"/>
                </a:ext>
              </a:extLst>
            </p:cNvPr>
            <p:cNvSpPr/>
            <p:nvPr/>
          </p:nvSpPr>
          <p:spPr>
            <a:xfrm>
              <a:off x="3485714" y="3212976"/>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a[0]</a:t>
              </a:r>
              <a:endParaRPr lang="ko-KR" altLang="en-US" sz="1200" dirty="0">
                <a:solidFill>
                  <a:prstClr val="black">
                    <a:lumMod val="85000"/>
                    <a:lumOff val="15000"/>
                  </a:prstClr>
                </a:solidFill>
                <a:latin typeface="SamsungOne-400" panose="020B0503030303020204" pitchFamily="34" charset="0"/>
              </a:endParaRPr>
            </a:p>
          </p:txBody>
        </p:sp>
        <p:sp>
          <p:nvSpPr>
            <p:cNvPr id="67" name="직사각형 66">
              <a:extLst>
                <a:ext uri="{FF2B5EF4-FFF2-40B4-BE49-F238E27FC236}">
                  <a16:creationId xmlns:a16="http://schemas.microsoft.com/office/drawing/2014/main" id="{2844E8FD-8285-44B1-862F-28F5460B7E7B}"/>
                </a:ext>
              </a:extLst>
            </p:cNvPr>
            <p:cNvSpPr/>
            <p:nvPr/>
          </p:nvSpPr>
          <p:spPr>
            <a:xfrm>
              <a:off x="4431577" y="3212976"/>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a[1]</a:t>
              </a:r>
              <a:endParaRPr lang="ko-KR" altLang="en-US" sz="1200" dirty="0">
                <a:solidFill>
                  <a:prstClr val="black">
                    <a:lumMod val="85000"/>
                    <a:lumOff val="15000"/>
                  </a:prstClr>
                </a:solidFill>
                <a:latin typeface="SamsungOne-400" panose="020B0503030303020204" pitchFamily="34" charset="0"/>
              </a:endParaRPr>
            </a:p>
          </p:txBody>
        </p:sp>
        <p:sp>
          <p:nvSpPr>
            <p:cNvPr id="68" name="직사각형 67">
              <a:extLst>
                <a:ext uri="{FF2B5EF4-FFF2-40B4-BE49-F238E27FC236}">
                  <a16:creationId xmlns:a16="http://schemas.microsoft.com/office/drawing/2014/main" id="{2844E8FD-8285-44B1-862F-28F5460B7E7B}"/>
                </a:ext>
              </a:extLst>
            </p:cNvPr>
            <p:cNvSpPr/>
            <p:nvPr/>
          </p:nvSpPr>
          <p:spPr>
            <a:xfrm>
              <a:off x="5336455" y="3212976"/>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a[2]</a:t>
              </a:r>
              <a:endParaRPr lang="ko-KR" altLang="en-US" sz="1200" dirty="0">
                <a:solidFill>
                  <a:prstClr val="black">
                    <a:lumMod val="85000"/>
                    <a:lumOff val="15000"/>
                  </a:prstClr>
                </a:solidFill>
                <a:latin typeface="SamsungOne-400" panose="020B0503030303020204" pitchFamily="34" charset="0"/>
              </a:endParaRPr>
            </a:p>
          </p:txBody>
        </p:sp>
        <p:sp>
          <p:nvSpPr>
            <p:cNvPr id="69" name="모서리가 둥근 직사각형 68"/>
            <p:cNvSpPr/>
            <p:nvPr/>
          </p:nvSpPr>
          <p:spPr>
            <a:xfrm>
              <a:off x="6034046" y="3507769"/>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70" name="직사각형 69">
              <a:extLst>
                <a:ext uri="{FF2B5EF4-FFF2-40B4-BE49-F238E27FC236}">
                  <a16:creationId xmlns:a16="http://schemas.microsoft.com/office/drawing/2014/main" id="{2844E8FD-8285-44B1-862F-28F5460B7E7B}"/>
                </a:ext>
              </a:extLst>
            </p:cNvPr>
            <p:cNvSpPr/>
            <p:nvPr/>
          </p:nvSpPr>
          <p:spPr>
            <a:xfrm>
              <a:off x="6330073" y="3212976"/>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a[3]</a:t>
              </a:r>
              <a:endParaRPr lang="ko-KR" altLang="en-US" sz="1200" dirty="0">
                <a:solidFill>
                  <a:prstClr val="black">
                    <a:lumMod val="85000"/>
                    <a:lumOff val="15000"/>
                  </a:prstClr>
                </a:solidFill>
                <a:latin typeface="SamsungOne-400" panose="020B0503030303020204" pitchFamily="34" charset="0"/>
              </a:endParaRPr>
            </a:p>
          </p:txBody>
        </p:sp>
        <p:sp>
          <p:nvSpPr>
            <p:cNvPr id="71" name="모서리가 둥근 직사각형 70"/>
            <p:cNvSpPr/>
            <p:nvPr/>
          </p:nvSpPr>
          <p:spPr>
            <a:xfrm>
              <a:off x="3218192" y="2571665"/>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72" name="모서리가 둥근 직사각형 71"/>
            <p:cNvSpPr/>
            <p:nvPr/>
          </p:nvSpPr>
          <p:spPr>
            <a:xfrm>
              <a:off x="5095428" y="2571665"/>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73" name="직사각형 72">
              <a:extLst>
                <a:ext uri="{FF2B5EF4-FFF2-40B4-BE49-F238E27FC236}">
                  <a16:creationId xmlns:a16="http://schemas.microsoft.com/office/drawing/2014/main" id="{2844E8FD-8285-44B1-862F-28F5460B7E7B}"/>
                </a:ext>
              </a:extLst>
            </p:cNvPr>
            <p:cNvSpPr/>
            <p:nvPr/>
          </p:nvSpPr>
          <p:spPr>
            <a:xfrm>
              <a:off x="3485714" y="2276872"/>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a[0]</a:t>
              </a:r>
              <a:endParaRPr lang="ko-KR" altLang="en-US" sz="1200" dirty="0">
                <a:solidFill>
                  <a:prstClr val="black">
                    <a:lumMod val="85000"/>
                    <a:lumOff val="15000"/>
                  </a:prstClr>
                </a:solidFill>
                <a:latin typeface="SamsungOne-400" panose="020B0503030303020204" pitchFamily="34" charset="0"/>
              </a:endParaRPr>
            </a:p>
          </p:txBody>
        </p:sp>
        <p:sp>
          <p:nvSpPr>
            <p:cNvPr id="74" name="직사각형 73">
              <a:extLst>
                <a:ext uri="{FF2B5EF4-FFF2-40B4-BE49-F238E27FC236}">
                  <a16:creationId xmlns:a16="http://schemas.microsoft.com/office/drawing/2014/main" id="{2844E8FD-8285-44B1-862F-28F5460B7E7B}"/>
                </a:ext>
              </a:extLst>
            </p:cNvPr>
            <p:cNvSpPr/>
            <p:nvPr/>
          </p:nvSpPr>
          <p:spPr>
            <a:xfrm>
              <a:off x="4431577" y="2276872"/>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a[1]</a:t>
              </a:r>
              <a:endParaRPr lang="ko-KR" altLang="en-US" sz="1200" dirty="0">
                <a:solidFill>
                  <a:prstClr val="black">
                    <a:lumMod val="85000"/>
                    <a:lumOff val="15000"/>
                  </a:prstClr>
                </a:solidFill>
                <a:latin typeface="SamsungOne-400" panose="020B0503030303020204" pitchFamily="34" charset="0"/>
              </a:endParaRPr>
            </a:p>
          </p:txBody>
        </p:sp>
        <p:sp>
          <p:nvSpPr>
            <p:cNvPr id="75" name="직사각형 74">
              <a:extLst>
                <a:ext uri="{FF2B5EF4-FFF2-40B4-BE49-F238E27FC236}">
                  <a16:creationId xmlns:a16="http://schemas.microsoft.com/office/drawing/2014/main" id="{2844E8FD-8285-44B1-862F-28F5460B7E7B}"/>
                </a:ext>
              </a:extLst>
            </p:cNvPr>
            <p:cNvSpPr/>
            <p:nvPr/>
          </p:nvSpPr>
          <p:spPr>
            <a:xfrm>
              <a:off x="5336455" y="2276872"/>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a[2]</a:t>
              </a:r>
              <a:endParaRPr lang="ko-KR" altLang="en-US" sz="1200" dirty="0">
                <a:solidFill>
                  <a:prstClr val="black">
                    <a:lumMod val="85000"/>
                    <a:lumOff val="15000"/>
                  </a:prstClr>
                </a:solidFill>
                <a:latin typeface="SamsungOne-400" panose="020B0503030303020204" pitchFamily="34" charset="0"/>
              </a:endParaRPr>
            </a:p>
          </p:txBody>
        </p:sp>
        <p:sp>
          <p:nvSpPr>
            <p:cNvPr id="76" name="모서리가 둥근 직사각형 75"/>
            <p:cNvSpPr/>
            <p:nvPr/>
          </p:nvSpPr>
          <p:spPr>
            <a:xfrm>
              <a:off x="6034046" y="2571665"/>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77" name="직사각형 76">
              <a:extLst>
                <a:ext uri="{FF2B5EF4-FFF2-40B4-BE49-F238E27FC236}">
                  <a16:creationId xmlns:a16="http://schemas.microsoft.com/office/drawing/2014/main" id="{2844E8FD-8285-44B1-862F-28F5460B7E7B}"/>
                </a:ext>
              </a:extLst>
            </p:cNvPr>
            <p:cNvSpPr/>
            <p:nvPr/>
          </p:nvSpPr>
          <p:spPr>
            <a:xfrm>
              <a:off x="6330073" y="2276872"/>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a[3]</a:t>
              </a:r>
              <a:endParaRPr lang="ko-KR" altLang="en-US" sz="1200" dirty="0">
                <a:solidFill>
                  <a:prstClr val="black">
                    <a:lumMod val="85000"/>
                    <a:lumOff val="15000"/>
                  </a:prstClr>
                </a:solidFill>
                <a:latin typeface="SamsungOne-400" panose="020B0503030303020204" pitchFamily="34" charset="0"/>
              </a:endParaRPr>
            </a:p>
          </p:txBody>
        </p:sp>
        <p:sp>
          <p:nvSpPr>
            <p:cNvPr id="78" name="모서리가 둥근 직사각형 77"/>
            <p:cNvSpPr/>
            <p:nvPr/>
          </p:nvSpPr>
          <p:spPr>
            <a:xfrm>
              <a:off x="4155256" y="2571665"/>
              <a:ext cx="864096" cy="332193"/>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lục</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79" name="모서리가 둥근 직사각형 78"/>
            <p:cNvSpPr/>
            <p:nvPr/>
          </p:nvSpPr>
          <p:spPr>
            <a:xfrm>
              <a:off x="3223220" y="5761103"/>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80" name="모서리가 둥근 직사각형 79"/>
            <p:cNvSpPr/>
            <p:nvPr/>
          </p:nvSpPr>
          <p:spPr>
            <a:xfrm>
              <a:off x="4161838" y="5761103"/>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81" name="모서리가 둥근 직사각형 80"/>
            <p:cNvSpPr/>
            <p:nvPr/>
          </p:nvSpPr>
          <p:spPr>
            <a:xfrm>
              <a:off x="5100456" y="5761103"/>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82" name="직사각형 81">
              <a:extLst>
                <a:ext uri="{FF2B5EF4-FFF2-40B4-BE49-F238E27FC236}">
                  <a16:creationId xmlns:a16="http://schemas.microsoft.com/office/drawing/2014/main" id="{2844E8FD-8285-44B1-862F-28F5460B7E7B}"/>
                </a:ext>
              </a:extLst>
            </p:cNvPr>
            <p:cNvSpPr/>
            <p:nvPr/>
          </p:nvSpPr>
          <p:spPr>
            <a:xfrm>
              <a:off x="3490742" y="5466310"/>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a[0]</a:t>
              </a:r>
              <a:endParaRPr lang="ko-KR" altLang="en-US" sz="1200" dirty="0">
                <a:solidFill>
                  <a:prstClr val="black">
                    <a:lumMod val="85000"/>
                    <a:lumOff val="15000"/>
                  </a:prstClr>
                </a:solidFill>
                <a:latin typeface="SamsungOne-400" panose="020B0503030303020204" pitchFamily="34" charset="0"/>
              </a:endParaRPr>
            </a:p>
          </p:txBody>
        </p:sp>
        <p:sp>
          <p:nvSpPr>
            <p:cNvPr id="83" name="직사각형 82">
              <a:extLst>
                <a:ext uri="{FF2B5EF4-FFF2-40B4-BE49-F238E27FC236}">
                  <a16:creationId xmlns:a16="http://schemas.microsoft.com/office/drawing/2014/main" id="{2844E8FD-8285-44B1-862F-28F5460B7E7B}"/>
                </a:ext>
              </a:extLst>
            </p:cNvPr>
            <p:cNvSpPr/>
            <p:nvPr/>
          </p:nvSpPr>
          <p:spPr>
            <a:xfrm>
              <a:off x="4436605" y="5466310"/>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a[1]</a:t>
              </a:r>
              <a:endParaRPr lang="ko-KR" altLang="en-US" sz="1200" dirty="0">
                <a:solidFill>
                  <a:prstClr val="black">
                    <a:lumMod val="85000"/>
                    <a:lumOff val="15000"/>
                  </a:prstClr>
                </a:solidFill>
                <a:latin typeface="SamsungOne-400" panose="020B0503030303020204" pitchFamily="34" charset="0"/>
              </a:endParaRPr>
            </a:p>
          </p:txBody>
        </p:sp>
        <p:sp>
          <p:nvSpPr>
            <p:cNvPr id="84" name="직사각형 83">
              <a:extLst>
                <a:ext uri="{FF2B5EF4-FFF2-40B4-BE49-F238E27FC236}">
                  <a16:creationId xmlns:a16="http://schemas.microsoft.com/office/drawing/2014/main" id="{2844E8FD-8285-44B1-862F-28F5460B7E7B}"/>
                </a:ext>
              </a:extLst>
            </p:cNvPr>
            <p:cNvSpPr/>
            <p:nvPr/>
          </p:nvSpPr>
          <p:spPr>
            <a:xfrm>
              <a:off x="5341483" y="5466310"/>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a[2]</a:t>
              </a:r>
              <a:endParaRPr lang="ko-KR" altLang="en-US" sz="1200" dirty="0">
                <a:solidFill>
                  <a:prstClr val="black">
                    <a:lumMod val="85000"/>
                    <a:lumOff val="15000"/>
                  </a:prstClr>
                </a:solidFill>
                <a:latin typeface="SamsungOne-400" panose="020B0503030303020204" pitchFamily="34" charset="0"/>
              </a:endParaRPr>
            </a:p>
          </p:txBody>
        </p:sp>
        <p:sp>
          <p:nvSpPr>
            <p:cNvPr id="85" name="모서리가 둥근 직사각형 84"/>
            <p:cNvSpPr/>
            <p:nvPr/>
          </p:nvSpPr>
          <p:spPr>
            <a:xfrm>
              <a:off x="6039074" y="5761103"/>
              <a:ext cx="864096" cy="332193"/>
            </a:xfrm>
            <a:prstGeom prst="round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86" name="직사각형 85">
              <a:extLst>
                <a:ext uri="{FF2B5EF4-FFF2-40B4-BE49-F238E27FC236}">
                  <a16:creationId xmlns:a16="http://schemas.microsoft.com/office/drawing/2014/main" id="{2844E8FD-8285-44B1-862F-28F5460B7E7B}"/>
                </a:ext>
              </a:extLst>
            </p:cNvPr>
            <p:cNvSpPr/>
            <p:nvPr/>
          </p:nvSpPr>
          <p:spPr>
            <a:xfrm>
              <a:off x="6335101" y="5466310"/>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a[3]</a:t>
              </a:r>
              <a:endParaRPr lang="ko-KR" altLang="en-US" sz="1200" dirty="0">
                <a:solidFill>
                  <a:prstClr val="black">
                    <a:lumMod val="85000"/>
                    <a:lumOff val="15000"/>
                  </a:prstClr>
                </a:solidFill>
                <a:latin typeface="SamsungOne-400" panose="020B0503030303020204" pitchFamily="34" charset="0"/>
              </a:endParaRPr>
            </a:p>
          </p:txBody>
        </p:sp>
      </p:grpSp>
      <p:sp>
        <p:nvSpPr>
          <p:cNvPr id="42" name="직사각형 41">
            <a:extLst>
              <a:ext uri="{FF2B5EF4-FFF2-40B4-BE49-F238E27FC236}">
                <a16:creationId xmlns:a16="http://schemas.microsoft.com/office/drawing/2014/main" id="{A496E3E4-D4B1-4B3F-98BA-CD8AA28E202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Thêm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khỏi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(3/4)</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272696010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700808"/>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Nó được hoàn thành bằng cách xóa khoảng trống cuối cùng còn lại.</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91EC3C85-D852-44D0-B01A-FAE0DD961044}"/>
              </a:ext>
            </a:extLst>
          </p:cNvPr>
          <p:cNvGrpSpPr/>
          <p:nvPr/>
        </p:nvGrpSpPr>
        <p:grpSpPr>
          <a:xfrm>
            <a:off x="3580746" y="2204864"/>
            <a:ext cx="2741332" cy="1412567"/>
            <a:chOff x="3580746" y="2393092"/>
            <a:chExt cx="2741332" cy="1412567"/>
          </a:xfrm>
        </p:grpSpPr>
        <p:sp>
          <p:nvSpPr>
            <p:cNvPr id="42" name="모서리가 둥근 직사각형 41"/>
            <p:cNvSpPr/>
            <p:nvPr/>
          </p:nvSpPr>
          <p:spPr>
            <a:xfrm>
              <a:off x="3930035" y="3473466"/>
              <a:ext cx="864096" cy="332193"/>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lục</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43" name="모서리가 둥근 직사각형 42"/>
            <p:cNvSpPr/>
            <p:nvPr/>
          </p:nvSpPr>
          <p:spPr>
            <a:xfrm>
              <a:off x="3580746" y="2687885"/>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44" name="모서리가 둥근 직사각형 43"/>
            <p:cNvSpPr/>
            <p:nvPr/>
          </p:nvSpPr>
          <p:spPr>
            <a:xfrm>
              <a:off x="4519364" y="2687885"/>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sp>
          <p:nvSpPr>
            <p:cNvPr id="45" name="모서리가 둥근 직사각형 44"/>
            <p:cNvSpPr/>
            <p:nvPr/>
          </p:nvSpPr>
          <p:spPr>
            <a:xfrm>
              <a:off x="5457982" y="2687885"/>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46" name="직사각형 45">
              <a:extLst>
                <a:ext uri="{FF2B5EF4-FFF2-40B4-BE49-F238E27FC236}">
                  <a16:creationId xmlns:a16="http://schemas.microsoft.com/office/drawing/2014/main" id="{2844E8FD-8285-44B1-862F-28F5460B7E7B}"/>
                </a:ext>
              </a:extLst>
            </p:cNvPr>
            <p:cNvSpPr/>
            <p:nvPr/>
          </p:nvSpPr>
          <p:spPr>
            <a:xfrm>
              <a:off x="3848268" y="2393092"/>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a[0]</a:t>
              </a:r>
              <a:endParaRPr lang="ko-KR" altLang="en-US" sz="1200" dirty="0">
                <a:solidFill>
                  <a:prstClr val="black">
                    <a:lumMod val="85000"/>
                    <a:lumOff val="15000"/>
                  </a:prstClr>
                </a:solidFill>
                <a:latin typeface="SamsungOne-400" panose="020B0503030303020204" pitchFamily="34" charset="0"/>
              </a:endParaRPr>
            </a:p>
          </p:txBody>
        </p:sp>
        <p:sp>
          <p:nvSpPr>
            <p:cNvPr id="47" name="직사각형 46">
              <a:extLst>
                <a:ext uri="{FF2B5EF4-FFF2-40B4-BE49-F238E27FC236}">
                  <a16:creationId xmlns:a16="http://schemas.microsoft.com/office/drawing/2014/main" id="{2844E8FD-8285-44B1-862F-28F5460B7E7B}"/>
                </a:ext>
              </a:extLst>
            </p:cNvPr>
            <p:cNvSpPr/>
            <p:nvPr/>
          </p:nvSpPr>
          <p:spPr>
            <a:xfrm>
              <a:off x="4794131" y="2393092"/>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a[1]</a:t>
              </a:r>
              <a:endParaRPr lang="ko-KR" altLang="en-US" sz="1200" dirty="0">
                <a:solidFill>
                  <a:prstClr val="black">
                    <a:lumMod val="85000"/>
                    <a:lumOff val="15000"/>
                  </a:prstClr>
                </a:solidFill>
                <a:latin typeface="SamsungOne-400" panose="020B0503030303020204" pitchFamily="34" charset="0"/>
              </a:endParaRPr>
            </a:p>
          </p:txBody>
        </p:sp>
        <p:sp>
          <p:nvSpPr>
            <p:cNvPr id="48" name="직사각형 47">
              <a:extLst>
                <a:ext uri="{FF2B5EF4-FFF2-40B4-BE49-F238E27FC236}">
                  <a16:creationId xmlns:a16="http://schemas.microsoft.com/office/drawing/2014/main" id="{2844E8FD-8285-44B1-862F-28F5460B7E7B}"/>
                </a:ext>
              </a:extLst>
            </p:cNvPr>
            <p:cNvSpPr/>
            <p:nvPr/>
          </p:nvSpPr>
          <p:spPr>
            <a:xfrm>
              <a:off x="5699009" y="2393092"/>
              <a:ext cx="2720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800"/>
                </a:spcAft>
                <a:buClr>
                  <a:srgbClr val="193EB0"/>
                </a:buClr>
                <a:defRPr/>
              </a:pPr>
              <a:r>
                <a:rPr lang="en-US" altLang="ko-KR" sz="1200" dirty="0">
                  <a:solidFill>
                    <a:prstClr val="black">
                      <a:lumMod val="85000"/>
                      <a:lumOff val="15000"/>
                    </a:prstClr>
                  </a:solidFill>
                  <a:latin typeface="SamsungOne-400" panose="020B0503030303020204" pitchFamily="34" charset="0"/>
                </a:rPr>
                <a:t>a[2]</a:t>
              </a:r>
              <a:endParaRPr lang="ko-KR" altLang="en-US" sz="1200" dirty="0">
                <a:solidFill>
                  <a:prstClr val="black">
                    <a:lumMod val="85000"/>
                    <a:lumOff val="15000"/>
                  </a:prstClr>
                </a:solidFill>
                <a:latin typeface="SamsungOne-400" panose="020B0503030303020204" pitchFamily="34" charset="0"/>
              </a:endParaRPr>
            </a:p>
          </p:txBody>
        </p:sp>
      </p:grpSp>
      <p:sp>
        <p:nvSpPr>
          <p:cNvPr id="16" name="직사각형 15">
            <a:extLst>
              <a:ext uri="{FF2B5EF4-FFF2-40B4-BE49-F238E27FC236}">
                <a16:creationId xmlns:a16="http://schemas.microsoft.com/office/drawing/2014/main" id="{7B2879DF-8544-4DB5-84C4-30591ED4F58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Thêm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khỏi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(4/4)</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134538120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700808"/>
            <a:ext cx="8632825" cy="24588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Sau đây là một phương pháp lưu trữ dữ liệu trong cấu trúc dữ liệu list.</a:t>
            </a: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Để hiểu list, trước tiên bạn phải hiểu khái niệm về con trỏ. Nói một cách đơn giản, con trỏ là một giá trị địa chỉ trỏ đến một giá trị nhất định.</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Như thể hiện trong hình trên, căn phòng màu xanh lam (khái niệm biến đại diện cho một giá trị sẽ được thể hiện dưới dạng phòng) trỏ đến căn phòng màu vàng. Giả sử rằng căn phòng màu xanh có địa chỉ vị trí bộ nhớ của căn phòng màu vàng. Sau đó, mỗi phòng có thể trỏ đến phòng tiếp theo.</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2A52DCBF-5D25-46BF-8177-1B1891ACD3C6}"/>
              </a:ext>
            </a:extLst>
          </p:cNvPr>
          <p:cNvGrpSpPr/>
          <p:nvPr/>
        </p:nvGrpSpPr>
        <p:grpSpPr>
          <a:xfrm>
            <a:off x="3151212" y="2276872"/>
            <a:ext cx="3312368" cy="332193"/>
            <a:chOff x="3151212" y="2420888"/>
            <a:chExt cx="3312368" cy="332193"/>
          </a:xfrm>
        </p:grpSpPr>
        <p:sp>
          <p:nvSpPr>
            <p:cNvPr id="58" name="모서리가 둥근 직사각형 57"/>
            <p:cNvSpPr/>
            <p:nvPr/>
          </p:nvSpPr>
          <p:spPr>
            <a:xfrm>
              <a:off x="3151212" y="2420888"/>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bg1"/>
                  </a:solidFill>
                  <a:latin typeface="SamsungOne-700" panose="020B0803030303020204" pitchFamily="34" charset="0"/>
                  <a:ea typeface="SamsungOne-700" panose="020B0803030303020204" pitchFamily="34" charset="0"/>
                  <a:cs typeface="iCiel Samsung Sharp Sans Bold" pitchFamily="2" charset="0"/>
                </a:rPr>
                <a:t>Blue</a:t>
              </a:r>
            </a:p>
          </p:txBody>
        </p:sp>
        <p:sp>
          <p:nvSpPr>
            <p:cNvPr id="63" name="모서리가 둥근 직사각형 62"/>
            <p:cNvSpPr/>
            <p:nvPr/>
          </p:nvSpPr>
          <p:spPr>
            <a:xfrm>
              <a:off x="4372834" y="2420888"/>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bg1"/>
                  </a:solidFill>
                  <a:latin typeface="SamsungOne-700" panose="020B0803030303020204" pitchFamily="34" charset="0"/>
                  <a:ea typeface="SamsungOne-700" panose="020B0803030303020204" pitchFamily="34" charset="0"/>
                  <a:cs typeface="iCiel Samsung Sharp Sans Bold" pitchFamily="2" charset="0"/>
                </a:rPr>
                <a:t>Yellow</a:t>
              </a:r>
            </a:p>
          </p:txBody>
        </p:sp>
        <p:sp>
          <p:nvSpPr>
            <p:cNvPr id="68" name="모서리가 둥근 직사각형 67"/>
            <p:cNvSpPr/>
            <p:nvPr/>
          </p:nvSpPr>
          <p:spPr>
            <a:xfrm>
              <a:off x="5599484" y="2420888"/>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bg1"/>
                  </a:solidFill>
                  <a:latin typeface="SamsungOne-700" panose="020B0803030303020204" pitchFamily="34" charset="0"/>
                  <a:ea typeface="SamsungOne-700" panose="020B0803030303020204" pitchFamily="34" charset="0"/>
                  <a:cs typeface="iCiel Samsung Sharp Sans Bold" pitchFamily="2" charset="0"/>
                </a:rPr>
                <a:t>Red</a:t>
              </a:r>
            </a:p>
          </p:txBody>
        </p:sp>
        <p:sp>
          <p:nvSpPr>
            <p:cNvPr id="69" name="양쪽 모서리가 둥근 사각형 68"/>
            <p:cNvSpPr/>
            <p:nvPr/>
          </p:nvSpPr>
          <p:spPr>
            <a:xfrm rot="5400000">
              <a:off x="3765636" y="2501511"/>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 name="양쪽 모서리가 둥근 사각형 83"/>
            <p:cNvSpPr/>
            <p:nvPr/>
          </p:nvSpPr>
          <p:spPr>
            <a:xfrm rot="5400000">
              <a:off x="4995491" y="2502285"/>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양쪽 모서리가 둥근 사각형 84"/>
            <p:cNvSpPr/>
            <p:nvPr/>
          </p:nvSpPr>
          <p:spPr>
            <a:xfrm rot="5400000">
              <a:off x="6219627" y="2502285"/>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6" name="직선 화살표 연결선 85"/>
            <p:cNvCxnSpPr>
              <a:endCxn id="63" idx="1"/>
            </p:cNvCxnSpPr>
            <p:nvPr/>
          </p:nvCxnSpPr>
          <p:spPr>
            <a:xfrm>
              <a:off x="3940095" y="2585647"/>
              <a:ext cx="432739" cy="1338"/>
            </a:xfrm>
            <a:prstGeom prst="straightConnector1">
              <a:avLst/>
            </a:prstGeom>
            <a:ln w="19050">
              <a:solidFill>
                <a:schemeClr val="tx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7" name="직선 화살표 연결선 86"/>
            <p:cNvCxnSpPr/>
            <p:nvPr/>
          </p:nvCxnSpPr>
          <p:spPr>
            <a:xfrm>
              <a:off x="5167436" y="2589669"/>
              <a:ext cx="432739" cy="1338"/>
            </a:xfrm>
            <a:prstGeom prst="straightConnector1">
              <a:avLst/>
            </a:prstGeom>
            <a:ln w="19050">
              <a:solidFill>
                <a:schemeClr val="tx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17" name="직사각형 16">
            <a:extLst>
              <a:ext uri="{FF2B5EF4-FFF2-40B4-BE49-F238E27FC236}">
                <a16:creationId xmlns:a16="http://schemas.microsoft.com/office/drawing/2014/main" id="{74D46B06-8623-4BA6-8985-F77C6022194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Lưu và truy cập dữ liệu từ list (1/4)</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270044616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700808"/>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Các danh sách không được lưu trữ tuần tự mà được lưu trữ ở các vị trí riêng biệt.</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58" name="직사각형 57">
            <a:extLst>
              <a:ext uri="{FF2B5EF4-FFF2-40B4-BE49-F238E27FC236}">
                <a16:creationId xmlns:a16="http://schemas.microsoft.com/office/drawing/2014/main" id="{5FE22388-2917-4059-85E9-4B7B8EEFF13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Lưu và truy cập dữ liệu từ list </a:t>
            </a:r>
            <a:r>
              <a:rPr lang="en-US" altLang="ko-KR" sz="1400" dirty="0">
                <a:solidFill>
                  <a:schemeClr val="tx1"/>
                </a:solidFill>
                <a:latin typeface="SamsungOne-400" panose="020B0503030303020204" pitchFamily="34" charset="0"/>
                <a:ea typeface="SamsungOne-400" panose="020B0503030303020204" pitchFamily="34" charset="0"/>
              </a:rPr>
              <a:t>(2/4)</a:t>
            </a:r>
            <a:endParaRPr lang="ko-KR" altLang="en-US" sz="1400" dirty="0">
              <a:solidFill>
                <a:schemeClr val="tx1"/>
              </a:solidFill>
              <a:latin typeface="SamsungOne-400" panose="020B0503030303020204" pitchFamily="34" charset="0"/>
            </a:endParaRPr>
          </a:p>
        </p:txBody>
      </p:sp>
      <p:grpSp>
        <p:nvGrpSpPr>
          <p:cNvPr id="63" name="그룹 62">
            <a:extLst>
              <a:ext uri="{FF2B5EF4-FFF2-40B4-BE49-F238E27FC236}">
                <a16:creationId xmlns:a16="http://schemas.microsoft.com/office/drawing/2014/main" id="{C2FF62E1-6DAB-4989-9472-53909669B71E}"/>
              </a:ext>
            </a:extLst>
          </p:cNvPr>
          <p:cNvGrpSpPr/>
          <p:nvPr/>
        </p:nvGrpSpPr>
        <p:grpSpPr>
          <a:xfrm>
            <a:off x="3727276" y="2420888"/>
            <a:ext cx="1872208" cy="3403199"/>
            <a:chOff x="3727276" y="2223601"/>
            <a:chExt cx="1645338" cy="2990807"/>
          </a:xfrm>
        </p:grpSpPr>
        <p:sp>
          <p:nvSpPr>
            <p:cNvPr id="68" name="직사각형 67">
              <a:extLst>
                <a:ext uri="{FF2B5EF4-FFF2-40B4-BE49-F238E27FC236}">
                  <a16:creationId xmlns:a16="http://schemas.microsoft.com/office/drawing/2014/main" id="{EC4CC044-24C6-4851-9BE9-F8541FF2AFC9}"/>
                </a:ext>
              </a:extLst>
            </p:cNvPr>
            <p:cNvSpPr/>
            <p:nvPr/>
          </p:nvSpPr>
          <p:spPr>
            <a:xfrm>
              <a:off x="4386531" y="3126125"/>
              <a:ext cx="981614" cy="114236"/>
            </a:xfrm>
            <a:prstGeom prst="rect">
              <a:avLst/>
            </a:prstGeom>
            <a:solidFill>
              <a:srgbClr val="FDF3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 name="모서리가 둥근 직사각형 15">
              <a:extLst>
                <a:ext uri="{FF2B5EF4-FFF2-40B4-BE49-F238E27FC236}">
                  <a16:creationId xmlns:a16="http://schemas.microsoft.com/office/drawing/2014/main" id="{5DE6EE7B-CBEE-4AFB-A6EA-C1448E38EBF8}"/>
                </a:ext>
              </a:extLst>
            </p:cNvPr>
            <p:cNvSpPr/>
            <p:nvPr/>
          </p:nvSpPr>
          <p:spPr>
            <a:xfrm>
              <a:off x="3727276" y="2223601"/>
              <a:ext cx="928105" cy="244668"/>
            </a:xfrm>
            <a:prstGeom prst="roundRect">
              <a:avLst/>
            </a:prstGeom>
            <a:noFill/>
            <a:ln>
              <a:solidFill>
                <a:srgbClr val="AAAA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err="1">
                  <a:solidFill>
                    <a:schemeClr val="tx1"/>
                  </a:solidFill>
                  <a:latin typeface="SamsungOne-700" panose="020B0803030303020204" pitchFamily="34" charset="0"/>
                  <a:ea typeface="SamsungOne-700" panose="020B0803030303020204" pitchFamily="34" charset="0"/>
                </a:rPr>
                <a:t>Bộ</a:t>
              </a:r>
              <a:r>
                <a:rPr lang="en-US" sz="1400" dirty="0">
                  <a:solidFill>
                    <a:schemeClr val="tx1"/>
                  </a:solidFill>
                  <a:latin typeface="SamsungOne-700" panose="020B0803030303020204" pitchFamily="34" charset="0"/>
                  <a:ea typeface="SamsungOne-700" panose="020B0803030303020204" pitchFamily="34" charset="0"/>
                </a:rPr>
                <a:t> </a:t>
              </a:r>
              <a:r>
                <a:rPr lang="en-US" sz="1400" dirty="0" err="1">
                  <a:solidFill>
                    <a:schemeClr val="tx1"/>
                  </a:solidFill>
                  <a:latin typeface="SamsungOne-700" panose="020B0803030303020204" pitchFamily="34" charset="0"/>
                  <a:ea typeface="SamsungOne-700" panose="020B0803030303020204" pitchFamily="34" charset="0"/>
                </a:rPr>
                <a:t>nhớ</a:t>
              </a:r>
              <a:endParaRPr lang="en-US" sz="1400" dirty="0">
                <a:solidFill>
                  <a:schemeClr val="tx1"/>
                </a:solidFill>
                <a:latin typeface="SamsungOne-700" panose="020B0803030303020204" pitchFamily="34" charset="0"/>
                <a:ea typeface="SamsungOne-700" panose="020B0803030303020204" pitchFamily="34" charset="0"/>
              </a:endParaRPr>
            </a:p>
          </p:txBody>
        </p:sp>
        <p:sp>
          <p:nvSpPr>
            <p:cNvPr id="84" name="모서리가 둥근 직사각형 16">
              <a:extLst>
                <a:ext uri="{FF2B5EF4-FFF2-40B4-BE49-F238E27FC236}">
                  <a16:creationId xmlns:a16="http://schemas.microsoft.com/office/drawing/2014/main" id="{046C9CA9-DE0B-4097-A3F6-80F84B40BA43}"/>
                </a:ext>
              </a:extLst>
            </p:cNvPr>
            <p:cNvSpPr/>
            <p:nvPr/>
          </p:nvSpPr>
          <p:spPr>
            <a:xfrm>
              <a:off x="4501740" y="2801065"/>
              <a:ext cx="744358" cy="243904"/>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cxnSp>
          <p:nvCxnSpPr>
            <p:cNvPr id="85" name="직선 연결선 84">
              <a:extLst>
                <a:ext uri="{FF2B5EF4-FFF2-40B4-BE49-F238E27FC236}">
                  <a16:creationId xmlns:a16="http://schemas.microsoft.com/office/drawing/2014/main" id="{69775588-2F45-462D-ABB2-076F4225C757}"/>
                </a:ext>
              </a:extLst>
            </p:cNvPr>
            <p:cNvCxnSpPr/>
            <p:nvPr/>
          </p:nvCxnSpPr>
          <p:spPr>
            <a:xfrm>
              <a:off x="4388610" y="2583641"/>
              <a:ext cx="0" cy="701343"/>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86" name="직선 연결선 85">
              <a:extLst>
                <a:ext uri="{FF2B5EF4-FFF2-40B4-BE49-F238E27FC236}">
                  <a16:creationId xmlns:a16="http://schemas.microsoft.com/office/drawing/2014/main" id="{37D0EC23-6B9A-4AAA-BE0B-7E09DCCBD622}"/>
                </a:ext>
              </a:extLst>
            </p:cNvPr>
            <p:cNvCxnSpPr/>
            <p:nvPr/>
          </p:nvCxnSpPr>
          <p:spPr>
            <a:xfrm>
              <a:off x="5367841" y="2583641"/>
              <a:ext cx="0" cy="701343"/>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87" name="직선 연결선 86">
              <a:extLst>
                <a:ext uri="{FF2B5EF4-FFF2-40B4-BE49-F238E27FC236}">
                  <a16:creationId xmlns:a16="http://schemas.microsoft.com/office/drawing/2014/main" id="{39551D03-30C6-4D45-B1BF-987331A06A62}"/>
                </a:ext>
              </a:extLst>
            </p:cNvPr>
            <p:cNvCxnSpPr/>
            <p:nvPr/>
          </p:nvCxnSpPr>
          <p:spPr>
            <a:xfrm flipV="1">
              <a:off x="4386844" y="3117100"/>
              <a:ext cx="979462"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88" name="직선 연결선 87">
              <a:extLst>
                <a:ext uri="{FF2B5EF4-FFF2-40B4-BE49-F238E27FC236}">
                  <a16:creationId xmlns:a16="http://schemas.microsoft.com/office/drawing/2014/main" id="{0750D167-4A0F-4BEF-91C6-034C14654483}"/>
                </a:ext>
              </a:extLst>
            </p:cNvPr>
            <p:cNvCxnSpPr/>
            <p:nvPr/>
          </p:nvCxnSpPr>
          <p:spPr>
            <a:xfrm flipV="1">
              <a:off x="4390763" y="2740379"/>
              <a:ext cx="975543"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89" name="직선 연결선 88">
              <a:extLst>
                <a:ext uri="{FF2B5EF4-FFF2-40B4-BE49-F238E27FC236}">
                  <a16:creationId xmlns:a16="http://schemas.microsoft.com/office/drawing/2014/main" id="{33D5CC16-4E3A-43BC-8299-3A3AA6F98D6B}"/>
                </a:ext>
              </a:extLst>
            </p:cNvPr>
            <p:cNvCxnSpPr/>
            <p:nvPr/>
          </p:nvCxnSpPr>
          <p:spPr>
            <a:xfrm flipH="1">
              <a:off x="4388304" y="2532320"/>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90" name="직선 연결선 89">
              <a:extLst>
                <a:ext uri="{FF2B5EF4-FFF2-40B4-BE49-F238E27FC236}">
                  <a16:creationId xmlns:a16="http://schemas.microsoft.com/office/drawing/2014/main" id="{0396BDCB-A75F-4A18-9E3E-534238480808}"/>
                </a:ext>
              </a:extLst>
            </p:cNvPr>
            <p:cNvCxnSpPr/>
            <p:nvPr/>
          </p:nvCxnSpPr>
          <p:spPr>
            <a:xfrm flipH="1">
              <a:off x="4388304" y="2481267"/>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D7E71598-642B-4762-8045-2AA3224530F9}"/>
                </a:ext>
              </a:extLst>
            </p:cNvPr>
            <p:cNvCxnSpPr/>
            <p:nvPr/>
          </p:nvCxnSpPr>
          <p:spPr>
            <a:xfrm flipH="1">
              <a:off x="5367534" y="2535047"/>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92" name="직선 연결선 91">
              <a:extLst>
                <a:ext uri="{FF2B5EF4-FFF2-40B4-BE49-F238E27FC236}">
                  <a16:creationId xmlns:a16="http://schemas.microsoft.com/office/drawing/2014/main" id="{25F42870-EA1E-4EC0-A09E-11078AF0EE55}"/>
                </a:ext>
              </a:extLst>
            </p:cNvPr>
            <p:cNvCxnSpPr/>
            <p:nvPr/>
          </p:nvCxnSpPr>
          <p:spPr>
            <a:xfrm flipH="1">
              <a:off x="5372000" y="2479375"/>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93" name="직선 연결선 92">
              <a:extLst>
                <a:ext uri="{FF2B5EF4-FFF2-40B4-BE49-F238E27FC236}">
                  <a16:creationId xmlns:a16="http://schemas.microsoft.com/office/drawing/2014/main" id="{FC9D8D76-627C-4625-B187-1DFFD89D2B44}"/>
                </a:ext>
              </a:extLst>
            </p:cNvPr>
            <p:cNvCxnSpPr/>
            <p:nvPr/>
          </p:nvCxnSpPr>
          <p:spPr>
            <a:xfrm flipH="1">
              <a:off x="4880538" y="2671358"/>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94" name="직선 연결선 93">
              <a:extLst>
                <a:ext uri="{FF2B5EF4-FFF2-40B4-BE49-F238E27FC236}">
                  <a16:creationId xmlns:a16="http://schemas.microsoft.com/office/drawing/2014/main" id="{C7FAD623-1389-44C1-B4B8-22024EB113A7}"/>
                </a:ext>
              </a:extLst>
            </p:cNvPr>
            <p:cNvCxnSpPr/>
            <p:nvPr/>
          </p:nvCxnSpPr>
          <p:spPr>
            <a:xfrm flipH="1">
              <a:off x="4880538" y="2625069"/>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95" name="직선 연결선 94">
              <a:extLst>
                <a:ext uri="{FF2B5EF4-FFF2-40B4-BE49-F238E27FC236}">
                  <a16:creationId xmlns:a16="http://schemas.microsoft.com/office/drawing/2014/main" id="{6F09376B-213B-4CA7-92D9-C89C9BD3B3F6}"/>
                </a:ext>
              </a:extLst>
            </p:cNvPr>
            <p:cNvCxnSpPr/>
            <p:nvPr/>
          </p:nvCxnSpPr>
          <p:spPr>
            <a:xfrm flipH="1">
              <a:off x="4386778" y="3312502"/>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96" name="직선 연결선 95">
              <a:extLst>
                <a:ext uri="{FF2B5EF4-FFF2-40B4-BE49-F238E27FC236}">
                  <a16:creationId xmlns:a16="http://schemas.microsoft.com/office/drawing/2014/main" id="{2FD3D00A-01A3-4761-8D90-CD53DA552450}"/>
                </a:ext>
              </a:extLst>
            </p:cNvPr>
            <p:cNvCxnSpPr/>
            <p:nvPr/>
          </p:nvCxnSpPr>
          <p:spPr>
            <a:xfrm flipH="1">
              <a:off x="4386778" y="3375688"/>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97" name="직선 연결선 96">
              <a:extLst>
                <a:ext uri="{FF2B5EF4-FFF2-40B4-BE49-F238E27FC236}">
                  <a16:creationId xmlns:a16="http://schemas.microsoft.com/office/drawing/2014/main" id="{9420EC5F-2B26-4113-BAB8-229B8EE83908}"/>
                </a:ext>
              </a:extLst>
            </p:cNvPr>
            <p:cNvCxnSpPr/>
            <p:nvPr/>
          </p:nvCxnSpPr>
          <p:spPr>
            <a:xfrm flipH="1">
              <a:off x="4880538" y="3429000"/>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98" name="직선 연결선 97">
              <a:extLst>
                <a:ext uri="{FF2B5EF4-FFF2-40B4-BE49-F238E27FC236}">
                  <a16:creationId xmlns:a16="http://schemas.microsoft.com/office/drawing/2014/main" id="{E19AB1B1-3C95-48A5-BAF2-8F56E31D7338}"/>
                </a:ext>
              </a:extLst>
            </p:cNvPr>
            <p:cNvCxnSpPr/>
            <p:nvPr/>
          </p:nvCxnSpPr>
          <p:spPr>
            <a:xfrm flipH="1">
              <a:off x="4880538" y="3483971"/>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99" name="직선 연결선 98">
              <a:extLst>
                <a:ext uri="{FF2B5EF4-FFF2-40B4-BE49-F238E27FC236}">
                  <a16:creationId xmlns:a16="http://schemas.microsoft.com/office/drawing/2014/main" id="{941625A1-859D-4BDA-8156-2AA83E4F52A8}"/>
                </a:ext>
              </a:extLst>
            </p:cNvPr>
            <p:cNvCxnSpPr/>
            <p:nvPr/>
          </p:nvCxnSpPr>
          <p:spPr>
            <a:xfrm flipH="1">
              <a:off x="5371386" y="3311764"/>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47985B38-7757-4DB6-A236-D5CCB7D3568B}"/>
                </a:ext>
              </a:extLst>
            </p:cNvPr>
            <p:cNvCxnSpPr/>
            <p:nvPr/>
          </p:nvCxnSpPr>
          <p:spPr>
            <a:xfrm flipH="1">
              <a:off x="5371386" y="3375487"/>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01" name="직선 연결선 100">
              <a:extLst>
                <a:ext uri="{FF2B5EF4-FFF2-40B4-BE49-F238E27FC236}">
                  <a16:creationId xmlns:a16="http://schemas.microsoft.com/office/drawing/2014/main" id="{10CC42FC-752C-4272-BC44-C559D9F03842}"/>
                </a:ext>
              </a:extLst>
            </p:cNvPr>
            <p:cNvCxnSpPr/>
            <p:nvPr/>
          </p:nvCxnSpPr>
          <p:spPr>
            <a:xfrm flipV="1">
              <a:off x="4386778" y="3239646"/>
              <a:ext cx="979462"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sp>
          <p:nvSpPr>
            <p:cNvPr id="102" name="TextBox 101">
              <a:extLst>
                <a:ext uri="{FF2B5EF4-FFF2-40B4-BE49-F238E27FC236}">
                  <a16:creationId xmlns:a16="http://schemas.microsoft.com/office/drawing/2014/main" id="{063B8F4D-A3BD-4473-BEF5-F4E08F93BD3A}"/>
                </a:ext>
              </a:extLst>
            </p:cNvPr>
            <p:cNvSpPr txBox="1"/>
            <p:nvPr/>
          </p:nvSpPr>
          <p:spPr>
            <a:xfrm>
              <a:off x="4597447" y="3054499"/>
              <a:ext cx="635630" cy="256957"/>
            </a:xfrm>
            <a:prstGeom prst="rect">
              <a:avLst/>
            </a:prstGeom>
            <a:noFill/>
          </p:spPr>
          <p:txBody>
            <a:bodyPr wrap="none" rtlCol="0">
              <a:spAutoFit/>
            </a:bodyPr>
            <a:lstStyle/>
            <a:p>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con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trỏ</a:t>
              </a:r>
              <a:endParaRPr lang="en-US"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03" name="직사각형 102">
              <a:extLst>
                <a:ext uri="{FF2B5EF4-FFF2-40B4-BE49-F238E27FC236}">
                  <a16:creationId xmlns:a16="http://schemas.microsoft.com/office/drawing/2014/main" id="{BD7C3DE6-4BA4-49BE-9772-7CC2E369D63D}"/>
                </a:ext>
              </a:extLst>
            </p:cNvPr>
            <p:cNvSpPr/>
            <p:nvPr/>
          </p:nvSpPr>
          <p:spPr>
            <a:xfrm>
              <a:off x="4385508" y="4046493"/>
              <a:ext cx="981614" cy="114236"/>
            </a:xfrm>
            <a:prstGeom prst="rect">
              <a:avLst/>
            </a:prstGeom>
            <a:solidFill>
              <a:srgbClr val="E9EDF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모서리가 둥근 직사각형 51">
              <a:extLst>
                <a:ext uri="{FF2B5EF4-FFF2-40B4-BE49-F238E27FC236}">
                  <a16:creationId xmlns:a16="http://schemas.microsoft.com/office/drawing/2014/main" id="{3C75EE0E-E05D-40AB-8625-47883E327F83}"/>
                </a:ext>
              </a:extLst>
            </p:cNvPr>
            <p:cNvSpPr/>
            <p:nvPr/>
          </p:nvSpPr>
          <p:spPr>
            <a:xfrm>
              <a:off x="4500717" y="3721433"/>
              <a:ext cx="744358" cy="243904"/>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cxnSp>
          <p:nvCxnSpPr>
            <p:cNvPr id="105" name="직선 연결선 104">
              <a:extLst>
                <a:ext uri="{FF2B5EF4-FFF2-40B4-BE49-F238E27FC236}">
                  <a16:creationId xmlns:a16="http://schemas.microsoft.com/office/drawing/2014/main" id="{7FBACCDE-7EA1-4194-8A4E-CD19E3D2EF3B}"/>
                </a:ext>
              </a:extLst>
            </p:cNvPr>
            <p:cNvCxnSpPr/>
            <p:nvPr/>
          </p:nvCxnSpPr>
          <p:spPr>
            <a:xfrm>
              <a:off x="4387587" y="3504009"/>
              <a:ext cx="0" cy="701343"/>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FEE54864-6187-4382-AFE3-006518953115}"/>
                </a:ext>
              </a:extLst>
            </p:cNvPr>
            <p:cNvCxnSpPr/>
            <p:nvPr/>
          </p:nvCxnSpPr>
          <p:spPr>
            <a:xfrm>
              <a:off x="5366818" y="3504009"/>
              <a:ext cx="0" cy="701343"/>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07" name="직선 연결선 106">
              <a:extLst>
                <a:ext uri="{FF2B5EF4-FFF2-40B4-BE49-F238E27FC236}">
                  <a16:creationId xmlns:a16="http://schemas.microsoft.com/office/drawing/2014/main" id="{23D7112D-9D51-4B0E-815B-1FD92FBDF49B}"/>
                </a:ext>
              </a:extLst>
            </p:cNvPr>
            <p:cNvCxnSpPr/>
            <p:nvPr/>
          </p:nvCxnSpPr>
          <p:spPr>
            <a:xfrm flipV="1">
              <a:off x="4385821" y="4037468"/>
              <a:ext cx="979462"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08" name="직선 연결선 107">
              <a:extLst>
                <a:ext uri="{FF2B5EF4-FFF2-40B4-BE49-F238E27FC236}">
                  <a16:creationId xmlns:a16="http://schemas.microsoft.com/office/drawing/2014/main" id="{A08C4034-D5CA-47B6-8601-DE3B11DC2253}"/>
                </a:ext>
              </a:extLst>
            </p:cNvPr>
            <p:cNvCxnSpPr/>
            <p:nvPr/>
          </p:nvCxnSpPr>
          <p:spPr>
            <a:xfrm flipV="1">
              <a:off x="4389740" y="3660747"/>
              <a:ext cx="975543"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09" name="직선 연결선 108">
              <a:extLst>
                <a:ext uri="{FF2B5EF4-FFF2-40B4-BE49-F238E27FC236}">
                  <a16:creationId xmlns:a16="http://schemas.microsoft.com/office/drawing/2014/main" id="{AF7386F6-ECF9-4766-851A-510814F66776}"/>
                </a:ext>
              </a:extLst>
            </p:cNvPr>
            <p:cNvCxnSpPr/>
            <p:nvPr/>
          </p:nvCxnSpPr>
          <p:spPr>
            <a:xfrm flipV="1">
              <a:off x="4385755" y="4160014"/>
              <a:ext cx="979462"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sp>
          <p:nvSpPr>
            <p:cNvPr id="110" name="TextBox 109">
              <a:extLst>
                <a:ext uri="{FF2B5EF4-FFF2-40B4-BE49-F238E27FC236}">
                  <a16:creationId xmlns:a16="http://schemas.microsoft.com/office/drawing/2014/main" id="{317D91F2-4E4A-49BB-8015-06FA74AC08FB}"/>
                </a:ext>
              </a:extLst>
            </p:cNvPr>
            <p:cNvSpPr txBox="1"/>
            <p:nvPr/>
          </p:nvSpPr>
          <p:spPr>
            <a:xfrm>
              <a:off x="4596424" y="3974867"/>
              <a:ext cx="635630" cy="256957"/>
            </a:xfrm>
            <a:prstGeom prst="rect">
              <a:avLst/>
            </a:prstGeom>
            <a:noFill/>
          </p:spPr>
          <p:txBody>
            <a:bodyPr wrap="none" rtlCol="0">
              <a:spAutoFit/>
            </a:bodyPr>
            <a:lstStyle/>
            <a:p>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con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trỏ</a:t>
              </a:r>
              <a:endParaRPr lang="en-US"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11" name="직사각형 110">
              <a:extLst>
                <a:ext uri="{FF2B5EF4-FFF2-40B4-BE49-F238E27FC236}">
                  <a16:creationId xmlns:a16="http://schemas.microsoft.com/office/drawing/2014/main" id="{F0DE1D04-5FCE-4545-9F3B-AADDF974C0B7}"/>
                </a:ext>
              </a:extLst>
            </p:cNvPr>
            <p:cNvSpPr/>
            <p:nvPr/>
          </p:nvSpPr>
          <p:spPr>
            <a:xfrm>
              <a:off x="4385508" y="4925829"/>
              <a:ext cx="981614" cy="114236"/>
            </a:xfrm>
            <a:prstGeom prst="rect">
              <a:avLst/>
            </a:prstGeom>
            <a:solidFill>
              <a:srgbClr val="F6E6E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2" name="모서리가 둥근 직사각형 61">
              <a:extLst>
                <a:ext uri="{FF2B5EF4-FFF2-40B4-BE49-F238E27FC236}">
                  <a16:creationId xmlns:a16="http://schemas.microsoft.com/office/drawing/2014/main" id="{82A0DADD-2023-40F4-AD8E-BC45B6848F42}"/>
                </a:ext>
              </a:extLst>
            </p:cNvPr>
            <p:cNvSpPr/>
            <p:nvPr/>
          </p:nvSpPr>
          <p:spPr>
            <a:xfrm>
              <a:off x="4500717" y="4600769"/>
              <a:ext cx="744358" cy="243904"/>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cxnSp>
          <p:nvCxnSpPr>
            <p:cNvPr id="113" name="직선 연결선 112">
              <a:extLst>
                <a:ext uri="{FF2B5EF4-FFF2-40B4-BE49-F238E27FC236}">
                  <a16:creationId xmlns:a16="http://schemas.microsoft.com/office/drawing/2014/main" id="{5568510B-6785-4FA5-8A34-A3A45CCD5ECF}"/>
                </a:ext>
              </a:extLst>
            </p:cNvPr>
            <p:cNvCxnSpPr/>
            <p:nvPr/>
          </p:nvCxnSpPr>
          <p:spPr>
            <a:xfrm>
              <a:off x="4387587" y="4383345"/>
              <a:ext cx="0" cy="701343"/>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14" name="직선 연결선 113">
              <a:extLst>
                <a:ext uri="{FF2B5EF4-FFF2-40B4-BE49-F238E27FC236}">
                  <a16:creationId xmlns:a16="http://schemas.microsoft.com/office/drawing/2014/main" id="{332B734C-06C6-49AF-A2BD-965A7769D1D0}"/>
                </a:ext>
              </a:extLst>
            </p:cNvPr>
            <p:cNvCxnSpPr/>
            <p:nvPr/>
          </p:nvCxnSpPr>
          <p:spPr>
            <a:xfrm>
              <a:off x="5366818" y="4383345"/>
              <a:ext cx="0" cy="701343"/>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15" name="직선 연결선 114">
              <a:extLst>
                <a:ext uri="{FF2B5EF4-FFF2-40B4-BE49-F238E27FC236}">
                  <a16:creationId xmlns:a16="http://schemas.microsoft.com/office/drawing/2014/main" id="{CD80BE0D-171C-4E53-9CEC-5FCA220C216B}"/>
                </a:ext>
              </a:extLst>
            </p:cNvPr>
            <p:cNvCxnSpPr/>
            <p:nvPr/>
          </p:nvCxnSpPr>
          <p:spPr>
            <a:xfrm flipV="1">
              <a:off x="4385821" y="4916804"/>
              <a:ext cx="979462"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16" name="직선 연결선 115">
              <a:extLst>
                <a:ext uri="{FF2B5EF4-FFF2-40B4-BE49-F238E27FC236}">
                  <a16:creationId xmlns:a16="http://schemas.microsoft.com/office/drawing/2014/main" id="{06ABF111-B23E-497D-9B60-E65576CE9ACD}"/>
                </a:ext>
              </a:extLst>
            </p:cNvPr>
            <p:cNvCxnSpPr/>
            <p:nvPr/>
          </p:nvCxnSpPr>
          <p:spPr>
            <a:xfrm flipV="1">
              <a:off x="4389740" y="4540083"/>
              <a:ext cx="975543"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6A04A270-0EAF-40A7-ADD8-214899FE61B8}"/>
                </a:ext>
              </a:extLst>
            </p:cNvPr>
            <p:cNvCxnSpPr/>
            <p:nvPr/>
          </p:nvCxnSpPr>
          <p:spPr>
            <a:xfrm flipV="1">
              <a:off x="4385755" y="5039350"/>
              <a:ext cx="979462"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90E7559C-FB44-422E-A8CF-A5492569A2C2}"/>
                </a:ext>
              </a:extLst>
            </p:cNvPr>
            <p:cNvSpPr txBox="1"/>
            <p:nvPr/>
          </p:nvSpPr>
          <p:spPr>
            <a:xfrm>
              <a:off x="4596424" y="4854203"/>
              <a:ext cx="635630" cy="256957"/>
            </a:xfrm>
            <a:prstGeom prst="rect">
              <a:avLst/>
            </a:prstGeom>
            <a:noFill/>
          </p:spPr>
          <p:txBody>
            <a:bodyPr wrap="none" rtlCol="0">
              <a:spAutoFit/>
            </a:bodyPr>
            <a:lstStyle/>
            <a:p>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con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trỏ</a:t>
              </a:r>
              <a:endParaRPr lang="en-US"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cxnSp>
          <p:nvCxnSpPr>
            <p:cNvPr id="119" name="직선 연결선 118">
              <a:extLst>
                <a:ext uri="{FF2B5EF4-FFF2-40B4-BE49-F238E27FC236}">
                  <a16:creationId xmlns:a16="http://schemas.microsoft.com/office/drawing/2014/main" id="{3C56328F-FFE5-40BC-ABCF-FB3D50A5D3C4}"/>
                </a:ext>
              </a:extLst>
            </p:cNvPr>
            <p:cNvCxnSpPr/>
            <p:nvPr/>
          </p:nvCxnSpPr>
          <p:spPr>
            <a:xfrm flipH="1">
              <a:off x="4385508" y="4235277"/>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20" name="직선 연결선 119">
              <a:extLst>
                <a:ext uri="{FF2B5EF4-FFF2-40B4-BE49-F238E27FC236}">
                  <a16:creationId xmlns:a16="http://schemas.microsoft.com/office/drawing/2014/main" id="{AD09853C-8879-4A08-96CA-4E5F4C281206}"/>
                </a:ext>
              </a:extLst>
            </p:cNvPr>
            <p:cNvCxnSpPr/>
            <p:nvPr/>
          </p:nvCxnSpPr>
          <p:spPr>
            <a:xfrm flipH="1">
              <a:off x="4385508" y="4298463"/>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21" name="직선 연결선 120">
              <a:extLst>
                <a:ext uri="{FF2B5EF4-FFF2-40B4-BE49-F238E27FC236}">
                  <a16:creationId xmlns:a16="http://schemas.microsoft.com/office/drawing/2014/main" id="{DDDF7438-AF82-4B09-8489-C4B6F3A03FDB}"/>
                </a:ext>
              </a:extLst>
            </p:cNvPr>
            <p:cNvCxnSpPr/>
            <p:nvPr/>
          </p:nvCxnSpPr>
          <p:spPr>
            <a:xfrm flipH="1">
              <a:off x="4879268" y="4367015"/>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22" name="직선 연결선 121">
              <a:extLst>
                <a:ext uri="{FF2B5EF4-FFF2-40B4-BE49-F238E27FC236}">
                  <a16:creationId xmlns:a16="http://schemas.microsoft.com/office/drawing/2014/main" id="{C8D3D0DE-FAA1-49CD-A39E-687693F20A89}"/>
                </a:ext>
              </a:extLst>
            </p:cNvPr>
            <p:cNvCxnSpPr/>
            <p:nvPr/>
          </p:nvCxnSpPr>
          <p:spPr>
            <a:xfrm flipH="1">
              <a:off x="4879268" y="4421986"/>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7EDF1EAE-C9D2-49AF-B26F-D9E2714E3328}"/>
                </a:ext>
              </a:extLst>
            </p:cNvPr>
            <p:cNvCxnSpPr/>
            <p:nvPr/>
          </p:nvCxnSpPr>
          <p:spPr>
            <a:xfrm flipH="1">
              <a:off x="5370116" y="4234539"/>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24" name="직선 연결선 123">
              <a:extLst>
                <a:ext uri="{FF2B5EF4-FFF2-40B4-BE49-F238E27FC236}">
                  <a16:creationId xmlns:a16="http://schemas.microsoft.com/office/drawing/2014/main" id="{8E4E3066-C387-44FC-84EF-A4679567A2BD}"/>
                </a:ext>
              </a:extLst>
            </p:cNvPr>
            <p:cNvCxnSpPr/>
            <p:nvPr/>
          </p:nvCxnSpPr>
          <p:spPr>
            <a:xfrm flipH="1">
              <a:off x="5370116" y="4298262"/>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25" name="직선 연결선 124">
              <a:extLst>
                <a:ext uri="{FF2B5EF4-FFF2-40B4-BE49-F238E27FC236}">
                  <a16:creationId xmlns:a16="http://schemas.microsoft.com/office/drawing/2014/main" id="{5374BB25-BA21-4D8F-892D-EF4D73DA4914}"/>
                </a:ext>
              </a:extLst>
            </p:cNvPr>
            <p:cNvCxnSpPr/>
            <p:nvPr/>
          </p:nvCxnSpPr>
          <p:spPr>
            <a:xfrm flipH="1">
              <a:off x="4385689" y="5120856"/>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26" name="직선 연결선 125">
              <a:extLst>
                <a:ext uri="{FF2B5EF4-FFF2-40B4-BE49-F238E27FC236}">
                  <a16:creationId xmlns:a16="http://schemas.microsoft.com/office/drawing/2014/main" id="{D5AB0C44-548C-492F-9F95-125659C37784}"/>
                </a:ext>
              </a:extLst>
            </p:cNvPr>
            <p:cNvCxnSpPr/>
            <p:nvPr/>
          </p:nvCxnSpPr>
          <p:spPr>
            <a:xfrm flipH="1">
              <a:off x="4385689" y="5184042"/>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27" name="직선 연결선 126">
              <a:extLst>
                <a:ext uri="{FF2B5EF4-FFF2-40B4-BE49-F238E27FC236}">
                  <a16:creationId xmlns:a16="http://schemas.microsoft.com/office/drawing/2014/main" id="{3FAC5CAF-3B5F-4167-8173-234A6AA4A2AF}"/>
                </a:ext>
              </a:extLst>
            </p:cNvPr>
            <p:cNvCxnSpPr/>
            <p:nvPr/>
          </p:nvCxnSpPr>
          <p:spPr>
            <a:xfrm flipH="1">
              <a:off x="4879449" y="5105504"/>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28" name="직선 연결선 127">
              <a:extLst>
                <a:ext uri="{FF2B5EF4-FFF2-40B4-BE49-F238E27FC236}">
                  <a16:creationId xmlns:a16="http://schemas.microsoft.com/office/drawing/2014/main" id="{750AC861-DA9A-49D2-A8B8-D7E556602012}"/>
                </a:ext>
              </a:extLst>
            </p:cNvPr>
            <p:cNvCxnSpPr/>
            <p:nvPr/>
          </p:nvCxnSpPr>
          <p:spPr>
            <a:xfrm flipH="1">
              <a:off x="4879449" y="5160475"/>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DF8BAE4F-F986-411F-B619-F6B7D1801F73}"/>
                </a:ext>
              </a:extLst>
            </p:cNvPr>
            <p:cNvCxnSpPr/>
            <p:nvPr/>
          </p:nvCxnSpPr>
          <p:spPr>
            <a:xfrm flipH="1">
              <a:off x="5370297" y="5120118"/>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130" name="직선 연결선 129">
              <a:extLst>
                <a:ext uri="{FF2B5EF4-FFF2-40B4-BE49-F238E27FC236}">
                  <a16:creationId xmlns:a16="http://schemas.microsoft.com/office/drawing/2014/main" id="{37CD801C-B4B0-41F7-B5B6-D940CF5FEBB9}"/>
                </a:ext>
              </a:extLst>
            </p:cNvPr>
            <p:cNvCxnSpPr/>
            <p:nvPr/>
          </p:nvCxnSpPr>
          <p:spPr>
            <a:xfrm flipH="1">
              <a:off x="5370297" y="5183841"/>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71974631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700808"/>
            <a:ext cx="8632825"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Vì con trỏ của giá trị “Xanh dương” là địa chỉ của giá trị “Vàng” và con trỏ của giá trị màu vàng là địa chỉ của giá trị “Đỏ”, thứ tự có thể được duy trì.</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3" name="그룹 2">
            <a:extLst>
              <a:ext uri="{FF2B5EF4-FFF2-40B4-BE49-F238E27FC236}">
                <a16:creationId xmlns:a16="http://schemas.microsoft.com/office/drawing/2014/main" id="{C3B509C7-7B42-40DE-8987-9BC44F6AA22F}"/>
              </a:ext>
            </a:extLst>
          </p:cNvPr>
          <p:cNvGrpSpPr/>
          <p:nvPr/>
        </p:nvGrpSpPr>
        <p:grpSpPr>
          <a:xfrm>
            <a:off x="3727276" y="2420888"/>
            <a:ext cx="1872208" cy="3403199"/>
            <a:chOff x="3727276" y="2223601"/>
            <a:chExt cx="1645338" cy="2990807"/>
          </a:xfrm>
        </p:grpSpPr>
        <p:sp>
          <p:nvSpPr>
            <p:cNvPr id="8" name="직사각형 7"/>
            <p:cNvSpPr/>
            <p:nvPr/>
          </p:nvSpPr>
          <p:spPr>
            <a:xfrm>
              <a:off x="4386531" y="3126125"/>
              <a:ext cx="981614" cy="114236"/>
            </a:xfrm>
            <a:prstGeom prst="rect">
              <a:avLst/>
            </a:prstGeom>
            <a:solidFill>
              <a:srgbClr val="FDF3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모서리가 둥근 직사각형 15"/>
            <p:cNvSpPr/>
            <p:nvPr/>
          </p:nvSpPr>
          <p:spPr>
            <a:xfrm>
              <a:off x="3727276" y="2223601"/>
              <a:ext cx="928105" cy="244668"/>
            </a:xfrm>
            <a:prstGeom prst="roundRect">
              <a:avLst/>
            </a:prstGeom>
            <a:noFill/>
            <a:ln>
              <a:solidFill>
                <a:srgbClr val="AAAA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err="1">
                  <a:solidFill>
                    <a:schemeClr val="tx1"/>
                  </a:solidFill>
                  <a:latin typeface="SamsungOne-700" panose="020B0803030303020204" pitchFamily="34" charset="0"/>
                  <a:ea typeface="SamsungOne-700" panose="020B0803030303020204" pitchFamily="34" charset="0"/>
                </a:rPr>
                <a:t>Bộ</a:t>
              </a:r>
              <a:r>
                <a:rPr lang="en-US" sz="1400" dirty="0">
                  <a:solidFill>
                    <a:schemeClr val="tx1"/>
                  </a:solidFill>
                  <a:latin typeface="SamsungOne-700" panose="020B0803030303020204" pitchFamily="34" charset="0"/>
                  <a:ea typeface="SamsungOne-700" panose="020B0803030303020204" pitchFamily="34" charset="0"/>
                </a:rPr>
                <a:t> </a:t>
              </a:r>
              <a:r>
                <a:rPr lang="en-US" sz="1400" dirty="0" err="1">
                  <a:solidFill>
                    <a:schemeClr val="tx1"/>
                  </a:solidFill>
                  <a:latin typeface="SamsungOne-700" panose="020B0803030303020204" pitchFamily="34" charset="0"/>
                  <a:ea typeface="SamsungOne-700" panose="020B0803030303020204" pitchFamily="34" charset="0"/>
                </a:rPr>
                <a:t>nhớ</a:t>
              </a:r>
              <a:endParaRPr lang="en-US" sz="1400" dirty="0">
                <a:solidFill>
                  <a:schemeClr val="tx1"/>
                </a:solidFill>
                <a:latin typeface="SamsungOne-700" panose="020B0803030303020204" pitchFamily="34" charset="0"/>
                <a:ea typeface="SamsungOne-700" panose="020B0803030303020204" pitchFamily="34" charset="0"/>
              </a:endParaRPr>
            </a:p>
          </p:txBody>
        </p:sp>
        <p:sp>
          <p:nvSpPr>
            <p:cNvPr id="17" name="모서리가 둥근 직사각형 16"/>
            <p:cNvSpPr/>
            <p:nvPr/>
          </p:nvSpPr>
          <p:spPr>
            <a:xfrm>
              <a:off x="4501740" y="2801065"/>
              <a:ext cx="744358" cy="243904"/>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cxnSp>
          <p:nvCxnSpPr>
            <p:cNvPr id="20" name="직선 연결선 19"/>
            <p:cNvCxnSpPr/>
            <p:nvPr/>
          </p:nvCxnSpPr>
          <p:spPr>
            <a:xfrm>
              <a:off x="4388610" y="2583641"/>
              <a:ext cx="0" cy="701343"/>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21" name="직선 연결선 20"/>
            <p:cNvCxnSpPr/>
            <p:nvPr/>
          </p:nvCxnSpPr>
          <p:spPr>
            <a:xfrm>
              <a:off x="5367841" y="2583641"/>
              <a:ext cx="0" cy="701343"/>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22" name="직선 연결선 21"/>
            <p:cNvCxnSpPr/>
            <p:nvPr/>
          </p:nvCxnSpPr>
          <p:spPr>
            <a:xfrm flipV="1">
              <a:off x="4386844" y="3117100"/>
              <a:ext cx="979462"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31" name="직선 연결선 30"/>
            <p:cNvCxnSpPr/>
            <p:nvPr/>
          </p:nvCxnSpPr>
          <p:spPr>
            <a:xfrm flipV="1">
              <a:off x="4390763" y="2740379"/>
              <a:ext cx="975543"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32" name="직선 연결선 31"/>
            <p:cNvCxnSpPr/>
            <p:nvPr/>
          </p:nvCxnSpPr>
          <p:spPr>
            <a:xfrm flipH="1">
              <a:off x="4388304" y="2532320"/>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33" name="직선 연결선 32"/>
            <p:cNvCxnSpPr/>
            <p:nvPr/>
          </p:nvCxnSpPr>
          <p:spPr>
            <a:xfrm flipH="1">
              <a:off x="4388304" y="2481267"/>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37" name="직선 연결선 36"/>
            <p:cNvCxnSpPr/>
            <p:nvPr/>
          </p:nvCxnSpPr>
          <p:spPr>
            <a:xfrm flipH="1">
              <a:off x="5367534" y="2535047"/>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38" name="직선 연결선 37"/>
            <p:cNvCxnSpPr/>
            <p:nvPr/>
          </p:nvCxnSpPr>
          <p:spPr>
            <a:xfrm flipH="1">
              <a:off x="5372000" y="2479375"/>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39" name="직선 연결선 38"/>
            <p:cNvCxnSpPr/>
            <p:nvPr/>
          </p:nvCxnSpPr>
          <p:spPr>
            <a:xfrm flipH="1">
              <a:off x="4880538" y="2671358"/>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40" name="직선 연결선 39"/>
            <p:cNvCxnSpPr/>
            <p:nvPr/>
          </p:nvCxnSpPr>
          <p:spPr>
            <a:xfrm flipH="1">
              <a:off x="4880538" y="2625069"/>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41" name="직선 연결선 40"/>
            <p:cNvCxnSpPr/>
            <p:nvPr/>
          </p:nvCxnSpPr>
          <p:spPr>
            <a:xfrm flipH="1">
              <a:off x="4386778" y="3312502"/>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42" name="직선 연결선 41"/>
            <p:cNvCxnSpPr/>
            <p:nvPr/>
          </p:nvCxnSpPr>
          <p:spPr>
            <a:xfrm flipH="1">
              <a:off x="4386778" y="3375688"/>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43" name="직선 연결선 42"/>
            <p:cNvCxnSpPr/>
            <p:nvPr/>
          </p:nvCxnSpPr>
          <p:spPr>
            <a:xfrm flipH="1">
              <a:off x="4880538" y="3429000"/>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44" name="직선 연결선 43"/>
            <p:cNvCxnSpPr/>
            <p:nvPr/>
          </p:nvCxnSpPr>
          <p:spPr>
            <a:xfrm flipH="1">
              <a:off x="4880538" y="3483971"/>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48" name="직선 연결선 47"/>
            <p:cNvCxnSpPr/>
            <p:nvPr/>
          </p:nvCxnSpPr>
          <p:spPr>
            <a:xfrm flipH="1">
              <a:off x="5371386" y="3311764"/>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49" name="직선 연결선 48"/>
            <p:cNvCxnSpPr/>
            <p:nvPr/>
          </p:nvCxnSpPr>
          <p:spPr>
            <a:xfrm flipH="1">
              <a:off x="5371386" y="3375487"/>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50" name="직선 연결선 49"/>
            <p:cNvCxnSpPr/>
            <p:nvPr/>
          </p:nvCxnSpPr>
          <p:spPr>
            <a:xfrm flipV="1">
              <a:off x="4386778" y="3239646"/>
              <a:ext cx="979462"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4597447" y="3054499"/>
              <a:ext cx="632813" cy="256957"/>
            </a:xfrm>
            <a:prstGeom prst="rect">
              <a:avLst/>
            </a:prstGeom>
            <a:noFill/>
          </p:spPr>
          <p:txBody>
            <a:bodyPr wrap="none" rtlCol="0">
              <a:spAutoFit/>
            </a:bodyPr>
            <a:lstStyle/>
            <a:p>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Con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trỏ</a:t>
              </a:r>
              <a:endParaRPr lang="en-US"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51" name="직사각형 50"/>
            <p:cNvSpPr/>
            <p:nvPr/>
          </p:nvSpPr>
          <p:spPr>
            <a:xfrm>
              <a:off x="4385508" y="4046493"/>
              <a:ext cx="981614" cy="114236"/>
            </a:xfrm>
            <a:prstGeom prst="rect">
              <a:avLst/>
            </a:prstGeom>
            <a:solidFill>
              <a:srgbClr val="E9EDF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모서리가 둥근 직사각형 51"/>
            <p:cNvSpPr/>
            <p:nvPr/>
          </p:nvSpPr>
          <p:spPr>
            <a:xfrm>
              <a:off x="4500717" y="3721433"/>
              <a:ext cx="744358" cy="243904"/>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cxnSp>
          <p:nvCxnSpPr>
            <p:cNvPr id="53" name="직선 연결선 52"/>
            <p:cNvCxnSpPr/>
            <p:nvPr/>
          </p:nvCxnSpPr>
          <p:spPr>
            <a:xfrm>
              <a:off x="4387587" y="3504009"/>
              <a:ext cx="0" cy="701343"/>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54" name="직선 연결선 53"/>
            <p:cNvCxnSpPr/>
            <p:nvPr/>
          </p:nvCxnSpPr>
          <p:spPr>
            <a:xfrm>
              <a:off x="5366818" y="3504009"/>
              <a:ext cx="0" cy="701343"/>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55" name="직선 연결선 54"/>
            <p:cNvCxnSpPr/>
            <p:nvPr/>
          </p:nvCxnSpPr>
          <p:spPr>
            <a:xfrm flipV="1">
              <a:off x="4385821" y="4037468"/>
              <a:ext cx="979462"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56" name="직선 연결선 55"/>
            <p:cNvCxnSpPr/>
            <p:nvPr/>
          </p:nvCxnSpPr>
          <p:spPr>
            <a:xfrm flipV="1">
              <a:off x="4389740" y="3660747"/>
              <a:ext cx="975543"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59" name="직선 연결선 58"/>
            <p:cNvCxnSpPr/>
            <p:nvPr/>
          </p:nvCxnSpPr>
          <p:spPr>
            <a:xfrm flipV="1">
              <a:off x="4385755" y="4160014"/>
              <a:ext cx="979462"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sp>
          <p:nvSpPr>
            <p:cNvPr id="60" name="TextBox 59"/>
            <p:cNvSpPr txBox="1"/>
            <p:nvPr/>
          </p:nvSpPr>
          <p:spPr>
            <a:xfrm>
              <a:off x="4596424" y="3974867"/>
              <a:ext cx="632813" cy="256957"/>
            </a:xfrm>
            <a:prstGeom prst="rect">
              <a:avLst/>
            </a:prstGeom>
            <a:noFill/>
          </p:spPr>
          <p:txBody>
            <a:bodyPr wrap="none" rtlCol="0">
              <a:spAutoFit/>
            </a:bodyPr>
            <a:lstStyle/>
            <a:p>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Con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trỏ</a:t>
              </a:r>
              <a:endParaRPr lang="en-US"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61" name="직사각형 60"/>
            <p:cNvSpPr/>
            <p:nvPr/>
          </p:nvSpPr>
          <p:spPr>
            <a:xfrm>
              <a:off x="4385508" y="4925829"/>
              <a:ext cx="981614" cy="114236"/>
            </a:xfrm>
            <a:prstGeom prst="rect">
              <a:avLst/>
            </a:prstGeom>
            <a:solidFill>
              <a:srgbClr val="F6E6E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모서리가 둥근 직사각형 61"/>
            <p:cNvSpPr/>
            <p:nvPr/>
          </p:nvSpPr>
          <p:spPr>
            <a:xfrm>
              <a:off x="4500717" y="4600769"/>
              <a:ext cx="744358" cy="243904"/>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cxnSp>
          <p:nvCxnSpPr>
            <p:cNvPr id="64" name="직선 연결선 63"/>
            <p:cNvCxnSpPr/>
            <p:nvPr/>
          </p:nvCxnSpPr>
          <p:spPr>
            <a:xfrm>
              <a:off x="4387587" y="4383345"/>
              <a:ext cx="0" cy="701343"/>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65" name="직선 연결선 64"/>
            <p:cNvCxnSpPr/>
            <p:nvPr/>
          </p:nvCxnSpPr>
          <p:spPr>
            <a:xfrm>
              <a:off x="5366818" y="4383345"/>
              <a:ext cx="0" cy="701343"/>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66" name="직선 연결선 65"/>
            <p:cNvCxnSpPr/>
            <p:nvPr/>
          </p:nvCxnSpPr>
          <p:spPr>
            <a:xfrm flipV="1">
              <a:off x="4385821" y="4916804"/>
              <a:ext cx="979462"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flipV="1">
              <a:off x="4389740" y="4540083"/>
              <a:ext cx="975543"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70" name="직선 연결선 69"/>
            <p:cNvCxnSpPr/>
            <p:nvPr/>
          </p:nvCxnSpPr>
          <p:spPr>
            <a:xfrm flipV="1">
              <a:off x="4385755" y="5039350"/>
              <a:ext cx="979462" cy="1"/>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sp>
          <p:nvSpPr>
            <p:cNvPr id="71" name="TextBox 70"/>
            <p:cNvSpPr txBox="1"/>
            <p:nvPr/>
          </p:nvSpPr>
          <p:spPr>
            <a:xfrm>
              <a:off x="4596424" y="4854203"/>
              <a:ext cx="632813" cy="256957"/>
            </a:xfrm>
            <a:prstGeom prst="rect">
              <a:avLst/>
            </a:prstGeom>
            <a:noFill/>
          </p:spPr>
          <p:txBody>
            <a:bodyPr wrap="none" rtlCol="0">
              <a:spAutoFit/>
            </a:bodyPr>
            <a:lstStyle/>
            <a:p>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Con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trỏ</a:t>
              </a:r>
              <a:endParaRPr lang="en-US"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cxnSp>
          <p:nvCxnSpPr>
            <p:cNvPr id="72" name="직선 연결선 71"/>
            <p:cNvCxnSpPr/>
            <p:nvPr/>
          </p:nvCxnSpPr>
          <p:spPr>
            <a:xfrm flipH="1">
              <a:off x="4385508" y="4235277"/>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73" name="직선 연결선 72"/>
            <p:cNvCxnSpPr/>
            <p:nvPr/>
          </p:nvCxnSpPr>
          <p:spPr>
            <a:xfrm flipH="1">
              <a:off x="4385508" y="4298463"/>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74" name="직선 연결선 73"/>
            <p:cNvCxnSpPr/>
            <p:nvPr/>
          </p:nvCxnSpPr>
          <p:spPr>
            <a:xfrm flipH="1">
              <a:off x="4879268" y="4367015"/>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75" name="직선 연결선 74"/>
            <p:cNvCxnSpPr/>
            <p:nvPr/>
          </p:nvCxnSpPr>
          <p:spPr>
            <a:xfrm flipH="1">
              <a:off x="4879268" y="4421986"/>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76" name="직선 연결선 75"/>
            <p:cNvCxnSpPr/>
            <p:nvPr/>
          </p:nvCxnSpPr>
          <p:spPr>
            <a:xfrm flipH="1">
              <a:off x="5370116" y="4234539"/>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77" name="직선 연결선 76"/>
            <p:cNvCxnSpPr/>
            <p:nvPr/>
          </p:nvCxnSpPr>
          <p:spPr>
            <a:xfrm flipH="1">
              <a:off x="5370116" y="4298262"/>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78" name="직선 연결선 77"/>
            <p:cNvCxnSpPr/>
            <p:nvPr/>
          </p:nvCxnSpPr>
          <p:spPr>
            <a:xfrm flipH="1">
              <a:off x="4385689" y="5120856"/>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79" name="직선 연결선 78"/>
            <p:cNvCxnSpPr/>
            <p:nvPr/>
          </p:nvCxnSpPr>
          <p:spPr>
            <a:xfrm flipH="1">
              <a:off x="4385689" y="5184042"/>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80" name="직선 연결선 79"/>
            <p:cNvCxnSpPr/>
            <p:nvPr/>
          </p:nvCxnSpPr>
          <p:spPr>
            <a:xfrm flipH="1">
              <a:off x="4879449" y="5105504"/>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81" name="직선 연결선 80"/>
            <p:cNvCxnSpPr/>
            <p:nvPr/>
          </p:nvCxnSpPr>
          <p:spPr>
            <a:xfrm flipH="1">
              <a:off x="4879449" y="5160475"/>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82" name="직선 연결선 81"/>
            <p:cNvCxnSpPr/>
            <p:nvPr/>
          </p:nvCxnSpPr>
          <p:spPr>
            <a:xfrm flipH="1">
              <a:off x="5370297" y="5120118"/>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83" name="직선 연결선 82"/>
            <p:cNvCxnSpPr/>
            <p:nvPr/>
          </p:nvCxnSpPr>
          <p:spPr>
            <a:xfrm flipH="1">
              <a:off x="5370297" y="5183841"/>
              <a:ext cx="614" cy="30366"/>
            </a:xfrm>
            <a:prstGeom prst="line">
              <a:avLst/>
            </a:prstGeom>
            <a:ln w="19050">
              <a:solidFill>
                <a:srgbClr val="AAAAAA"/>
              </a:solidFill>
            </a:ln>
          </p:spPr>
          <p:style>
            <a:lnRef idx="1">
              <a:schemeClr val="accent1"/>
            </a:lnRef>
            <a:fillRef idx="0">
              <a:schemeClr val="accent1"/>
            </a:fillRef>
            <a:effectRef idx="0">
              <a:schemeClr val="accent1"/>
            </a:effectRef>
            <a:fontRef idx="minor">
              <a:schemeClr val="tx1"/>
            </a:fontRef>
          </p:style>
        </p:cxnSp>
        <p:cxnSp>
          <p:nvCxnSpPr>
            <p:cNvPr id="5" name="꺾인 연결선 4"/>
            <p:cNvCxnSpPr>
              <a:stCxn id="8" idx="3"/>
              <a:endCxn id="62" idx="3"/>
            </p:cNvCxnSpPr>
            <p:nvPr/>
          </p:nvCxnSpPr>
          <p:spPr>
            <a:xfrm flipH="1">
              <a:off x="5245075" y="3183243"/>
              <a:ext cx="123070" cy="1539478"/>
            </a:xfrm>
            <a:prstGeom prst="bentConnector3">
              <a:avLst>
                <a:gd name="adj1" fmla="val -185748"/>
              </a:avLst>
            </a:prstGeom>
            <a:ln w="12700">
              <a:solidFill>
                <a:schemeClr val="tx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 name="꺾인 연결선 10"/>
            <p:cNvCxnSpPr>
              <a:cxnSpLocks/>
            </p:cNvCxnSpPr>
            <p:nvPr/>
          </p:nvCxnSpPr>
          <p:spPr>
            <a:xfrm rot="10800000" flipH="1">
              <a:off x="4385452" y="2913879"/>
              <a:ext cx="116232" cy="1180594"/>
            </a:xfrm>
            <a:prstGeom prst="bentConnector3">
              <a:avLst>
                <a:gd name="adj1" fmla="val -196676"/>
              </a:avLst>
            </a:prstGeom>
            <a:ln w="12700">
              <a:solidFill>
                <a:schemeClr val="tx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63" name="직사각형 62">
            <a:extLst>
              <a:ext uri="{FF2B5EF4-FFF2-40B4-BE49-F238E27FC236}">
                <a16:creationId xmlns:a16="http://schemas.microsoft.com/office/drawing/2014/main" id="{C700A7F2-16C8-4CED-8772-E2911CBF77C0}"/>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Lưu và truy cập dữ liệu từ list </a:t>
            </a:r>
            <a:r>
              <a:rPr lang="en-US" altLang="ko-KR" sz="1400" dirty="0">
                <a:solidFill>
                  <a:schemeClr val="tx1"/>
                </a:solidFill>
                <a:latin typeface="SamsungOne-400" panose="020B0503030303020204" pitchFamily="34" charset="0"/>
                <a:ea typeface="SamsungOne-400" panose="020B0503030303020204" pitchFamily="34" charset="0"/>
              </a:rPr>
              <a:t>(3/4)</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125094792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700808"/>
            <a:ext cx="8632825"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Do dữ liệu được lưu trữ trong các địa chỉ không liền kề nên các cách tiếp cận tuần tự được truy cập thông qua con trỏ đứng trước chúng.</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3" name="그룹 2">
            <a:extLst>
              <a:ext uri="{FF2B5EF4-FFF2-40B4-BE49-F238E27FC236}">
                <a16:creationId xmlns:a16="http://schemas.microsoft.com/office/drawing/2014/main" id="{CD2525C0-C1C5-4A35-900F-C92A58469218}"/>
              </a:ext>
            </a:extLst>
          </p:cNvPr>
          <p:cNvGrpSpPr/>
          <p:nvPr/>
        </p:nvGrpSpPr>
        <p:grpSpPr>
          <a:xfrm>
            <a:off x="3391491" y="2558267"/>
            <a:ext cx="3312368" cy="2711629"/>
            <a:chOff x="3391491" y="2558267"/>
            <a:chExt cx="3312368" cy="2711629"/>
          </a:xfrm>
        </p:grpSpPr>
        <p:sp>
          <p:nvSpPr>
            <p:cNvPr id="16" name="모서리가 둥근 직사각형 15"/>
            <p:cNvSpPr/>
            <p:nvPr/>
          </p:nvSpPr>
          <p:spPr>
            <a:xfrm>
              <a:off x="3871292" y="2558267"/>
              <a:ext cx="2304256" cy="288032"/>
            </a:xfrm>
            <a:prstGeom prst="roundRect">
              <a:avLst/>
            </a:prstGeom>
            <a:noFill/>
            <a:ln>
              <a:solidFill>
                <a:srgbClr val="AAAA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err="1">
                  <a:solidFill>
                    <a:schemeClr val="tx1"/>
                  </a:solidFill>
                  <a:latin typeface="SamsungOne-700" panose="020B0803030303020204" pitchFamily="34" charset="0"/>
                  <a:ea typeface="SamsungOne-700" panose="020B0803030303020204" pitchFamily="34" charset="0"/>
                </a:rPr>
                <a:t>truy</a:t>
              </a:r>
              <a:r>
                <a:rPr lang="en-US" sz="1200" dirty="0">
                  <a:solidFill>
                    <a:schemeClr val="tx1"/>
                  </a:solidFill>
                  <a:latin typeface="SamsungOne-700" panose="020B0803030303020204" pitchFamily="34" charset="0"/>
                  <a:ea typeface="SamsungOne-700" panose="020B0803030303020204" pitchFamily="34" charset="0"/>
                </a:rPr>
                <a:t> </a:t>
              </a:r>
              <a:r>
                <a:rPr lang="en-US" sz="1200" dirty="0" err="1">
                  <a:solidFill>
                    <a:schemeClr val="tx1"/>
                  </a:solidFill>
                  <a:latin typeface="SamsungOne-700" panose="020B0803030303020204" pitchFamily="34" charset="0"/>
                  <a:ea typeface="SamsungOne-700" panose="020B0803030303020204" pitchFamily="34" charset="0"/>
                </a:rPr>
                <a:t>cập</a:t>
              </a:r>
              <a:r>
                <a:rPr lang="en-US" sz="1200" dirty="0">
                  <a:solidFill>
                    <a:schemeClr val="tx1"/>
                  </a:solidFill>
                  <a:latin typeface="SamsungOne-700" panose="020B0803030303020204" pitchFamily="34" charset="0"/>
                  <a:ea typeface="SamsungOne-700" panose="020B0803030303020204" pitchFamily="34" charset="0"/>
                </a:rPr>
                <a:t> </a:t>
              </a:r>
              <a:r>
                <a:rPr lang="en-US" sz="1200" dirty="0" err="1">
                  <a:solidFill>
                    <a:schemeClr val="tx1"/>
                  </a:solidFill>
                  <a:latin typeface="SamsungOne-700" panose="020B0803030303020204" pitchFamily="34" charset="0"/>
                  <a:ea typeface="SamsungOne-700" panose="020B0803030303020204" pitchFamily="34" charset="0"/>
                </a:rPr>
                <a:t>tuần</a:t>
              </a:r>
              <a:r>
                <a:rPr lang="en-US" sz="1200" dirty="0">
                  <a:solidFill>
                    <a:schemeClr val="tx1"/>
                  </a:solidFill>
                  <a:latin typeface="SamsungOne-700" panose="020B0803030303020204" pitchFamily="34" charset="0"/>
                  <a:ea typeface="SamsungOne-700" panose="020B0803030303020204" pitchFamily="34" charset="0"/>
                </a:rPr>
                <a:t> </a:t>
              </a:r>
              <a:r>
                <a:rPr lang="en-US" sz="1200" dirty="0" err="1">
                  <a:solidFill>
                    <a:schemeClr val="tx1"/>
                  </a:solidFill>
                  <a:latin typeface="SamsungOne-700" panose="020B0803030303020204" pitchFamily="34" charset="0"/>
                  <a:ea typeface="SamsungOne-700" panose="020B0803030303020204" pitchFamily="34" charset="0"/>
                </a:rPr>
                <a:t>tự</a:t>
              </a:r>
              <a:endParaRPr lang="en-US" sz="1200" dirty="0">
                <a:solidFill>
                  <a:schemeClr val="tx1"/>
                </a:solidFill>
                <a:latin typeface="SamsungOne-700" panose="020B0803030303020204" pitchFamily="34" charset="0"/>
                <a:ea typeface="SamsungOne-700" panose="020B0803030303020204" pitchFamily="34" charset="0"/>
              </a:endParaRPr>
            </a:p>
          </p:txBody>
        </p:sp>
        <p:grpSp>
          <p:nvGrpSpPr>
            <p:cNvPr id="2" name="그룹 1">
              <a:extLst>
                <a:ext uri="{FF2B5EF4-FFF2-40B4-BE49-F238E27FC236}">
                  <a16:creationId xmlns:a16="http://schemas.microsoft.com/office/drawing/2014/main" id="{7DE22E61-FAB1-4462-A1F2-8EEA03EB47CC}"/>
                </a:ext>
              </a:extLst>
            </p:cNvPr>
            <p:cNvGrpSpPr/>
            <p:nvPr/>
          </p:nvGrpSpPr>
          <p:grpSpPr>
            <a:xfrm>
              <a:off x="3391491" y="3068960"/>
              <a:ext cx="3312368" cy="2200936"/>
              <a:chOff x="3391491" y="3100272"/>
              <a:chExt cx="3312368" cy="2200936"/>
            </a:xfrm>
          </p:grpSpPr>
          <p:sp>
            <p:nvSpPr>
              <p:cNvPr id="63" name="모서리가 둥근 직사각형 62"/>
              <p:cNvSpPr/>
              <p:nvPr/>
            </p:nvSpPr>
            <p:spPr>
              <a:xfrm>
                <a:off x="3391491" y="3100272"/>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68" name="모서리가 둥근 직사각형 67"/>
              <p:cNvSpPr/>
              <p:nvPr/>
            </p:nvSpPr>
            <p:spPr>
              <a:xfrm>
                <a:off x="4613113" y="3100272"/>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sp>
            <p:nvSpPr>
              <p:cNvPr id="69" name="모서리가 둥근 직사각형 68"/>
              <p:cNvSpPr/>
              <p:nvPr/>
            </p:nvSpPr>
            <p:spPr>
              <a:xfrm>
                <a:off x="5839763" y="3100272"/>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84" name="양쪽 모서리가 둥근 사각형 83"/>
              <p:cNvSpPr/>
              <p:nvPr/>
            </p:nvSpPr>
            <p:spPr>
              <a:xfrm rot="5400000">
                <a:off x="4005915" y="3180895"/>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5" name="양쪽 모서리가 둥근 사각형 84"/>
              <p:cNvSpPr/>
              <p:nvPr/>
            </p:nvSpPr>
            <p:spPr>
              <a:xfrm rot="5400000">
                <a:off x="5235770" y="3181669"/>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6" name="양쪽 모서리가 둥근 사각형 85"/>
              <p:cNvSpPr/>
              <p:nvPr/>
            </p:nvSpPr>
            <p:spPr>
              <a:xfrm rot="5400000">
                <a:off x="6459906" y="3181669"/>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cxnSp>
            <p:nvCxnSpPr>
              <p:cNvPr id="87" name="직선 화살표 연결선 86"/>
              <p:cNvCxnSpPr>
                <a:endCxn id="68" idx="1"/>
              </p:cNvCxnSpPr>
              <p:nvPr/>
            </p:nvCxnSpPr>
            <p:spPr>
              <a:xfrm>
                <a:off x="4180374" y="3265031"/>
                <a:ext cx="432739" cy="1338"/>
              </a:xfrm>
              <a:prstGeom prst="straightConnector1">
                <a:avLst/>
              </a:prstGeom>
              <a:ln w="19050">
                <a:solidFill>
                  <a:schemeClr val="tx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직선 화살표 연결선 87"/>
              <p:cNvCxnSpPr/>
              <p:nvPr/>
            </p:nvCxnSpPr>
            <p:spPr>
              <a:xfrm>
                <a:off x="5407715" y="3269053"/>
                <a:ext cx="432739" cy="1338"/>
              </a:xfrm>
              <a:prstGeom prst="straightConnector1">
                <a:avLst/>
              </a:prstGeom>
              <a:ln w="19050">
                <a:solidFill>
                  <a:schemeClr val="tx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9" name="모서리가 둥근 직사각형 88"/>
              <p:cNvSpPr/>
              <p:nvPr/>
            </p:nvSpPr>
            <p:spPr>
              <a:xfrm>
                <a:off x="3415252" y="3130427"/>
                <a:ext cx="634778" cy="269206"/>
              </a:xfrm>
              <a:prstGeom prst="roundRect">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90" name="모서리가 둥근 직사각형 89"/>
              <p:cNvSpPr/>
              <p:nvPr/>
            </p:nvSpPr>
            <p:spPr>
              <a:xfrm>
                <a:off x="3391491" y="3581995"/>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91" name="모서리가 둥근 직사각형 90"/>
              <p:cNvSpPr/>
              <p:nvPr/>
            </p:nvSpPr>
            <p:spPr>
              <a:xfrm>
                <a:off x="4613113" y="3581995"/>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sp>
            <p:nvSpPr>
              <p:cNvPr id="92" name="모서리가 둥근 직사각형 91"/>
              <p:cNvSpPr/>
              <p:nvPr/>
            </p:nvSpPr>
            <p:spPr>
              <a:xfrm>
                <a:off x="5839763" y="3581995"/>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93" name="양쪽 모서리가 둥근 사각형 92"/>
              <p:cNvSpPr/>
              <p:nvPr/>
            </p:nvSpPr>
            <p:spPr>
              <a:xfrm rot="5400000">
                <a:off x="4005915" y="3662618"/>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94" name="양쪽 모서리가 둥근 사각형 93"/>
              <p:cNvSpPr/>
              <p:nvPr/>
            </p:nvSpPr>
            <p:spPr>
              <a:xfrm rot="5400000">
                <a:off x="5235770" y="3663392"/>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95" name="양쪽 모서리가 둥근 사각형 94"/>
              <p:cNvSpPr/>
              <p:nvPr/>
            </p:nvSpPr>
            <p:spPr>
              <a:xfrm rot="5400000">
                <a:off x="6459906" y="3663392"/>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cxnSp>
            <p:nvCxnSpPr>
              <p:cNvPr id="96" name="직선 화살표 연결선 95"/>
              <p:cNvCxnSpPr>
                <a:endCxn id="91" idx="1"/>
              </p:cNvCxnSpPr>
              <p:nvPr/>
            </p:nvCxnSpPr>
            <p:spPr>
              <a:xfrm>
                <a:off x="4180374" y="3746754"/>
                <a:ext cx="432739" cy="1338"/>
              </a:xfrm>
              <a:prstGeom prst="straightConnector1">
                <a:avLst/>
              </a:prstGeom>
              <a:ln w="1905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직선 화살표 연결선 96"/>
              <p:cNvCxnSpPr/>
              <p:nvPr/>
            </p:nvCxnSpPr>
            <p:spPr>
              <a:xfrm>
                <a:off x="5407715" y="3750776"/>
                <a:ext cx="432739" cy="1338"/>
              </a:xfrm>
              <a:prstGeom prst="straightConnector1">
                <a:avLst/>
              </a:prstGeom>
              <a:ln w="19050">
                <a:solidFill>
                  <a:schemeClr val="tx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8" name="모서리가 둥근 직사각형 97"/>
              <p:cNvSpPr/>
              <p:nvPr/>
            </p:nvSpPr>
            <p:spPr>
              <a:xfrm>
                <a:off x="3415252" y="3612150"/>
                <a:ext cx="634778" cy="269206"/>
              </a:xfrm>
              <a:prstGeom prst="roundRect">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99" name="모서리가 둥근 직사각형 98"/>
              <p:cNvSpPr/>
              <p:nvPr/>
            </p:nvSpPr>
            <p:spPr>
              <a:xfrm>
                <a:off x="3391491" y="4055913"/>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100" name="모서리가 둥근 직사각형 99"/>
              <p:cNvSpPr/>
              <p:nvPr/>
            </p:nvSpPr>
            <p:spPr>
              <a:xfrm>
                <a:off x="4613113" y="4055913"/>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sp>
            <p:nvSpPr>
              <p:cNvPr id="101" name="모서리가 둥근 직사각형 100"/>
              <p:cNvSpPr/>
              <p:nvPr/>
            </p:nvSpPr>
            <p:spPr>
              <a:xfrm>
                <a:off x="5839763" y="4055913"/>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102" name="양쪽 모서리가 둥근 사각형 101"/>
              <p:cNvSpPr/>
              <p:nvPr/>
            </p:nvSpPr>
            <p:spPr>
              <a:xfrm rot="5400000">
                <a:off x="4005915" y="4136536"/>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3" name="양쪽 모서리가 둥근 사각형 102"/>
              <p:cNvSpPr/>
              <p:nvPr/>
            </p:nvSpPr>
            <p:spPr>
              <a:xfrm rot="5400000">
                <a:off x="5235770" y="4137310"/>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4" name="양쪽 모서리가 둥근 사각형 103"/>
              <p:cNvSpPr/>
              <p:nvPr/>
            </p:nvSpPr>
            <p:spPr>
              <a:xfrm rot="5400000">
                <a:off x="6459906" y="4137310"/>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cxnSp>
            <p:nvCxnSpPr>
              <p:cNvPr id="105" name="직선 화살표 연결선 104"/>
              <p:cNvCxnSpPr>
                <a:endCxn id="100" idx="1"/>
              </p:cNvCxnSpPr>
              <p:nvPr/>
            </p:nvCxnSpPr>
            <p:spPr>
              <a:xfrm>
                <a:off x="4180374" y="4220672"/>
                <a:ext cx="432739" cy="1338"/>
              </a:xfrm>
              <a:prstGeom prst="straightConnector1">
                <a:avLst/>
              </a:prstGeom>
              <a:ln w="1905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6" name="직선 화살표 연결선 105"/>
              <p:cNvCxnSpPr/>
              <p:nvPr/>
            </p:nvCxnSpPr>
            <p:spPr>
              <a:xfrm>
                <a:off x="5407715" y="4224694"/>
                <a:ext cx="432739" cy="1338"/>
              </a:xfrm>
              <a:prstGeom prst="straightConnector1">
                <a:avLst/>
              </a:prstGeom>
              <a:ln w="19050">
                <a:solidFill>
                  <a:schemeClr val="tx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7" name="모서리가 둥근 직사각형 106"/>
              <p:cNvSpPr/>
              <p:nvPr/>
            </p:nvSpPr>
            <p:spPr>
              <a:xfrm>
                <a:off x="3415252" y="4086068"/>
                <a:ext cx="634778" cy="269206"/>
              </a:xfrm>
              <a:prstGeom prst="roundRect">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8" name="모서리가 둥근 직사각형 107"/>
              <p:cNvSpPr/>
              <p:nvPr/>
            </p:nvSpPr>
            <p:spPr>
              <a:xfrm>
                <a:off x="4638529" y="4086068"/>
                <a:ext cx="634778" cy="269206"/>
              </a:xfrm>
              <a:prstGeom prst="roundRect">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9" name="모서리가 둥근 직사각형 108"/>
              <p:cNvSpPr/>
              <p:nvPr/>
            </p:nvSpPr>
            <p:spPr>
              <a:xfrm>
                <a:off x="3391491" y="4503278"/>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110" name="모서리가 둥근 직사각형 109"/>
              <p:cNvSpPr/>
              <p:nvPr/>
            </p:nvSpPr>
            <p:spPr>
              <a:xfrm>
                <a:off x="4613113" y="4503278"/>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sp>
            <p:nvSpPr>
              <p:cNvPr id="111" name="모서리가 둥근 직사각형 110"/>
              <p:cNvSpPr/>
              <p:nvPr/>
            </p:nvSpPr>
            <p:spPr>
              <a:xfrm>
                <a:off x="5839763" y="4503278"/>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112" name="양쪽 모서리가 둥근 사각형 111"/>
              <p:cNvSpPr/>
              <p:nvPr/>
            </p:nvSpPr>
            <p:spPr>
              <a:xfrm rot="5400000">
                <a:off x="4005915" y="4583901"/>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13" name="양쪽 모서리가 둥근 사각형 112"/>
              <p:cNvSpPr/>
              <p:nvPr/>
            </p:nvSpPr>
            <p:spPr>
              <a:xfrm rot="5400000">
                <a:off x="5235770" y="4584675"/>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14" name="양쪽 모서리가 둥근 사각형 113"/>
              <p:cNvSpPr/>
              <p:nvPr/>
            </p:nvSpPr>
            <p:spPr>
              <a:xfrm rot="5400000">
                <a:off x="6459906" y="4584675"/>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cxnSp>
            <p:nvCxnSpPr>
              <p:cNvPr id="115" name="직선 화살표 연결선 114"/>
              <p:cNvCxnSpPr>
                <a:endCxn id="110" idx="1"/>
              </p:cNvCxnSpPr>
              <p:nvPr/>
            </p:nvCxnSpPr>
            <p:spPr>
              <a:xfrm>
                <a:off x="4180374" y="4668037"/>
                <a:ext cx="432739" cy="1338"/>
              </a:xfrm>
              <a:prstGeom prst="straightConnector1">
                <a:avLst/>
              </a:prstGeom>
              <a:ln w="1905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6" name="직선 화살표 연결선 115"/>
              <p:cNvCxnSpPr/>
              <p:nvPr/>
            </p:nvCxnSpPr>
            <p:spPr>
              <a:xfrm>
                <a:off x="5407715" y="4672059"/>
                <a:ext cx="432739" cy="1338"/>
              </a:xfrm>
              <a:prstGeom prst="straightConnector1">
                <a:avLst/>
              </a:prstGeom>
              <a:ln w="1905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7" name="모서리가 둥근 직사각형 116"/>
              <p:cNvSpPr/>
              <p:nvPr/>
            </p:nvSpPr>
            <p:spPr>
              <a:xfrm>
                <a:off x="3415252" y="4533433"/>
                <a:ext cx="634778" cy="269206"/>
              </a:xfrm>
              <a:prstGeom prst="roundRect">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18" name="모서리가 둥근 직사각형 117"/>
              <p:cNvSpPr/>
              <p:nvPr/>
            </p:nvSpPr>
            <p:spPr>
              <a:xfrm>
                <a:off x="4638529" y="4533433"/>
                <a:ext cx="634778" cy="269206"/>
              </a:xfrm>
              <a:prstGeom prst="roundRect">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19" name="모서리가 둥근 직사각형 118"/>
              <p:cNvSpPr/>
              <p:nvPr/>
            </p:nvSpPr>
            <p:spPr>
              <a:xfrm>
                <a:off x="3391491" y="4969015"/>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120" name="모서리가 둥근 직사각형 119"/>
              <p:cNvSpPr/>
              <p:nvPr/>
            </p:nvSpPr>
            <p:spPr>
              <a:xfrm>
                <a:off x="4613113" y="4969015"/>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sp>
            <p:nvSpPr>
              <p:cNvPr id="121" name="모서리가 둥근 직사각형 120"/>
              <p:cNvSpPr/>
              <p:nvPr/>
            </p:nvSpPr>
            <p:spPr>
              <a:xfrm>
                <a:off x="5839763" y="4969015"/>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122" name="양쪽 모서리가 둥근 사각형 121"/>
              <p:cNvSpPr/>
              <p:nvPr/>
            </p:nvSpPr>
            <p:spPr>
              <a:xfrm rot="5400000">
                <a:off x="4005915" y="5049638"/>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23" name="양쪽 모서리가 둥근 사각형 122"/>
              <p:cNvSpPr/>
              <p:nvPr/>
            </p:nvSpPr>
            <p:spPr>
              <a:xfrm rot="5400000">
                <a:off x="5235770" y="5050412"/>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24" name="양쪽 모서리가 둥근 사각형 123"/>
              <p:cNvSpPr/>
              <p:nvPr/>
            </p:nvSpPr>
            <p:spPr>
              <a:xfrm rot="5400000">
                <a:off x="6459906" y="5050412"/>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cxnSp>
            <p:nvCxnSpPr>
              <p:cNvPr id="125" name="직선 화살표 연결선 124"/>
              <p:cNvCxnSpPr>
                <a:endCxn id="120" idx="1"/>
              </p:cNvCxnSpPr>
              <p:nvPr/>
            </p:nvCxnSpPr>
            <p:spPr>
              <a:xfrm>
                <a:off x="4180374" y="5133774"/>
                <a:ext cx="432739" cy="1338"/>
              </a:xfrm>
              <a:prstGeom prst="straightConnector1">
                <a:avLst/>
              </a:prstGeom>
              <a:ln w="1905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6" name="직선 화살표 연결선 125"/>
              <p:cNvCxnSpPr/>
              <p:nvPr/>
            </p:nvCxnSpPr>
            <p:spPr>
              <a:xfrm>
                <a:off x="5407715" y="5137796"/>
                <a:ext cx="432739" cy="1338"/>
              </a:xfrm>
              <a:prstGeom prst="straightConnector1">
                <a:avLst/>
              </a:prstGeom>
              <a:ln w="1905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7" name="모서리가 둥근 직사각형 126"/>
              <p:cNvSpPr/>
              <p:nvPr/>
            </p:nvSpPr>
            <p:spPr>
              <a:xfrm>
                <a:off x="3415252" y="4999170"/>
                <a:ext cx="634778" cy="269206"/>
              </a:xfrm>
              <a:prstGeom prst="roundRect">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28" name="모서리가 둥근 직사각형 127"/>
              <p:cNvSpPr/>
              <p:nvPr/>
            </p:nvSpPr>
            <p:spPr>
              <a:xfrm>
                <a:off x="4638529" y="4999170"/>
                <a:ext cx="634778" cy="269206"/>
              </a:xfrm>
              <a:prstGeom prst="roundRect">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29" name="모서리가 둥근 직사각형 128"/>
              <p:cNvSpPr/>
              <p:nvPr/>
            </p:nvSpPr>
            <p:spPr>
              <a:xfrm>
                <a:off x="5861050" y="4999170"/>
                <a:ext cx="634778" cy="269206"/>
              </a:xfrm>
              <a:prstGeom prst="roundRect">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sp>
        <p:nvSpPr>
          <p:cNvPr id="59" name="직사각형 58">
            <a:extLst>
              <a:ext uri="{FF2B5EF4-FFF2-40B4-BE49-F238E27FC236}">
                <a16:creationId xmlns:a16="http://schemas.microsoft.com/office/drawing/2014/main" id="{1139B638-8942-4EB5-8DCF-714C5865761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Lưu và truy cập dữ liệu từ list </a:t>
            </a:r>
            <a:r>
              <a:rPr lang="en-US" altLang="ko-KR" sz="1400" dirty="0">
                <a:solidFill>
                  <a:schemeClr val="tx1"/>
                </a:solidFill>
                <a:latin typeface="SamsungOne-400" panose="020B0503030303020204" pitchFamily="34" charset="0"/>
                <a:ea typeface="SamsungOne-400" panose="020B0503030303020204" pitchFamily="34" charset="0"/>
              </a:rPr>
              <a:t>(4/4)</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95462356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700808"/>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Bây giờ, hãy xem xét trường hợp thêm dữ liệu "Xanh</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lục</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CA9BAEE0-9EFC-4777-85A1-E5B874275B50}"/>
              </a:ext>
            </a:extLst>
          </p:cNvPr>
          <p:cNvGrpSpPr/>
          <p:nvPr/>
        </p:nvGrpSpPr>
        <p:grpSpPr>
          <a:xfrm>
            <a:off x="954967" y="2276872"/>
            <a:ext cx="7992889" cy="2624108"/>
            <a:chOff x="990971" y="2348880"/>
            <a:chExt cx="7992889" cy="2624108"/>
          </a:xfrm>
        </p:grpSpPr>
        <p:sp>
          <p:nvSpPr>
            <p:cNvPr id="59" name="모서리가 둥근 직사각형 58"/>
            <p:cNvSpPr/>
            <p:nvPr/>
          </p:nvSpPr>
          <p:spPr>
            <a:xfrm>
              <a:off x="990971" y="3796657"/>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60" name="모서리가 둥근 직사각형 59"/>
            <p:cNvSpPr/>
            <p:nvPr/>
          </p:nvSpPr>
          <p:spPr>
            <a:xfrm>
              <a:off x="2212593" y="3796657"/>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sp>
          <p:nvSpPr>
            <p:cNvPr id="61" name="모서리가 둥근 직사각형 60"/>
            <p:cNvSpPr/>
            <p:nvPr/>
          </p:nvSpPr>
          <p:spPr>
            <a:xfrm>
              <a:off x="3439243" y="3796657"/>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62" name="양쪽 모서리가 둥근 사각형 61"/>
            <p:cNvSpPr/>
            <p:nvPr/>
          </p:nvSpPr>
          <p:spPr>
            <a:xfrm rot="5400000">
              <a:off x="1605395" y="3877280"/>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64" name="양쪽 모서리가 둥근 사각형 63"/>
            <p:cNvSpPr/>
            <p:nvPr/>
          </p:nvSpPr>
          <p:spPr>
            <a:xfrm rot="5400000">
              <a:off x="2835250" y="3878054"/>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65" name="양쪽 모서리가 둥근 사각형 64"/>
            <p:cNvSpPr/>
            <p:nvPr/>
          </p:nvSpPr>
          <p:spPr>
            <a:xfrm rot="5400000">
              <a:off x="4059386" y="3878054"/>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cxnSp>
          <p:nvCxnSpPr>
            <p:cNvPr id="66" name="직선 화살표 연결선 65"/>
            <p:cNvCxnSpPr>
              <a:endCxn id="60" idx="1"/>
            </p:cNvCxnSpPr>
            <p:nvPr/>
          </p:nvCxnSpPr>
          <p:spPr>
            <a:xfrm>
              <a:off x="1779854" y="3961416"/>
              <a:ext cx="432739" cy="1338"/>
            </a:xfrm>
            <a:prstGeom prst="straightConnector1">
              <a:avLst/>
            </a:prstGeom>
            <a:ln w="19050">
              <a:solidFill>
                <a:schemeClr val="tx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직선 화살표 연결선 66"/>
            <p:cNvCxnSpPr/>
            <p:nvPr/>
          </p:nvCxnSpPr>
          <p:spPr>
            <a:xfrm>
              <a:off x="3007195" y="3965438"/>
              <a:ext cx="432739" cy="1338"/>
            </a:xfrm>
            <a:prstGeom prst="straightConnector1">
              <a:avLst/>
            </a:prstGeom>
            <a:ln w="19050">
              <a:solidFill>
                <a:schemeClr val="tx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0" name="모서리가 둥근 직사각형 69"/>
            <p:cNvSpPr/>
            <p:nvPr/>
          </p:nvSpPr>
          <p:spPr>
            <a:xfrm>
              <a:off x="5671492" y="3789040"/>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71" name="모서리가 둥근 직사각형 70"/>
            <p:cNvSpPr/>
            <p:nvPr/>
          </p:nvSpPr>
          <p:spPr>
            <a:xfrm>
              <a:off x="6893114" y="3789040"/>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sp>
          <p:nvSpPr>
            <p:cNvPr id="72" name="모서리가 둥근 직사각형 71"/>
            <p:cNvSpPr/>
            <p:nvPr/>
          </p:nvSpPr>
          <p:spPr>
            <a:xfrm>
              <a:off x="8119764" y="3789040"/>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73" name="양쪽 모서리가 둥근 사각형 72"/>
            <p:cNvSpPr/>
            <p:nvPr/>
          </p:nvSpPr>
          <p:spPr>
            <a:xfrm rot="5400000">
              <a:off x="6285916" y="3869663"/>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74" name="양쪽 모서리가 둥근 사각형 73"/>
            <p:cNvSpPr/>
            <p:nvPr/>
          </p:nvSpPr>
          <p:spPr>
            <a:xfrm rot="5400000">
              <a:off x="7515771" y="3870437"/>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75" name="양쪽 모서리가 둥근 사각형 74"/>
            <p:cNvSpPr/>
            <p:nvPr/>
          </p:nvSpPr>
          <p:spPr>
            <a:xfrm rot="5400000">
              <a:off x="8739907" y="3870437"/>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cxnSp>
          <p:nvCxnSpPr>
            <p:cNvPr id="76" name="직선 화살표 연결선 75"/>
            <p:cNvCxnSpPr/>
            <p:nvPr/>
          </p:nvCxnSpPr>
          <p:spPr>
            <a:xfrm>
              <a:off x="6460375" y="3953799"/>
              <a:ext cx="9005" cy="681623"/>
            </a:xfrm>
            <a:prstGeom prst="straightConnector1">
              <a:avLst/>
            </a:prstGeom>
            <a:ln w="19050">
              <a:solidFill>
                <a:schemeClr val="tx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7" name="직선 화살표 연결선 76"/>
            <p:cNvCxnSpPr/>
            <p:nvPr/>
          </p:nvCxnSpPr>
          <p:spPr>
            <a:xfrm>
              <a:off x="7687716" y="3957821"/>
              <a:ext cx="432739" cy="1338"/>
            </a:xfrm>
            <a:prstGeom prst="straightConnector1">
              <a:avLst/>
            </a:prstGeom>
            <a:ln w="19050">
              <a:solidFill>
                <a:schemeClr val="tx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모서리가 둥근 직사각형 77"/>
            <p:cNvSpPr/>
            <p:nvPr/>
          </p:nvSpPr>
          <p:spPr>
            <a:xfrm>
              <a:off x="1681077" y="4640795"/>
              <a:ext cx="864096" cy="332193"/>
            </a:xfrm>
            <a:prstGeom prst="roundRect">
              <a:avLst/>
            </a:prstGeom>
            <a:solidFill>
              <a:srgbClr val="54823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lục</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79" name="양쪽 모서리가 둥근 사각형 78"/>
            <p:cNvSpPr/>
            <p:nvPr/>
          </p:nvSpPr>
          <p:spPr>
            <a:xfrm rot="5400000">
              <a:off x="2295501" y="4721418"/>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0" name="모서리가 둥근 직사각형 79"/>
            <p:cNvSpPr/>
            <p:nvPr/>
          </p:nvSpPr>
          <p:spPr>
            <a:xfrm>
              <a:off x="6365821" y="4629845"/>
              <a:ext cx="864096" cy="332193"/>
            </a:xfrm>
            <a:prstGeom prst="roundRect">
              <a:avLst/>
            </a:prstGeom>
            <a:solidFill>
              <a:srgbClr val="54823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lục</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81" name="양쪽 모서리가 둥근 사각형 80"/>
            <p:cNvSpPr/>
            <p:nvPr/>
          </p:nvSpPr>
          <p:spPr>
            <a:xfrm rot="5400000">
              <a:off x="6980245" y="4710468"/>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cxnSp>
          <p:nvCxnSpPr>
            <p:cNvPr id="82" name="꺾인 연결선 81"/>
            <p:cNvCxnSpPr/>
            <p:nvPr/>
          </p:nvCxnSpPr>
          <p:spPr>
            <a:xfrm flipV="1">
              <a:off x="2503139" y="4128850"/>
              <a:ext cx="105187" cy="676704"/>
            </a:xfrm>
            <a:prstGeom prst="bentConnector2">
              <a:avLst/>
            </a:prstGeom>
            <a:ln w="19050">
              <a:solidFill>
                <a:schemeClr val="tx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3" name="꺾인 연결선 82"/>
            <p:cNvCxnSpPr/>
            <p:nvPr/>
          </p:nvCxnSpPr>
          <p:spPr>
            <a:xfrm flipV="1">
              <a:off x="7189690" y="4116119"/>
              <a:ext cx="105187" cy="676704"/>
            </a:xfrm>
            <a:prstGeom prst="bentConnector2">
              <a:avLst/>
            </a:prstGeom>
            <a:ln w="19050">
              <a:solidFill>
                <a:schemeClr val="tx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0" name="모서리가 둥근 직사각형 129"/>
            <p:cNvSpPr/>
            <p:nvPr/>
          </p:nvSpPr>
          <p:spPr>
            <a:xfrm>
              <a:off x="3441758" y="2348880"/>
              <a:ext cx="864096" cy="332193"/>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lam</a:t>
              </a:r>
            </a:p>
          </p:txBody>
        </p:sp>
        <p:sp>
          <p:nvSpPr>
            <p:cNvPr id="131" name="모서리가 둥근 직사각형 130"/>
            <p:cNvSpPr/>
            <p:nvPr/>
          </p:nvSpPr>
          <p:spPr>
            <a:xfrm>
              <a:off x="4663380" y="2348880"/>
              <a:ext cx="864096" cy="332193"/>
            </a:xfrm>
            <a:prstGeom prst="roundRect">
              <a:avLst/>
            </a:prstGeom>
            <a:solidFill>
              <a:srgbClr val="FFB5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Vàng</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p>
          </p:txBody>
        </p:sp>
        <p:sp>
          <p:nvSpPr>
            <p:cNvPr id="132" name="모서리가 둥근 직사각형 131"/>
            <p:cNvSpPr/>
            <p:nvPr/>
          </p:nvSpPr>
          <p:spPr>
            <a:xfrm>
              <a:off x="5890030" y="2348880"/>
              <a:ext cx="864096" cy="332193"/>
            </a:xfrm>
            <a:prstGeom prst="roundRect">
              <a:avLst/>
            </a:prstGeom>
            <a:solidFill>
              <a:srgbClr val="FF14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Đỏ</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133" name="양쪽 모서리가 둥근 사각형 132"/>
            <p:cNvSpPr/>
            <p:nvPr/>
          </p:nvSpPr>
          <p:spPr>
            <a:xfrm rot="5400000">
              <a:off x="4056182" y="2429503"/>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34" name="양쪽 모서리가 둥근 사각형 133"/>
            <p:cNvSpPr/>
            <p:nvPr/>
          </p:nvSpPr>
          <p:spPr>
            <a:xfrm rot="5400000">
              <a:off x="5286037" y="2430277"/>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35" name="양쪽 모서리가 둥근 사각형 134"/>
            <p:cNvSpPr/>
            <p:nvPr/>
          </p:nvSpPr>
          <p:spPr>
            <a:xfrm rot="5400000">
              <a:off x="6510173" y="2430277"/>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cxnSp>
          <p:nvCxnSpPr>
            <p:cNvPr id="136" name="직선 화살표 연결선 135"/>
            <p:cNvCxnSpPr>
              <a:endCxn id="131" idx="1"/>
            </p:cNvCxnSpPr>
            <p:nvPr/>
          </p:nvCxnSpPr>
          <p:spPr>
            <a:xfrm>
              <a:off x="4230641" y="2513639"/>
              <a:ext cx="432739" cy="1338"/>
            </a:xfrm>
            <a:prstGeom prst="straightConnector1">
              <a:avLst/>
            </a:prstGeom>
            <a:ln w="19050">
              <a:solidFill>
                <a:schemeClr val="tx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7" name="직선 화살표 연결선 136"/>
            <p:cNvCxnSpPr/>
            <p:nvPr/>
          </p:nvCxnSpPr>
          <p:spPr>
            <a:xfrm>
              <a:off x="5457982" y="2517661"/>
              <a:ext cx="432739" cy="1338"/>
            </a:xfrm>
            <a:prstGeom prst="straightConnector1">
              <a:avLst/>
            </a:prstGeom>
            <a:ln w="19050">
              <a:solidFill>
                <a:schemeClr val="tx1"/>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8" name="모서리가 둥근 직사각형 137"/>
            <p:cNvSpPr/>
            <p:nvPr/>
          </p:nvSpPr>
          <p:spPr>
            <a:xfrm>
              <a:off x="4131864" y="2840891"/>
              <a:ext cx="864096" cy="332193"/>
            </a:xfrm>
            <a:prstGeom prst="roundRect">
              <a:avLst/>
            </a:prstGeom>
            <a:solidFill>
              <a:srgbClr val="54823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Xanh</a:t>
              </a:r>
              <a:r>
                <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rPr>
                <a:t> </a:t>
              </a:r>
              <a:r>
                <a:rPr lang="en-US" sz="1200" dirty="0" err="1">
                  <a:solidFill>
                    <a:schemeClr val="bg1"/>
                  </a:solidFill>
                  <a:latin typeface="SamsungOne-700" panose="020B0803030303020204" pitchFamily="34" charset="0"/>
                  <a:ea typeface="SamsungOne-700" panose="020B0803030303020204" pitchFamily="34" charset="0"/>
                  <a:cs typeface="iCiel Samsung Sharp Sans Bold" pitchFamily="2" charset="0"/>
                </a:rPr>
                <a:t>lục</a:t>
              </a:r>
              <a:endParaRPr lang="en-US" sz="1200" dirty="0">
                <a:solidFill>
                  <a:schemeClr val="bg1"/>
                </a:solidFill>
                <a:latin typeface="SamsungOne-700" panose="020B0803030303020204" pitchFamily="34" charset="0"/>
                <a:ea typeface="SamsungOne-700" panose="020B0803030303020204" pitchFamily="34" charset="0"/>
                <a:cs typeface="iCiel Samsung Sharp Sans Bold" pitchFamily="2" charset="0"/>
              </a:endParaRPr>
            </a:p>
          </p:txBody>
        </p:sp>
        <p:sp>
          <p:nvSpPr>
            <p:cNvPr id="139" name="양쪽 모서리가 둥근 사각형 138"/>
            <p:cNvSpPr/>
            <p:nvPr/>
          </p:nvSpPr>
          <p:spPr>
            <a:xfrm rot="5400000">
              <a:off x="4746288" y="2921514"/>
              <a:ext cx="319635" cy="168271"/>
            </a:xfrm>
            <a:prstGeom prst="round2Same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
        <p:nvSpPr>
          <p:cNvPr id="140" name="직사각형 139">
            <a:extLst>
              <a:ext uri="{FF2B5EF4-FFF2-40B4-BE49-F238E27FC236}">
                <a16:creationId xmlns:a16="http://schemas.microsoft.com/office/drawing/2014/main" id="{D8BF98C4-B566-4812-B5F0-560CFBA969E7}"/>
              </a:ext>
            </a:extLst>
          </p:cNvPr>
          <p:cNvSpPr/>
          <p:nvPr/>
        </p:nvSpPr>
        <p:spPr>
          <a:xfrm>
            <a:off x="702940" y="5229200"/>
            <a:ext cx="8632825"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Như thể hiện trong hình trên, sử dụng từng con trỏ, màu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xanh</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 lam trỏ tới màu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xanh</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 lục và màu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xanh</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 lục trỏ tới màu vàng để thêm màu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xanh</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 lục.</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42" name="직사각형 41">
            <a:extLst>
              <a:ext uri="{FF2B5EF4-FFF2-40B4-BE49-F238E27FC236}">
                <a16:creationId xmlns:a16="http://schemas.microsoft.com/office/drawing/2014/main" id="{046DA8C7-06EA-40CC-B61F-FFAA564388F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Thêm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khỏi</a:t>
            </a:r>
            <a:r>
              <a:rPr lang="en-US" altLang="ko-KR" sz="1400" dirty="0">
                <a:solidFill>
                  <a:schemeClr val="tx1"/>
                </a:solidFill>
                <a:latin typeface="SamsungOne-400" panose="020B0503030303020204" pitchFamily="34" charset="0"/>
                <a:ea typeface="SamsungOne-400" panose="020B0503030303020204" pitchFamily="34" charset="0"/>
              </a:rPr>
              <a:t> </a:t>
            </a:r>
            <a:r>
              <a:rPr lang="vi-VN" altLang="ko-KR" sz="1400" dirty="0">
                <a:solidFill>
                  <a:schemeClr val="tx1"/>
                </a:solidFill>
                <a:latin typeface="SamsungOne-400" panose="020B0503030303020204" pitchFamily="34" charset="0"/>
                <a:ea typeface="SamsungOne-400" panose="020B0503030303020204" pitchFamily="34" charset="0"/>
              </a:rPr>
              <a:t>list</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243078890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26" name="직사각형 25">
            <a:extLst>
              <a:ext uri="{FF2B5EF4-FFF2-40B4-BE49-F238E27FC236}">
                <a16:creationId xmlns:a16="http://schemas.microsoft.com/office/drawing/2014/main" id="{DB896CD5-A0B0-4F39-9F23-22CE6C96BB3D}"/>
              </a:ext>
            </a:extLst>
          </p:cNvPr>
          <p:cNvSpPr/>
          <p:nvPr/>
        </p:nvSpPr>
        <p:spPr>
          <a:xfrm>
            <a:off x="449998" y="1375101"/>
            <a:ext cx="900498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NumPy</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là</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gì</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a:t>
            </a:r>
            <a:endParaRPr lang="ko-KR" altLang="en-US" sz="2400" b="1" dirty="0">
              <a:solidFill>
                <a:schemeClr val="tx1">
                  <a:lumMod val="95000"/>
                  <a:lumOff val="5000"/>
                </a:schemeClr>
              </a:solidFill>
              <a:latin typeface="iCiel Samsung Sharp Sans Bold" pitchFamily="2" charset="0"/>
              <a:ea typeface="Samsung Sharp Sans" pitchFamily="2" charset="0"/>
              <a:cs typeface="iCiel Samsung Sharp Sans Bold" pitchFamily="2" charset="0"/>
            </a:endParaRPr>
          </a:p>
        </p:txBody>
      </p:sp>
      <p:sp>
        <p:nvSpPr>
          <p:cNvPr id="62" name="직사각형 61">
            <a:extLst>
              <a:ext uri="{FF2B5EF4-FFF2-40B4-BE49-F238E27FC236}">
                <a16:creationId xmlns:a16="http://schemas.microsoft.com/office/drawing/2014/main" id="{D8BF98C4-B566-4812-B5F0-560CFBA969E7}"/>
              </a:ext>
            </a:extLst>
          </p:cNvPr>
          <p:cNvSpPr/>
          <p:nvPr/>
        </p:nvSpPr>
        <p:spPr>
          <a:xfrm>
            <a:off x="702940" y="2160659"/>
            <a:ext cx="8632825" cy="13508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Đó là một Thư viện Python cung cấp các đối tượng mảng đa chiều, các đối tượng dẫn xuất khác nhau (ma trận, v.v.) và một tập hợp các hàm hỗ trợ xử lý nhanh trên các mảng.</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Nó hỗ trợ các phép biến đổi Fourier rời rạc, đại số tuyến tính cơ bản, các phép toán thống kê cơ bản và mô phỏng ngẫu nhiên, v.v.</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Đối tượng ndarray là cốt lõi của gói NumPy. Nó xử lý các mảng n chiều của các kiểu dữ liệu đồng nhất.</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1" name="직사각형 10">
            <a:extLst>
              <a:ext uri="{FF2B5EF4-FFF2-40B4-BE49-F238E27FC236}">
                <a16:creationId xmlns:a16="http://schemas.microsoft.com/office/drawing/2014/main" id="{64998867-7F10-4B13-B112-CD31D5A01B43}"/>
              </a:ext>
            </a:extLst>
          </p:cNvPr>
          <p:cNvSpPr/>
          <p:nvPr/>
        </p:nvSpPr>
        <p:spPr>
          <a:xfrm>
            <a:off x="580388" y="1844824"/>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NumPy là viết tắt của Numerical Python, là gói cơ bản cho Khoa học dữ liệu.</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293138449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916832"/>
            <a:ext cx="8632825" cy="36643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Các mảng NumPy có kích thước cố định khi được tạo trái ngược với List Python (có thể mở rộng linh hoạt).</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Việc thay đổi kích thước của ndarray sẽ tạo ra một mảng mới và xóa mảng gốc.</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Các phần tử của mảng NumPy đều là các kiểu dữ liệu đồng nhất, do đó chúng duy trì cùng kích thước trong bộ nhớ.</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Tuy nhiên, list cho phép các mảng có kích thước khác nhau.</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Các mảng NumPy tính toán toán học nâng cao và các loại hoạt động khác trên số lượng lớn dữ liệu một cách dễ dàng.</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Thông thường, các phép tính như vậy được thực hiện hiệu quả hơn và ít mã lệnh hơn so với khi sử dụng các cấu trúc dữ liệu tích hợp sẵn của Python.</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Ngày càng có nhiều gói phần mềm Python dựa trên khoa học và toán học sử dụng mảng NumPy. Những gói này thường hỗ trợ đầu vào là các chuỗi Python, nhưng chúng sẽ chuyển đổi dữ liệu đầu vào đó thành mảng NumPy trước khi xử lý và thường xuất kết quả dưới dạng mảng NumPy.</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Nói cách khác, chỉ dựa vào các chuỗi tích hợp sẵn của Python là không đủ để sử dụng hiệu quả các phần mềm Python hiện nay trong lĩnh vực khoa học/toán học. Việc hiểu và sử dụng mảng NumPy là cần thiết để tăng hiệu suất.</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0" name="직사각형 9">
            <a:extLst>
              <a:ext uri="{FF2B5EF4-FFF2-40B4-BE49-F238E27FC236}">
                <a16:creationId xmlns:a16="http://schemas.microsoft.com/office/drawing/2014/main" id="{0EE63369-3985-41DF-91FE-EFD46C97EE1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biệt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sự</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khác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nhau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giữa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NumPy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chuỗi</a:t>
            </a:r>
            <a:r>
              <a:rPr lang="en-US" altLang="ko-KR" sz="1400" dirty="0">
                <a:solidFill>
                  <a:schemeClr val="tx1"/>
                </a:solidFill>
                <a:latin typeface="SamsungOne-400" panose="020B0503030303020204" pitchFamily="34" charset="0"/>
                <a:ea typeface="SamsungOne-400" panose="020B0503030303020204" pitchFamily="34" charset="0"/>
              </a:rPr>
              <a:t> Python </a:t>
            </a:r>
            <a:r>
              <a:rPr lang="en-US" altLang="ko-KR" sz="1400" dirty="0" err="1">
                <a:solidFill>
                  <a:schemeClr val="tx1"/>
                </a:solidFill>
                <a:latin typeface="SamsungOne-400" panose="020B0503030303020204" pitchFamily="34" charset="0"/>
                <a:ea typeface="SamsungOne-400" panose="020B0503030303020204" pitchFamily="34" charset="0"/>
              </a:rPr>
              <a:t>tiêu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chuẩn</a:t>
            </a:r>
            <a:r>
              <a:rPr lang="en-US" altLang="ko-KR" sz="1400" dirty="0">
                <a:solidFill>
                  <a:schemeClr val="tx1"/>
                </a:solidFill>
                <a:latin typeface="SamsungOne-400" panose="020B0503030303020204" pitchFamily="34" charset="0"/>
                <a:ea typeface="SamsungOne-400" panose="020B0503030303020204" pitchFamily="34" charset="0"/>
              </a:rPr>
              <a:t> (List, Tuples, Dictionaries, Sets).</a:t>
            </a:r>
          </a:p>
        </p:txBody>
      </p:sp>
    </p:spTree>
    <p:extLst>
      <p:ext uri="{BB962C8B-B14F-4D97-AF65-F5344CB8AC3E}">
        <p14:creationId xmlns:p14="http://schemas.microsoft.com/office/powerpoint/2010/main" val="171676065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700808"/>
            <a:ext cx="8632825" cy="28589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Trước đây, chúng ta đã biết rằng Python không hỗ trợ trực tiếp mảng nhưng cho phép sắp xếp cấu trúc dữ liệu thông qua thư viện NumPy.</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Các khái niệm sắp xếp được học trong các ngôn ngữ lập trình tiêu chuẩn không quá khác biệt trong Python.</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Trong lập trình, giảm vòng lặp là phương pháp để tăng hiệu suất.</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Các vòng lặp trong tính toán quy mô lớn yêu cầu tính toán trên mỗi lần lặp lại, gây ra hiệu suất kém.</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Mảng NumPy cho phép thực hiện nhiều loại phép tính xử lý dữ liệu thông qua các phép tính trên mảng một cách ngắn gọn, thay vì sử dụng vòng lặp.</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Việc sử dụng tính toán mảng để loại bỏ rõ ràng các vòng lặp được gọi là vector hóa. Các phép toán toán học trên các mảng đã được vector hóa thường nhanh hơn từ hai đến ba lần, thậm chí gấp mười hoặc hàng trăm lần so với các phép toán thuần Python. Broadcasting, một phương pháp khác mà chúng ta sẽ tìm hiểu sau, là một phép toán vector rất mạnh mẽ.</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1" name="직사각형 10">
            <a:extLst>
              <a:ext uri="{FF2B5EF4-FFF2-40B4-BE49-F238E27FC236}">
                <a16:creationId xmlns:a16="http://schemas.microsoft.com/office/drawing/2014/main" id="{4785645C-3BC5-47C9-B366-3C20667EA97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Tại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sao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dụng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NumPy</a:t>
            </a:r>
            <a:r>
              <a:rPr lang="en-US" altLang="ko-KR" sz="1400" dirty="0">
                <a:solidFill>
                  <a:schemeClr val="tx1"/>
                </a:solidFill>
                <a:latin typeface="SamsungOne-400" panose="020B0503030303020204" pitchFamily="34" charset="0"/>
                <a:ea typeface="SamsungOne-400" panose="020B0503030303020204" pitchFamily="34" charset="0"/>
              </a:rPr>
              <a:t>? (1/2)</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92300160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1.1.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Mảng</a:t>
              </a:r>
              <a:r>
                <a:rPr lang="en-US" altLang="ko-KR" dirty="0">
                  <a:solidFill>
                    <a:schemeClr val="bg1"/>
                  </a:solidFill>
                  <a:latin typeface="iCiel Samsung Sharp Sans Medium" pitchFamily="2" charset="0"/>
                  <a:ea typeface="iCiel Samsung Sharp Sans Medium" pitchFamily="2" charset="0"/>
                  <a:cs typeface="iCiel Samsung Sharp Sans Medium" pitchFamily="2" charset="0"/>
                </a:rPr>
                <a:t> </a:t>
              </a:r>
              <a:r>
                <a:rPr lang="en-US" altLang="ko-KR" dirty="0" err="1">
                  <a:solidFill>
                    <a:schemeClr val="bg1"/>
                  </a:solidFill>
                  <a:latin typeface="iCiel Samsung Sharp Sans Medium" pitchFamily="2" charset="0"/>
                  <a:ea typeface="iCiel Samsung Sharp Sans Medium" pitchFamily="2" charset="0"/>
                  <a:cs typeface="iCiel Samsung Sharp Sans Medium" pitchFamily="2" charset="0"/>
                </a:rPr>
                <a:t>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9" name="직사각형 8">
            <a:extLst>
              <a:ext uri="{FF2B5EF4-FFF2-40B4-BE49-F238E27FC236}">
                <a16:creationId xmlns:a16="http://schemas.microsoft.com/office/drawing/2014/main" id="{D8BF98C4-B566-4812-B5F0-560CFBA969E7}"/>
              </a:ext>
            </a:extLst>
          </p:cNvPr>
          <p:cNvSpPr/>
          <p:nvPr/>
        </p:nvSpPr>
        <p:spPr>
          <a:xfrm>
            <a:off x="702940" y="1700808"/>
            <a:ext cx="8632825" cy="41721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Do các phép toán trên mảng NumPy sử dụng vòng lặp nội bộ được triển khai bằng ngôn ngữ C, chúng nhanh hơn so với vòng lặp trong Python và thực hiện các phép toán đại số tuyến tính bằng cách sử dụng phép toán vector hóa.</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Phép toán vector hóa là một trong những phép biến đổi tuyến tính, chuyển một ma trận thành một vector dọc, như minh họa dưới đây.</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Vì nó hoạt động trên toàn bộ vectơ, nên nó có thể được sử dụng thay cho các vòng lặp for, while, v.v.</a:t>
            </a: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Trong scikit-learn, mảng NumPy là cấu trúc dữ liệu cơ bản. Nói cách khác, mảng NumPy nên được sử dụng là đầu vào/đầu ra tiêu chuẩn trong học máy.</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Scikit-Learn là một thư viện học máy của Python.</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Vì scikit-learning nhận dữ liệu ở dạng mảng NumPy làm đầu vào, nên tất cả dữ liệu được sử dụng trong tương lai phải được chuyển đổi thành mảng NumPy.</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5" name="직사각형 14">
            <a:extLst>
              <a:ext uri="{FF2B5EF4-FFF2-40B4-BE49-F238E27FC236}">
                <a16:creationId xmlns:a16="http://schemas.microsoft.com/office/drawing/2014/main" id="{0AEA5709-05B1-4EFE-BAF5-87F2CD6B5AE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Tại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sao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dụng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NumPy</a:t>
            </a:r>
            <a:r>
              <a:rPr lang="en-US" altLang="ko-KR" sz="1400" dirty="0">
                <a:solidFill>
                  <a:schemeClr val="tx1"/>
                </a:solidFill>
                <a:latin typeface="SamsungOne-400" panose="020B0503030303020204" pitchFamily="34" charset="0"/>
                <a:ea typeface="SamsungOne-400" panose="020B0503030303020204" pitchFamily="34" charset="0"/>
              </a:rPr>
              <a:t>? (2/2)</a:t>
            </a:r>
            <a:endParaRPr lang="ko-KR" altLang="en-US" sz="1400" dirty="0">
              <a:solidFill>
                <a:schemeClr val="tx1"/>
              </a:solidFill>
              <a:latin typeface="SamsungOne-400" panose="020B0503030303020204" pitchFamily="34" charset="0"/>
            </a:endParaRPr>
          </a:p>
        </p:txBody>
      </p:sp>
      <p:grpSp>
        <p:nvGrpSpPr>
          <p:cNvPr id="5" name="그룹 4">
            <a:extLst>
              <a:ext uri="{FF2B5EF4-FFF2-40B4-BE49-F238E27FC236}">
                <a16:creationId xmlns:a16="http://schemas.microsoft.com/office/drawing/2014/main" id="{B18D404B-7163-472B-9C87-FA793D2B481B}"/>
              </a:ext>
            </a:extLst>
          </p:cNvPr>
          <p:cNvGrpSpPr/>
          <p:nvPr/>
        </p:nvGrpSpPr>
        <p:grpSpPr>
          <a:xfrm>
            <a:off x="846956" y="3100791"/>
            <a:ext cx="8488809" cy="1191291"/>
            <a:chOff x="846956" y="3100791"/>
            <a:chExt cx="8488809" cy="1191291"/>
          </a:xfrm>
        </p:grpSpPr>
        <p:sp>
          <p:nvSpPr>
            <p:cNvPr id="16" name="모서리가 둥근 직사각형 4">
              <a:extLst>
                <a:ext uri="{FF2B5EF4-FFF2-40B4-BE49-F238E27FC236}">
                  <a16:creationId xmlns:a16="http://schemas.microsoft.com/office/drawing/2014/main" id="{5F00F328-557D-44C2-A1DE-37FB340207C8}"/>
                </a:ext>
              </a:extLst>
            </p:cNvPr>
            <p:cNvSpPr/>
            <p:nvPr/>
          </p:nvSpPr>
          <p:spPr>
            <a:xfrm>
              <a:off x="846956" y="3100791"/>
              <a:ext cx="8488809" cy="119129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00" dirty="0">
                <a:solidFill>
                  <a:schemeClr val="tx1"/>
                </a:solidFill>
                <a:latin typeface="SamsungOne-400" panose="020B0503030303020204" pitchFamily="34" charset="0"/>
              </a:endParaRPr>
            </a:p>
          </p:txBody>
        </p:sp>
        <p:grpSp>
          <p:nvGrpSpPr>
            <p:cNvPr id="4" name="그룹 3">
              <a:extLst>
                <a:ext uri="{FF2B5EF4-FFF2-40B4-BE49-F238E27FC236}">
                  <a16:creationId xmlns:a16="http://schemas.microsoft.com/office/drawing/2014/main" id="{38CEE846-DDDB-41A7-8992-8D55F6932C2E}"/>
                </a:ext>
              </a:extLst>
            </p:cNvPr>
            <p:cNvGrpSpPr/>
            <p:nvPr/>
          </p:nvGrpSpPr>
          <p:grpSpPr>
            <a:xfrm>
              <a:off x="1951367" y="3242882"/>
              <a:ext cx="6000089" cy="907108"/>
              <a:chOff x="2032350" y="5294172"/>
              <a:chExt cx="6000089" cy="907108"/>
            </a:xfrm>
          </p:grpSpPr>
          <p:sp>
            <p:nvSpPr>
              <p:cNvPr id="2" name="TextBox 1">
                <a:extLst>
                  <a:ext uri="{FF2B5EF4-FFF2-40B4-BE49-F238E27FC236}">
                    <a16:creationId xmlns:a16="http://schemas.microsoft.com/office/drawing/2014/main" id="{BCB27472-BAA5-FC40-930C-E44523D35C92}"/>
                  </a:ext>
                </a:extLst>
              </p:cNvPr>
              <p:cNvSpPr txBox="1"/>
              <p:nvPr/>
            </p:nvSpPr>
            <p:spPr>
              <a:xfrm>
                <a:off x="2032350" y="5614684"/>
                <a:ext cx="1221064" cy="307777"/>
              </a:xfrm>
              <a:prstGeom prst="rect">
                <a:avLst/>
              </a:prstGeom>
              <a:noFill/>
            </p:spPr>
            <p:txBody>
              <a:bodyPr wrap="square" rtlCol="0">
                <a:spAutoFit/>
              </a:bodyPr>
              <a:lstStyle/>
              <a:p>
                <a:pPr algn="ctr"/>
                <a:r>
                  <a:rPr lang="en-US" sz="1400" dirty="0">
                    <a:latin typeface="SamsungOne-400" panose="020B0503030303020204" pitchFamily="34" charset="0"/>
                    <a:ea typeface="SamsungOne-400" panose="020B0503030303020204" pitchFamily="34" charset="0"/>
                  </a:rPr>
                  <a:t>2x2 matrix </a:t>
                </a:r>
              </a:p>
            </p:txBody>
          </p:sp>
          <p:sp>
            <p:nvSpPr>
              <p:cNvPr id="3" name="TextBox 2">
                <a:extLst>
                  <a:ext uri="{FF2B5EF4-FFF2-40B4-BE49-F238E27FC236}">
                    <a16:creationId xmlns:a16="http://schemas.microsoft.com/office/drawing/2014/main" id="{9B94F2DD-6CD0-944E-8928-0EC8A085C968}"/>
                  </a:ext>
                </a:extLst>
              </p:cNvPr>
              <p:cNvSpPr txBox="1"/>
              <p:nvPr/>
            </p:nvSpPr>
            <p:spPr>
              <a:xfrm>
                <a:off x="4216015" y="5603798"/>
                <a:ext cx="3816424" cy="307777"/>
              </a:xfrm>
              <a:prstGeom prst="rect">
                <a:avLst/>
              </a:prstGeom>
              <a:noFill/>
            </p:spPr>
            <p:txBody>
              <a:bodyPr wrap="square" rtlCol="0">
                <a:spAutoFit/>
              </a:bodyPr>
              <a:lstStyle/>
              <a:p>
                <a:r>
                  <a:rPr lang="en-US" sz="1400" dirty="0">
                    <a:latin typeface="SamsungOne-400" panose="020B0503030303020204" pitchFamily="34" charset="0"/>
                    <a:ea typeface="SamsungOne-400" panose="020B0503030303020204" pitchFamily="34" charset="0"/>
                  </a:rPr>
                  <a:t>Thông qua </a:t>
                </a:r>
                <a:r>
                  <a:rPr lang="en-US" sz="1400" dirty="0" err="1">
                    <a:latin typeface="SamsungOne-400" panose="020B0503030303020204" pitchFamily="34" charset="0"/>
                    <a:ea typeface="SamsungOne-400" panose="020B0503030303020204" pitchFamily="34" charset="0"/>
                  </a:rPr>
                  <a:t>vecto</a:t>
                </a:r>
                <a:r>
                  <a:rPr lang="en-US" sz="1400" dirty="0">
                    <a:latin typeface="SamsungOne-400" panose="020B0503030303020204" pitchFamily="34" charset="0"/>
                    <a:ea typeface="SamsungOne-400" panose="020B0503030303020204" pitchFamily="34" charset="0"/>
                  </a:rPr>
                  <a:t> </a:t>
                </a:r>
                <a:r>
                  <a:rPr lang="en-US" sz="1400" dirty="0" err="1">
                    <a:latin typeface="SamsungOne-400" panose="020B0503030303020204" pitchFamily="34" charset="0"/>
                    <a:ea typeface="SamsungOne-400" panose="020B0503030303020204" pitchFamily="34" charset="0"/>
                  </a:rPr>
                  <a:t>hóa</a:t>
                </a:r>
                <a:r>
                  <a:rPr lang="en-US" sz="1400" dirty="0">
                    <a:latin typeface="SamsungOne-400" panose="020B0503030303020204" pitchFamily="34" charset="0"/>
                    <a:ea typeface="SamsungOne-400" panose="020B0503030303020204" pitchFamily="34" charset="0"/>
                  </a:rPr>
                  <a:t> </a:t>
                </a:r>
                <a:r>
                  <a:rPr lang="en-US" sz="1400" dirty="0" err="1">
                    <a:latin typeface="SamsungOne-400" panose="020B0503030303020204" pitchFamily="34" charset="0"/>
                    <a:ea typeface="SamsungOne-400" panose="020B0503030303020204" pitchFamily="34" charset="0"/>
                  </a:rPr>
                  <a:t>trở</a:t>
                </a:r>
                <a:r>
                  <a:rPr lang="en-US" sz="1400" dirty="0">
                    <a:latin typeface="SamsungOne-400" panose="020B0503030303020204" pitchFamily="34" charset="0"/>
                    <a:ea typeface="SamsungOne-400" panose="020B0503030303020204" pitchFamily="34" charset="0"/>
                  </a:rPr>
                  <a:t> </a:t>
                </a:r>
                <a:r>
                  <a:rPr lang="en-US" sz="1400" dirty="0" err="1">
                    <a:latin typeface="SamsungOne-400" panose="020B0503030303020204" pitchFamily="34" charset="0"/>
                    <a:ea typeface="SamsungOne-400" panose="020B0503030303020204" pitchFamily="34" charset="0"/>
                  </a:rPr>
                  <a:t>thành</a:t>
                </a:r>
                <a:endParaRPr lang="en-US" sz="1400" dirty="0">
                  <a:latin typeface="SamsungOne-400" panose="020B0503030303020204" pitchFamily="34" charset="0"/>
                  <a:ea typeface="SamsungOne-400" panose="020B0503030303020204" pitchFamily="34" charset="0"/>
                </a:endParaRPr>
              </a:p>
            </p:txBody>
          </p:sp>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DF0BD137-0A3E-48D9-9FC5-C1A31845D20D}"/>
                      </a:ext>
                    </a:extLst>
                  </p:cNvPr>
                  <p:cNvSpPr txBox="1"/>
                  <p:nvPr/>
                </p:nvSpPr>
                <p:spPr>
                  <a:xfrm>
                    <a:off x="2994951" y="5550292"/>
                    <a:ext cx="1320634" cy="415563"/>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US" sz="1600" b="0" i="1" smtClean="0">
                              <a:latin typeface="Cambria Math" panose="02040503050406030204" pitchFamily="18" charset="0"/>
                              <a:ea typeface="Cambria Math" panose="02040503050406030204" pitchFamily="18" charset="0"/>
                            </a:rPr>
                            <m:t>𝐴</m:t>
                          </m:r>
                          <m:r>
                            <a:rPr lang="en-US" sz="1600" b="0" i="1" smtClean="0">
                              <a:latin typeface="Cambria Math" panose="02040503050406030204" pitchFamily="18" charset="0"/>
                              <a:ea typeface="Cambria Math" panose="02040503050406030204" pitchFamily="18" charset="0"/>
                            </a:rPr>
                            <m:t>= </m:t>
                          </m:r>
                          <m:d>
                            <m:dPr>
                              <m:begChr m:val="["/>
                              <m:endChr m:val="]"/>
                              <m:ctrlPr>
                                <a:rPr lang="en-US" sz="1600" b="0" i="1" smtClean="0">
                                  <a:latin typeface="Cambria Math" panose="02040503050406030204" pitchFamily="18" charset="0"/>
                                  <a:ea typeface="Cambria Math" panose="02040503050406030204" pitchFamily="18" charset="0"/>
                                </a:rPr>
                              </m:ctrlPr>
                            </m:dPr>
                            <m:e>
                              <m:m>
                                <m:mPr>
                                  <m:mcs>
                                    <m:mc>
                                      <m:mcPr>
                                        <m:count m:val="2"/>
                                        <m:mcJc m:val="center"/>
                                      </m:mcPr>
                                    </m:mc>
                                  </m:mcs>
                                  <m:ctrlPr>
                                    <a:rPr lang="en-US" sz="1600" b="0" i="1" smtClean="0">
                                      <a:latin typeface="Cambria Math" panose="02040503050406030204" pitchFamily="18" charset="0"/>
                                      <a:ea typeface="Cambria Math" panose="02040503050406030204" pitchFamily="18" charset="0"/>
                                    </a:rPr>
                                  </m:ctrlPr>
                                </m:mPr>
                                <m:mr>
                                  <m:e>
                                    <m:r>
                                      <m:rPr>
                                        <m:brk m:alnAt="7"/>
                                      </m:rPr>
                                      <a:rPr lang="en-US" sz="1600" b="0" i="1" smtClean="0">
                                        <a:latin typeface="Cambria Math" panose="02040503050406030204" pitchFamily="18" charset="0"/>
                                        <a:ea typeface="Cambria Math" panose="02040503050406030204" pitchFamily="18" charset="0"/>
                                      </a:rPr>
                                      <m:t>𝑎</m:t>
                                    </m:r>
                                  </m:e>
                                  <m:e>
                                    <m:r>
                                      <a:rPr lang="en-US" sz="1600" b="0" i="1" smtClean="0">
                                        <a:latin typeface="Cambria Math" panose="02040503050406030204" pitchFamily="18" charset="0"/>
                                        <a:ea typeface="Cambria Math" panose="02040503050406030204" pitchFamily="18" charset="0"/>
                                      </a:rPr>
                                      <m:t>𝑏</m:t>
                                    </m:r>
                                  </m:e>
                                </m:mr>
                                <m:mr>
                                  <m:e>
                                    <m:r>
                                      <a:rPr lang="en-US" sz="1600" b="0" i="1" smtClean="0">
                                        <a:latin typeface="Cambria Math" panose="02040503050406030204" pitchFamily="18" charset="0"/>
                                        <a:ea typeface="Cambria Math" panose="02040503050406030204" pitchFamily="18" charset="0"/>
                                      </a:rPr>
                                      <m:t>𝑐</m:t>
                                    </m:r>
                                  </m:e>
                                  <m:e>
                                    <m:r>
                                      <a:rPr lang="en-US" sz="1600" b="0" i="1" smtClean="0">
                                        <a:latin typeface="Cambria Math" panose="02040503050406030204" pitchFamily="18" charset="0"/>
                                        <a:ea typeface="Cambria Math" panose="02040503050406030204" pitchFamily="18" charset="0"/>
                                      </a:rPr>
                                      <m:t>𝑑</m:t>
                                    </m:r>
                                  </m:e>
                                </m:mr>
                              </m:m>
                            </m:e>
                          </m:d>
                        </m:oMath>
                      </m:oMathPara>
                    </a14:m>
                    <a:endParaRPr lang="en-US" sz="1600" dirty="0">
                      <a:latin typeface="SamsungOne-400" panose="020B0503030303020204" pitchFamily="34" charset="0"/>
                      <a:ea typeface="SamsungOne-400" panose="020B0503030303020204" pitchFamily="34" charset="0"/>
                    </a:endParaRPr>
                  </a:p>
                </p:txBody>
              </p:sp>
            </mc:Choice>
            <mc:Fallback xmlns="">
              <p:sp>
                <p:nvSpPr>
                  <p:cNvPr id="17" name="TextBox 16">
                    <a:extLst>
                      <a:ext uri="{FF2B5EF4-FFF2-40B4-BE49-F238E27FC236}">
                        <a16:creationId xmlns:a16="http://schemas.microsoft.com/office/drawing/2014/main" id="{DF0BD137-0A3E-48D9-9FC5-C1A31845D20D}"/>
                      </a:ext>
                    </a:extLst>
                  </p:cNvPr>
                  <p:cNvSpPr txBox="1">
                    <a:spLocks noRot="1" noChangeAspect="1" noMove="1" noResize="1" noEditPoints="1" noAdjustHandles="1" noChangeArrowheads="1" noChangeShapeType="1" noTextEdit="1"/>
                  </p:cNvSpPr>
                  <p:nvPr/>
                </p:nvSpPr>
                <p:spPr>
                  <a:xfrm>
                    <a:off x="2994951" y="5550292"/>
                    <a:ext cx="1320634" cy="415563"/>
                  </a:xfrm>
                  <a:prstGeom prst="rect">
                    <a:avLst/>
                  </a:prstGeom>
                  <a:blipFill>
                    <a:blip r:embed="rId4"/>
                    <a:stretch>
                      <a:fillRect t="-1471" b="-17647"/>
                    </a:stretch>
                  </a:blipFill>
                </p:spPr>
                <p:txBody>
                  <a:bodyPr/>
                  <a:lstStyle/>
                  <a:p>
                    <a:r>
                      <a:rPr lang="ko-KR" altLang="en-US">
                        <a:noFill/>
                      </a:rPr>
                      <a:t> </a:t>
                    </a:r>
                  </a:p>
                </p:txBody>
              </p:sp>
            </mc:Fallback>
          </mc:AlternateContent>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76E339C0-3AEF-45FC-93FF-F8490F7407FE}"/>
                      </a:ext>
                    </a:extLst>
                  </p:cNvPr>
                  <p:cNvSpPr txBox="1"/>
                  <p:nvPr/>
                </p:nvSpPr>
                <p:spPr>
                  <a:xfrm>
                    <a:off x="6726431" y="5294172"/>
                    <a:ext cx="1275349" cy="90710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US" altLang="ko-KR" sz="1600" i="1">
                              <a:latin typeface="Cambria Math" panose="02040503050406030204" pitchFamily="18" charset="0"/>
                              <a:ea typeface="Cambria Math" panose="02040503050406030204" pitchFamily="18" charset="0"/>
                            </a:rPr>
                            <m:t>𝑣𝑒𝑐</m:t>
                          </m:r>
                          <m:d>
                            <m:dPr>
                              <m:ctrlPr>
                                <a:rPr lang="en-US" altLang="ko-KR" sz="1600" i="1">
                                  <a:latin typeface="Cambria Math" panose="02040503050406030204" pitchFamily="18" charset="0"/>
                                  <a:ea typeface="Cambria Math" panose="02040503050406030204" pitchFamily="18" charset="0"/>
                                </a:rPr>
                              </m:ctrlPr>
                            </m:dPr>
                            <m:e>
                              <m:r>
                                <a:rPr lang="en-US" altLang="ko-KR" sz="1600" i="1">
                                  <a:latin typeface="Cambria Math" panose="02040503050406030204" pitchFamily="18" charset="0"/>
                                  <a:ea typeface="Cambria Math" panose="02040503050406030204" pitchFamily="18" charset="0"/>
                                </a:rPr>
                                <m:t>𝐴</m:t>
                              </m:r>
                            </m:e>
                          </m:d>
                          <m:r>
                            <a:rPr lang="en-US" altLang="ko-KR" sz="1600" i="1">
                              <a:latin typeface="Cambria Math" panose="02040503050406030204" pitchFamily="18" charset="0"/>
                              <a:ea typeface="Cambria Math" panose="02040503050406030204" pitchFamily="18" charset="0"/>
                            </a:rPr>
                            <m:t>= </m:t>
                          </m:r>
                          <m:d>
                            <m:dPr>
                              <m:begChr m:val="["/>
                              <m:endChr m:val="]"/>
                              <m:ctrlPr>
                                <a:rPr lang="en-US" altLang="ko-KR" sz="1600" i="1">
                                  <a:latin typeface="Cambria Math" panose="02040503050406030204" pitchFamily="18" charset="0"/>
                                  <a:ea typeface="Cambria Math" panose="02040503050406030204" pitchFamily="18" charset="0"/>
                                </a:rPr>
                              </m:ctrlPr>
                            </m:dPr>
                            <m:e>
                              <m:eqArr>
                                <m:eqArrPr>
                                  <m:ctrlPr>
                                    <a:rPr lang="en-US" altLang="ko-KR" sz="1600" i="1">
                                      <a:latin typeface="Cambria Math" panose="02040503050406030204" pitchFamily="18" charset="0"/>
                                      <a:ea typeface="Cambria Math" panose="02040503050406030204" pitchFamily="18" charset="0"/>
                                    </a:rPr>
                                  </m:ctrlPr>
                                </m:eqArrPr>
                                <m:e>
                                  <m:r>
                                    <a:rPr lang="en-US" altLang="ko-KR" sz="1600" i="1">
                                      <a:latin typeface="Cambria Math" panose="02040503050406030204" pitchFamily="18" charset="0"/>
                                      <a:ea typeface="Cambria Math" panose="02040503050406030204" pitchFamily="18" charset="0"/>
                                    </a:rPr>
                                    <m:t>𝑎</m:t>
                                  </m:r>
                                </m:e>
                                <m:e>
                                  <m:r>
                                    <a:rPr lang="en-US" altLang="ko-KR" sz="1600" i="1">
                                      <a:latin typeface="Cambria Math" panose="02040503050406030204" pitchFamily="18" charset="0"/>
                                    </a:rPr>
                                    <m:t>𝑐</m:t>
                                  </m:r>
                                </m:e>
                                <m:e>
                                  <m:r>
                                    <a:rPr lang="en-US" altLang="ko-KR" sz="1600" i="1">
                                      <a:latin typeface="Cambria Math" panose="02040503050406030204" pitchFamily="18" charset="0"/>
                                    </a:rPr>
                                    <m:t>𝑏</m:t>
                                  </m:r>
                                </m:e>
                                <m:e>
                                  <m:r>
                                    <a:rPr lang="en-US" altLang="ko-KR" sz="1600" i="1">
                                      <a:latin typeface="Cambria Math" panose="02040503050406030204" pitchFamily="18" charset="0"/>
                                    </a:rPr>
                                    <m:t>𝑑</m:t>
                                  </m:r>
                                </m:e>
                              </m:eqArr>
                            </m:e>
                          </m:d>
                        </m:oMath>
                      </m:oMathPara>
                    </a14:m>
                    <a:endParaRPr lang="en-US" sz="1600" dirty="0"/>
                  </a:p>
                </p:txBody>
              </p:sp>
            </mc:Choice>
            <mc:Fallback xmlns="">
              <p:sp>
                <p:nvSpPr>
                  <p:cNvPr id="18" name="TextBox 17">
                    <a:extLst>
                      <a:ext uri="{FF2B5EF4-FFF2-40B4-BE49-F238E27FC236}">
                        <a16:creationId xmlns:a16="http://schemas.microsoft.com/office/drawing/2014/main" id="{76E339C0-3AEF-45FC-93FF-F8490F7407FE}"/>
                      </a:ext>
                    </a:extLst>
                  </p:cNvPr>
                  <p:cNvSpPr txBox="1">
                    <a:spLocks noRot="1" noChangeAspect="1" noMove="1" noResize="1" noEditPoints="1" noAdjustHandles="1" noChangeArrowheads="1" noChangeShapeType="1" noTextEdit="1"/>
                  </p:cNvSpPr>
                  <p:nvPr/>
                </p:nvSpPr>
                <p:spPr>
                  <a:xfrm>
                    <a:off x="6726431" y="5294172"/>
                    <a:ext cx="1275349" cy="907108"/>
                  </a:xfrm>
                  <a:prstGeom prst="rect">
                    <a:avLst/>
                  </a:prstGeom>
                  <a:blipFill>
                    <a:blip r:embed="rId5"/>
                    <a:stretch>
                      <a:fillRect/>
                    </a:stretch>
                  </a:blipFill>
                </p:spPr>
                <p:txBody>
                  <a:bodyPr/>
                  <a:lstStyle/>
                  <a:p>
                    <a:r>
                      <a:rPr lang="ko-KR" altLang="en-US">
                        <a:noFill/>
                      </a:rPr>
                      <a:t> </a:t>
                    </a:r>
                  </a:p>
                </p:txBody>
              </p:sp>
            </mc:Fallback>
          </mc:AlternateContent>
        </p:grpSp>
      </p:grpSp>
    </p:spTree>
    <p:extLst>
      <p:ext uri="{BB962C8B-B14F-4D97-AF65-F5344CB8AC3E}">
        <p14:creationId xmlns:p14="http://schemas.microsoft.com/office/powerpoint/2010/main" val="427024367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직사각형 133">
            <a:extLst>
              <a:ext uri="{FF2B5EF4-FFF2-40B4-BE49-F238E27FC236}">
                <a16:creationId xmlns:a16="http://schemas.microsoft.com/office/drawing/2014/main" id="{86DA347F-AA3A-4C85-BA53-489ED1BBA39A}"/>
              </a:ext>
            </a:extLst>
          </p:cNvPr>
          <p:cNvSpPr/>
          <p:nvPr/>
        </p:nvSpPr>
        <p:spPr>
          <a:xfrm>
            <a:off x="990600" y="3133792"/>
            <a:ext cx="8353300" cy="10464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fontAlgn="base" latinLnBrk="1">
              <a:spcBef>
                <a:spcPct val="0"/>
              </a:spcBef>
              <a:spcAft>
                <a:spcPct val="0"/>
              </a:spcAft>
              <a:defRPr/>
            </a:pPr>
            <a:r>
              <a:rPr kumimoji="1" lang="vi-VN" altLang="ko-KR" sz="3400" dirty="0">
                <a:solidFill>
                  <a:schemeClr val="tx1"/>
                </a:solidFill>
                <a:latin typeface="iCiel Samsung Sharp Sans Bold" pitchFamily="2" charset="0"/>
                <a:ea typeface="iCiel Samsung Sharp Sans Bold" pitchFamily="2" charset="0"/>
                <a:cs typeface="iCiel Samsung Sharp Sans Bold" pitchFamily="2" charset="0"/>
              </a:rPr>
              <a:t>Cấu trúc dữ liệu mảng NumPy cho hiệu suất tính toán tối ưu</a:t>
            </a:r>
            <a:endParaRPr kumimoji="1" lang="en-US" altLang="ko-KR" sz="3400" dirty="0">
              <a:solidFill>
                <a:schemeClr val="tx1"/>
              </a:solidFill>
              <a:latin typeface="iCiel Samsung Sharp Sans Bold" pitchFamily="2" charset="0"/>
              <a:ea typeface="iCiel Samsung Sharp Sans Bold" pitchFamily="2" charset="0"/>
              <a:cs typeface="iCiel Samsung Sharp Sans Bold" pitchFamily="2" charset="0"/>
            </a:endParaRPr>
          </a:p>
        </p:txBody>
      </p:sp>
      <p:sp>
        <p:nvSpPr>
          <p:cNvPr id="22" name="직사각형 133">
            <a:extLst>
              <a:ext uri="{FF2B5EF4-FFF2-40B4-BE49-F238E27FC236}">
                <a16:creationId xmlns:a16="http://schemas.microsoft.com/office/drawing/2014/main" id="{475F72F3-A457-49C1-B859-09245F327721}"/>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457063" fontAlgn="base" latinLnBrk="1">
              <a:spcBef>
                <a:spcPct val="0"/>
              </a:spcBef>
              <a:spcAft>
                <a:spcPct val="0"/>
              </a:spcAft>
              <a:defRPr/>
            </a:pPr>
            <a:r>
              <a:rPr kumimoji="1" lang="en-US" altLang="ko-KR" sz="1999" dirty="0" err="1">
                <a:solidFill>
                  <a:prstClr val="white">
                    <a:lumMod val="50000"/>
                  </a:prstClr>
                </a:solidFill>
                <a:latin typeface="iCiel Samsung Sharp Sans Bold" pitchFamily="2" charset="0"/>
                <a:ea typeface="iCiel Samsung Sharp Sans Bold" pitchFamily="2" charset="0"/>
                <a:cs typeface="iCiel Samsung Sharp Sans Bold" pitchFamily="2" charset="0"/>
              </a:rPr>
              <a:t>Bài</a:t>
            </a:r>
            <a:r>
              <a:rPr kumimoji="1" lang="en-US" altLang="ko-KR" sz="1999" dirty="0">
                <a:solidFill>
                  <a:prstClr val="white">
                    <a:lumMod val="50000"/>
                  </a:prstClr>
                </a:solidFill>
                <a:latin typeface="iCiel Samsung Sharp Sans Bold" pitchFamily="2" charset="0"/>
                <a:ea typeface="iCiel Samsung Sharp Sans Bold" pitchFamily="2" charset="0"/>
                <a:cs typeface="iCiel Samsung Sharp Sans Bold" pitchFamily="2" charset="0"/>
              </a:rPr>
              <a:t> 1. </a:t>
            </a:r>
            <a:endParaRPr kumimoji="1" lang="en-US" altLang="ko-KR" sz="5398" dirty="0">
              <a:solidFill>
                <a:prstClr val="white">
                  <a:lumMod val="50000"/>
                </a:prstClr>
              </a:solidFill>
              <a:latin typeface="iCiel Samsung Sharp Sans Bold" pitchFamily="2" charset="0"/>
              <a:ea typeface="iCiel Samsung Sharp Sans Bold" pitchFamily="2" charset="0"/>
              <a:cs typeface="iCiel Samsung Sharp Sans Bold" pitchFamily="2" charset="0"/>
            </a:endParaRPr>
          </a:p>
        </p:txBody>
      </p:sp>
      <p:grpSp>
        <p:nvGrpSpPr>
          <p:cNvPr id="25" name="그룹 24">
            <a:extLst>
              <a:ext uri="{FF2B5EF4-FFF2-40B4-BE49-F238E27FC236}">
                <a16:creationId xmlns:a16="http://schemas.microsoft.com/office/drawing/2014/main" id="{46E08036-8F3E-486A-B6C8-49F6930AC658}"/>
              </a:ext>
            </a:extLst>
          </p:cNvPr>
          <p:cNvGrpSpPr/>
          <p:nvPr/>
        </p:nvGrpSpPr>
        <p:grpSpPr>
          <a:xfrm>
            <a:off x="1025537" y="4628753"/>
            <a:ext cx="7851751" cy="1364220"/>
            <a:chOff x="1025537" y="4609703"/>
            <a:chExt cx="7851751" cy="1364220"/>
          </a:xfrm>
        </p:grpSpPr>
        <p:sp>
          <p:nvSpPr>
            <p:cNvPr id="31" name="직사각형 30">
              <a:extLst>
                <a:ext uri="{FF2B5EF4-FFF2-40B4-BE49-F238E27FC236}">
                  <a16:creationId xmlns:a16="http://schemas.microsoft.com/office/drawing/2014/main" id="{28AA8F4B-E0A0-449B-AEBE-4AFFD56BE13C}"/>
                </a:ext>
              </a:extLst>
            </p:cNvPr>
            <p:cNvSpPr/>
            <p:nvPr/>
          </p:nvSpPr>
          <p:spPr>
            <a:xfrm>
              <a:off x="1025537" y="4609703"/>
              <a:ext cx="3565835" cy="13642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1.1.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Mảng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NumPy</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defTabSz="914400" fontAlgn="base" latinLnBrk="1">
                <a:spcBef>
                  <a:spcPct val="0"/>
                </a:spcBef>
                <a:spcAft>
                  <a:spcPts val="1000"/>
                </a:spcAft>
                <a:buSzPct val="120000"/>
                <a:buBlip>
                  <a:blip r:embed="rId4"/>
                </a:buBlip>
                <a:defRPr/>
              </a:pPr>
              <a:r>
                <a:rPr kumimoji="1" lang="vi-VN" altLang="ko-KR" dirty="0">
                  <a:solidFill>
                    <a:prstClr val="black">
                      <a:lumMod val="75000"/>
                      <a:lumOff val="25000"/>
                    </a:prstClr>
                  </a:solidFill>
                  <a:latin typeface="SamsungOne-700" panose="020B0803030303020204" pitchFamily="34" charset="0"/>
                  <a:ea typeface="SamsungOne-700" panose="020B0803030303020204" pitchFamily="34" charset="0"/>
                </a:rPr>
                <a:t>1.2. Khái niệm cơ bản về mảng NumPy</a:t>
              </a:r>
              <a:endPar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endParaRPr>
            </a:p>
            <a:p>
              <a:pPr marL="176213" indent="-176213" defTabSz="914400" fontAlgn="base" latinLnBrk="1">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1.3.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Phép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tính</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mảng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NumPy</a:t>
              </a:r>
            </a:p>
          </p:txBody>
        </p:sp>
        <p:sp>
          <p:nvSpPr>
            <p:cNvPr id="32" name="직사각형 31">
              <a:extLst>
                <a:ext uri="{FF2B5EF4-FFF2-40B4-BE49-F238E27FC236}">
                  <a16:creationId xmlns:a16="http://schemas.microsoft.com/office/drawing/2014/main" id="{3A74E5AB-B7FC-4188-BB1E-85BC77A45DAD}"/>
                </a:ext>
              </a:extLst>
            </p:cNvPr>
            <p:cNvSpPr/>
            <p:nvPr/>
          </p:nvSpPr>
          <p:spPr>
            <a:xfrm>
              <a:off x="4691956" y="4609703"/>
              <a:ext cx="4185332" cy="6819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1.4.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Lập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chỉ</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mục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cắt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lát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NumPy</a:t>
              </a:r>
            </a:p>
            <a:p>
              <a:pPr marL="176213" indent="-176213">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1.5.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Chuyển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vị</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mảng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hoán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đổi</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trục</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240146209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26" name="직사각형 25">
            <a:extLst>
              <a:ext uri="{FF2B5EF4-FFF2-40B4-BE49-F238E27FC236}">
                <a16:creationId xmlns:a16="http://schemas.microsoft.com/office/drawing/2014/main" id="{DB896CD5-A0B0-4F39-9F23-22CE6C96BB3D}"/>
              </a:ext>
            </a:extLst>
          </p:cNvPr>
          <p:cNvSpPr/>
          <p:nvPr/>
        </p:nvSpPr>
        <p:spPr>
          <a:xfrm>
            <a:off x="449998" y="1375101"/>
            <a:ext cx="900498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Cách</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nhập</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NumPy</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3" name="그룹 2">
            <a:extLst>
              <a:ext uri="{FF2B5EF4-FFF2-40B4-BE49-F238E27FC236}">
                <a16:creationId xmlns:a16="http://schemas.microsoft.com/office/drawing/2014/main" id="{EABDC60E-5BF6-4C7D-82E6-508D067456D8}"/>
              </a:ext>
            </a:extLst>
          </p:cNvPr>
          <p:cNvGrpSpPr/>
          <p:nvPr/>
        </p:nvGrpSpPr>
        <p:grpSpPr>
          <a:xfrm>
            <a:off x="557644" y="3412066"/>
            <a:ext cx="8782050" cy="1217120"/>
            <a:chOff x="558396" y="3298896"/>
            <a:chExt cx="8782050" cy="1217120"/>
          </a:xfrm>
        </p:grpSpPr>
        <p:sp>
          <p:nvSpPr>
            <p:cNvPr id="22" name="모서리가 둥근 직사각형 4">
              <a:extLst>
                <a:ext uri="{FF2B5EF4-FFF2-40B4-BE49-F238E27FC236}">
                  <a16:creationId xmlns:a16="http://schemas.microsoft.com/office/drawing/2014/main" id="{A36E3BA1-83BF-4EF9-8B22-BB45DE7AA1FC}"/>
                </a:ext>
              </a:extLst>
            </p:cNvPr>
            <p:cNvSpPr/>
            <p:nvPr/>
          </p:nvSpPr>
          <p:spPr>
            <a:xfrm>
              <a:off x="558396" y="3298896"/>
              <a:ext cx="8782050" cy="121712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100" r="12825"/>
            <a:stretch/>
          </p:blipFill>
          <p:spPr>
            <a:xfrm>
              <a:off x="634480" y="3326364"/>
              <a:ext cx="8705214" cy="1124574"/>
            </a:xfrm>
            <a:prstGeom prst="rect">
              <a:avLst/>
            </a:prstGeom>
            <a:ln>
              <a:noFill/>
            </a:ln>
          </p:spPr>
        </p:pic>
      </p:grpSp>
      <p:sp>
        <p:nvSpPr>
          <p:cNvPr id="19" name="Rectangle 12">
            <a:extLst>
              <a:ext uri="{FF2B5EF4-FFF2-40B4-BE49-F238E27FC236}">
                <a16:creationId xmlns:a16="http://schemas.microsoft.com/office/drawing/2014/main" id="{39C1D0BA-7152-4AAC-B295-DCCB5F8378F4}"/>
              </a:ext>
            </a:extLst>
          </p:cNvPr>
          <p:cNvSpPr/>
          <p:nvPr/>
        </p:nvSpPr>
        <p:spPr>
          <a:xfrm>
            <a:off x="711201" y="2106754"/>
            <a:ext cx="8632824" cy="1248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Để mã dễ đọc hơn, hãy viết tắt NumPy thành np. Đây là một quy tắc được áp dụng bởi tất cả những người làm việc với mã nguồn để có thể dễ dàng hiểu được.</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Trong Python, các đối tượng thường có các thuộc tính và phương thức. Thuộc tính là một đối tượng Python khác được lưu trữ bên trong đối tượng và phương thức đề cập đến một hàm cho phép truy cập vào dữ liệu bên trong của đối tượng. Nó có thể được tiếp cận dưới dạng np.attrribute_name.</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4" name="그룹 3">
            <a:extLst>
              <a:ext uri="{FF2B5EF4-FFF2-40B4-BE49-F238E27FC236}">
                <a16:creationId xmlns:a16="http://schemas.microsoft.com/office/drawing/2014/main" id="{F1353B94-770C-4E91-BD0F-46194618DC56}"/>
              </a:ext>
            </a:extLst>
          </p:cNvPr>
          <p:cNvGrpSpPr/>
          <p:nvPr/>
        </p:nvGrpSpPr>
        <p:grpSpPr>
          <a:xfrm>
            <a:off x="557644" y="4734475"/>
            <a:ext cx="8782050" cy="1291076"/>
            <a:chOff x="557644" y="4734475"/>
            <a:chExt cx="8782050" cy="1291076"/>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4734475"/>
              <a:ext cx="8782050" cy="129107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4" name="그룹 13">
              <a:extLst>
                <a:ext uri="{FF2B5EF4-FFF2-40B4-BE49-F238E27FC236}">
                  <a16:creationId xmlns:a16="http://schemas.microsoft.com/office/drawing/2014/main" id="{F18919BF-DD65-4EDD-8E99-5FA6C053E53B}"/>
                </a:ext>
              </a:extLst>
            </p:cNvPr>
            <p:cNvGrpSpPr/>
            <p:nvPr/>
          </p:nvGrpSpPr>
          <p:grpSpPr>
            <a:xfrm>
              <a:off x="665154" y="4823112"/>
              <a:ext cx="2918106" cy="292387"/>
              <a:chOff x="732985" y="5582396"/>
              <a:chExt cx="2918106" cy="302131"/>
            </a:xfrm>
          </p:grpSpPr>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5" name="TextBox 14">
              <a:extLst>
                <a:ext uri="{FF2B5EF4-FFF2-40B4-BE49-F238E27FC236}">
                  <a16:creationId xmlns:a16="http://schemas.microsoft.com/office/drawing/2014/main" id="{0800EE66-B78E-4CCD-A49E-31BBE412C7F6}"/>
                </a:ext>
              </a:extLst>
            </p:cNvPr>
            <p:cNvSpPr txBox="1"/>
            <p:nvPr/>
          </p:nvSpPr>
          <p:spPr>
            <a:xfrm>
              <a:off x="1024575" y="5158005"/>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schemeClr val="accent6">
                      <a:lumMod val="75000"/>
                    </a:schemeClr>
                  </a:solidFill>
                  <a:latin typeface="SamsungOne-400" panose="020B0503030303020204" pitchFamily="34" charset="0"/>
                </a:rPr>
                <a:t>as</a:t>
              </a:r>
              <a:r>
                <a:rPr lang="vi-VN" altLang="ko-KR" sz="1300" dirty="0">
                  <a:solidFill>
                    <a:prstClr val="black">
                      <a:lumMod val="85000"/>
                      <a:lumOff val="15000"/>
                    </a:prstClr>
                  </a:solidFill>
                  <a:latin typeface="SamsungOne-400" panose="020B0503030303020204" pitchFamily="34" charset="0"/>
                </a:rPr>
                <a:t> là viết tắt của alias, nghĩa là nó được viết tắt.</a:t>
              </a:r>
              <a:endParaRPr lang="ko-KR" altLang="en-US" sz="1300" dirty="0">
                <a:solidFill>
                  <a:prstClr val="black">
                    <a:lumMod val="85000"/>
                    <a:lumOff val="15000"/>
                  </a:prstClr>
                </a:solidFill>
                <a:latin typeface="SamsungOne-400" panose="020B0503030303020204" pitchFamily="34" charset="0"/>
              </a:endParaRPr>
            </a:p>
          </p:txBody>
        </p:sp>
        <p:pic>
          <p:nvPicPr>
            <p:cNvPr id="20"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5154" y="5399175"/>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EE836FE5-4E63-409C-97E4-2898B8159708}"/>
                </a:ext>
              </a:extLst>
            </p:cNvPr>
            <p:cNvSpPr txBox="1"/>
            <p:nvPr/>
          </p:nvSpPr>
          <p:spPr>
            <a:xfrm>
              <a:off x="923935" y="5376443"/>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30" name="TextBox 29">
              <a:extLst>
                <a:ext uri="{FF2B5EF4-FFF2-40B4-BE49-F238E27FC236}">
                  <a16:creationId xmlns:a16="http://schemas.microsoft.com/office/drawing/2014/main" id="{0800EE66-B78E-4CCD-A49E-31BBE412C7F6}"/>
                </a:ext>
              </a:extLst>
            </p:cNvPr>
            <p:cNvSpPr txBox="1"/>
            <p:nvPr/>
          </p:nvSpPr>
          <p:spPr>
            <a:xfrm>
              <a:off x="1024575" y="5711337"/>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Để</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xem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phiên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bản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NumPy, </a:t>
              </a:r>
              <a:r>
                <a:rPr lang="en-US" altLang="ko-KR" sz="1300" dirty="0" err="1">
                  <a:solidFill>
                    <a:prstClr val="black">
                      <a:lumMod val="85000"/>
                      <a:lumOff val="15000"/>
                    </a:prstClr>
                  </a:solidFill>
                  <a:latin typeface="SamsungOne-400" panose="020B0503030303020204" pitchFamily="34" charset="0"/>
                </a:rPr>
                <a:t>hãy</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sử</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dụng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thuộc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tính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tích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hợp</a:t>
              </a:r>
              <a:r>
                <a:rPr lang="en-US" altLang="ko-KR" sz="1300" dirty="0">
                  <a:solidFill>
                    <a:prstClr val="black">
                      <a:lumMod val="85000"/>
                      <a:lumOff val="15000"/>
                    </a:prstClr>
                  </a:solidFill>
                  <a:latin typeface="SamsungOne-400" panose="020B0503030303020204" pitchFamily="34" charset="0"/>
                </a:rPr>
                <a:t> __version__.</a:t>
              </a:r>
              <a:endParaRPr lang="ko-KR" altLang="en-US" sz="1300" dirty="0">
                <a:solidFill>
                  <a:prstClr val="black">
                    <a:lumMod val="85000"/>
                    <a:lumOff val="15000"/>
                  </a:prstClr>
                </a:solidFill>
                <a:latin typeface="SamsungOne-400" panose="020B0503030303020204" pitchFamily="34" charset="0"/>
              </a:endParaRPr>
            </a:p>
          </p:txBody>
        </p:sp>
      </p:grpSp>
      <p:sp>
        <p:nvSpPr>
          <p:cNvPr id="31" name="직사각형 30">
            <a:extLst>
              <a:ext uri="{FF2B5EF4-FFF2-40B4-BE49-F238E27FC236}">
                <a16:creationId xmlns:a16="http://schemas.microsoft.com/office/drawing/2014/main" id="{BF4FC372-8A0A-4AA3-9506-00D796590A6F}"/>
              </a:ext>
            </a:extLst>
          </p:cNvPr>
          <p:cNvSpPr/>
          <p:nvPr/>
        </p:nvSpPr>
        <p:spPr>
          <a:xfrm>
            <a:off x="580388" y="1844824"/>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Nhập thư viện NumPy</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293588565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26" name="직사각형 25">
            <a:extLst>
              <a:ext uri="{FF2B5EF4-FFF2-40B4-BE49-F238E27FC236}">
                <a16:creationId xmlns:a16="http://schemas.microsoft.com/office/drawing/2014/main" id="{DB896CD5-A0B0-4F39-9F23-22CE6C96BB3D}"/>
              </a:ext>
            </a:extLst>
          </p:cNvPr>
          <p:cNvSpPr/>
          <p:nvPr/>
        </p:nvSpPr>
        <p:spPr>
          <a:xfrm>
            <a:off x="449998" y="1375101"/>
            <a:ext cx="900498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vi-VN"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Khái niệm cơ bản về mảng NumPy</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2" name="그룹 1">
            <a:extLst>
              <a:ext uri="{FF2B5EF4-FFF2-40B4-BE49-F238E27FC236}">
                <a16:creationId xmlns:a16="http://schemas.microsoft.com/office/drawing/2014/main" id="{CC50D0E5-647A-43DC-999F-D20B4F96142F}"/>
              </a:ext>
            </a:extLst>
          </p:cNvPr>
          <p:cNvGrpSpPr/>
          <p:nvPr/>
        </p:nvGrpSpPr>
        <p:grpSpPr>
          <a:xfrm>
            <a:off x="559817" y="3417439"/>
            <a:ext cx="8782050" cy="2387825"/>
            <a:chOff x="559817" y="3789039"/>
            <a:chExt cx="8782050" cy="2387825"/>
          </a:xfrm>
        </p:grpSpPr>
        <p:sp>
          <p:nvSpPr>
            <p:cNvPr id="34" name="모서리가 둥근 직사각형 4">
              <a:extLst>
                <a:ext uri="{FF2B5EF4-FFF2-40B4-BE49-F238E27FC236}">
                  <a16:creationId xmlns:a16="http://schemas.microsoft.com/office/drawing/2014/main" id="{A36E3BA1-83BF-4EF9-8B22-BB45DE7AA1FC}"/>
                </a:ext>
              </a:extLst>
            </p:cNvPr>
            <p:cNvSpPr/>
            <p:nvPr/>
          </p:nvSpPr>
          <p:spPr>
            <a:xfrm>
              <a:off x="559817" y="3789039"/>
              <a:ext cx="8782050" cy="238782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357" r="14281"/>
            <a:stretch/>
          </p:blipFill>
          <p:spPr>
            <a:xfrm>
              <a:off x="604360" y="3855800"/>
              <a:ext cx="8737507" cy="2223583"/>
            </a:xfrm>
            <a:prstGeom prst="rect">
              <a:avLst/>
            </a:prstGeom>
            <a:ln>
              <a:noFill/>
            </a:ln>
          </p:spPr>
        </p:pic>
      </p:grpSp>
      <p:sp>
        <p:nvSpPr>
          <p:cNvPr id="15" name="Rectangle 12">
            <a:extLst>
              <a:ext uri="{FF2B5EF4-FFF2-40B4-BE49-F238E27FC236}">
                <a16:creationId xmlns:a16="http://schemas.microsoft.com/office/drawing/2014/main" id="{DDC3CFC0-B815-4081-ADBF-D7721003F2F2}"/>
              </a:ext>
            </a:extLst>
          </p:cNvPr>
          <p:cNvSpPr/>
          <p:nvPr/>
        </p:nvSpPr>
        <p:spPr>
          <a:xfrm>
            <a:off x="711201" y="2106754"/>
            <a:ext cx="8632824" cy="8481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Một đối tượng mảng n chiều được gọi là một ndarry. Nó có thể được sử dụng để xử lý và lưu trữ các tập dữ liệu lớn.</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Mảng nhanh và linh hoạt sử dụng cú pháp tương tự như cú pháp được sử dụng cho các phép toán giữa các phần tử vô hướng (scalar). Chúng áp dụng các phép toán toán học cho toàn bộ khối dữ liệu.</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6" name="직사각형 15">
            <a:extLst>
              <a:ext uri="{FF2B5EF4-FFF2-40B4-BE49-F238E27FC236}">
                <a16:creationId xmlns:a16="http://schemas.microsoft.com/office/drawing/2014/main" id="{BA7BFE4E-0FFC-49CB-8243-11C7F533ADFB}"/>
              </a:ext>
            </a:extLst>
          </p:cNvPr>
          <p:cNvSpPr/>
          <p:nvPr/>
        </p:nvSpPr>
        <p:spPr>
          <a:xfrm>
            <a:off x="580388" y="1844824"/>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NumPy </a:t>
            </a:r>
            <a:r>
              <a:rPr lang="en-US" altLang="ko-KR" sz="1400" dirty="0" err="1">
                <a:solidFill>
                  <a:schemeClr val="tx1"/>
                </a:solidFill>
                <a:latin typeface="SamsungOne-400" panose="020B0503030303020204" pitchFamily="34" charset="0"/>
                <a:ea typeface="SamsungOne-400" panose="020B0503030303020204" pitchFamily="34" charset="0"/>
              </a:rPr>
              <a:t>ndarray</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7" name="직사각형 16">
            <a:extLst>
              <a:ext uri="{FF2B5EF4-FFF2-40B4-BE49-F238E27FC236}">
                <a16:creationId xmlns:a16="http://schemas.microsoft.com/office/drawing/2014/main" id="{6823BC7D-2DA5-4A7F-9FEB-A32D7FEA3DD9}"/>
              </a:ext>
            </a:extLst>
          </p:cNvPr>
          <p:cNvSpPr/>
          <p:nvPr/>
        </p:nvSpPr>
        <p:spPr>
          <a:xfrm>
            <a:off x="581098" y="3018542"/>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Đầu tiên, một mảng có thể được tạo thành từ một chuỗi (list, tuple, array, set).</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267508719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그룹 4">
            <a:extLst>
              <a:ext uri="{FF2B5EF4-FFF2-40B4-BE49-F238E27FC236}">
                <a16:creationId xmlns:a16="http://schemas.microsoft.com/office/drawing/2014/main" id="{DC5E03AC-9BA0-4FB2-92BE-F3C813918B10}"/>
              </a:ext>
            </a:extLst>
          </p:cNvPr>
          <p:cNvGrpSpPr/>
          <p:nvPr/>
        </p:nvGrpSpPr>
        <p:grpSpPr>
          <a:xfrm>
            <a:off x="558396" y="1720481"/>
            <a:ext cx="8782050" cy="487829"/>
            <a:chOff x="558396" y="1844824"/>
            <a:chExt cx="8782050" cy="487829"/>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1844824"/>
              <a:ext cx="8782050" cy="48782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2088" t="6954" r="12779"/>
            <a:stretch/>
          </p:blipFill>
          <p:spPr>
            <a:xfrm>
              <a:off x="648375" y="1905042"/>
              <a:ext cx="8692071" cy="418280"/>
            </a:xfrm>
            <a:prstGeom prst="rect">
              <a:avLst/>
            </a:prstGeom>
            <a:ln>
              <a:noFill/>
            </a:ln>
          </p:spPr>
        </p:pic>
      </p:grpSp>
      <p:grpSp>
        <p:nvGrpSpPr>
          <p:cNvPr id="6" name="그룹 5">
            <a:extLst>
              <a:ext uri="{FF2B5EF4-FFF2-40B4-BE49-F238E27FC236}">
                <a16:creationId xmlns:a16="http://schemas.microsoft.com/office/drawing/2014/main" id="{5ECB97FB-3926-4B1F-8D3D-5CD09D15DE96}"/>
              </a:ext>
            </a:extLst>
          </p:cNvPr>
          <p:cNvGrpSpPr/>
          <p:nvPr/>
        </p:nvGrpSpPr>
        <p:grpSpPr>
          <a:xfrm>
            <a:off x="558396" y="2744276"/>
            <a:ext cx="8782050" cy="1542042"/>
            <a:chOff x="558396" y="3113933"/>
            <a:chExt cx="8782050" cy="1542042"/>
          </a:xfrm>
        </p:grpSpPr>
        <p:sp>
          <p:nvSpPr>
            <p:cNvPr id="15" name="모서리가 둥근 직사각형 4">
              <a:extLst>
                <a:ext uri="{FF2B5EF4-FFF2-40B4-BE49-F238E27FC236}">
                  <a16:creationId xmlns:a16="http://schemas.microsoft.com/office/drawing/2014/main" id="{A36E3BA1-83BF-4EF9-8B22-BB45DE7AA1FC}"/>
                </a:ext>
              </a:extLst>
            </p:cNvPr>
            <p:cNvSpPr/>
            <p:nvPr/>
          </p:nvSpPr>
          <p:spPr>
            <a:xfrm>
              <a:off x="558396" y="3113933"/>
              <a:ext cx="8782050" cy="154204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665" r="17786"/>
            <a:stretch/>
          </p:blipFill>
          <p:spPr>
            <a:xfrm>
              <a:off x="606489" y="3177598"/>
              <a:ext cx="8733957" cy="1407980"/>
            </a:xfrm>
            <a:prstGeom prst="rect">
              <a:avLst/>
            </a:prstGeom>
            <a:ln>
              <a:noFill/>
            </a:ln>
          </p:spPr>
        </p:pic>
      </p:grpSp>
      <p:grpSp>
        <p:nvGrpSpPr>
          <p:cNvPr id="18" name="그룹 17">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9" name="직사각형 18">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1" name="직사각형 20">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17" name="직사각형 16">
            <a:extLst>
              <a:ext uri="{FF2B5EF4-FFF2-40B4-BE49-F238E27FC236}">
                <a16:creationId xmlns:a16="http://schemas.microsoft.com/office/drawing/2014/main" id="{1BBE638F-80EB-4AA3-BFEA-B21985344B3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Đây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nữa</a:t>
            </a:r>
            <a:r>
              <a:rPr lang="en-US" altLang="ko-KR" sz="1400" dirty="0">
                <a:solidFill>
                  <a:schemeClr val="tx1"/>
                </a:solidFill>
                <a:latin typeface="SamsungOne-400" panose="020B0503030303020204" pitchFamily="34" charset="0"/>
                <a:ea typeface="SamsungOne-400" panose="020B0503030303020204" pitchFamily="34" charset="0"/>
              </a:rPr>
              <a:t>.</a:t>
            </a:r>
            <a:endParaRPr lang="ko-KR" altLang="en-US" sz="1400" dirty="0">
              <a:solidFill>
                <a:schemeClr val="tx1"/>
              </a:solidFill>
              <a:latin typeface="SamsungOne-400" panose="020B0503030303020204" pitchFamily="34" charset="0"/>
            </a:endParaRPr>
          </a:p>
        </p:txBody>
      </p:sp>
      <p:sp>
        <p:nvSpPr>
          <p:cNvPr id="22" name="직사각형 21">
            <a:extLst>
              <a:ext uri="{FF2B5EF4-FFF2-40B4-BE49-F238E27FC236}">
                <a16:creationId xmlns:a16="http://schemas.microsoft.com/office/drawing/2014/main" id="{05DBEBFF-99D0-40A7-AEF5-DDA3D1B37B84}"/>
              </a:ext>
            </a:extLst>
          </p:cNvPr>
          <p:cNvSpPr/>
          <p:nvPr/>
        </p:nvSpPr>
        <p:spPr>
          <a:xfrm>
            <a:off x="580388" y="2455008"/>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Kiểm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của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từng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diện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a:solidFill>
                  <a:schemeClr val="accent6">
                    <a:lumMod val="75000"/>
                  </a:schemeClr>
                </a:solidFill>
                <a:latin typeface="SamsungOne-400" panose="020B0503030303020204" pitchFamily="34" charset="0"/>
                <a:ea typeface="SamsungOne-400" panose="020B0503030303020204" pitchFamily="34" charset="0"/>
              </a:rPr>
              <a:t>id</a:t>
            </a:r>
            <a:r>
              <a:rPr lang="en-US" altLang="ko-KR" sz="1400" dirty="0">
                <a:solidFill>
                  <a:schemeClr val="tx1"/>
                </a:solidFill>
                <a:latin typeface="SamsungOne-400" panose="020B0503030303020204" pitchFamily="34" charset="0"/>
                <a:ea typeface="SamsungOne-400" panose="020B0503030303020204" pitchFamily="34" charset="0"/>
              </a:rPr>
              <a:t>.</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426719220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그룹 1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0" name="직사각형 1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1" name="직사각형 20">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13" name="직사각형 12">
            <a:extLst>
              <a:ext uri="{FF2B5EF4-FFF2-40B4-BE49-F238E27FC236}">
                <a16:creationId xmlns:a16="http://schemas.microsoft.com/office/drawing/2014/main" id="{B3C7987B-99D7-42C4-B36D-8584E3F5237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Giá trị thực bên trong là như nhau, nhưng địa chỉ được xác nhận là khác vì chúng là các đối tượng riêng biệt.</a:t>
            </a:r>
            <a:endParaRPr lang="ko-KR" altLang="en-US" sz="1400" dirty="0">
              <a:solidFill>
                <a:schemeClr val="tx1"/>
              </a:solidFill>
              <a:latin typeface="SamsungOne-400" panose="020B0503030303020204" pitchFamily="34" charset="0"/>
            </a:endParaRPr>
          </a:p>
        </p:txBody>
      </p:sp>
      <p:grpSp>
        <p:nvGrpSpPr>
          <p:cNvPr id="2" name="그룹 1">
            <a:extLst>
              <a:ext uri="{FF2B5EF4-FFF2-40B4-BE49-F238E27FC236}">
                <a16:creationId xmlns:a16="http://schemas.microsoft.com/office/drawing/2014/main" id="{71B0654C-0D99-4135-B809-458D779D22E5}"/>
              </a:ext>
            </a:extLst>
          </p:cNvPr>
          <p:cNvGrpSpPr/>
          <p:nvPr/>
        </p:nvGrpSpPr>
        <p:grpSpPr>
          <a:xfrm>
            <a:off x="558396" y="1744188"/>
            <a:ext cx="8782050" cy="3858817"/>
            <a:chOff x="558396" y="1982149"/>
            <a:chExt cx="8782050" cy="3858817"/>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1982149"/>
              <a:ext cx="8782050" cy="385881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l="9545" t="4662" r="1566" b="3062"/>
            <a:stretch/>
          </p:blipFill>
          <p:spPr>
            <a:xfrm>
              <a:off x="712182" y="2132856"/>
              <a:ext cx="8343686" cy="3600400"/>
            </a:xfrm>
            <a:prstGeom prst="rect">
              <a:avLst/>
            </a:prstGeom>
            <a:ln>
              <a:noFill/>
            </a:ln>
          </p:spPr>
        </p:pic>
        <p:sp>
          <p:nvSpPr>
            <p:cNvPr id="5" name="TextBox 4"/>
            <p:cNvSpPr txBox="1"/>
            <p:nvPr/>
          </p:nvSpPr>
          <p:spPr>
            <a:xfrm>
              <a:off x="1285828" y="3018724"/>
              <a:ext cx="1603324" cy="338554"/>
            </a:xfrm>
            <a:prstGeom prst="rect">
              <a:avLst/>
            </a:prstGeom>
            <a:solidFill>
              <a:schemeClr val="bg1"/>
            </a:solidFill>
          </p:spPr>
          <p:txBody>
            <a:bodyPr wrap="none" rtlCol="0">
              <a:spAutoFit/>
            </a:bodyPr>
            <a:lstStyle/>
            <a:p>
              <a:r>
                <a:rPr lang="en-US" sz="1600" dirty="0">
                  <a:latin typeface="SamsungOne-400" panose="020B0503030303020204" pitchFamily="34" charset="0"/>
                  <a:ea typeface="SamsungOne-400" panose="020B0503030303020204" pitchFamily="34" charset="0"/>
                </a:rPr>
                <a:t>2246716570240</a:t>
              </a:r>
            </a:p>
          </p:txBody>
        </p:sp>
        <p:sp>
          <p:nvSpPr>
            <p:cNvPr id="18" name="TextBox 17"/>
            <p:cNvSpPr txBox="1"/>
            <p:nvPr/>
          </p:nvSpPr>
          <p:spPr>
            <a:xfrm>
              <a:off x="1279003" y="4032360"/>
              <a:ext cx="1651414" cy="338554"/>
            </a:xfrm>
            <a:prstGeom prst="rect">
              <a:avLst/>
            </a:prstGeom>
            <a:solidFill>
              <a:schemeClr val="bg1"/>
            </a:solidFill>
          </p:spPr>
          <p:txBody>
            <a:bodyPr wrap="none" rtlCol="0">
              <a:spAutoFit/>
            </a:bodyPr>
            <a:lstStyle/>
            <a:p>
              <a:r>
                <a:rPr lang="en-US" sz="1600" dirty="0">
                  <a:latin typeface="SamsungOne-400" panose="020B0503030303020204" pitchFamily="34" charset="0"/>
                  <a:ea typeface="SamsungOne-400" panose="020B0503030303020204" pitchFamily="34" charset="0"/>
                </a:rPr>
                <a:t>2247660678400</a:t>
              </a:r>
            </a:p>
          </p:txBody>
        </p:sp>
        <p:sp>
          <p:nvSpPr>
            <p:cNvPr id="14" name="TextBox 13">
              <a:extLst>
                <a:ext uri="{FF2B5EF4-FFF2-40B4-BE49-F238E27FC236}">
                  <a16:creationId xmlns:a16="http://schemas.microsoft.com/office/drawing/2014/main" id="{12781011-F270-4A95-BD08-792F25F3D074}"/>
                </a:ext>
              </a:extLst>
            </p:cNvPr>
            <p:cNvSpPr txBox="1"/>
            <p:nvPr/>
          </p:nvSpPr>
          <p:spPr>
            <a:xfrm>
              <a:off x="3146141" y="3020050"/>
              <a:ext cx="540533" cy="338554"/>
            </a:xfrm>
            <a:prstGeom prst="rect">
              <a:avLst/>
            </a:prstGeom>
            <a:solidFill>
              <a:schemeClr val="bg1"/>
            </a:solidFill>
          </p:spPr>
          <p:txBody>
            <a:bodyPr wrap="none" rtlCol="0">
              <a:spAutoFit/>
            </a:bodyPr>
            <a:lstStyle/>
            <a:p>
              <a:r>
                <a:rPr lang="en-US" sz="1600" b="1" dirty="0">
                  <a:latin typeface="SamsungOne-400" panose="020B0503030303020204" pitchFamily="34" charset="0"/>
                  <a:ea typeface="SamsungOne-400" panose="020B0503030303020204" pitchFamily="34" charset="0"/>
                </a:rPr>
                <a:t>arr1</a:t>
              </a:r>
            </a:p>
          </p:txBody>
        </p:sp>
        <p:sp>
          <p:nvSpPr>
            <p:cNvPr id="15" name="TextBox 14">
              <a:extLst>
                <a:ext uri="{FF2B5EF4-FFF2-40B4-BE49-F238E27FC236}">
                  <a16:creationId xmlns:a16="http://schemas.microsoft.com/office/drawing/2014/main" id="{D55D5E47-7FBA-4118-B791-73FABC46FBCA}"/>
                </a:ext>
              </a:extLst>
            </p:cNvPr>
            <p:cNvSpPr txBox="1"/>
            <p:nvPr/>
          </p:nvSpPr>
          <p:spPr>
            <a:xfrm>
              <a:off x="3102598" y="4040197"/>
              <a:ext cx="556563" cy="338554"/>
            </a:xfrm>
            <a:prstGeom prst="rect">
              <a:avLst/>
            </a:prstGeom>
            <a:solidFill>
              <a:schemeClr val="bg1"/>
            </a:solidFill>
          </p:spPr>
          <p:txBody>
            <a:bodyPr wrap="none" rtlCol="0">
              <a:spAutoFit/>
            </a:bodyPr>
            <a:lstStyle/>
            <a:p>
              <a:r>
                <a:rPr lang="en-US" sz="1600" b="1" dirty="0">
                  <a:latin typeface="SamsungOne-400" panose="020B0503030303020204" pitchFamily="34" charset="0"/>
                  <a:ea typeface="SamsungOne-400" panose="020B0503030303020204" pitchFamily="34" charset="0"/>
                </a:rPr>
                <a:t>arr2</a:t>
              </a:r>
            </a:p>
          </p:txBody>
        </p:sp>
        <p:sp>
          <p:nvSpPr>
            <p:cNvPr id="22" name="TextBox 21">
              <a:extLst>
                <a:ext uri="{FF2B5EF4-FFF2-40B4-BE49-F238E27FC236}">
                  <a16:creationId xmlns:a16="http://schemas.microsoft.com/office/drawing/2014/main" id="{CCF935C4-26DF-4B08-BCB6-9E5192B17BCE}"/>
                </a:ext>
              </a:extLst>
            </p:cNvPr>
            <p:cNvSpPr txBox="1"/>
            <p:nvPr/>
          </p:nvSpPr>
          <p:spPr>
            <a:xfrm>
              <a:off x="5471490" y="2341853"/>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1</a:t>
              </a:r>
            </a:p>
          </p:txBody>
        </p:sp>
        <p:sp>
          <p:nvSpPr>
            <p:cNvPr id="23" name="TextBox 22">
              <a:extLst>
                <a:ext uri="{FF2B5EF4-FFF2-40B4-BE49-F238E27FC236}">
                  <a16:creationId xmlns:a16="http://schemas.microsoft.com/office/drawing/2014/main" id="{518EEE59-6678-4B28-B08F-8CC5AB9221A4}"/>
                </a:ext>
              </a:extLst>
            </p:cNvPr>
            <p:cNvSpPr txBox="1"/>
            <p:nvPr/>
          </p:nvSpPr>
          <p:spPr>
            <a:xfrm>
              <a:off x="6103540" y="2341853"/>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3</a:t>
              </a:r>
            </a:p>
          </p:txBody>
        </p:sp>
        <p:sp>
          <p:nvSpPr>
            <p:cNvPr id="24" name="TextBox 23">
              <a:extLst>
                <a:ext uri="{FF2B5EF4-FFF2-40B4-BE49-F238E27FC236}">
                  <a16:creationId xmlns:a16="http://schemas.microsoft.com/office/drawing/2014/main" id="{839D4E03-259D-43BD-A683-A4835F2C641E}"/>
                </a:ext>
              </a:extLst>
            </p:cNvPr>
            <p:cNvSpPr txBox="1"/>
            <p:nvPr/>
          </p:nvSpPr>
          <p:spPr>
            <a:xfrm>
              <a:off x="6735590" y="2341853"/>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5</a:t>
              </a:r>
            </a:p>
          </p:txBody>
        </p:sp>
        <p:sp>
          <p:nvSpPr>
            <p:cNvPr id="25" name="TextBox 24">
              <a:extLst>
                <a:ext uri="{FF2B5EF4-FFF2-40B4-BE49-F238E27FC236}">
                  <a16:creationId xmlns:a16="http://schemas.microsoft.com/office/drawing/2014/main" id="{385E44E5-D1EF-4168-A090-1202965B213A}"/>
                </a:ext>
              </a:extLst>
            </p:cNvPr>
            <p:cNvSpPr txBox="1"/>
            <p:nvPr/>
          </p:nvSpPr>
          <p:spPr>
            <a:xfrm>
              <a:off x="7365226" y="2341853"/>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7</a:t>
              </a:r>
            </a:p>
          </p:txBody>
        </p:sp>
        <p:sp>
          <p:nvSpPr>
            <p:cNvPr id="26" name="TextBox 25">
              <a:extLst>
                <a:ext uri="{FF2B5EF4-FFF2-40B4-BE49-F238E27FC236}">
                  <a16:creationId xmlns:a16="http://schemas.microsoft.com/office/drawing/2014/main" id="{F0752BFE-F0C5-4B62-A52E-D1C7284652A6}"/>
                </a:ext>
              </a:extLst>
            </p:cNvPr>
            <p:cNvSpPr txBox="1"/>
            <p:nvPr/>
          </p:nvSpPr>
          <p:spPr>
            <a:xfrm>
              <a:off x="7994862" y="2341853"/>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9</a:t>
              </a:r>
            </a:p>
          </p:txBody>
        </p:sp>
        <p:sp>
          <p:nvSpPr>
            <p:cNvPr id="30" name="TextBox 29">
              <a:extLst>
                <a:ext uri="{FF2B5EF4-FFF2-40B4-BE49-F238E27FC236}">
                  <a16:creationId xmlns:a16="http://schemas.microsoft.com/office/drawing/2014/main" id="{F0CCD057-2C4D-42EC-B6D7-D68B24031467}"/>
                </a:ext>
              </a:extLst>
            </p:cNvPr>
            <p:cNvSpPr txBox="1"/>
            <p:nvPr/>
          </p:nvSpPr>
          <p:spPr>
            <a:xfrm>
              <a:off x="5469057" y="4051022"/>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1</a:t>
              </a:r>
            </a:p>
          </p:txBody>
        </p:sp>
        <p:sp>
          <p:nvSpPr>
            <p:cNvPr id="31" name="TextBox 30">
              <a:extLst>
                <a:ext uri="{FF2B5EF4-FFF2-40B4-BE49-F238E27FC236}">
                  <a16:creationId xmlns:a16="http://schemas.microsoft.com/office/drawing/2014/main" id="{19C9487C-267B-4C30-A37A-8647C1AAD87C}"/>
                </a:ext>
              </a:extLst>
            </p:cNvPr>
            <p:cNvSpPr txBox="1"/>
            <p:nvPr/>
          </p:nvSpPr>
          <p:spPr>
            <a:xfrm>
              <a:off x="6101107" y="4051022"/>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3</a:t>
              </a:r>
            </a:p>
          </p:txBody>
        </p:sp>
        <p:sp>
          <p:nvSpPr>
            <p:cNvPr id="32" name="TextBox 31">
              <a:extLst>
                <a:ext uri="{FF2B5EF4-FFF2-40B4-BE49-F238E27FC236}">
                  <a16:creationId xmlns:a16="http://schemas.microsoft.com/office/drawing/2014/main" id="{C6449723-44F8-483D-BD67-AC739B8B793B}"/>
                </a:ext>
              </a:extLst>
            </p:cNvPr>
            <p:cNvSpPr txBox="1"/>
            <p:nvPr/>
          </p:nvSpPr>
          <p:spPr>
            <a:xfrm>
              <a:off x="6733157" y="4051022"/>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5</a:t>
              </a:r>
            </a:p>
          </p:txBody>
        </p:sp>
        <p:sp>
          <p:nvSpPr>
            <p:cNvPr id="33" name="TextBox 32">
              <a:extLst>
                <a:ext uri="{FF2B5EF4-FFF2-40B4-BE49-F238E27FC236}">
                  <a16:creationId xmlns:a16="http://schemas.microsoft.com/office/drawing/2014/main" id="{8E7A05A5-CBC7-42F9-99C4-D68B52A36C21}"/>
                </a:ext>
              </a:extLst>
            </p:cNvPr>
            <p:cNvSpPr txBox="1"/>
            <p:nvPr/>
          </p:nvSpPr>
          <p:spPr>
            <a:xfrm>
              <a:off x="7362793" y="4051022"/>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7</a:t>
              </a:r>
            </a:p>
          </p:txBody>
        </p:sp>
        <p:sp>
          <p:nvSpPr>
            <p:cNvPr id="34" name="TextBox 33">
              <a:extLst>
                <a:ext uri="{FF2B5EF4-FFF2-40B4-BE49-F238E27FC236}">
                  <a16:creationId xmlns:a16="http://schemas.microsoft.com/office/drawing/2014/main" id="{BC5E8DF9-ACE8-4E4D-B9F3-230BEC364AB1}"/>
                </a:ext>
              </a:extLst>
            </p:cNvPr>
            <p:cNvSpPr txBox="1"/>
            <p:nvPr/>
          </p:nvSpPr>
          <p:spPr>
            <a:xfrm>
              <a:off x="7992429" y="4051022"/>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9</a:t>
              </a:r>
            </a:p>
          </p:txBody>
        </p:sp>
      </p:grpSp>
    </p:spTree>
    <p:extLst>
      <p:ext uri="{BB962C8B-B14F-4D97-AF65-F5344CB8AC3E}">
        <p14:creationId xmlns:p14="http://schemas.microsoft.com/office/powerpoint/2010/main" val="108853530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614F86B1-AF15-4835-BB50-BBA1600CBB8C}"/>
              </a:ext>
            </a:extLst>
          </p:cNvPr>
          <p:cNvGrpSpPr/>
          <p:nvPr/>
        </p:nvGrpSpPr>
        <p:grpSpPr>
          <a:xfrm>
            <a:off x="558396" y="2204864"/>
            <a:ext cx="8782050" cy="1656184"/>
            <a:chOff x="558396" y="1844824"/>
            <a:chExt cx="8782050" cy="1656184"/>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1844824"/>
              <a:ext cx="8782050" cy="165618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2001" r="16195"/>
            <a:stretch/>
          </p:blipFill>
          <p:spPr>
            <a:xfrm>
              <a:off x="625149" y="1928378"/>
              <a:ext cx="8714545" cy="1486626"/>
            </a:xfrm>
            <a:prstGeom prst="rect">
              <a:avLst/>
            </a:prstGeom>
          </p:spPr>
        </p:pic>
      </p:grpSp>
      <p:grpSp>
        <p:nvGrpSpPr>
          <p:cNvPr id="14" name="그룹 13">
            <a:extLst>
              <a:ext uri="{FF2B5EF4-FFF2-40B4-BE49-F238E27FC236}">
                <a16:creationId xmlns:a16="http://schemas.microsoft.com/office/drawing/2014/main" id="{2DD374C3-05CB-48D7-A1D6-6E076A1FC74E}"/>
              </a:ext>
            </a:extLst>
          </p:cNvPr>
          <p:cNvGrpSpPr/>
          <p:nvPr/>
        </p:nvGrpSpPr>
        <p:grpSpPr>
          <a:xfrm>
            <a:off x="557644" y="3942387"/>
            <a:ext cx="8782050" cy="720080"/>
            <a:chOff x="568325" y="5114924"/>
            <a:chExt cx="8782050" cy="744077"/>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74407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7" name="그룹 16">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0"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9</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9" name="TextBox 18">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Sau khi gán các giá trị địa chỉ, chúng ta có thể thấy rằng các giá trị địa chỉ là như nhau.</a:t>
              </a:r>
              <a:endParaRPr lang="ko-KR" altLang="en-US" sz="1300" dirty="0">
                <a:solidFill>
                  <a:prstClr val="black">
                    <a:lumMod val="85000"/>
                    <a:lumOff val="15000"/>
                  </a:prstClr>
                </a:solidFill>
                <a:latin typeface="SamsungOne-400" panose="020B0503030303020204" pitchFamily="34" charset="0"/>
              </a:endParaRPr>
            </a:p>
          </p:txBody>
        </p:sp>
      </p:grpSp>
      <p:grpSp>
        <p:nvGrpSpPr>
          <p:cNvPr id="26" name="그룹 25">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30" name="직사각형 2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31" name="직사각형 30">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18" name="직사각형 17">
            <a:extLst>
              <a:ext uri="{FF2B5EF4-FFF2-40B4-BE49-F238E27FC236}">
                <a16:creationId xmlns:a16="http://schemas.microsoft.com/office/drawing/2014/main" id="{423D71B5-CAB5-4343-86D7-DA513655336C}"/>
              </a:ext>
            </a:extLst>
          </p:cNvPr>
          <p:cNvSpPr/>
          <p:nvPr/>
        </p:nvSpPr>
        <p:spPr>
          <a:xfrm>
            <a:off x="580388" y="1413381"/>
            <a:ext cx="8887612" cy="5591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Trong Python,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ký</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hiệu</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là</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toán</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tử</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gán</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để</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gán</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trị</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địa</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a:t>
            </a:r>
            <a:endParaRPr lang="en-US" altLang="ko-KR" sz="1400" dirty="0">
              <a:solidFill>
                <a:schemeClr val="tx1"/>
              </a:solidFill>
              <a:latin typeface="SamsungOne-400" panose="020B0503030303020204" pitchFamily="34" charset="0"/>
              <a:ea typeface="SamsungOne-400" panose="020B0503030303020204" pitchFamily="34" charset="0"/>
            </a:endParaRPr>
          </a:p>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Hãy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arr1 </a:t>
            </a:r>
            <a:r>
              <a:rPr lang="en-US" altLang="ko-KR" sz="1400" dirty="0" err="1">
                <a:solidFill>
                  <a:schemeClr val="tx1"/>
                </a:solidFill>
                <a:latin typeface="SamsungOne-400" panose="020B0503030303020204" pitchFamily="34" charset="0"/>
                <a:ea typeface="SamsungOne-400" panose="020B0503030303020204" pitchFamily="34" charset="0"/>
              </a:rPr>
              <a:t>cho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arr3.</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160423925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 name="그룹 34">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36" name="직사각형 3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37" name="직사각형 3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15" name="직사각형 14">
            <a:extLst>
              <a:ext uri="{FF2B5EF4-FFF2-40B4-BE49-F238E27FC236}">
                <a16:creationId xmlns:a16="http://schemas.microsoft.com/office/drawing/2014/main" id="{9BA04E42-C308-4CB8-AAD7-7F371DE293F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Chúng ta có thể thấy rằng các giá trị địa chỉ là như nhau.</a:t>
            </a:r>
            <a:endParaRPr lang="ko-KR" altLang="en-US" sz="1400" dirty="0">
              <a:solidFill>
                <a:schemeClr val="tx1"/>
              </a:solidFill>
              <a:latin typeface="SamsungOne-400" panose="020B0503030303020204" pitchFamily="34" charset="0"/>
            </a:endParaRPr>
          </a:p>
        </p:txBody>
      </p:sp>
      <p:grpSp>
        <p:nvGrpSpPr>
          <p:cNvPr id="5" name="그룹 4">
            <a:extLst>
              <a:ext uri="{FF2B5EF4-FFF2-40B4-BE49-F238E27FC236}">
                <a16:creationId xmlns:a16="http://schemas.microsoft.com/office/drawing/2014/main" id="{9B82C6F5-C261-4A5A-B3F5-54D78F839938}"/>
              </a:ext>
            </a:extLst>
          </p:cNvPr>
          <p:cNvGrpSpPr/>
          <p:nvPr/>
        </p:nvGrpSpPr>
        <p:grpSpPr>
          <a:xfrm>
            <a:off x="558396" y="1735492"/>
            <a:ext cx="8782050" cy="4024131"/>
            <a:chOff x="558396" y="1844824"/>
            <a:chExt cx="8782050" cy="4024131"/>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1844824"/>
              <a:ext cx="8782050" cy="402413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9341" r="4855"/>
            <a:stretch/>
          </p:blipFill>
          <p:spPr>
            <a:xfrm>
              <a:off x="702940" y="1988840"/>
              <a:ext cx="8496944" cy="3835497"/>
            </a:xfrm>
            <a:prstGeom prst="rect">
              <a:avLst/>
            </a:prstGeom>
          </p:spPr>
        </p:pic>
        <p:sp>
          <p:nvSpPr>
            <p:cNvPr id="18" name="TextBox 17"/>
            <p:cNvSpPr txBox="1"/>
            <p:nvPr/>
          </p:nvSpPr>
          <p:spPr>
            <a:xfrm>
              <a:off x="1121340" y="2911296"/>
              <a:ext cx="1644589" cy="338554"/>
            </a:xfrm>
            <a:prstGeom prst="rect">
              <a:avLst/>
            </a:prstGeom>
            <a:solidFill>
              <a:schemeClr val="bg1"/>
            </a:solidFill>
          </p:spPr>
          <p:txBody>
            <a:bodyPr wrap="square" rtlCol="0">
              <a:spAutoFit/>
            </a:bodyPr>
            <a:lstStyle/>
            <a:p>
              <a:r>
                <a:rPr lang="en-US" sz="1600" dirty="0">
                  <a:latin typeface="SamsungOne-400" panose="020B0503030303020204" pitchFamily="34" charset="0"/>
                  <a:ea typeface="SamsungOne-400" panose="020B0503030303020204" pitchFamily="34" charset="0"/>
                </a:rPr>
                <a:t>2246716570240</a:t>
              </a:r>
            </a:p>
          </p:txBody>
        </p:sp>
        <p:sp>
          <p:nvSpPr>
            <p:cNvPr id="26" name="TextBox 25"/>
            <p:cNvSpPr txBox="1"/>
            <p:nvPr/>
          </p:nvSpPr>
          <p:spPr>
            <a:xfrm>
              <a:off x="1114516" y="3924932"/>
              <a:ext cx="1651414" cy="338554"/>
            </a:xfrm>
            <a:prstGeom prst="rect">
              <a:avLst/>
            </a:prstGeom>
            <a:solidFill>
              <a:schemeClr val="bg1"/>
            </a:solidFill>
          </p:spPr>
          <p:txBody>
            <a:bodyPr wrap="none" rtlCol="0">
              <a:spAutoFit/>
            </a:bodyPr>
            <a:lstStyle/>
            <a:p>
              <a:r>
                <a:rPr lang="en-US" sz="1600" dirty="0">
                  <a:latin typeface="SamsungOne-400" panose="020B0503030303020204" pitchFamily="34" charset="0"/>
                  <a:ea typeface="SamsungOne-400" panose="020B0503030303020204" pitchFamily="34" charset="0"/>
                </a:rPr>
                <a:t>2247660678400</a:t>
              </a:r>
            </a:p>
          </p:txBody>
        </p:sp>
        <p:sp>
          <p:nvSpPr>
            <p:cNvPr id="30" name="TextBox 29"/>
            <p:cNvSpPr txBox="1"/>
            <p:nvPr/>
          </p:nvSpPr>
          <p:spPr>
            <a:xfrm>
              <a:off x="1117928" y="5016665"/>
              <a:ext cx="1644589" cy="338554"/>
            </a:xfrm>
            <a:prstGeom prst="rect">
              <a:avLst/>
            </a:prstGeom>
            <a:solidFill>
              <a:schemeClr val="bg1"/>
            </a:solidFill>
          </p:spPr>
          <p:txBody>
            <a:bodyPr wrap="square" rtlCol="0">
              <a:spAutoFit/>
            </a:bodyPr>
            <a:lstStyle/>
            <a:p>
              <a:r>
                <a:rPr lang="en-US" sz="1600" dirty="0">
                  <a:latin typeface="SamsungOne-400" panose="020B0503030303020204" pitchFamily="34" charset="0"/>
                  <a:ea typeface="SamsungOne-400" panose="020B0503030303020204" pitchFamily="34" charset="0"/>
                </a:rPr>
                <a:t>2246716570240</a:t>
              </a:r>
            </a:p>
          </p:txBody>
        </p:sp>
        <p:sp>
          <p:nvSpPr>
            <p:cNvPr id="4" name="직사각형 3"/>
            <p:cNvSpPr/>
            <p:nvPr/>
          </p:nvSpPr>
          <p:spPr>
            <a:xfrm>
              <a:off x="3007196" y="4941168"/>
              <a:ext cx="504056" cy="4140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TextBox 30"/>
            <p:cNvSpPr txBox="1"/>
            <p:nvPr/>
          </p:nvSpPr>
          <p:spPr>
            <a:xfrm>
              <a:off x="2924289" y="4982545"/>
              <a:ext cx="1644589" cy="400110"/>
            </a:xfrm>
            <a:prstGeom prst="rect">
              <a:avLst/>
            </a:prstGeom>
            <a:noFill/>
          </p:spPr>
          <p:txBody>
            <a:bodyPr wrap="square" rtlCol="0">
              <a:spAutoFit/>
            </a:bodyPr>
            <a:lstStyle/>
            <a:p>
              <a:r>
                <a:rPr lang="en-US" altLang="ko-KR" sz="2000" dirty="0">
                  <a:ea typeface="SamsungOne-400" panose="020B0503030303020204" pitchFamily="34" charset="0"/>
                </a:rPr>
                <a:t>arr3</a:t>
              </a:r>
              <a:endParaRPr lang="en-US" sz="2000" dirty="0">
                <a:ea typeface="SamsungOne-400" panose="020B0503030303020204" pitchFamily="34" charset="0"/>
              </a:endParaRPr>
            </a:p>
          </p:txBody>
        </p:sp>
        <p:sp>
          <p:nvSpPr>
            <p:cNvPr id="16" name="TextBox 15">
              <a:extLst>
                <a:ext uri="{FF2B5EF4-FFF2-40B4-BE49-F238E27FC236}">
                  <a16:creationId xmlns:a16="http://schemas.microsoft.com/office/drawing/2014/main" id="{87287275-1F12-4E27-A770-1A50126AC725}"/>
                </a:ext>
              </a:extLst>
            </p:cNvPr>
            <p:cNvSpPr txBox="1"/>
            <p:nvPr/>
          </p:nvSpPr>
          <p:spPr>
            <a:xfrm>
              <a:off x="2991477" y="2911296"/>
              <a:ext cx="556563" cy="338554"/>
            </a:xfrm>
            <a:prstGeom prst="rect">
              <a:avLst/>
            </a:prstGeom>
            <a:solidFill>
              <a:schemeClr val="bg1"/>
            </a:solidFill>
          </p:spPr>
          <p:txBody>
            <a:bodyPr wrap="none" rtlCol="0">
              <a:spAutoFit/>
            </a:bodyPr>
            <a:lstStyle/>
            <a:p>
              <a:r>
                <a:rPr lang="en-US" sz="1600" b="1" dirty="0">
                  <a:latin typeface="SamsungOne-400" panose="020B0503030303020204" pitchFamily="34" charset="0"/>
                  <a:ea typeface="SamsungOne-400" panose="020B0503030303020204" pitchFamily="34" charset="0"/>
                </a:rPr>
                <a:t>arr1</a:t>
              </a:r>
            </a:p>
          </p:txBody>
        </p:sp>
        <p:sp>
          <p:nvSpPr>
            <p:cNvPr id="17" name="TextBox 16">
              <a:extLst>
                <a:ext uri="{FF2B5EF4-FFF2-40B4-BE49-F238E27FC236}">
                  <a16:creationId xmlns:a16="http://schemas.microsoft.com/office/drawing/2014/main" id="{8C828C8A-D130-4773-968B-113CF96DED7B}"/>
                </a:ext>
              </a:extLst>
            </p:cNvPr>
            <p:cNvSpPr txBox="1"/>
            <p:nvPr/>
          </p:nvSpPr>
          <p:spPr>
            <a:xfrm>
              <a:off x="3009556" y="3964773"/>
              <a:ext cx="424110" cy="271325"/>
            </a:xfrm>
            <a:prstGeom prst="rect">
              <a:avLst/>
            </a:prstGeom>
            <a:solidFill>
              <a:schemeClr val="bg1"/>
            </a:solidFill>
          </p:spPr>
          <p:txBody>
            <a:bodyPr wrap="square" lIns="0" rIns="0" rtlCol="0">
              <a:noAutofit/>
            </a:bodyPr>
            <a:lstStyle/>
            <a:p>
              <a:pPr algn="ctr"/>
              <a:r>
                <a:rPr lang="en-US" sz="1600" b="1" dirty="0">
                  <a:latin typeface="SamsungOne-400" panose="020B0503030303020204" pitchFamily="34" charset="0"/>
                  <a:ea typeface="SamsungOne-400" panose="020B0503030303020204" pitchFamily="34" charset="0"/>
                </a:rPr>
                <a:t>arr2</a:t>
              </a:r>
            </a:p>
          </p:txBody>
        </p:sp>
        <p:sp>
          <p:nvSpPr>
            <p:cNvPr id="19" name="TextBox 18">
              <a:extLst>
                <a:ext uri="{FF2B5EF4-FFF2-40B4-BE49-F238E27FC236}">
                  <a16:creationId xmlns:a16="http://schemas.microsoft.com/office/drawing/2014/main" id="{D1A4B451-2953-4272-958E-3641E24D6C88}"/>
                </a:ext>
              </a:extLst>
            </p:cNvPr>
            <p:cNvSpPr txBox="1"/>
            <p:nvPr/>
          </p:nvSpPr>
          <p:spPr>
            <a:xfrm>
              <a:off x="3009556" y="5050347"/>
              <a:ext cx="424110" cy="271325"/>
            </a:xfrm>
            <a:prstGeom prst="rect">
              <a:avLst/>
            </a:prstGeom>
            <a:solidFill>
              <a:schemeClr val="bg1"/>
            </a:solidFill>
          </p:spPr>
          <p:txBody>
            <a:bodyPr wrap="square" lIns="0" rIns="0" rtlCol="0">
              <a:noAutofit/>
            </a:bodyPr>
            <a:lstStyle/>
            <a:p>
              <a:pPr algn="ctr"/>
              <a:r>
                <a:rPr lang="en-US" sz="1600" b="1" dirty="0">
                  <a:latin typeface="SamsungOne-400" panose="020B0503030303020204" pitchFamily="34" charset="0"/>
                  <a:ea typeface="SamsungOne-400" panose="020B0503030303020204" pitchFamily="34" charset="0"/>
                </a:rPr>
                <a:t>arr3</a:t>
              </a:r>
            </a:p>
          </p:txBody>
        </p:sp>
        <p:grpSp>
          <p:nvGrpSpPr>
            <p:cNvPr id="2" name="그룹 1">
              <a:extLst>
                <a:ext uri="{FF2B5EF4-FFF2-40B4-BE49-F238E27FC236}">
                  <a16:creationId xmlns:a16="http://schemas.microsoft.com/office/drawing/2014/main" id="{3FF25FD9-1216-4577-A400-425C9FA5DB1F}"/>
                </a:ext>
              </a:extLst>
            </p:cNvPr>
            <p:cNvGrpSpPr/>
            <p:nvPr/>
          </p:nvGrpSpPr>
          <p:grpSpPr>
            <a:xfrm>
              <a:off x="5471490" y="2206529"/>
              <a:ext cx="2827529" cy="200738"/>
              <a:chOff x="5471490" y="2103892"/>
              <a:chExt cx="2827529" cy="200738"/>
            </a:xfrm>
          </p:grpSpPr>
          <p:sp>
            <p:nvSpPr>
              <p:cNvPr id="20" name="TextBox 19">
                <a:extLst>
                  <a:ext uri="{FF2B5EF4-FFF2-40B4-BE49-F238E27FC236}">
                    <a16:creationId xmlns:a16="http://schemas.microsoft.com/office/drawing/2014/main" id="{CC0218CB-5951-46EC-ABDE-12E75A2CC60C}"/>
                  </a:ext>
                </a:extLst>
              </p:cNvPr>
              <p:cNvSpPr txBox="1"/>
              <p:nvPr/>
            </p:nvSpPr>
            <p:spPr>
              <a:xfrm>
                <a:off x="5471490" y="2103892"/>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1</a:t>
                </a:r>
              </a:p>
            </p:txBody>
          </p:sp>
          <p:sp>
            <p:nvSpPr>
              <p:cNvPr id="21" name="TextBox 20">
                <a:extLst>
                  <a:ext uri="{FF2B5EF4-FFF2-40B4-BE49-F238E27FC236}">
                    <a16:creationId xmlns:a16="http://schemas.microsoft.com/office/drawing/2014/main" id="{705DBFD6-637F-4A6A-8F71-D45B365C5132}"/>
                  </a:ext>
                </a:extLst>
              </p:cNvPr>
              <p:cNvSpPr txBox="1"/>
              <p:nvPr/>
            </p:nvSpPr>
            <p:spPr>
              <a:xfrm>
                <a:off x="6103540" y="2103892"/>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3</a:t>
                </a:r>
              </a:p>
            </p:txBody>
          </p:sp>
          <p:sp>
            <p:nvSpPr>
              <p:cNvPr id="22" name="TextBox 21">
                <a:extLst>
                  <a:ext uri="{FF2B5EF4-FFF2-40B4-BE49-F238E27FC236}">
                    <a16:creationId xmlns:a16="http://schemas.microsoft.com/office/drawing/2014/main" id="{8EBD9543-02DA-4E9E-B90B-6630546F6E62}"/>
                  </a:ext>
                </a:extLst>
              </p:cNvPr>
              <p:cNvSpPr txBox="1"/>
              <p:nvPr/>
            </p:nvSpPr>
            <p:spPr>
              <a:xfrm>
                <a:off x="6735590" y="2103892"/>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5</a:t>
                </a:r>
              </a:p>
            </p:txBody>
          </p:sp>
          <p:sp>
            <p:nvSpPr>
              <p:cNvPr id="23" name="TextBox 22">
                <a:extLst>
                  <a:ext uri="{FF2B5EF4-FFF2-40B4-BE49-F238E27FC236}">
                    <a16:creationId xmlns:a16="http://schemas.microsoft.com/office/drawing/2014/main" id="{7D6CB1B8-9AB0-42D6-8305-DA9F5D226ABB}"/>
                  </a:ext>
                </a:extLst>
              </p:cNvPr>
              <p:cNvSpPr txBox="1"/>
              <p:nvPr/>
            </p:nvSpPr>
            <p:spPr>
              <a:xfrm>
                <a:off x="7365226" y="2103892"/>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7</a:t>
                </a:r>
              </a:p>
            </p:txBody>
          </p:sp>
          <p:sp>
            <p:nvSpPr>
              <p:cNvPr id="24" name="TextBox 23">
                <a:extLst>
                  <a:ext uri="{FF2B5EF4-FFF2-40B4-BE49-F238E27FC236}">
                    <a16:creationId xmlns:a16="http://schemas.microsoft.com/office/drawing/2014/main" id="{E3B43E09-816E-4DC7-A796-85650EDA8226}"/>
                  </a:ext>
                </a:extLst>
              </p:cNvPr>
              <p:cNvSpPr txBox="1"/>
              <p:nvPr/>
            </p:nvSpPr>
            <p:spPr>
              <a:xfrm>
                <a:off x="7994862" y="2103892"/>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9</a:t>
                </a:r>
              </a:p>
            </p:txBody>
          </p:sp>
        </p:grpSp>
        <p:grpSp>
          <p:nvGrpSpPr>
            <p:cNvPr id="25" name="그룹 24">
              <a:extLst>
                <a:ext uri="{FF2B5EF4-FFF2-40B4-BE49-F238E27FC236}">
                  <a16:creationId xmlns:a16="http://schemas.microsoft.com/office/drawing/2014/main" id="{E8CFEDC8-ACC7-4FF2-9860-E94A9E8E3B1B}"/>
                </a:ext>
              </a:extLst>
            </p:cNvPr>
            <p:cNvGrpSpPr/>
            <p:nvPr/>
          </p:nvGrpSpPr>
          <p:grpSpPr>
            <a:xfrm>
              <a:off x="5473903" y="3960813"/>
              <a:ext cx="2827529" cy="200738"/>
              <a:chOff x="5471490" y="2103892"/>
              <a:chExt cx="2827529" cy="200738"/>
            </a:xfrm>
          </p:grpSpPr>
          <p:sp>
            <p:nvSpPr>
              <p:cNvPr id="27" name="TextBox 26">
                <a:extLst>
                  <a:ext uri="{FF2B5EF4-FFF2-40B4-BE49-F238E27FC236}">
                    <a16:creationId xmlns:a16="http://schemas.microsoft.com/office/drawing/2014/main" id="{45814D99-D49A-4DF8-99AA-D209911353BD}"/>
                  </a:ext>
                </a:extLst>
              </p:cNvPr>
              <p:cNvSpPr txBox="1"/>
              <p:nvPr/>
            </p:nvSpPr>
            <p:spPr>
              <a:xfrm>
                <a:off x="5471490" y="2103892"/>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1</a:t>
                </a:r>
              </a:p>
            </p:txBody>
          </p:sp>
          <p:sp>
            <p:nvSpPr>
              <p:cNvPr id="28" name="TextBox 27">
                <a:extLst>
                  <a:ext uri="{FF2B5EF4-FFF2-40B4-BE49-F238E27FC236}">
                    <a16:creationId xmlns:a16="http://schemas.microsoft.com/office/drawing/2014/main" id="{B66BC6E7-27E8-4853-8629-B8E7DBC06C02}"/>
                  </a:ext>
                </a:extLst>
              </p:cNvPr>
              <p:cNvSpPr txBox="1"/>
              <p:nvPr/>
            </p:nvSpPr>
            <p:spPr>
              <a:xfrm>
                <a:off x="6103540" y="2103892"/>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3</a:t>
                </a:r>
              </a:p>
            </p:txBody>
          </p:sp>
          <p:sp>
            <p:nvSpPr>
              <p:cNvPr id="29" name="TextBox 28">
                <a:extLst>
                  <a:ext uri="{FF2B5EF4-FFF2-40B4-BE49-F238E27FC236}">
                    <a16:creationId xmlns:a16="http://schemas.microsoft.com/office/drawing/2014/main" id="{5ACAB9F2-4327-4D60-843D-954EE2682D9F}"/>
                  </a:ext>
                </a:extLst>
              </p:cNvPr>
              <p:cNvSpPr txBox="1"/>
              <p:nvPr/>
            </p:nvSpPr>
            <p:spPr>
              <a:xfrm>
                <a:off x="6735590" y="2103892"/>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5</a:t>
                </a:r>
              </a:p>
            </p:txBody>
          </p:sp>
          <p:sp>
            <p:nvSpPr>
              <p:cNvPr id="38" name="TextBox 37">
                <a:extLst>
                  <a:ext uri="{FF2B5EF4-FFF2-40B4-BE49-F238E27FC236}">
                    <a16:creationId xmlns:a16="http://schemas.microsoft.com/office/drawing/2014/main" id="{235D65D4-554E-42FC-AA46-C5467274A041}"/>
                  </a:ext>
                </a:extLst>
              </p:cNvPr>
              <p:cNvSpPr txBox="1"/>
              <p:nvPr/>
            </p:nvSpPr>
            <p:spPr>
              <a:xfrm>
                <a:off x="7365226" y="2103892"/>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7</a:t>
                </a:r>
              </a:p>
            </p:txBody>
          </p:sp>
          <p:sp>
            <p:nvSpPr>
              <p:cNvPr id="39" name="TextBox 38">
                <a:extLst>
                  <a:ext uri="{FF2B5EF4-FFF2-40B4-BE49-F238E27FC236}">
                    <a16:creationId xmlns:a16="http://schemas.microsoft.com/office/drawing/2014/main" id="{1937411F-9B25-48DF-A21A-DDE018F0D776}"/>
                  </a:ext>
                </a:extLst>
              </p:cNvPr>
              <p:cNvSpPr txBox="1"/>
              <p:nvPr/>
            </p:nvSpPr>
            <p:spPr>
              <a:xfrm>
                <a:off x="7994862" y="2103892"/>
                <a:ext cx="304157" cy="200738"/>
              </a:xfrm>
              <a:prstGeom prst="rect">
                <a:avLst/>
              </a:prstGeom>
              <a:solidFill>
                <a:schemeClr val="bg1"/>
              </a:solidFill>
            </p:spPr>
            <p:txBody>
              <a:bodyPr wrap="none" lIns="0" tIns="0" rIns="0" bIns="0" rtlCol="0">
                <a:noAutofit/>
              </a:bodyPr>
              <a:lstStyle/>
              <a:p>
                <a:pPr algn="ctr"/>
                <a:r>
                  <a:rPr lang="en-US" sz="1600" b="1" dirty="0">
                    <a:latin typeface="SamsungOne-400" panose="020B0503030303020204" pitchFamily="34" charset="0"/>
                    <a:ea typeface="SamsungOne-400" panose="020B0503030303020204" pitchFamily="34" charset="0"/>
                  </a:rPr>
                  <a:t>9</a:t>
                </a:r>
              </a:p>
            </p:txBody>
          </p:sp>
        </p:grpSp>
      </p:grpSp>
    </p:spTree>
    <p:extLst>
      <p:ext uri="{BB962C8B-B14F-4D97-AF65-F5344CB8AC3E}">
        <p14:creationId xmlns:p14="http://schemas.microsoft.com/office/powerpoint/2010/main" val="316368991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FBD36A14-2E5A-4601-AD27-86DF052F41D1}"/>
              </a:ext>
            </a:extLst>
          </p:cNvPr>
          <p:cNvGrpSpPr/>
          <p:nvPr/>
        </p:nvGrpSpPr>
        <p:grpSpPr>
          <a:xfrm>
            <a:off x="558396" y="1747463"/>
            <a:ext cx="8782050" cy="1296144"/>
            <a:chOff x="558396" y="1844824"/>
            <a:chExt cx="8782050" cy="1296144"/>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1844824"/>
              <a:ext cx="8782050" cy="129614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383" r="22126"/>
            <a:stretch/>
          </p:blipFill>
          <p:spPr>
            <a:xfrm>
              <a:off x="643811" y="1911795"/>
              <a:ext cx="8695355" cy="1170709"/>
            </a:xfrm>
            <a:prstGeom prst="rect">
              <a:avLst/>
            </a:prstGeom>
          </p:spPr>
        </p:pic>
      </p:grpSp>
      <p:grpSp>
        <p:nvGrpSpPr>
          <p:cNvPr id="6" name="그룹 5">
            <a:extLst>
              <a:ext uri="{FF2B5EF4-FFF2-40B4-BE49-F238E27FC236}">
                <a16:creationId xmlns:a16="http://schemas.microsoft.com/office/drawing/2014/main" id="{DE835C0B-9ED3-47E8-929A-3E01C12FCAB5}"/>
              </a:ext>
            </a:extLst>
          </p:cNvPr>
          <p:cNvGrpSpPr/>
          <p:nvPr/>
        </p:nvGrpSpPr>
        <p:grpSpPr>
          <a:xfrm>
            <a:off x="558396" y="3632909"/>
            <a:ext cx="8782050" cy="864096"/>
            <a:chOff x="558396" y="3700854"/>
            <a:chExt cx="8782050" cy="864096"/>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396" y="3700854"/>
              <a:ext cx="8782050" cy="86409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5" name="그림 4"/>
            <p:cNvPicPr>
              <a:picLocks noChangeAspect="1"/>
            </p:cNvPicPr>
            <p:nvPr/>
          </p:nvPicPr>
          <p:blipFill rotWithShape="1">
            <a:blip r:embed="rId4"/>
            <a:srcRect l="1303" t="7079" r="26056"/>
            <a:stretch/>
          </p:blipFill>
          <p:spPr>
            <a:xfrm>
              <a:off x="625151" y="3788227"/>
              <a:ext cx="8714015" cy="740345"/>
            </a:xfrm>
            <a:prstGeom prst="rect">
              <a:avLst/>
            </a:prstGeom>
          </p:spPr>
        </p:pic>
      </p:grpSp>
      <p:grpSp>
        <p:nvGrpSpPr>
          <p:cNvPr id="22" name="그룹 21">
            <a:extLst>
              <a:ext uri="{FF2B5EF4-FFF2-40B4-BE49-F238E27FC236}">
                <a16:creationId xmlns:a16="http://schemas.microsoft.com/office/drawing/2014/main" id="{2DD374C3-05CB-48D7-A1D6-6E076A1FC74E}"/>
              </a:ext>
            </a:extLst>
          </p:cNvPr>
          <p:cNvGrpSpPr/>
          <p:nvPr/>
        </p:nvGrpSpPr>
        <p:grpSpPr>
          <a:xfrm>
            <a:off x="557116" y="4581128"/>
            <a:ext cx="8782050" cy="720080"/>
            <a:chOff x="568325" y="5114924"/>
            <a:chExt cx="8782050" cy="744077"/>
          </a:xfrm>
        </p:grpSpPr>
        <p:sp>
          <p:nvSpPr>
            <p:cNvPr id="27"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74407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8" name="그룹 27">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3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6" name="TextBox 35">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9" name="TextBox 28">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Vì chỉ có giá trị được sao chép nên bạn có thể thấy rằng địa chỉ là khác.</a:t>
              </a:r>
              <a:endParaRPr lang="ko-KR" altLang="en-US" sz="1300" dirty="0">
                <a:solidFill>
                  <a:prstClr val="black">
                    <a:lumMod val="85000"/>
                    <a:lumOff val="15000"/>
                  </a:prstClr>
                </a:solidFill>
                <a:latin typeface="SamsungOne-400" panose="020B0503030303020204" pitchFamily="34" charset="0"/>
              </a:endParaRPr>
            </a:p>
          </p:txBody>
        </p:sp>
      </p:grpSp>
      <p:grpSp>
        <p:nvGrpSpPr>
          <p:cNvPr id="37" name="그룹 36">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38" name="직사각형 3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39" name="직사각형 3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23" name="직사각형 22">
            <a:extLst>
              <a:ext uri="{FF2B5EF4-FFF2-40B4-BE49-F238E27FC236}">
                <a16:creationId xmlns:a16="http://schemas.microsoft.com/office/drawing/2014/main" id="{C86CA309-EBBB-4E14-93A8-215E2AC24AF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en-US" altLang="ko-KR" sz="1400" dirty="0" err="1">
                <a:solidFill>
                  <a:schemeClr val="tx1"/>
                </a:solidFill>
                <a:latin typeface="SamsungOne-400" panose="020B0503030303020204" pitchFamily="34" charset="0"/>
                <a:ea typeface="SamsungOne-400" panose="020B0503030303020204" pitchFamily="34" charset="0"/>
              </a:rPr>
              <a:t>Nếu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muốn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sao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chép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giá</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có</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thể</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dụng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np.copy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Xem</a:t>
            </a:r>
            <a:r>
              <a:rPr lang="en-US" altLang="ko-KR" sz="1400" dirty="0">
                <a:solidFill>
                  <a:schemeClr val="tx1"/>
                </a:solidFill>
                <a:latin typeface="SamsungOne-400" panose="020B0503030303020204" pitchFamily="34" charset="0"/>
                <a:ea typeface="SamsungOne-400" panose="020B0503030303020204" pitchFamily="34" charset="0"/>
              </a:rPr>
              <a:t> help(</a:t>
            </a:r>
            <a:r>
              <a:rPr lang="en-US" altLang="ko-KR" sz="1400" dirty="0" err="1">
                <a:solidFill>
                  <a:schemeClr val="tx1"/>
                </a:solidFill>
                <a:latin typeface="SamsungOne-400" panose="020B0503030303020204" pitchFamily="34" charset="0"/>
                <a:ea typeface="SamsungOne-400" panose="020B0503030303020204" pitchFamily="34" charset="0"/>
              </a:rPr>
              <a:t>np.copy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để</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thêm</a:t>
            </a:r>
            <a:r>
              <a:rPr lang="en-US" altLang="ko-KR" sz="1400" dirty="0">
                <a:solidFill>
                  <a:schemeClr val="tx1"/>
                </a:solidFill>
                <a:latin typeface="SamsungOne-400" panose="020B0503030303020204" pitchFamily="34" charset="0"/>
                <a:ea typeface="SamsungOne-400" panose="020B0503030303020204" pitchFamily="34" charset="0"/>
              </a:rPr>
              <a:t> chi </a:t>
            </a:r>
            <a:r>
              <a:rPr lang="en-US" altLang="ko-KR" sz="1400" dirty="0" err="1">
                <a:solidFill>
                  <a:schemeClr val="tx1"/>
                </a:solidFill>
                <a:latin typeface="SamsungOne-400" panose="020B0503030303020204" pitchFamily="34" charset="0"/>
                <a:ea typeface="SamsungOne-400" panose="020B0503030303020204" pitchFamily="34" charset="0"/>
              </a:rPr>
              <a:t>tiết</a:t>
            </a:r>
            <a:r>
              <a:rPr lang="en-US" altLang="ko-KR" sz="1400" dirty="0">
                <a:solidFill>
                  <a:schemeClr val="tx1"/>
                </a:solidFill>
                <a:latin typeface="SamsungOne-400" panose="020B0503030303020204" pitchFamily="34" charset="0"/>
                <a:ea typeface="SamsungOne-400" panose="020B0503030303020204" pitchFamily="34" charset="0"/>
              </a:rPr>
              <a:t>.</a:t>
            </a:r>
            <a:endParaRPr lang="ko-KR" altLang="en-US" sz="1400" dirty="0">
              <a:solidFill>
                <a:schemeClr val="tx1"/>
              </a:solidFill>
              <a:latin typeface="SamsungOne-400" panose="020B0503030303020204" pitchFamily="34" charset="0"/>
            </a:endParaRPr>
          </a:p>
        </p:txBody>
      </p:sp>
      <p:sp>
        <p:nvSpPr>
          <p:cNvPr id="24" name="직사각형 23">
            <a:extLst>
              <a:ext uri="{FF2B5EF4-FFF2-40B4-BE49-F238E27FC236}">
                <a16:creationId xmlns:a16="http://schemas.microsoft.com/office/drawing/2014/main" id="{B74DBB2D-213E-462F-BFBC-6A45DA686EE8}"/>
              </a:ext>
            </a:extLst>
          </p:cNvPr>
          <p:cNvSpPr/>
          <p:nvPr/>
        </p:nvSpPr>
        <p:spPr>
          <a:xfrm>
            <a:off x="580388" y="3301832"/>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en-US" altLang="ko-KR" sz="1400" dirty="0" err="1">
                <a:solidFill>
                  <a:schemeClr val="tx1"/>
                </a:solidFill>
                <a:latin typeface="SamsungOne-400" panose="020B0503030303020204" pitchFamily="34" charset="0"/>
                <a:ea typeface="SamsungOne-400" panose="020B0503030303020204" pitchFamily="34" charset="0"/>
              </a:rPr>
              <a:t>Sau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đó</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hãy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kiểm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giá</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29588732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88C2923E-4C22-4140-82BB-15C0FAC3A296}"/>
              </a:ext>
            </a:extLst>
          </p:cNvPr>
          <p:cNvGrpSpPr/>
          <p:nvPr/>
        </p:nvGrpSpPr>
        <p:grpSpPr>
          <a:xfrm>
            <a:off x="558396" y="1721498"/>
            <a:ext cx="8782050" cy="1635494"/>
            <a:chOff x="558396" y="1844824"/>
            <a:chExt cx="8782050" cy="1635494"/>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1844824"/>
              <a:ext cx="8782050" cy="163549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571" r="22520" b="7999"/>
            <a:stretch/>
          </p:blipFill>
          <p:spPr>
            <a:xfrm>
              <a:off x="690465" y="1879907"/>
              <a:ext cx="8649981" cy="1549093"/>
            </a:xfrm>
            <a:prstGeom prst="rect">
              <a:avLst/>
            </a:prstGeom>
          </p:spPr>
        </p:pic>
      </p:grpSp>
      <p:grpSp>
        <p:nvGrpSpPr>
          <p:cNvPr id="5" name="그룹 4">
            <a:extLst>
              <a:ext uri="{FF2B5EF4-FFF2-40B4-BE49-F238E27FC236}">
                <a16:creationId xmlns:a16="http://schemas.microsoft.com/office/drawing/2014/main" id="{2B838C73-DFDE-4F73-A1CC-D34C98E13058}"/>
              </a:ext>
            </a:extLst>
          </p:cNvPr>
          <p:cNvGrpSpPr/>
          <p:nvPr/>
        </p:nvGrpSpPr>
        <p:grpSpPr>
          <a:xfrm>
            <a:off x="558924" y="3879334"/>
            <a:ext cx="8782050" cy="1709906"/>
            <a:chOff x="558924" y="4205119"/>
            <a:chExt cx="8782050" cy="1709906"/>
          </a:xfrm>
        </p:grpSpPr>
        <p:sp>
          <p:nvSpPr>
            <p:cNvPr id="26" name="모서리가 둥근 직사각형 4">
              <a:extLst>
                <a:ext uri="{FF2B5EF4-FFF2-40B4-BE49-F238E27FC236}">
                  <a16:creationId xmlns:a16="http://schemas.microsoft.com/office/drawing/2014/main" id="{A36E3BA1-83BF-4EF9-8B22-BB45DE7AA1FC}"/>
                </a:ext>
              </a:extLst>
            </p:cNvPr>
            <p:cNvSpPr/>
            <p:nvPr/>
          </p:nvSpPr>
          <p:spPr>
            <a:xfrm>
              <a:off x="558924" y="4205119"/>
              <a:ext cx="8782050" cy="170990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l="1288" r="22965"/>
            <a:stretch/>
          </p:blipFill>
          <p:spPr>
            <a:xfrm>
              <a:off x="625151" y="4271622"/>
              <a:ext cx="8715296" cy="1571354"/>
            </a:xfrm>
            <a:prstGeom prst="rect">
              <a:avLst/>
            </a:prstGeom>
          </p:spPr>
        </p:pic>
      </p:grpSp>
      <p:grpSp>
        <p:nvGrpSpPr>
          <p:cNvPr id="39" name="그룹 3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40" name="직사각형 3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41" name="직사각형 40">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15" name="직사각형 14">
            <a:extLst>
              <a:ext uri="{FF2B5EF4-FFF2-40B4-BE49-F238E27FC236}">
                <a16:creationId xmlns:a16="http://schemas.microsoft.com/office/drawing/2014/main" id="{9C0D3D8A-0145-4294-A0FC-9DC39A7DACA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Tuples</a:t>
            </a:r>
            <a:endParaRPr lang="ko-KR" altLang="en-US" sz="1400" dirty="0">
              <a:solidFill>
                <a:schemeClr val="tx1"/>
              </a:solidFill>
              <a:latin typeface="SamsungOne-400" panose="020B0503030303020204" pitchFamily="34" charset="0"/>
            </a:endParaRPr>
          </a:p>
        </p:txBody>
      </p:sp>
      <p:sp>
        <p:nvSpPr>
          <p:cNvPr id="17" name="직사각형 16">
            <a:extLst>
              <a:ext uri="{FF2B5EF4-FFF2-40B4-BE49-F238E27FC236}">
                <a16:creationId xmlns:a16="http://schemas.microsoft.com/office/drawing/2014/main" id="{80820B81-196E-4C3F-A9AC-37148A321033}"/>
              </a:ext>
            </a:extLst>
          </p:cNvPr>
          <p:cNvSpPr/>
          <p:nvPr/>
        </p:nvSpPr>
        <p:spPr>
          <a:xfrm>
            <a:off x="580388" y="3583610"/>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Dictionaries</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200650843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9C056CAE-A7C2-49D2-A091-B707CC89AC3F}"/>
              </a:ext>
            </a:extLst>
          </p:cNvPr>
          <p:cNvGrpSpPr/>
          <p:nvPr/>
        </p:nvGrpSpPr>
        <p:grpSpPr>
          <a:xfrm>
            <a:off x="558396" y="1728801"/>
            <a:ext cx="8782050" cy="2381943"/>
            <a:chOff x="558396" y="1844823"/>
            <a:chExt cx="8782050" cy="2381943"/>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1844823"/>
              <a:ext cx="8782050" cy="238194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383" r="21667"/>
            <a:stretch/>
          </p:blipFill>
          <p:spPr>
            <a:xfrm>
              <a:off x="643811" y="1918612"/>
              <a:ext cx="8696635" cy="2302476"/>
            </a:xfrm>
            <a:prstGeom prst="rect">
              <a:avLst/>
            </a:prstGeom>
          </p:spPr>
        </p:pic>
      </p:grpSp>
      <p:sp>
        <p:nvSpPr>
          <p:cNvPr id="16" name="Rectangle 12">
            <a:extLst>
              <a:ext uri="{FF2B5EF4-FFF2-40B4-BE49-F238E27FC236}">
                <a16:creationId xmlns:a16="http://schemas.microsoft.com/office/drawing/2014/main" id="{39C1D0BA-7152-4AAC-B295-DCCB5F8378F4}"/>
              </a:ext>
            </a:extLst>
          </p:cNvPr>
          <p:cNvSpPr/>
          <p:nvPr/>
        </p:nvSpPr>
        <p:spPr>
          <a:xfrm>
            <a:off x="711201" y="4210720"/>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Thông thường, danh sách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(lists)</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 thường được sử dụng để tạo mảng.</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nvGrpSpPr>
          <p:cNvPr id="17" name="그룹 16">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11" name="직사각형 10">
            <a:extLst>
              <a:ext uri="{FF2B5EF4-FFF2-40B4-BE49-F238E27FC236}">
                <a16:creationId xmlns:a16="http://schemas.microsoft.com/office/drawing/2014/main" id="{E013A73D-AC80-4878-9807-9CAA25ECE07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Sets</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81333424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2944360"/>
            <a:ext cx="8782050" cy="294325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2047200"/>
            <a:ext cx="8782050" cy="78930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sp>
        <p:nvSpPr>
          <p:cNvPr id="16" name="Rectangle 12">
            <a:extLst>
              <a:ext uri="{FF2B5EF4-FFF2-40B4-BE49-F238E27FC236}">
                <a16:creationId xmlns:a16="http://schemas.microsoft.com/office/drawing/2014/main" id="{39C1D0BA-7152-4AAC-B295-DCCB5F8378F4}"/>
              </a:ext>
            </a:extLst>
          </p:cNvPr>
          <p:cNvSpPr/>
          <p:nvPr/>
        </p:nvSpPr>
        <p:spPr>
          <a:xfrm>
            <a:off x="711201" y="1687394"/>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Giống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với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“range”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trong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Python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tiêu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chuẩn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pic>
        <p:nvPicPr>
          <p:cNvPr id="3" name="그림 2"/>
          <p:cNvPicPr>
            <a:picLocks noChangeAspect="1"/>
          </p:cNvPicPr>
          <p:nvPr/>
        </p:nvPicPr>
        <p:blipFill rotWithShape="1">
          <a:blip r:embed="rId3"/>
          <a:srcRect l="1203" r="20712"/>
          <a:stretch/>
        </p:blipFill>
        <p:spPr>
          <a:xfrm>
            <a:off x="606489" y="2090084"/>
            <a:ext cx="8729276" cy="725811"/>
          </a:xfrm>
          <a:prstGeom prst="rect">
            <a:avLst/>
          </a:prstGeom>
        </p:spPr>
      </p:pic>
      <p:pic>
        <p:nvPicPr>
          <p:cNvPr id="4" name="그림 3"/>
          <p:cNvPicPr>
            <a:picLocks noChangeAspect="1"/>
          </p:cNvPicPr>
          <p:nvPr/>
        </p:nvPicPr>
        <p:blipFill rotWithShape="1">
          <a:blip r:embed="rId4"/>
          <a:srcRect l="1392" r="16049"/>
          <a:stretch/>
        </p:blipFill>
        <p:spPr>
          <a:xfrm>
            <a:off x="662473" y="2991793"/>
            <a:ext cx="8681428" cy="2832888"/>
          </a:xfrm>
          <a:prstGeom prst="rect">
            <a:avLst/>
          </a:prstGeom>
        </p:spPr>
      </p:pic>
      <p:grpSp>
        <p:nvGrpSpPr>
          <p:cNvPr id="15" name="그룹 14">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7" name="직사각형 16">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8" name="직사각형 17">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14" name="직사각형 13">
            <a:extLst>
              <a:ext uri="{FF2B5EF4-FFF2-40B4-BE49-F238E27FC236}">
                <a16:creationId xmlns:a16="http://schemas.microsoft.com/office/drawing/2014/main" id="{4A422E67-58E1-49A7-A601-21BB5F7BDF50}"/>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arange</a:t>
            </a:r>
            <a:endParaRPr lang="ko-KR" altLang="en-US" sz="1400" dirty="0">
              <a:solidFill>
                <a:schemeClr val="tx1"/>
              </a:solidFill>
              <a:latin typeface="SamsungOne-400" panose="020B0503030303020204" pitchFamily="34" charset="0"/>
            </a:endParaRPr>
          </a:p>
        </p:txBody>
      </p:sp>
      <p:sp>
        <p:nvSpPr>
          <p:cNvPr id="19" name="Rectangle 12">
            <a:extLst>
              <a:ext uri="{FF2B5EF4-FFF2-40B4-BE49-F238E27FC236}">
                <a16:creationId xmlns:a16="http://schemas.microsoft.com/office/drawing/2014/main" id="{59D1C1A2-A3E8-4A1E-A6C6-6B3994070650}"/>
              </a:ext>
            </a:extLst>
          </p:cNvPr>
          <p:cNvSpPr/>
          <p:nvPr/>
        </p:nvSpPr>
        <p:spPr>
          <a:xfrm>
            <a:off x="702941" y="5962332"/>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Đối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với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mảng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NumPy,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dụng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np.arrange</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spTree>
    <p:extLst>
      <p:ext uri="{BB962C8B-B14F-4D97-AF65-F5344CB8AC3E}">
        <p14:creationId xmlns:p14="http://schemas.microsoft.com/office/powerpoint/2010/main" val="29028195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188B2431-39C5-4BDE-9DEB-AF871B987D13}"/>
              </a:ext>
            </a:extLst>
          </p:cNvPr>
          <p:cNvGrpSpPr/>
          <p:nvPr/>
        </p:nvGrpSpPr>
        <p:grpSpPr>
          <a:xfrm>
            <a:off x="558396" y="1744823"/>
            <a:ext cx="8782051" cy="2016224"/>
            <a:chOff x="558396" y="1772816"/>
            <a:chExt cx="8782051" cy="2016224"/>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1772816"/>
              <a:ext cx="8782050" cy="201622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006" r="17739"/>
            <a:stretch/>
          </p:blipFill>
          <p:spPr>
            <a:xfrm>
              <a:off x="662473" y="1805561"/>
              <a:ext cx="8677974" cy="1920802"/>
            </a:xfrm>
            <a:prstGeom prst="rect">
              <a:avLst/>
            </a:prstGeom>
          </p:spPr>
        </p:pic>
      </p:grpSp>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11" name="직사각형 10">
            <a:extLst>
              <a:ext uri="{FF2B5EF4-FFF2-40B4-BE49-F238E27FC236}">
                <a16:creationId xmlns:a16="http://schemas.microsoft.com/office/drawing/2014/main" id="{871D1C04-7EDD-4844-97E8-38EAC770798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Sử dụng phương thức len() và thuộc tính size cho kích thước của mảng.</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693362380"/>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11" name="Rectangle 12">
            <a:extLst>
              <a:ext uri="{FF2B5EF4-FFF2-40B4-BE49-F238E27FC236}">
                <a16:creationId xmlns:a16="http://schemas.microsoft.com/office/drawing/2014/main" id="{39C1D0BA-7152-4AAC-B295-DCCB5F8378F4}"/>
              </a:ext>
            </a:extLst>
          </p:cNvPr>
          <p:cNvSpPr/>
          <p:nvPr/>
        </p:nvSpPr>
        <p:spPr>
          <a:xfrm>
            <a:off x="711201" y="1700808"/>
            <a:ext cx="8632824" cy="10482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Điều quan trọng là các mảng NumPy xử lý cùng một loại dữ liệu nhanh chóng và hiệu quả, như một trong những đặc điểm của nó.</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Tuy nhiên, mặc dù các mảng có thể được tạo ra với các loại dữ liệu khác nhau, mỗi loại dữ liệu sẽ được chuyển đổi thành cùng một loại.</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12" name="그룹 11">
            <a:extLst>
              <a:ext uri="{FF2B5EF4-FFF2-40B4-BE49-F238E27FC236}">
                <a16:creationId xmlns:a16="http://schemas.microsoft.com/office/drawing/2014/main" id="{2DD374C3-05CB-48D7-A1D6-6E076A1FC74E}"/>
              </a:ext>
            </a:extLst>
          </p:cNvPr>
          <p:cNvGrpSpPr/>
          <p:nvPr/>
        </p:nvGrpSpPr>
        <p:grpSpPr>
          <a:xfrm>
            <a:off x="557644" y="3538897"/>
            <a:ext cx="8782050" cy="720080"/>
            <a:chOff x="568325" y="5114924"/>
            <a:chExt cx="8782050" cy="744077"/>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74407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6" name="그룹 15">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19"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8" name="TextBox 17">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Có thể tạo các loại mảng khác nhau, chẳng hạn như số nguyên, số float và Booleans.</a:t>
              </a:r>
              <a:endParaRPr lang="ko-KR" altLang="en-US"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F8CBAD02-1059-4BCD-9593-AF884B7A5056}"/>
              </a:ext>
            </a:extLst>
          </p:cNvPr>
          <p:cNvGrpSpPr/>
          <p:nvPr/>
        </p:nvGrpSpPr>
        <p:grpSpPr>
          <a:xfrm>
            <a:off x="558396" y="2636912"/>
            <a:ext cx="8782050" cy="838229"/>
            <a:chOff x="558396" y="3306295"/>
            <a:chExt cx="8782050" cy="838229"/>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3306295"/>
              <a:ext cx="8782050" cy="83822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391" r="20204"/>
            <a:stretch/>
          </p:blipFill>
          <p:spPr>
            <a:xfrm>
              <a:off x="643813" y="3328232"/>
              <a:ext cx="8695882" cy="720080"/>
            </a:xfrm>
            <a:prstGeom prst="rect">
              <a:avLst/>
            </a:prstGeom>
          </p:spPr>
        </p:pic>
      </p:grpSp>
      <p:sp>
        <p:nvSpPr>
          <p:cNvPr id="21" name="직사각형 20">
            <a:extLst>
              <a:ext uri="{FF2B5EF4-FFF2-40B4-BE49-F238E27FC236}">
                <a16:creationId xmlns:a16="http://schemas.microsoft.com/office/drawing/2014/main" id="{BFEF1F5A-A2BE-4114-9E89-29CADF15DDE4}"/>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NumPy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lý</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từng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phần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nó</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thành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cùng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(1/2)</a:t>
            </a:r>
            <a:endParaRPr lang="ko-KR" altLang="en-US" sz="1400" dirty="0">
              <a:solidFill>
                <a:schemeClr val="tx1"/>
              </a:solidFill>
              <a:latin typeface="SamsungOne-400" panose="020B0503030303020204" pitchFamily="34" charset="0"/>
            </a:endParaRPr>
          </a:p>
        </p:txBody>
      </p:sp>
      <p:sp>
        <p:nvSpPr>
          <p:cNvPr id="4" name="Rectangle 12">
            <a:extLst>
              <a:ext uri="{FF2B5EF4-FFF2-40B4-BE49-F238E27FC236}">
                <a16:creationId xmlns:a16="http://schemas.microsoft.com/office/drawing/2014/main" id="{3FE43D8F-E45D-A2C2-0C77-A8CA50BCF751}"/>
              </a:ext>
            </a:extLst>
          </p:cNvPr>
          <p:cNvSpPr/>
          <p:nvPr/>
        </p:nvSpPr>
        <p:spPr>
          <a:xfrm>
            <a:off x="711201" y="4260294"/>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Mảng được chuyển đổi thành kiểu float khi các kiểu số nguyên, float và Boolean được kết hợp cùng nhau.</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341365145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2" name="그룹 1"/>
          <p:cNvGrpSpPr/>
          <p:nvPr/>
        </p:nvGrpSpPr>
        <p:grpSpPr>
          <a:xfrm>
            <a:off x="557644" y="4148621"/>
            <a:ext cx="8782050" cy="1309791"/>
            <a:chOff x="557644" y="3861050"/>
            <a:chExt cx="8782050" cy="1309791"/>
          </a:xfrm>
        </p:grpSpPr>
        <p:grpSp>
          <p:nvGrpSpPr>
            <p:cNvPr id="12" name="그룹 11">
              <a:extLst>
                <a:ext uri="{FF2B5EF4-FFF2-40B4-BE49-F238E27FC236}">
                  <a16:creationId xmlns:a16="http://schemas.microsoft.com/office/drawing/2014/main" id="{2DD374C3-05CB-48D7-A1D6-6E076A1FC74E}"/>
                </a:ext>
              </a:extLst>
            </p:cNvPr>
            <p:cNvGrpSpPr/>
            <p:nvPr/>
          </p:nvGrpSpPr>
          <p:grpSpPr>
            <a:xfrm>
              <a:off x="557644" y="3861050"/>
              <a:ext cx="8782050" cy="1309791"/>
              <a:chOff x="568325" y="5114924"/>
              <a:chExt cx="8782050" cy="1353440"/>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135344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6" name="그룹 15">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19"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8" name="TextBox 17">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Kiểu dữ liệu của NumPy được trả về ở định dạng numpy.datatype.</a:t>
                </a:r>
                <a:endParaRPr lang="ko-KR" altLang="en-US" sz="1300" dirty="0">
                  <a:solidFill>
                    <a:prstClr val="black">
                      <a:lumMod val="85000"/>
                      <a:lumOff val="15000"/>
                    </a:prstClr>
                  </a:solidFill>
                  <a:latin typeface="SamsungOne-400" panose="020B0503030303020204" pitchFamily="34" charset="0"/>
                </a:endParaRPr>
              </a:p>
            </p:txBody>
          </p:sp>
        </p:grpSp>
        <p:pic>
          <p:nvPicPr>
            <p:cNvPr id="21"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4572967"/>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EE836FE5-4E63-409C-97E4-2898B8159708}"/>
                </a:ext>
              </a:extLst>
            </p:cNvPr>
            <p:cNvSpPr txBox="1"/>
            <p:nvPr/>
          </p:nvSpPr>
          <p:spPr>
            <a:xfrm>
              <a:off x="921178" y="4550235"/>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3" name="TextBox 22">
              <a:extLst>
                <a:ext uri="{FF2B5EF4-FFF2-40B4-BE49-F238E27FC236}">
                  <a16:creationId xmlns:a16="http://schemas.microsoft.com/office/drawing/2014/main" id="{0800EE66-B78E-4CCD-A49E-31BBE412C7F6}"/>
                </a:ext>
              </a:extLst>
            </p:cNvPr>
            <p:cNvSpPr txBox="1"/>
            <p:nvPr/>
          </p:nvSpPr>
          <p:spPr>
            <a:xfrm>
              <a:off x="1021818" y="4885129"/>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Các loại mảng khác nhau được tạo, chẳng hạn như số nguyên, số float và chuỗi.</a:t>
              </a:r>
              <a:endParaRPr lang="ko-KR" altLang="en-US" sz="1300" dirty="0">
                <a:solidFill>
                  <a:prstClr val="black">
                    <a:lumMod val="85000"/>
                    <a:lumOff val="15000"/>
                  </a:prstClr>
                </a:solidFill>
                <a:latin typeface="SamsungOne-400" panose="020B0503030303020204" pitchFamily="34" charset="0"/>
              </a:endParaRPr>
            </a:p>
          </p:txBody>
        </p:sp>
      </p:grpSp>
      <p:grpSp>
        <p:nvGrpSpPr>
          <p:cNvPr id="4" name="그룹 3">
            <a:extLst>
              <a:ext uri="{FF2B5EF4-FFF2-40B4-BE49-F238E27FC236}">
                <a16:creationId xmlns:a16="http://schemas.microsoft.com/office/drawing/2014/main" id="{208DF228-FA9C-451F-A687-380CA3DF5F06}"/>
              </a:ext>
            </a:extLst>
          </p:cNvPr>
          <p:cNvGrpSpPr/>
          <p:nvPr/>
        </p:nvGrpSpPr>
        <p:grpSpPr>
          <a:xfrm>
            <a:off x="558396" y="2330192"/>
            <a:ext cx="8782050" cy="1732074"/>
            <a:chOff x="558396" y="2789854"/>
            <a:chExt cx="8782050" cy="1732074"/>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2789854"/>
              <a:ext cx="8782050" cy="173207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5" name="그림 4"/>
            <p:cNvPicPr>
              <a:picLocks noChangeAspect="1"/>
            </p:cNvPicPr>
            <p:nvPr/>
          </p:nvPicPr>
          <p:blipFill rotWithShape="1">
            <a:blip r:embed="rId4"/>
            <a:srcRect l="1769" r="16582"/>
            <a:stretch/>
          </p:blipFill>
          <p:spPr>
            <a:xfrm>
              <a:off x="709127" y="2887556"/>
              <a:ext cx="8630567" cy="1569753"/>
            </a:xfrm>
            <a:prstGeom prst="rect">
              <a:avLst/>
            </a:prstGeom>
          </p:spPr>
        </p:pic>
      </p:grpSp>
      <p:sp>
        <p:nvSpPr>
          <p:cNvPr id="24" name="직사각형 23">
            <a:extLst>
              <a:ext uri="{FF2B5EF4-FFF2-40B4-BE49-F238E27FC236}">
                <a16:creationId xmlns:a16="http://schemas.microsoft.com/office/drawing/2014/main" id="{242F9F21-9E75-4E69-A2BE-E45235F66E8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NumPy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lý</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từng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phần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nó</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thành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cùng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(1/2)</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128264223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2" name="그룹 1"/>
          <p:cNvGrpSpPr/>
          <p:nvPr/>
        </p:nvGrpSpPr>
        <p:grpSpPr>
          <a:xfrm>
            <a:off x="557644" y="3417701"/>
            <a:ext cx="8782050" cy="914421"/>
            <a:chOff x="557644" y="5085184"/>
            <a:chExt cx="8782050" cy="914421"/>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4"/>
              <a:ext cx="8782050" cy="91442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5" name="TextBox 2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6" name="TextBox 2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Mảng sẽ được chuyển thành chuỗi khi các kiểu số nguyên, float và chuỗi được kết hợp với nhau.</a:t>
              </a:r>
              <a:endParaRPr lang="ko-KR" altLang="en-US" sz="1300" dirty="0">
                <a:solidFill>
                  <a:prstClr val="black">
                    <a:lumMod val="85000"/>
                    <a:lumOff val="15000"/>
                  </a:prstClr>
                </a:solidFill>
                <a:latin typeface="SamsungOne-400" panose="020B0503030303020204" pitchFamily="34" charset="0"/>
              </a:endParaRPr>
            </a:p>
          </p:txBody>
        </p:sp>
      </p:grpSp>
      <p:grpSp>
        <p:nvGrpSpPr>
          <p:cNvPr id="4" name="그룹 3">
            <a:extLst>
              <a:ext uri="{FF2B5EF4-FFF2-40B4-BE49-F238E27FC236}">
                <a16:creationId xmlns:a16="http://schemas.microsoft.com/office/drawing/2014/main" id="{311DE1E3-74B0-435E-81A8-D2A3817E189B}"/>
              </a:ext>
            </a:extLst>
          </p:cNvPr>
          <p:cNvGrpSpPr/>
          <p:nvPr/>
        </p:nvGrpSpPr>
        <p:grpSpPr>
          <a:xfrm>
            <a:off x="558396" y="1772816"/>
            <a:ext cx="8782050" cy="1560848"/>
            <a:chOff x="558396" y="1844825"/>
            <a:chExt cx="8782050" cy="1560848"/>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1844825"/>
              <a:ext cx="8782050" cy="156084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288" r="17046"/>
            <a:stretch/>
          </p:blipFill>
          <p:spPr>
            <a:xfrm>
              <a:off x="643812" y="1919531"/>
              <a:ext cx="8695882" cy="1382699"/>
            </a:xfrm>
            <a:prstGeom prst="rect">
              <a:avLst/>
            </a:prstGeom>
          </p:spPr>
        </p:pic>
      </p:grpSp>
      <p:sp>
        <p:nvSpPr>
          <p:cNvPr id="16" name="직사각형 15">
            <a:extLst>
              <a:ext uri="{FF2B5EF4-FFF2-40B4-BE49-F238E27FC236}">
                <a16:creationId xmlns:a16="http://schemas.microsoft.com/office/drawing/2014/main" id="{0B485F12-726C-4C7C-A578-9DA7E6DD001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NumPy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lý</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từng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phần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nó</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thành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cùng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(2/2)</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209443539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aphicFrame>
        <p:nvGraphicFramePr>
          <p:cNvPr id="16" name="Table 10">
            <a:extLst>
              <a:ext uri="{FF2B5EF4-FFF2-40B4-BE49-F238E27FC236}">
                <a16:creationId xmlns:a16="http://schemas.microsoft.com/office/drawing/2014/main" id="{1F07731A-1D2C-465F-9E21-6C0E2AE99642}"/>
              </a:ext>
            </a:extLst>
          </p:cNvPr>
          <p:cNvGraphicFramePr>
            <a:graphicFrameLocks noGrp="1"/>
          </p:cNvGraphicFramePr>
          <p:nvPr>
            <p:extLst>
              <p:ext uri="{D42A27DB-BD31-4B8C-83A1-F6EECF244321}">
                <p14:modId xmlns:p14="http://schemas.microsoft.com/office/powerpoint/2010/main" val="3005147976"/>
              </p:ext>
            </p:extLst>
          </p:nvPr>
        </p:nvGraphicFramePr>
        <p:xfrm>
          <a:off x="556449" y="1772816"/>
          <a:ext cx="8632824" cy="1849384"/>
        </p:xfrm>
        <a:graphic>
          <a:graphicData uri="http://schemas.openxmlformats.org/drawingml/2006/table">
            <a:tbl>
              <a:tblPr firstRow="1" bandRow="1">
                <a:tableStyleId>{5940675A-B579-460E-94D1-54222C63F5DA}</a:tableStyleId>
              </a:tblPr>
              <a:tblGrid>
                <a:gridCol w="5013842">
                  <a:extLst>
                    <a:ext uri="{9D8B030D-6E8A-4147-A177-3AD203B41FA5}">
                      <a16:colId xmlns:a16="http://schemas.microsoft.com/office/drawing/2014/main" val="20000"/>
                    </a:ext>
                  </a:extLst>
                </a:gridCol>
                <a:gridCol w="3618982">
                  <a:extLst>
                    <a:ext uri="{9D8B030D-6E8A-4147-A177-3AD203B41FA5}">
                      <a16:colId xmlns:a16="http://schemas.microsoft.com/office/drawing/2014/main" val="20001"/>
                    </a:ext>
                  </a:extLst>
                </a:gridCol>
              </a:tblGrid>
              <a:tr h="122610">
                <a:tc>
                  <a:txBody>
                    <a:bodyPr/>
                    <a:lstStyle/>
                    <a:p>
                      <a:pPr marL="0" algn="ctr" defTabSz="914400" rtl="0" eaLnBrk="1" latinLnBrk="1" hangingPunct="1"/>
                      <a:r>
                        <a:rPr lang="en-US" altLang="ko-KR" sz="14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Kiểu</a:t>
                      </a:r>
                      <a:r>
                        <a:rPr lang="en-US" altLang="ko-KR"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dữ</a:t>
                      </a:r>
                      <a:r>
                        <a:rPr lang="en-US" altLang="ko-KR" sz="14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liệu</a:t>
                      </a:r>
                      <a:endParaRPr lang="en-US"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12700" cmpd="sng">
                      <a:noFill/>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914400" rtl="0" eaLnBrk="1" latinLnBrk="1" hangingPunct="1"/>
                      <a:r>
                        <a:rPr lang="en-US" sz="14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Giải</a:t>
                      </a:r>
                      <a:r>
                        <a:rPr lang="en-US"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thích</a:t>
                      </a:r>
                      <a:endParaRPr lang="en-US"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12700" cmpd="sng">
                      <a:noFill/>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0"/>
                  </a:ext>
                </a:extLst>
              </a:tr>
              <a:tr h="383672">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int8, int16, int32, int64, int_</a:t>
                      </a:r>
                    </a:p>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uint8, uint16, uint32, uint64</a:t>
                      </a:r>
                    </a:p>
                  </a:txBody>
                  <a:tcPr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Số</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nguyên</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383672">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float16, float32, float64, float128, float_</a:t>
                      </a:r>
                    </a:p>
                  </a:txBody>
                  <a:tcPr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Số</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thập</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phân</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383672">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bool_</a:t>
                      </a:r>
                    </a:p>
                  </a:txBody>
                  <a:tcPr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Boolean</a:t>
                      </a:r>
                    </a:p>
                  </a:txBody>
                  <a:tcPr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string_, unicode_</a:t>
                      </a:r>
                    </a:p>
                  </a:txBody>
                  <a:tcPr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Chuỗi</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bl>
          </a:graphicData>
        </a:graphic>
      </p:graphicFrame>
      <p:sp>
        <p:nvSpPr>
          <p:cNvPr id="18" name="사각형: 둥근 모서리 32">
            <a:extLst>
              <a:ext uri="{FF2B5EF4-FFF2-40B4-BE49-F238E27FC236}">
                <a16:creationId xmlns:a16="http://schemas.microsoft.com/office/drawing/2014/main" id="{9F9FFF6C-7C72-4E08-8072-03F5113CBF51}"/>
              </a:ext>
            </a:extLst>
          </p:cNvPr>
          <p:cNvSpPr/>
          <p:nvPr/>
        </p:nvSpPr>
        <p:spPr>
          <a:xfrm>
            <a:off x="711201" y="4110221"/>
            <a:ext cx="4442946" cy="204921"/>
          </a:xfrm>
          <a:prstGeom prst="roundRect">
            <a:avLst>
              <a:gd name="adj" fmla="val 50000"/>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scene3d>
              <a:camera prst="orthographicFront"/>
              <a:lightRig rig="threePt" dir="t"/>
            </a:scene3d>
            <a:sp3d>
              <a:bevelT w="0" h="6350"/>
              <a:bevelB w="0" h="0"/>
            </a:sp3d>
          </a:bodyPr>
          <a:lstStyle/>
          <a:p>
            <a:pPr algn="ctr">
              <a:spcAft>
                <a:spcPts val="600"/>
              </a:spcAft>
            </a:pPr>
            <a:r>
              <a:rPr lang="en-US" altLang="ko-KR" sz="1050" b="1" dirty="0">
                <a:solidFill>
                  <a:schemeClr val="bg1"/>
                </a:solidFill>
                <a:latin typeface="SamsungOne-400" panose="020B0503030303020204" pitchFamily="34" charset="0"/>
                <a:ea typeface="SamsungOne-400" panose="020B0503030303020204" pitchFamily="34" charset="0"/>
              </a:rPr>
              <a:t>https://docs.scipy.org/doc/numpy-1.17.0/reference/arrays.dtypes.html</a:t>
            </a:r>
          </a:p>
        </p:txBody>
      </p:sp>
      <p:sp>
        <p:nvSpPr>
          <p:cNvPr id="19" name="Rectangle 12">
            <a:extLst>
              <a:ext uri="{FF2B5EF4-FFF2-40B4-BE49-F238E27FC236}">
                <a16:creationId xmlns:a16="http://schemas.microsoft.com/office/drawing/2014/main" id="{39C1D0BA-7152-4AAC-B295-DCCB5F8378F4}"/>
              </a:ext>
            </a:extLst>
          </p:cNvPr>
          <p:cNvSpPr/>
          <p:nvPr/>
        </p:nvSpPr>
        <p:spPr>
          <a:xfrm>
            <a:off x="711201" y="3764760"/>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8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trong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int8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8 bit,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phạm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vi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này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có</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thể</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biểu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sp>
        <p:nvSpPr>
          <p:cNvPr id="11" name="직사각형 10">
            <a:extLst>
              <a:ext uri="{FF2B5EF4-FFF2-40B4-BE49-F238E27FC236}">
                <a16:creationId xmlns:a16="http://schemas.microsoft.com/office/drawing/2014/main" id="{6EC8CE3A-8014-4747-ABA5-005C835DB7D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Các kiểu dữ liệu của mảng NumPy như sau:</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132850965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19" name="Rectangle 12">
            <a:extLst>
              <a:ext uri="{FF2B5EF4-FFF2-40B4-BE49-F238E27FC236}">
                <a16:creationId xmlns:a16="http://schemas.microsoft.com/office/drawing/2014/main" id="{39C1D0BA-7152-4AAC-B295-DCCB5F8378F4}"/>
              </a:ext>
            </a:extLst>
          </p:cNvPr>
          <p:cNvSpPr/>
          <p:nvPr/>
        </p:nvSpPr>
        <p:spPr>
          <a:xfrm>
            <a:off x="711201" y="2686360"/>
            <a:ext cx="8632824" cy="13508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Vì mỗi bit đại diện cho hai giá trị, 8 bit có thể trở thành 2 lũy thừa của 8, đại diện cho tối đa 256 số nguyên. Trong số nguyên, giá trị này nằm trong khoảng từ -128 đến 127. Phạm vi chỉ đến 127 chứ không phải 128 vì số 0 bị loại trừ.</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Nếu chỉ sử dụng giá trị dương, không gian trong phạm vi các số âm cần phải được chuyển sang các số dương. Lúc này, chữ “u”, là chữ cái đầu tiên của “unsigned” (tức là không dấu, nghĩa là chỉ dương), được sử dụng.</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Do đó, uint8 có phạm vi từ 0 đến 255.</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5" name="그룹 4">
            <a:extLst>
              <a:ext uri="{FF2B5EF4-FFF2-40B4-BE49-F238E27FC236}">
                <a16:creationId xmlns:a16="http://schemas.microsoft.com/office/drawing/2014/main" id="{9A4CF319-9125-4B26-AD69-1CFDA12C594D}"/>
              </a:ext>
            </a:extLst>
          </p:cNvPr>
          <p:cNvGrpSpPr/>
          <p:nvPr/>
        </p:nvGrpSpPr>
        <p:grpSpPr>
          <a:xfrm>
            <a:off x="558396" y="1772816"/>
            <a:ext cx="8782050" cy="814399"/>
            <a:chOff x="558396" y="1844825"/>
            <a:chExt cx="8782050" cy="814399"/>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396" y="1844825"/>
              <a:ext cx="8782050" cy="81439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392" r="21951" b="15348"/>
            <a:stretch/>
          </p:blipFill>
          <p:spPr>
            <a:xfrm>
              <a:off x="671803" y="1898769"/>
              <a:ext cx="8668643" cy="685812"/>
            </a:xfrm>
            <a:prstGeom prst="rect">
              <a:avLst/>
            </a:prstGeom>
          </p:spPr>
        </p:pic>
      </p:grpSp>
      <p:sp>
        <p:nvSpPr>
          <p:cNvPr id="13" name="직사각형 12">
            <a:extLst>
              <a:ext uri="{FF2B5EF4-FFF2-40B4-BE49-F238E27FC236}">
                <a16:creationId xmlns:a16="http://schemas.microsoft.com/office/drawing/2014/main" id="{422A653E-7CB0-465C-A0E5-0BD4E87179C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Giải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thích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về</a:t>
            </a:r>
            <a:r>
              <a:rPr lang="en-US" altLang="ko-KR" sz="1400" dirty="0">
                <a:solidFill>
                  <a:schemeClr val="tx1"/>
                </a:solidFill>
                <a:latin typeface="SamsungOne-400" panose="020B0503030303020204" pitchFamily="34" charset="0"/>
                <a:ea typeface="SamsungOne-400" panose="020B0503030303020204" pitchFamily="34" charset="0"/>
              </a:rPr>
              <a:t> 8 bit</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1316867058"/>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2" name="그룹 1">
            <a:extLst>
              <a:ext uri="{FF2B5EF4-FFF2-40B4-BE49-F238E27FC236}">
                <a16:creationId xmlns:a16="http://schemas.microsoft.com/office/drawing/2014/main" id="{DBCEBE67-F530-4DE5-BC18-4D07B21B9877}"/>
              </a:ext>
            </a:extLst>
          </p:cNvPr>
          <p:cNvGrpSpPr/>
          <p:nvPr/>
        </p:nvGrpSpPr>
        <p:grpSpPr>
          <a:xfrm>
            <a:off x="558396" y="1772816"/>
            <a:ext cx="8782050" cy="1962065"/>
            <a:chOff x="558396" y="1844825"/>
            <a:chExt cx="8782050" cy="1962065"/>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396" y="1844825"/>
              <a:ext cx="8782050" cy="196206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515" r="17166"/>
            <a:stretch/>
          </p:blipFill>
          <p:spPr>
            <a:xfrm>
              <a:off x="681135" y="1898735"/>
              <a:ext cx="8658559" cy="1835543"/>
            </a:xfrm>
            <a:prstGeom prst="rect">
              <a:avLst/>
            </a:prstGeom>
          </p:spPr>
        </p:pic>
      </p:grpSp>
      <p:grpSp>
        <p:nvGrpSpPr>
          <p:cNvPr id="12" name="그룹 11"/>
          <p:cNvGrpSpPr/>
          <p:nvPr/>
        </p:nvGrpSpPr>
        <p:grpSpPr>
          <a:xfrm>
            <a:off x="557644" y="3812523"/>
            <a:ext cx="8782050" cy="720079"/>
            <a:chOff x="557644" y="5085184"/>
            <a:chExt cx="8782050" cy="720079"/>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4"/>
              <a:ext cx="8782050" cy="72007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0" name="TextBox 19">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solidFill>
                    <a:prstClr val="black">
                      <a:lumMod val="85000"/>
                      <a:lumOff val="15000"/>
                    </a:prstClr>
                  </a:solidFill>
                  <a:latin typeface="SamsungOne-400" panose="020B0503030303020204" pitchFamily="34" charset="0"/>
                </a:rPr>
                <a:t>Ở </a:t>
              </a:r>
              <a:r>
                <a:rPr lang="en-US" altLang="ko-KR" sz="1300" dirty="0" err="1">
                  <a:solidFill>
                    <a:prstClr val="black">
                      <a:lumMod val="85000"/>
                      <a:lumOff val="15000"/>
                    </a:prstClr>
                  </a:solidFill>
                  <a:latin typeface="SamsungOne-400" panose="020B0503030303020204" pitchFamily="34" charset="0"/>
                </a:rPr>
                <a:t>đây</a:t>
              </a:r>
              <a:r>
                <a:rPr lang="en-US" altLang="ko-KR" sz="1300" dirty="0">
                  <a:solidFill>
                    <a:prstClr val="black">
                      <a:lumMod val="85000"/>
                      <a:lumOff val="15000"/>
                    </a:prstClr>
                  </a:solidFill>
                  <a:latin typeface="SamsungOne-400" panose="020B0503030303020204" pitchFamily="34" charset="0"/>
                </a:rPr>
                <a:t>, U10 </a:t>
              </a:r>
              <a:r>
                <a:rPr lang="en-US" altLang="ko-KR" sz="1300" dirty="0" err="1">
                  <a:solidFill>
                    <a:prstClr val="black">
                      <a:lumMod val="85000"/>
                      <a:lumOff val="15000"/>
                    </a:prstClr>
                  </a:solidFill>
                  <a:latin typeface="SamsungOne-400" panose="020B0503030303020204" pitchFamily="34" charset="0"/>
                </a:rPr>
                <a:t>đại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diện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cho</a:t>
              </a:r>
              <a:r>
                <a:rPr lang="en-US" altLang="ko-KR" sz="1300" dirty="0">
                  <a:solidFill>
                    <a:prstClr val="black">
                      <a:lumMod val="85000"/>
                      <a:lumOff val="15000"/>
                    </a:prstClr>
                  </a:solidFill>
                  <a:latin typeface="SamsungOne-400" panose="020B0503030303020204" pitchFamily="34" charset="0"/>
                </a:rPr>
                <a:t> Unicode </a:t>
              </a:r>
              <a:r>
                <a:rPr lang="en-US" altLang="ko-KR" sz="1300" dirty="0" err="1">
                  <a:solidFill>
                    <a:prstClr val="black">
                      <a:lumMod val="85000"/>
                      <a:lumOff val="15000"/>
                    </a:prstClr>
                  </a:solidFill>
                  <a:latin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ký</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hiệu</a:t>
              </a:r>
              <a:r>
                <a:rPr lang="en-US" altLang="ko-KR" sz="1300" dirty="0">
                  <a:solidFill>
                    <a:prstClr val="black">
                      <a:lumMod val="85000"/>
                      <a:lumOff val="15000"/>
                    </a:prstClr>
                  </a:solidFill>
                  <a:latin typeface="SamsungOne-400" panose="020B0503030303020204" pitchFamily="34" charset="0"/>
                </a:rPr>
                <a:t> &lt; </a:t>
              </a:r>
              <a:r>
                <a:rPr lang="en-US" altLang="ko-KR" sz="1300" dirty="0" err="1">
                  <a:solidFill>
                    <a:prstClr val="black">
                      <a:lumMod val="85000"/>
                      <a:lumOff val="15000"/>
                    </a:prstClr>
                  </a:solidFill>
                  <a:latin typeface="SamsungOne-400" panose="020B0503030303020204" pitchFamily="34" charset="0"/>
                </a:rPr>
                <a:t>đại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diện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cho</a:t>
              </a:r>
              <a:r>
                <a:rPr lang="en-US" altLang="ko-KR" sz="1300" dirty="0">
                  <a:solidFill>
                    <a:prstClr val="black">
                      <a:lumMod val="85000"/>
                      <a:lumOff val="15000"/>
                    </a:prstClr>
                  </a:solidFill>
                  <a:latin typeface="SamsungOne-400" panose="020B0503030303020204" pitchFamily="34" charset="0"/>
                </a:rPr>
                <a:t> 10 byte </a:t>
              </a:r>
              <a:r>
                <a:rPr lang="en-US" altLang="ko-KR" sz="1300" dirty="0" err="1">
                  <a:solidFill>
                    <a:prstClr val="black">
                      <a:lumMod val="85000"/>
                      <a:lumOff val="15000"/>
                    </a:prstClr>
                  </a:solidFill>
                  <a:latin typeface="SamsungOne-400" panose="020B0503030303020204" pitchFamily="34" charset="0"/>
                </a:rPr>
                <a:t>trở</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xuống</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sp>
        <p:nvSpPr>
          <p:cNvPr id="19" name="직사각형 18">
            <a:extLst>
              <a:ext uri="{FF2B5EF4-FFF2-40B4-BE49-F238E27FC236}">
                <a16:creationId xmlns:a16="http://schemas.microsoft.com/office/drawing/2014/main" id="{1126DA66-7D76-4A5F-930A-1A19897CE1C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của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NumPy</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419121731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mc:AlternateContent xmlns:mc="http://schemas.openxmlformats.org/markup-compatibility/2006" xmlns:a14="http://schemas.microsoft.com/office/drawing/2010/main">
        <mc:Choice Requires="a14">
          <p:sp>
            <p:nvSpPr>
              <p:cNvPr id="19" name="Rectangle 12">
                <a:extLst>
                  <a:ext uri="{FF2B5EF4-FFF2-40B4-BE49-F238E27FC236}">
                    <a16:creationId xmlns:a16="http://schemas.microsoft.com/office/drawing/2014/main" id="{39C1D0BA-7152-4AAC-B295-DCCB5F8378F4}"/>
                  </a:ext>
                </a:extLst>
              </p:cNvPr>
              <p:cNvSpPr/>
              <p:nvPr/>
            </p:nvSpPr>
            <p:spPr>
              <a:xfrm>
                <a:off x="711200" y="1682146"/>
                <a:ext cx="8756799" cy="18535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Tuyến tính có nghĩa là nó có thể được biểu diễn dưới dạng các mối liên kết tuyến tính đối với các phần tử của tập hợp A.</a:t>
                </a:r>
              </a:p>
              <a:p>
                <a:pPr marL="182563" indent="-182563">
                  <a:spcAft>
                    <a:spcPts val="8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Tức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phần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tử</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tập</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hợp</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 </a:t>
                </a:r>
                <a14:m>
                  <m:oMath xmlns:m="http://schemas.openxmlformats.org/officeDocument/2006/math">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𝑥</m:t>
                        </m:r>
                      </m:e>
                      <m:sub>
                        <m:r>
                          <a:rPr lang="en-US" altLang="ko-KR" sz="1300">
                            <a:solidFill>
                              <a:prstClr val="black">
                                <a:lumMod val="85000"/>
                                <a:lumOff val="15000"/>
                              </a:prstClr>
                            </a:solidFill>
                            <a:latin typeface="Cambria Math" panose="02040503050406030204" pitchFamily="18" charset="0"/>
                          </a:rPr>
                          <m:t>1</m:t>
                        </m:r>
                      </m:sub>
                    </m:sSub>
                    <m:r>
                      <a:rPr lang="en-US" altLang="ko-KR" sz="1300">
                        <a:solidFill>
                          <a:prstClr val="black">
                            <a:lumMod val="85000"/>
                            <a:lumOff val="15000"/>
                          </a:prstClr>
                        </a:solidFill>
                        <a:latin typeface="Cambria Math" panose="02040503050406030204" pitchFamily="18" charset="0"/>
                      </a:rPr>
                      <m:t>,</m:t>
                    </m:r>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𝑥</m:t>
                        </m:r>
                      </m:e>
                      <m:sub>
                        <m:r>
                          <a:rPr lang="en-US" altLang="ko-KR" sz="1300">
                            <a:solidFill>
                              <a:prstClr val="black">
                                <a:lumMod val="85000"/>
                                <a:lumOff val="15000"/>
                              </a:prstClr>
                            </a:solidFill>
                            <a:latin typeface="Cambria Math" panose="02040503050406030204" pitchFamily="18" charset="0"/>
                          </a:rPr>
                          <m:t>2</m:t>
                        </m:r>
                      </m:sub>
                    </m:sSub>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m:t>
                        </m:r>
                        <m:r>
                          <a:rPr lang="en-US" altLang="ko-KR" sz="1300">
                            <a:solidFill>
                              <a:prstClr val="black">
                                <a:lumMod val="85000"/>
                                <a:lumOff val="15000"/>
                              </a:prstClr>
                            </a:solidFill>
                            <a:latin typeface="Cambria Math" panose="02040503050406030204" pitchFamily="18" charset="0"/>
                          </a:rPr>
                          <m:t>𝑥</m:t>
                        </m:r>
                      </m:e>
                      <m:sub>
                        <m:r>
                          <a:rPr lang="en-US" altLang="ko-KR" sz="1300">
                            <a:solidFill>
                              <a:prstClr val="black">
                                <a:lumMod val="85000"/>
                                <a:lumOff val="15000"/>
                              </a:prstClr>
                            </a:solidFill>
                            <a:latin typeface="Cambria Math" panose="02040503050406030204" pitchFamily="18" charset="0"/>
                          </a:rPr>
                          <m:t>3</m:t>
                        </m:r>
                      </m:sub>
                    </m:sSub>
                    <m:r>
                      <a:rPr lang="en-US" altLang="ko-KR" sz="1300">
                        <a:solidFill>
                          <a:prstClr val="black">
                            <a:lumMod val="85000"/>
                            <a:lumOff val="15000"/>
                          </a:prstClr>
                        </a:solidFill>
                        <a:latin typeface="Cambria Math" panose="02040503050406030204" pitchFamily="18" charset="0"/>
                      </a:rPr>
                      <m:t>,…,</m:t>
                    </m:r>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𝑥</m:t>
                        </m:r>
                      </m:e>
                      <m:sub>
                        <m:r>
                          <a:rPr lang="en-US" altLang="ko-KR" sz="1300">
                            <a:solidFill>
                              <a:prstClr val="black">
                                <a:lumMod val="85000"/>
                                <a:lumOff val="15000"/>
                              </a:prstClr>
                            </a:solidFill>
                            <a:latin typeface="Cambria Math" panose="02040503050406030204" pitchFamily="18" charset="0"/>
                          </a:rPr>
                          <m:t>𝑛</m:t>
                        </m:r>
                      </m:sub>
                    </m:sSub>
                  </m:oMath>
                </a14:m>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đ</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ược nhân và cộng với các hằng số</a:t>
                </a:r>
                <a14:m>
                  <m:oMath xmlns:m="http://schemas.openxmlformats.org/officeDocument/2006/math">
                    <m:r>
                      <a:rPr lang="en-US" altLang="ko-KR" sz="1300" b="0" i="0" smtClean="0">
                        <a:solidFill>
                          <a:prstClr val="black">
                            <a:lumMod val="85000"/>
                            <a:lumOff val="15000"/>
                          </a:prstClr>
                        </a:solidFill>
                        <a:latin typeface="Cambria Math" panose="02040503050406030204" pitchFamily="18" charset="0"/>
                      </a:rPr>
                      <m:t> </m:t>
                    </m:r>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𝑎</m:t>
                        </m:r>
                      </m:e>
                      <m:sub>
                        <m:r>
                          <a:rPr lang="en-US" altLang="ko-KR" sz="1300">
                            <a:solidFill>
                              <a:prstClr val="black">
                                <a:lumMod val="85000"/>
                                <a:lumOff val="15000"/>
                              </a:prstClr>
                            </a:solidFill>
                            <a:latin typeface="Cambria Math" panose="02040503050406030204" pitchFamily="18" charset="0"/>
                          </a:rPr>
                          <m:t>1</m:t>
                        </m:r>
                      </m:sub>
                    </m:sSub>
                    <m:r>
                      <a:rPr lang="en-US" altLang="ko-KR" sz="1300">
                        <a:solidFill>
                          <a:prstClr val="black">
                            <a:lumMod val="85000"/>
                            <a:lumOff val="15000"/>
                          </a:prstClr>
                        </a:solidFill>
                        <a:latin typeface="Cambria Math" panose="02040503050406030204" pitchFamily="18" charset="0"/>
                      </a:rPr>
                      <m:t>,</m:t>
                    </m:r>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𝑎</m:t>
                        </m:r>
                      </m:e>
                      <m:sub>
                        <m:r>
                          <a:rPr lang="en-US" altLang="ko-KR" sz="1300">
                            <a:solidFill>
                              <a:prstClr val="black">
                                <a:lumMod val="85000"/>
                                <a:lumOff val="15000"/>
                              </a:prstClr>
                            </a:solidFill>
                            <a:latin typeface="Cambria Math" panose="02040503050406030204" pitchFamily="18" charset="0"/>
                          </a:rPr>
                          <m:t>2</m:t>
                        </m:r>
                      </m:sub>
                    </m:sSub>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m:t>
                        </m:r>
                        <m:r>
                          <a:rPr lang="en-US" altLang="ko-KR" sz="1300">
                            <a:solidFill>
                              <a:prstClr val="black">
                                <a:lumMod val="85000"/>
                                <a:lumOff val="15000"/>
                              </a:prstClr>
                            </a:solidFill>
                            <a:latin typeface="Cambria Math" panose="02040503050406030204" pitchFamily="18" charset="0"/>
                          </a:rPr>
                          <m:t>𝑎</m:t>
                        </m:r>
                      </m:e>
                      <m:sub>
                        <m:r>
                          <a:rPr lang="en-US" altLang="ko-KR" sz="1300">
                            <a:solidFill>
                              <a:prstClr val="black">
                                <a:lumMod val="85000"/>
                                <a:lumOff val="15000"/>
                              </a:prstClr>
                            </a:solidFill>
                            <a:latin typeface="Cambria Math" panose="02040503050406030204" pitchFamily="18" charset="0"/>
                          </a:rPr>
                          <m:t>3</m:t>
                        </m:r>
                      </m:sub>
                    </m:sSub>
                    <m:r>
                      <a:rPr lang="en-US" altLang="ko-KR" sz="1300">
                        <a:solidFill>
                          <a:prstClr val="black">
                            <a:lumMod val="85000"/>
                            <a:lumOff val="15000"/>
                          </a:prstClr>
                        </a:solidFill>
                        <a:latin typeface="Cambria Math" panose="02040503050406030204" pitchFamily="18" charset="0"/>
                      </a:rPr>
                      <m:t>,…,</m:t>
                    </m:r>
                  </m:oMath>
                </a14:m>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14:m>
                  <m:oMath xmlns:m="http://schemas.openxmlformats.org/officeDocument/2006/math">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𝑎</m:t>
                        </m:r>
                      </m:e>
                      <m:sub>
                        <m:r>
                          <a:rPr lang="en-US" altLang="ko-KR" sz="1300">
                            <a:solidFill>
                              <a:prstClr val="black">
                                <a:lumMod val="85000"/>
                                <a:lumOff val="15000"/>
                              </a:prstClr>
                            </a:solidFill>
                            <a:latin typeface="Cambria Math" panose="02040503050406030204" pitchFamily="18" charset="0"/>
                          </a:rPr>
                          <m:t>1</m:t>
                        </m:r>
                      </m:sub>
                    </m:sSub>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𝑥</m:t>
                        </m:r>
                      </m:e>
                      <m:sub>
                        <m:r>
                          <a:rPr lang="en-US" altLang="ko-KR" sz="1300">
                            <a:solidFill>
                              <a:prstClr val="black">
                                <a:lumMod val="85000"/>
                                <a:lumOff val="15000"/>
                              </a:prstClr>
                            </a:solidFill>
                            <a:latin typeface="Cambria Math" panose="02040503050406030204" pitchFamily="18" charset="0"/>
                          </a:rPr>
                          <m:t>1</m:t>
                        </m:r>
                      </m:sub>
                    </m:sSub>
                    <m:r>
                      <a:rPr lang="en-US" altLang="ko-KR" sz="1300">
                        <a:solidFill>
                          <a:prstClr val="black">
                            <a:lumMod val="85000"/>
                            <a:lumOff val="15000"/>
                          </a:prstClr>
                        </a:solidFill>
                        <a:latin typeface="Cambria Math" panose="02040503050406030204" pitchFamily="18" charset="0"/>
                      </a:rPr>
                      <m:t>+</m:t>
                    </m:r>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𝑎</m:t>
                        </m:r>
                      </m:e>
                      <m:sub>
                        <m:r>
                          <a:rPr lang="en-US" altLang="ko-KR" sz="1300">
                            <a:solidFill>
                              <a:prstClr val="black">
                                <a:lumMod val="85000"/>
                                <a:lumOff val="15000"/>
                              </a:prstClr>
                            </a:solidFill>
                            <a:latin typeface="Cambria Math" panose="02040503050406030204" pitchFamily="18" charset="0"/>
                          </a:rPr>
                          <m:t>2</m:t>
                        </m:r>
                      </m:sub>
                    </m:sSub>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𝑥</m:t>
                        </m:r>
                      </m:e>
                      <m:sub>
                        <m:r>
                          <a:rPr lang="en-US" altLang="ko-KR" sz="1300">
                            <a:solidFill>
                              <a:prstClr val="black">
                                <a:lumMod val="85000"/>
                                <a:lumOff val="15000"/>
                              </a:prstClr>
                            </a:solidFill>
                            <a:latin typeface="Cambria Math" panose="02040503050406030204" pitchFamily="18" charset="0"/>
                          </a:rPr>
                          <m:t>2</m:t>
                        </m:r>
                      </m:sub>
                    </m:sSub>
                    <m:r>
                      <a:rPr lang="en-US" altLang="ko-KR" sz="1300">
                        <a:solidFill>
                          <a:prstClr val="black">
                            <a:lumMod val="85000"/>
                            <a:lumOff val="15000"/>
                          </a:prstClr>
                        </a:solidFill>
                        <a:latin typeface="Cambria Math" panose="02040503050406030204" pitchFamily="18" charset="0"/>
                      </a:rPr>
                      <m:t>+</m:t>
                    </m:r>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𝑎</m:t>
                        </m:r>
                      </m:e>
                      <m:sub>
                        <m:r>
                          <a:rPr lang="en-US" altLang="ko-KR" sz="1300">
                            <a:solidFill>
                              <a:prstClr val="black">
                                <a:lumMod val="85000"/>
                                <a:lumOff val="15000"/>
                              </a:prstClr>
                            </a:solidFill>
                            <a:latin typeface="Cambria Math" panose="02040503050406030204" pitchFamily="18" charset="0"/>
                          </a:rPr>
                          <m:t>3</m:t>
                        </m:r>
                      </m:sub>
                    </m:sSub>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𝑥</m:t>
                        </m:r>
                      </m:e>
                      <m:sub>
                        <m:r>
                          <a:rPr lang="en-US" altLang="ko-KR" sz="1300">
                            <a:solidFill>
                              <a:prstClr val="black">
                                <a:lumMod val="85000"/>
                                <a:lumOff val="15000"/>
                              </a:prstClr>
                            </a:solidFill>
                            <a:latin typeface="Cambria Math" panose="02040503050406030204" pitchFamily="18" charset="0"/>
                          </a:rPr>
                          <m:t>3</m:t>
                        </m:r>
                      </m:sub>
                    </m:sSub>
                    <m:r>
                      <a:rPr lang="en-US" altLang="ko-KR" sz="1300">
                        <a:solidFill>
                          <a:prstClr val="black">
                            <a:lumMod val="85000"/>
                            <a:lumOff val="15000"/>
                          </a:prstClr>
                        </a:solidFill>
                        <a:latin typeface="Cambria Math" panose="02040503050406030204" pitchFamily="18" charset="0"/>
                      </a:rPr>
                      <m:t>+…+</m:t>
                    </m:r>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𝑎</m:t>
                        </m:r>
                      </m:e>
                      <m:sub>
                        <m:r>
                          <a:rPr lang="en-US" altLang="ko-KR" sz="1300">
                            <a:solidFill>
                              <a:prstClr val="black">
                                <a:lumMod val="85000"/>
                                <a:lumOff val="15000"/>
                              </a:prstClr>
                            </a:solidFill>
                            <a:latin typeface="Cambria Math" panose="02040503050406030204" pitchFamily="18" charset="0"/>
                          </a:rPr>
                          <m:t>𝑛</m:t>
                        </m:r>
                      </m:sub>
                    </m:sSub>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𝑥</m:t>
                        </m:r>
                      </m:e>
                      <m:sub>
                        <m:r>
                          <a:rPr lang="en-US" altLang="ko-KR" sz="1300">
                            <a:solidFill>
                              <a:prstClr val="black">
                                <a:lumMod val="85000"/>
                                <a:lumOff val="15000"/>
                              </a:prstClr>
                            </a:solidFill>
                            <a:latin typeface="Cambria Math" panose="02040503050406030204" pitchFamily="18" charset="0"/>
                          </a:rPr>
                          <m:t>𝑛</m:t>
                        </m:r>
                      </m:sub>
                    </m:sSub>
                  </m:oMath>
                </a14:m>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thuộc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tập</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này</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Loại biểu thức</a:t>
                </a:r>
                <a14:m>
                  <m:oMath xmlns:m="http://schemas.openxmlformats.org/officeDocument/2006/math">
                    <m:r>
                      <a:rPr lang="en-US" altLang="ko-KR" sz="1300" b="0" i="0" smtClean="0">
                        <a:solidFill>
                          <a:prstClr val="black">
                            <a:lumMod val="85000"/>
                            <a:lumOff val="15000"/>
                          </a:prstClr>
                        </a:solidFill>
                        <a:latin typeface="Cambria Math" panose="02040503050406030204" pitchFamily="18" charset="0"/>
                      </a:rPr>
                      <m:t> </m:t>
                    </m:r>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𝑥</m:t>
                        </m:r>
                      </m:e>
                      <m:sub>
                        <m:r>
                          <a:rPr lang="en-US" altLang="ko-KR" sz="1300">
                            <a:solidFill>
                              <a:prstClr val="black">
                                <a:lumMod val="85000"/>
                                <a:lumOff val="15000"/>
                              </a:prstClr>
                            </a:solidFill>
                            <a:latin typeface="Cambria Math" panose="02040503050406030204" pitchFamily="18" charset="0"/>
                          </a:rPr>
                          <m:t>1</m:t>
                        </m:r>
                      </m:sub>
                    </m:sSub>
                    <m:r>
                      <a:rPr lang="en-US" altLang="ko-KR" sz="1300">
                        <a:solidFill>
                          <a:prstClr val="black">
                            <a:lumMod val="85000"/>
                            <a:lumOff val="15000"/>
                          </a:prstClr>
                        </a:solidFill>
                        <a:latin typeface="Cambria Math" panose="02040503050406030204" pitchFamily="18" charset="0"/>
                      </a:rPr>
                      <m:t>,</m:t>
                    </m:r>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𝑥</m:t>
                        </m:r>
                      </m:e>
                      <m:sub>
                        <m:r>
                          <a:rPr lang="en-US" altLang="ko-KR" sz="1300">
                            <a:solidFill>
                              <a:prstClr val="black">
                                <a:lumMod val="85000"/>
                                <a:lumOff val="15000"/>
                              </a:prstClr>
                            </a:solidFill>
                            <a:latin typeface="Cambria Math" panose="02040503050406030204" pitchFamily="18" charset="0"/>
                          </a:rPr>
                          <m:t>2</m:t>
                        </m:r>
                      </m:sub>
                    </m:sSub>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m:t>
                        </m:r>
                        <m:r>
                          <a:rPr lang="en-US" altLang="ko-KR" sz="1300">
                            <a:solidFill>
                              <a:prstClr val="black">
                                <a:lumMod val="85000"/>
                                <a:lumOff val="15000"/>
                              </a:prstClr>
                            </a:solidFill>
                            <a:latin typeface="Cambria Math" panose="02040503050406030204" pitchFamily="18" charset="0"/>
                          </a:rPr>
                          <m:t>𝑥</m:t>
                        </m:r>
                      </m:e>
                      <m:sub>
                        <m:r>
                          <a:rPr lang="en-US" altLang="ko-KR" sz="1300">
                            <a:solidFill>
                              <a:prstClr val="black">
                                <a:lumMod val="85000"/>
                                <a:lumOff val="15000"/>
                              </a:prstClr>
                            </a:solidFill>
                            <a:latin typeface="Cambria Math" panose="02040503050406030204" pitchFamily="18" charset="0"/>
                          </a:rPr>
                          <m:t>3</m:t>
                        </m:r>
                      </m:sub>
                    </m:sSub>
                    <m:r>
                      <a:rPr lang="en-US" altLang="ko-KR" sz="1300">
                        <a:solidFill>
                          <a:prstClr val="black">
                            <a:lumMod val="85000"/>
                            <a:lumOff val="15000"/>
                          </a:prstClr>
                        </a:solidFill>
                        <a:latin typeface="Cambria Math" panose="02040503050406030204" pitchFamily="18" charset="0"/>
                      </a:rPr>
                      <m:t>,…,</m:t>
                    </m:r>
                    <m:sSub>
                      <m:sSubPr>
                        <m:ctrlPr>
                          <a:rPr lang="en-US" altLang="ko-KR" sz="1300" i="1">
                            <a:solidFill>
                              <a:prstClr val="black">
                                <a:lumMod val="85000"/>
                                <a:lumOff val="15000"/>
                              </a:prstClr>
                            </a:solidFill>
                            <a:latin typeface="Cambria Math" panose="02040503050406030204" pitchFamily="18" charset="0"/>
                          </a:rPr>
                        </m:ctrlPr>
                      </m:sSubPr>
                      <m:e>
                        <m:r>
                          <a:rPr lang="en-US" altLang="ko-KR" sz="1300">
                            <a:solidFill>
                              <a:prstClr val="black">
                                <a:lumMod val="85000"/>
                                <a:lumOff val="15000"/>
                              </a:prstClr>
                            </a:solidFill>
                            <a:latin typeface="Cambria Math" panose="02040503050406030204" pitchFamily="18" charset="0"/>
                          </a:rPr>
                          <m:t>𝑥</m:t>
                        </m:r>
                      </m:e>
                      <m:sub>
                        <m:r>
                          <a:rPr lang="en-US" altLang="ko-KR" sz="1300">
                            <a:solidFill>
                              <a:prstClr val="black">
                                <a:lumMod val="85000"/>
                                <a:lumOff val="15000"/>
                              </a:prstClr>
                            </a:solidFill>
                            <a:latin typeface="Cambria Math" panose="02040503050406030204" pitchFamily="18" charset="0"/>
                          </a:rPr>
                          <m:t>𝑛</m:t>
                        </m:r>
                      </m:sub>
                    </m:sSub>
                  </m:oMath>
                </a14:m>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này được gọi là một tổ hợp tuyến tính.</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Theo cách này, việc biểu diễn tầm quan trọng của phần tử cơ bản dưới dạng liên kết tuyến tính được gọi là tuyến tính. Tổ hợp tuyến tính là các hệ số và biến tương ứng, và nghiệm có thể thu được thông qua phương trình này.</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Hình dưới đây cho thấy khái niệm tuyến tính trong toán học và cuộc sống hàng ngày.</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mc:Choice>
        <mc:Fallback xmlns="">
          <p:sp>
            <p:nvSpPr>
              <p:cNvPr id="19" name="Rectangle 12">
                <a:extLst>
                  <a:ext uri="{FF2B5EF4-FFF2-40B4-BE49-F238E27FC236}">
                    <a16:creationId xmlns:a16="http://schemas.microsoft.com/office/drawing/2014/main" id="{39C1D0BA-7152-4AAC-B295-DCCB5F8378F4}"/>
                  </a:ext>
                </a:extLst>
              </p:cNvPr>
              <p:cNvSpPr>
                <a:spLocks noRot="1" noChangeAspect="1" noMove="1" noResize="1" noEditPoints="1" noAdjustHandles="1" noChangeArrowheads="1" noChangeShapeType="1" noTextEdit="1"/>
              </p:cNvSpPr>
              <p:nvPr/>
            </p:nvSpPr>
            <p:spPr>
              <a:xfrm>
                <a:off x="711200" y="1682146"/>
                <a:ext cx="8756799" cy="1853566"/>
              </a:xfrm>
              <a:prstGeom prst="rect">
                <a:avLst/>
              </a:prstGeom>
              <a:blipFill>
                <a:blip r:embed="rId3"/>
                <a:stretch>
                  <a:fillRect l="-145"/>
                </a:stretch>
              </a:blipFill>
              <a:ln>
                <a:noFill/>
              </a:ln>
            </p:spPr>
            <p:txBody>
              <a:bodyPr/>
              <a:lstStyle/>
              <a:p>
                <a:r>
                  <a:rPr lang="en-VN">
                    <a:noFill/>
                  </a:rPr>
                  <a:t> </a:t>
                </a:r>
              </a:p>
            </p:txBody>
          </p:sp>
        </mc:Fallback>
      </mc:AlternateContent>
      <p:sp>
        <p:nvSpPr>
          <p:cNvPr id="29" name="직사각형 28">
            <a:extLst>
              <a:ext uri="{FF2B5EF4-FFF2-40B4-BE49-F238E27FC236}">
                <a16:creationId xmlns:a16="http://schemas.microsoft.com/office/drawing/2014/main" id="{40E22606-181B-4BFE-8DF7-35DBA483BC6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linspace</a:t>
            </a:r>
            <a:r>
              <a:rPr lang="en-US" altLang="ko-KR" sz="1400" dirty="0">
                <a:solidFill>
                  <a:schemeClr val="tx1"/>
                </a:solidFill>
                <a:latin typeface="SamsungOne-400" panose="020B0503030303020204" pitchFamily="34" charset="0"/>
                <a:ea typeface="SamsungOne-400" panose="020B0503030303020204" pitchFamily="34" charset="0"/>
              </a:rPr>
              <a:t> (1/2) – </a:t>
            </a:r>
            <a:r>
              <a:rPr lang="en-US" altLang="ko-KR" sz="1400" dirty="0" err="1">
                <a:solidFill>
                  <a:schemeClr val="tx1"/>
                </a:solidFill>
                <a:latin typeface="SamsungOne-400" panose="020B0503030303020204" pitchFamily="34" charset="0"/>
                <a:ea typeface="SamsungOne-400" panose="020B0503030303020204" pitchFamily="34" charset="0"/>
              </a:rPr>
              <a:t>Xem</a:t>
            </a:r>
            <a:r>
              <a:rPr lang="en-US" altLang="ko-KR" sz="1400" dirty="0">
                <a:solidFill>
                  <a:schemeClr val="tx1"/>
                </a:solidFill>
                <a:latin typeface="SamsungOne-400" panose="020B0503030303020204" pitchFamily="34" charset="0"/>
                <a:ea typeface="SamsungOne-400" panose="020B0503030303020204" pitchFamily="34" charset="0"/>
              </a:rPr>
              <a:t> help(</a:t>
            </a:r>
            <a:r>
              <a:rPr lang="en-US" altLang="ko-KR" sz="1400" dirty="0" err="1">
                <a:solidFill>
                  <a:schemeClr val="tx1"/>
                </a:solidFill>
                <a:latin typeface="SamsungOne-400" panose="020B0503030303020204" pitchFamily="34" charset="0"/>
                <a:ea typeface="SamsungOne-400" panose="020B0503030303020204" pitchFamily="34" charset="0"/>
              </a:rPr>
              <a:t>np.linspace</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để</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thêm</a:t>
            </a:r>
            <a:r>
              <a:rPr lang="en-US" altLang="ko-KR" sz="1400" dirty="0">
                <a:solidFill>
                  <a:schemeClr val="tx1"/>
                </a:solidFill>
                <a:latin typeface="SamsungOne-400" panose="020B0503030303020204" pitchFamily="34" charset="0"/>
                <a:ea typeface="SamsungOne-400" panose="020B0503030303020204" pitchFamily="34" charset="0"/>
              </a:rPr>
              <a:t> chi </a:t>
            </a:r>
            <a:r>
              <a:rPr lang="en-US" altLang="ko-KR" sz="1400" dirty="0" err="1">
                <a:solidFill>
                  <a:schemeClr val="tx1"/>
                </a:solidFill>
                <a:latin typeface="SamsungOne-400" panose="020B0503030303020204" pitchFamily="34" charset="0"/>
                <a:ea typeface="SamsungOne-400" panose="020B0503030303020204" pitchFamily="34" charset="0"/>
              </a:rPr>
              <a:t>tiết</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5" name="그룹 4">
            <a:extLst>
              <a:ext uri="{FF2B5EF4-FFF2-40B4-BE49-F238E27FC236}">
                <a16:creationId xmlns:a16="http://schemas.microsoft.com/office/drawing/2014/main" id="{8F78C2DB-6265-4BA1-953D-312F31E581BA}"/>
              </a:ext>
            </a:extLst>
          </p:cNvPr>
          <p:cNvGrpSpPr/>
          <p:nvPr/>
        </p:nvGrpSpPr>
        <p:grpSpPr>
          <a:xfrm>
            <a:off x="580388" y="3578083"/>
            <a:ext cx="8789854" cy="2662928"/>
            <a:chOff x="580388" y="3615407"/>
            <a:chExt cx="8789854" cy="2662928"/>
          </a:xfrm>
        </p:grpSpPr>
        <p:grpSp>
          <p:nvGrpSpPr>
            <p:cNvPr id="26" name="그룹 25">
              <a:extLst>
                <a:ext uri="{FF2B5EF4-FFF2-40B4-BE49-F238E27FC236}">
                  <a16:creationId xmlns:a16="http://schemas.microsoft.com/office/drawing/2014/main" id="{3BC6370D-0B1C-4F62-BEF6-D95045F97406}"/>
                </a:ext>
              </a:extLst>
            </p:cNvPr>
            <p:cNvGrpSpPr/>
            <p:nvPr/>
          </p:nvGrpSpPr>
          <p:grpSpPr>
            <a:xfrm>
              <a:off x="580388" y="3615407"/>
              <a:ext cx="8789854" cy="2662928"/>
              <a:chOff x="630932" y="3092427"/>
              <a:chExt cx="8789854" cy="2662928"/>
            </a:xfrm>
          </p:grpSpPr>
          <p:grpSp>
            <p:nvGrpSpPr>
              <p:cNvPr id="25" name="그룹 24">
                <a:extLst>
                  <a:ext uri="{FF2B5EF4-FFF2-40B4-BE49-F238E27FC236}">
                    <a16:creationId xmlns:a16="http://schemas.microsoft.com/office/drawing/2014/main" id="{E73F3FED-39BB-4FCE-91F9-BC90EC0D84F8}"/>
                  </a:ext>
                </a:extLst>
              </p:cNvPr>
              <p:cNvGrpSpPr/>
              <p:nvPr/>
            </p:nvGrpSpPr>
            <p:grpSpPr>
              <a:xfrm>
                <a:off x="630932" y="3411030"/>
                <a:ext cx="8789854" cy="2344325"/>
                <a:chOff x="630932" y="3411030"/>
                <a:chExt cx="8789854" cy="2344325"/>
              </a:xfrm>
            </p:grpSpPr>
            <p:grpSp>
              <p:nvGrpSpPr>
                <p:cNvPr id="23" name="그룹 22">
                  <a:extLst>
                    <a:ext uri="{FF2B5EF4-FFF2-40B4-BE49-F238E27FC236}">
                      <a16:creationId xmlns:a16="http://schemas.microsoft.com/office/drawing/2014/main" id="{2AD07D10-A3C3-41D4-B0BE-41D7FA32BEE1}"/>
                    </a:ext>
                  </a:extLst>
                </p:cNvPr>
                <p:cNvGrpSpPr/>
                <p:nvPr/>
              </p:nvGrpSpPr>
              <p:grpSpPr>
                <a:xfrm>
                  <a:off x="630932" y="3411030"/>
                  <a:ext cx="8789854" cy="2344325"/>
                  <a:chOff x="-1514546" y="2848807"/>
                  <a:chExt cx="13189524" cy="3517752"/>
                </a:xfrm>
              </p:grpSpPr>
              <p:pic>
                <p:nvPicPr>
                  <p:cNvPr id="4" name="그림 3">
                    <a:extLst>
                      <a:ext uri="{FF2B5EF4-FFF2-40B4-BE49-F238E27FC236}">
                        <a16:creationId xmlns:a16="http://schemas.microsoft.com/office/drawing/2014/main" id="{16C5694E-D1DF-46F1-8D0C-6EB0A31DE76E}"/>
                      </a:ext>
                    </a:extLst>
                  </p:cNvPr>
                  <p:cNvPicPr>
                    <a:picLocks noChangeAspect="1"/>
                  </p:cNvPicPr>
                  <p:nvPr/>
                </p:nvPicPr>
                <p:blipFill rotWithShape="1">
                  <a:blip r:embed="rId5">
                    <a:extLst>
                      <a:ext uri="{28A0092B-C50C-407E-A947-70E740481C1C}">
                        <a14:useLocalDpi xmlns:a14="http://schemas.microsoft.com/office/drawing/2010/main" val="0"/>
                      </a:ext>
                    </a:extLst>
                  </a:blip>
                  <a:srcRect l="12895" t="11656" r="12112" b="14480"/>
                  <a:stretch/>
                </p:blipFill>
                <p:spPr>
                  <a:xfrm>
                    <a:off x="-1514546" y="2848807"/>
                    <a:ext cx="3571538" cy="3517752"/>
                  </a:xfrm>
                  <a:prstGeom prst="rect">
                    <a:avLst/>
                  </a:prstGeom>
                </p:spPr>
              </p:pic>
              <p:grpSp>
                <p:nvGrpSpPr>
                  <p:cNvPr id="22" name="그룹 21">
                    <a:extLst>
                      <a:ext uri="{FF2B5EF4-FFF2-40B4-BE49-F238E27FC236}">
                        <a16:creationId xmlns:a16="http://schemas.microsoft.com/office/drawing/2014/main" id="{03B7D018-0E14-444F-83AF-DA5184CDC19D}"/>
                      </a:ext>
                    </a:extLst>
                  </p:cNvPr>
                  <p:cNvGrpSpPr/>
                  <p:nvPr/>
                </p:nvGrpSpPr>
                <p:grpSpPr>
                  <a:xfrm>
                    <a:off x="2060415" y="3076686"/>
                    <a:ext cx="9614563" cy="3108961"/>
                    <a:chOff x="2060415" y="3076686"/>
                    <a:chExt cx="9614563" cy="3108961"/>
                  </a:xfrm>
                </p:grpSpPr>
                <p:pic>
                  <p:nvPicPr>
                    <p:cNvPr id="6" name="그림 5">
                      <a:extLst>
                        <a:ext uri="{FF2B5EF4-FFF2-40B4-BE49-F238E27FC236}">
                          <a16:creationId xmlns:a16="http://schemas.microsoft.com/office/drawing/2014/main" id="{37FE1BF1-DF6F-4278-9BD0-A248050090C0}"/>
                        </a:ext>
                      </a:extLst>
                    </p:cNvPr>
                    <p:cNvPicPr>
                      <a:picLocks noChangeAspect="1"/>
                    </p:cNvPicPr>
                    <p:nvPr/>
                  </p:nvPicPr>
                  <p:blipFill rotWithShape="1">
                    <a:blip r:embed="rId6">
                      <a:extLst>
                        <a:ext uri="{28A0092B-C50C-407E-A947-70E740481C1C}">
                          <a14:useLocalDpi xmlns:a14="http://schemas.microsoft.com/office/drawing/2010/main" val="0"/>
                        </a:ext>
                      </a:extLst>
                    </a:blip>
                    <a:srcRect l="18089" t="12334" r="17308" b="13350"/>
                    <a:stretch/>
                  </p:blipFill>
                  <p:spPr>
                    <a:xfrm>
                      <a:off x="2060415" y="3076686"/>
                      <a:ext cx="2702622" cy="3108959"/>
                    </a:xfrm>
                    <a:prstGeom prst="rect">
                      <a:avLst/>
                    </a:prstGeom>
                  </p:spPr>
                </p:pic>
                <p:pic>
                  <p:nvPicPr>
                    <p:cNvPr id="8" name="그림 7">
                      <a:extLst>
                        <a:ext uri="{FF2B5EF4-FFF2-40B4-BE49-F238E27FC236}">
                          <a16:creationId xmlns:a16="http://schemas.microsoft.com/office/drawing/2014/main" id="{35E60B18-E512-44F9-9062-3B96435300CB}"/>
                        </a:ext>
                      </a:extLst>
                    </p:cNvPr>
                    <p:cNvPicPr>
                      <a:picLocks noChangeAspect="1"/>
                    </p:cNvPicPr>
                    <p:nvPr/>
                  </p:nvPicPr>
                  <p:blipFill rotWithShape="1">
                    <a:blip r:embed="rId7">
                      <a:extLst>
                        <a:ext uri="{28A0092B-C50C-407E-A947-70E740481C1C}">
                          <a14:useLocalDpi xmlns:a14="http://schemas.microsoft.com/office/drawing/2010/main" val="0"/>
                        </a:ext>
                      </a:extLst>
                    </a:blip>
                    <a:srcRect l="17186" t="17755" r="19567" b="19223"/>
                    <a:stretch/>
                  </p:blipFill>
                  <p:spPr>
                    <a:xfrm>
                      <a:off x="4727928" y="3087446"/>
                      <a:ext cx="3076918" cy="3065928"/>
                    </a:xfrm>
                    <a:prstGeom prst="rect">
                      <a:avLst/>
                    </a:prstGeom>
                  </p:spPr>
                </p:pic>
                <p:pic>
                  <p:nvPicPr>
                    <p:cNvPr id="21" name="그림 20">
                      <a:extLst>
                        <a:ext uri="{FF2B5EF4-FFF2-40B4-BE49-F238E27FC236}">
                          <a16:creationId xmlns:a16="http://schemas.microsoft.com/office/drawing/2014/main" id="{B5D8999B-F788-4E0F-9206-F4EEE86D20B7}"/>
                        </a:ext>
                      </a:extLst>
                    </p:cNvPr>
                    <p:cNvPicPr>
                      <a:picLocks noChangeAspect="1"/>
                    </p:cNvPicPr>
                    <p:nvPr/>
                  </p:nvPicPr>
                  <p:blipFill rotWithShape="1">
                    <a:blip r:embed="rId8">
                      <a:extLst>
                        <a:ext uri="{28A0092B-C50C-407E-A947-70E740481C1C}">
                          <a14:useLocalDpi xmlns:a14="http://schemas.microsoft.com/office/drawing/2010/main" val="0"/>
                        </a:ext>
                      </a:extLst>
                    </a:blip>
                    <a:srcRect l="9732" t="17530" r="10305" b="18546"/>
                    <a:stretch/>
                  </p:blipFill>
                  <p:spPr>
                    <a:xfrm>
                      <a:off x="7804614" y="3091543"/>
                      <a:ext cx="3870364" cy="3094104"/>
                    </a:xfrm>
                    <a:prstGeom prst="rect">
                      <a:avLst/>
                    </a:prstGeom>
                  </p:spPr>
                </p:pic>
              </p:grpSp>
            </p:grpSp>
            <p:sp>
              <p:nvSpPr>
                <p:cNvPr id="24" name="직사각형 23">
                  <a:extLst>
                    <a:ext uri="{FF2B5EF4-FFF2-40B4-BE49-F238E27FC236}">
                      <a16:creationId xmlns:a16="http://schemas.microsoft.com/office/drawing/2014/main" id="{E3B365FE-6F2B-4F6D-A3AA-6A73BB42C0BE}"/>
                    </a:ext>
                  </a:extLst>
                </p:cNvPr>
                <p:cNvSpPr/>
                <p:nvPr/>
              </p:nvSpPr>
              <p:spPr>
                <a:xfrm>
                  <a:off x="4898143" y="3637545"/>
                  <a:ext cx="1448869" cy="2136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27" name="TextBox 26">
                <a:extLst>
                  <a:ext uri="{FF2B5EF4-FFF2-40B4-BE49-F238E27FC236}">
                    <a16:creationId xmlns:a16="http://schemas.microsoft.com/office/drawing/2014/main" id="{0A7972DA-C226-48E5-A6EF-1BF18ED5CD34}"/>
                  </a:ext>
                </a:extLst>
              </p:cNvPr>
              <p:cNvSpPr txBox="1"/>
              <p:nvPr/>
            </p:nvSpPr>
            <p:spPr>
              <a:xfrm>
                <a:off x="4641916" y="3092427"/>
                <a:ext cx="2469443" cy="461665"/>
              </a:xfrm>
              <a:prstGeom prst="rect">
                <a:avLst/>
              </a:prstGeom>
              <a:noFill/>
            </p:spPr>
            <p:txBody>
              <a:bodyPr wrap="square" rtlCol="0">
                <a:spAutoFit/>
              </a:bodyPr>
              <a:lstStyle/>
              <a:p>
                <a:pPr>
                  <a:spcAft>
                    <a:spcPts val="800"/>
                  </a:spcAft>
                  <a:buClr>
                    <a:srgbClr val="193EB0"/>
                  </a:buClr>
                </a:pPr>
                <a:r>
                  <a:rPr lang="vi-VN" altLang="ko-KR" sz="1200" dirty="0">
                    <a:solidFill>
                      <a:srgbClr val="193EB0"/>
                    </a:solidFill>
                    <a:latin typeface="SamsungOne-400" panose="020B0503030303020204" pitchFamily="34" charset="0"/>
                    <a:ea typeface="SamsungOne-400" panose="020B0503030303020204" pitchFamily="34" charset="0"/>
                  </a:rPr>
                  <a:t>Mối quan hệ tuyến tính giữa thời gian và chiều cao của chai nước</a:t>
                </a:r>
                <a:endParaRPr lang="ko-KR" altLang="en-US" sz="1200" dirty="0">
                  <a:solidFill>
                    <a:srgbClr val="193EB0"/>
                  </a:solidFill>
                  <a:latin typeface="SamsungOne-400" panose="020B0503030303020204" pitchFamily="34" charset="0"/>
                </a:endParaRPr>
              </a:p>
            </p:txBody>
          </p:sp>
        </p:grpSp>
        <p:sp>
          <p:nvSpPr>
            <p:cNvPr id="2" name="화살표: 아래쪽 1">
              <a:extLst>
                <a:ext uri="{FF2B5EF4-FFF2-40B4-BE49-F238E27FC236}">
                  <a16:creationId xmlns:a16="http://schemas.microsoft.com/office/drawing/2014/main" id="{31E09BCD-0C2B-4D3D-8BF5-F0131948A51B}"/>
                </a:ext>
              </a:extLst>
            </p:cNvPr>
            <p:cNvSpPr/>
            <p:nvPr/>
          </p:nvSpPr>
          <p:spPr>
            <a:xfrm>
              <a:off x="5671491" y="4065054"/>
              <a:ext cx="253447" cy="281172"/>
            </a:xfrm>
            <a:prstGeom prst="downArrow">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Tree>
    <p:extLst>
      <p:ext uri="{BB962C8B-B14F-4D97-AF65-F5344CB8AC3E}">
        <p14:creationId xmlns:p14="http://schemas.microsoft.com/office/powerpoint/2010/main" val="1825154894"/>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EC6CFB3F-230B-478D-B573-51908D383097}"/>
              </a:ext>
            </a:extLst>
          </p:cNvPr>
          <p:cNvGrpSpPr/>
          <p:nvPr/>
        </p:nvGrpSpPr>
        <p:grpSpPr>
          <a:xfrm>
            <a:off x="557644" y="3847400"/>
            <a:ext cx="8782050" cy="1237784"/>
            <a:chOff x="557644" y="3847400"/>
            <a:chExt cx="8782050" cy="1237784"/>
          </a:xfrm>
        </p:grpSpPr>
        <p:grpSp>
          <p:nvGrpSpPr>
            <p:cNvPr id="21" name="그룹 20"/>
            <p:cNvGrpSpPr/>
            <p:nvPr/>
          </p:nvGrpSpPr>
          <p:grpSpPr>
            <a:xfrm>
              <a:off x="557644" y="3847400"/>
              <a:ext cx="8782050" cy="1237784"/>
              <a:chOff x="557644" y="5085184"/>
              <a:chExt cx="8782050" cy="1237784"/>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57644" y="5085184"/>
                <a:ext cx="8782050" cy="123778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4" name="TextBox 2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5" name="TextBox 2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Năm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số</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trong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không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gian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tuyến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tính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từ</a:t>
                </a:r>
                <a:r>
                  <a:rPr lang="en-US" altLang="ko-KR" sz="1300" dirty="0">
                    <a:solidFill>
                      <a:prstClr val="black">
                        <a:lumMod val="85000"/>
                        <a:lumOff val="15000"/>
                      </a:prstClr>
                    </a:solidFill>
                    <a:latin typeface="SamsungOne-400" panose="020B0503030303020204" pitchFamily="34" charset="0"/>
                  </a:rPr>
                  <a:t> 1 </a:t>
                </a:r>
                <a:r>
                  <a:rPr lang="en-US" altLang="ko-KR" sz="1300" dirty="0" err="1">
                    <a:solidFill>
                      <a:prstClr val="black">
                        <a:lumMod val="85000"/>
                        <a:lumOff val="15000"/>
                      </a:prstClr>
                    </a:solidFill>
                    <a:latin typeface="SamsungOne-400" panose="020B0503030303020204" pitchFamily="34" charset="0"/>
                  </a:rPr>
                  <a:t>đến</a:t>
                </a:r>
                <a:r>
                  <a:rPr lang="en-US" altLang="ko-KR" sz="1300" dirty="0">
                    <a:solidFill>
                      <a:prstClr val="black">
                        <a:lumMod val="85000"/>
                        <a:lumOff val="15000"/>
                      </a:prstClr>
                    </a:solidFill>
                    <a:latin typeface="SamsungOne-400" panose="020B0503030303020204" pitchFamily="34" charset="0"/>
                  </a:rPr>
                  <a:t> 10.</a:t>
                </a:r>
              </a:p>
            </p:txBody>
          </p:sp>
        </p:grpSp>
        <p:pic>
          <p:nvPicPr>
            <p:cNvPr id="2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5052" y="4466668"/>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7" name="TextBox 26">
              <a:extLst>
                <a:ext uri="{FF2B5EF4-FFF2-40B4-BE49-F238E27FC236}">
                  <a16:creationId xmlns:a16="http://schemas.microsoft.com/office/drawing/2014/main" id="{EE836FE5-4E63-409C-97E4-2898B8159708}"/>
                </a:ext>
              </a:extLst>
            </p:cNvPr>
            <p:cNvSpPr txBox="1"/>
            <p:nvPr/>
          </p:nvSpPr>
          <p:spPr>
            <a:xfrm>
              <a:off x="923833" y="4443936"/>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39</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8" name="TextBox 27">
              <a:extLst>
                <a:ext uri="{FF2B5EF4-FFF2-40B4-BE49-F238E27FC236}">
                  <a16:creationId xmlns:a16="http://schemas.microsoft.com/office/drawing/2014/main" id="{0800EE66-B78E-4CCD-A49E-31BBE412C7F6}"/>
                </a:ext>
              </a:extLst>
            </p:cNvPr>
            <p:cNvSpPr txBox="1"/>
            <p:nvPr/>
          </p:nvSpPr>
          <p:spPr>
            <a:xfrm>
              <a:off x="1024473" y="4778830"/>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solidFill>
                    <a:prstClr val="black">
                      <a:lumMod val="85000"/>
                      <a:lumOff val="15000"/>
                    </a:prstClr>
                  </a:solidFill>
                  <a:latin typeface="SamsungOne-400" panose="020B0503030303020204" pitchFamily="34" charset="0"/>
                </a:rPr>
                <a:t>20 </a:t>
              </a:r>
              <a:r>
                <a:rPr lang="en-US" altLang="ko-KR" sz="1300" dirty="0" err="1">
                  <a:solidFill>
                    <a:prstClr val="black">
                      <a:lumMod val="85000"/>
                      <a:lumOff val="15000"/>
                    </a:prstClr>
                  </a:solidFill>
                  <a:latin typeface="SamsungOne-400" panose="020B0503030303020204" pitchFamily="34" charset="0"/>
                </a:rPr>
                <a:t>số</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trong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không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gian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tuyến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tính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từ</a:t>
              </a:r>
              <a:r>
                <a:rPr lang="en-US" altLang="ko-KR" sz="1300" dirty="0">
                  <a:solidFill>
                    <a:prstClr val="black">
                      <a:lumMod val="85000"/>
                      <a:lumOff val="15000"/>
                    </a:prstClr>
                  </a:solidFill>
                  <a:latin typeface="SamsungOne-400" panose="020B0503030303020204" pitchFamily="34" charset="0"/>
                </a:rPr>
                <a:t> -10 </a:t>
              </a:r>
              <a:r>
                <a:rPr lang="en-US" altLang="ko-KR" sz="1300" dirty="0" err="1">
                  <a:solidFill>
                    <a:prstClr val="black">
                      <a:lumMod val="85000"/>
                      <a:lumOff val="15000"/>
                    </a:prstClr>
                  </a:solidFill>
                  <a:latin typeface="SamsungOne-400" panose="020B0503030303020204" pitchFamily="34" charset="0"/>
                </a:rPr>
                <a:t>đến</a:t>
              </a:r>
              <a:r>
                <a:rPr lang="en-US" altLang="ko-KR" sz="1300" dirty="0">
                  <a:solidFill>
                    <a:prstClr val="black">
                      <a:lumMod val="85000"/>
                      <a:lumOff val="15000"/>
                    </a:prstClr>
                  </a:solidFill>
                  <a:latin typeface="SamsungOne-400" panose="020B0503030303020204" pitchFamily="34" charset="0"/>
                </a:rPr>
                <a:t> 10.</a:t>
              </a:r>
            </a:p>
          </p:txBody>
        </p:sp>
      </p:grpSp>
      <p:grpSp>
        <p:nvGrpSpPr>
          <p:cNvPr id="4" name="그룹 3">
            <a:extLst>
              <a:ext uri="{FF2B5EF4-FFF2-40B4-BE49-F238E27FC236}">
                <a16:creationId xmlns:a16="http://schemas.microsoft.com/office/drawing/2014/main" id="{73F03724-2A17-4951-A919-8D7DA0E571B6}"/>
              </a:ext>
            </a:extLst>
          </p:cNvPr>
          <p:cNvGrpSpPr/>
          <p:nvPr/>
        </p:nvGrpSpPr>
        <p:grpSpPr>
          <a:xfrm>
            <a:off x="558396" y="1719470"/>
            <a:ext cx="8782050" cy="2027379"/>
            <a:chOff x="558396" y="1844825"/>
            <a:chExt cx="8782050" cy="2027379"/>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396" y="1844825"/>
              <a:ext cx="8782050" cy="202737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384" r="18320"/>
            <a:stretch/>
          </p:blipFill>
          <p:spPr>
            <a:xfrm>
              <a:off x="643813" y="1875433"/>
              <a:ext cx="8695882" cy="1971967"/>
            </a:xfrm>
            <a:prstGeom prst="rect">
              <a:avLst/>
            </a:prstGeom>
          </p:spPr>
        </p:pic>
      </p:grpSp>
      <p:sp>
        <p:nvSpPr>
          <p:cNvPr id="18" name="직사각형 17">
            <a:extLst>
              <a:ext uri="{FF2B5EF4-FFF2-40B4-BE49-F238E27FC236}">
                <a16:creationId xmlns:a16="http://schemas.microsoft.com/office/drawing/2014/main" id="{20E4BD26-B4BC-4721-83D7-E470DE68AA91}"/>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linspace</a:t>
            </a:r>
            <a:r>
              <a:rPr lang="en-US" altLang="ko-KR" sz="1400" dirty="0">
                <a:solidFill>
                  <a:schemeClr val="tx1"/>
                </a:solidFill>
                <a:latin typeface="SamsungOne-400" panose="020B0503030303020204" pitchFamily="34" charset="0"/>
                <a:ea typeface="SamsungOne-400" panose="020B0503030303020204" pitchFamily="34" charset="0"/>
              </a:rPr>
              <a:t> (2/2)</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679425295"/>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21" name="그룹 20"/>
          <p:cNvGrpSpPr/>
          <p:nvPr/>
        </p:nvGrpSpPr>
        <p:grpSpPr>
          <a:xfrm>
            <a:off x="557644" y="3410338"/>
            <a:ext cx="8782050" cy="733728"/>
            <a:chOff x="557644" y="5085184"/>
            <a:chExt cx="8782050" cy="733728"/>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57644" y="5085184"/>
              <a:ext cx="8782050" cy="73372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4" name="TextBox 2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5" name="TextBox 2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Cẩn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thận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đừng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bỏ</a:t>
              </a:r>
              <a:r>
                <a:rPr lang="en-US" altLang="ko-KR" sz="1300" dirty="0">
                  <a:solidFill>
                    <a:prstClr val="black">
                      <a:lumMod val="85000"/>
                      <a:lumOff val="15000"/>
                    </a:prstClr>
                  </a:solidFill>
                  <a:latin typeface="SamsungOne-400" panose="020B0503030303020204" pitchFamily="34" charset="0"/>
                </a:rPr>
                <a:t> qua </a:t>
              </a:r>
              <a:r>
                <a:rPr lang="en-US" altLang="ko-KR" sz="1300" dirty="0" err="1">
                  <a:solidFill>
                    <a:prstClr val="black">
                      <a:lumMod val="85000"/>
                      <a:lumOff val="15000"/>
                    </a:prstClr>
                  </a:solidFill>
                  <a:latin typeface="SamsungOne-400" panose="020B0503030303020204" pitchFamily="34" charset="0"/>
                </a:rPr>
                <a:t>chữ</a:t>
              </a:r>
              <a:r>
                <a:rPr lang="en-US" altLang="ko-KR" sz="1300" dirty="0">
                  <a:solidFill>
                    <a:prstClr val="black">
                      <a:lumMod val="85000"/>
                      <a:lumOff val="15000"/>
                    </a:prstClr>
                  </a:solidFill>
                  <a:latin typeface="SamsungOne-400" panose="020B0503030303020204" pitchFamily="34" charset="0"/>
                </a:rPr>
                <a:t> “s.”</a:t>
              </a:r>
            </a:p>
          </p:txBody>
        </p:sp>
      </p:grpSp>
      <p:grpSp>
        <p:nvGrpSpPr>
          <p:cNvPr id="2" name="그룹 1">
            <a:extLst>
              <a:ext uri="{FF2B5EF4-FFF2-40B4-BE49-F238E27FC236}">
                <a16:creationId xmlns:a16="http://schemas.microsoft.com/office/drawing/2014/main" id="{85F3FAE2-8870-4113-A474-233D94101D7E}"/>
              </a:ext>
            </a:extLst>
          </p:cNvPr>
          <p:cNvGrpSpPr/>
          <p:nvPr/>
        </p:nvGrpSpPr>
        <p:grpSpPr>
          <a:xfrm>
            <a:off x="558396" y="1719470"/>
            <a:ext cx="8782050" cy="1600578"/>
            <a:chOff x="558396" y="1844825"/>
            <a:chExt cx="8782050" cy="1600578"/>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396" y="1844825"/>
              <a:ext cx="8782050" cy="160057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991" r="22039"/>
            <a:stretch/>
          </p:blipFill>
          <p:spPr>
            <a:xfrm>
              <a:off x="698286" y="1870627"/>
              <a:ext cx="8641408" cy="1558373"/>
            </a:xfrm>
            <a:prstGeom prst="rect">
              <a:avLst/>
            </a:prstGeom>
          </p:spPr>
        </p:pic>
      </p:grpSp>
      <p:sp>
        <p:nvSpPr>
          <p:cNvPr id="16" name="직사각형 15">
            <a:extLst>
              <a:ext uri="{FF2B5EF4-FFF2-40B4-BE49-F238E27FC236}">
                <a16:creationId xmlns:a16="http://schemas.microsoft.com/office/drawing/2014/main" id="{85B61D89-6885-4DC7-8D94-C41B7FAC76A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np.zeros</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np.ones</a:t>
            </a:r>
            <a:r>
              <a:rPr lang="en-US" altLang="ko-KR" sz="1400" dirty="0">
                <a:solidFill>
                  <a:schemeClr val="tx1"/>
                </a:solidFill>
                <a:latin typeface="SamsungOne-400" panose="020B0503030303020204" pitchFamily="34" charset="0"/>
                <a:ea typeface="SamsungOne-400" panose="020B0503030303020204" pitchFamily="34" charset="0"/>
              </a:rPr>
              <a:t>()</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405167819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26" name="직사각형 25">
            <a:extLst>
              <a:ext uri="{FF2B5EF4-FFF2-40B4-BE49-F238E27FC236}">
                <a16:creationId xmlns:a16="http://schemas.microsoft.com/office/drawing/2014/main" id="{DB896CD5-A0B0-4F39-9F23-22CE6C96BB3D}"/>
              </a:ext>
            </a:extLst>
          </p:cNvPr>
          <p:cNvSpPr/>
          <p:nvPr/>
        </p:nvSpPr>
        <p:spPr>
          <a:xfrm>
            <a:off x="449998" y="1375101"/>
            <a:ext cx="900498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Mảng</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đa</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chiều</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6" name="그룹 5">
            <a:extLst>
              <a:ext uri="{FF2B5EF4-FFF2-40B4-BE49-F238E27FC236}">
                <a16:creationId xmlns:a16="http://schemas.microsoft.com/office/drawing/2014/main" id="{3EBFF513-9EFF-41D7-8B86-42A16019DFA3}"/>
              </a:ext>
            </a:extLst>
          </p:cNvPr>
          <p:cNvGrpSpPr/>
          <p:nvPr/>
        </p:nvGrpSpPr>
        <p:grpSpPr>
          <a:xfrm>
            <a:off x="557644" y="4994514"/>
            <a:ext cx="8782050" cy="1309792"/>
            <a:chOff x="557644" y="4994514"/>
            <a:chExt cx="8782050" cy="1309792"/>
          </a:xfrm>
        </p:grpSpPr>
        <p:grpSp>
          <p:nvGrpSpPr>
            <p:cNvPr id="16" name="그룹 15"/>
            <p:cNvGrpSpPr/>
            <p:nvPr/>
          </p:nvGrpSpPr>
          <p:grpSpPr>
            <a:xfrm>
              <a:off x="557644" y="4994514"/>
              <a:ext cx="8782050" cy="1309792"/>
              <a:chOff x="557644" y="5085184"/>
              <a:chExt cx="8782050" cy="1309792"/>
            </a:xfrm>
          </p:grpSpPr>
          <p:sp>
            <p:nvSpPr>
              <p:cNvPr id="17" name="모서리가 둥근 직사각형 4">
                <a:extLst>
                  <a:ext uri="{FF2B5EF4-FFF2-40B4-BE49-F238E27FC236}">
                    <a16:creationId xmlns:a16="http://schemas.microsoft.com/office/drawing/2014/main" id="{C3569CBD-5212-483A-A582-6794A42BDB63}"/>
                  </a:ext>
                </a:extLst>
              </p:cNvPr>
              <p:cNvSpPr/>
              <p:nvPr/>
            </p:nvSpPr>
            <p:spPr>
              <a:xfrm>
                <a:off x="557644" y="5085184"/>
                <a:ext cx="8782050" cy="130979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8"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1" name="TextBox 20">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Phần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tử</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đầu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tiên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trong</a:t>
                </a:r>
                <a:r>
                  <a:rPr lang="en-US" altLang="ko-KR" sz="1300" dirty="0">
                    <a:solidFill>
                      <a:prstClr val="black">
                        <a:lumMod val="85000"/>
                        <a:lumOff val="15000"/>
                      </a:prstClr>
                    </a:solidFill>
                    <a:latin typeface="SamsungOne-400" panose="020B0503030303020204" pitchFamily="34" charset="0"/>
                  </a:rPr>
                  <a:t> list </a:t>
                </a:r>
                <a:r>
                  <a:rPr lang="en-US" altLang="ko-KR" sz="1300" dirty="0" err="1">
                    <a:solidFill>
                      <a:prstClr val="black">
                        <a:lumMod val="85000"/>
                        <a:lumOff val="15000"/>
                      </a:prstClr>
                    </a:solidFill>
                    <a:latin typeface="SamsungOne-400" panose="020B0503030303020204" pitchFamily="34" charset="0"/>
                  </a:rPr>
                  <a:t>này</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cũng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list, </a:t>
                </a:r>
                <a:r>
                  <a:rPr lang="en-US" altLang="ko-KR" sz="1300" dirty="0" err="1">
                    <a:solidFill>
                      <a:prstClr val="black">
                        <a:lumMod val="85000"/>
                        <a:lumOff val="15000"/>
                      </a:prstClr>
                    </a:solidFill>
                    <a:latin typeface="SamsungOne-400" panose="020B0503030303020204" pitchFamily="34" charset="0"/>
                  </a:rPr>
                  <a:t>vì</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vậy</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phần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tử</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đầu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tiên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trong</a:t>
                </a:r>
                <a:r>
                  <a:rPr lang="en-US" altLang="ko-KR" sz="1300" dirty="0">
                    <a:solidFill>
                      <a:prstClr val="black">
                        <a:lumMod val="85000"/>
                        <a:lumOff val="15000"/>
                      </a:prstClr>
                    </a:solidFill>
                    <a:latin typeface="SamsungOne-400" panose="020B0503030303020204" pitchFamily="34" charset="0"/>
                  </a:rPr>
                  <a:t> list </a:t>
                </a:r>
                <a:r>
                  <a:rPr lang="en-US" altLang="ko-KR" sz="1300" dirty="0" err="1">
                    <a:solidFill>
                      <a:prstClr val="black">
                        <a:lumMod val="85000"/>
                        <a:lumOff val="15000"/>
                      </a:prstClr>
                    </a:solidFill>
                    <a:latin typeface="SamsungOne-400" panose="020B0503030303020204" pitchFamily="34" charset="0"/>
                  </a:rPr>
                  <a:t>đó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rPr>
                  <a:t> 1.</a:t>
                </a:r>
              </a:p>
            </p:txBody>
          </p:sp>
        </p:grpSp>
        <p:grpSp>
          <p:nvGrpSpPr>
            <p:cNvPr id="5" name="그룹 4">
              <a:extLst>
                <a:ext uri="{FF2B5EF4-FFF2-40B4-BE49-F238E27FC236}">
                  <a16:creationId xmlns:a16="http://schemas.microsoft.com/office/drawing/2014/main" id="{6132DD71-35DB-45A2-9ACA-3699F6EDE9D0}"/>
                </a:ext>
              </a:extLst>
            </p:cNvPr>
            <p:cNvGrpSpPr/>
            <p:nvPr/>
          </p:nvGrpSpPr>
          <p:grpSpPr>
            <a:xfrm>
              <a:off x="658228" y="5671166"/>
              <a:ext cx="8640559" cy="534949"/>
              <a:chOff x="658228" y="5736483"/>
              <a:chExt cx="8640559" cy="534949"/>
            </a:xfrm>
          </p:grpSpPr>
          <p:pic>
            <p:nvPicPr>
              <p:cNvPr id="30"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58228" y="5759215"/>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35" name="TextBox 34">
                <a:extLst>
                  <a:ext uri="{FF2B5EF4-FFF2-40B4-BE49-F238E27FC236}">
                    <a16:creationId xmlns:a16="http://schemas.microsoft.com/office/drawing/2014/main" id="{EE836FE5-4E63-409C-97E4-2898B8159708}"/>
                  </a:ext>
                </a:extLst>
              </p:cNvPr>
              <p:cNvSpPr txBox="1"/>
              <p:nvPr/>
            </p:nvSpPr>
            <p:spPr>
              <a:xfrm>
                <a:off x="917009" y="5736483"/>
                <a:ext cx="2659325" cy="292387"/>
              </a:xfrm>
              <a:prstGeom prst="rect">
                <a:avLst/>
              </a:prstGeom>
              <a:noFill/>
            </p:spPr>
            <p:txBody>
              <a:bodyPr wrap="square">
                <a:spAutoFit/>
              </a:bodyPr>
              <a:lstStyle/>
              <a:p>
                <a:pPr>
                  <a:spcAft>
                    <a:spcPts val="600"/>
                  </a:spcAft>
                </a:pP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Line 44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36" name="TextBox 35">
                <a:extLst>
                  <a:ext uri="{FF2B5EF4-FFF2-40B4-BE49-F238E27FC236}">
                    <a16:creationId xmlns:a16="http://schemas.microsoft.com/office/drawing/2014/main" id="{0800EE66-B78E-4CCD-A49E-31BBE412C7F6}"/>
                  </a:ext>
                </a:extLst>
              </p:cNvPr>
              <p:cNvSpPr txBox="1"/>
              <p:nvPr/>
            </p:nvSpPr>
            <p:spPr>
              <a:xfrm>
                <a:off x="1017649" y="6071377"/>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Mảng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hai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chiều</a:t>
                </a:r>
                <a:endParaRPr lang="en-US" altLang="ko-KR" sz="1300" dirty="0">
                  <a:solidFill>
                    <a:prstClr val="black">
                      <a:lumMod val="85000"/>
                      <a:lumOff val="15000"/>
                    </a:prstClr>
                  </a:solidFill>
                  <a:latin typeface="SamsungOne-400" panose="020B0503030303020204" pitchFamily="34" charset="0"/>
                </a:endParaRPr>
              </a:p>
            </p:txBody>
          </p:sp>
        </p:grpSp>
      </p:grpSp>
      <p:grpSp>
        <p:nvGrpSpPr>
          <p:cNvPr id="4" name="그룹 3">
            <a:extLst>
              <a:ext uri="{FF2B5EF4-FFF2-40B4-BE49-F238E27FC236}">
                <a16:creationId xmlns:a16="http://schemas.microsoft.com/office/drawing/2014/main" id="{93C87593-65FE-4F16-B16F-89C02E105633}"/>
              </a:ext>
            </a:extLst>
          </p:cNvPr>
          <p:cNvGrpSpPr/>
          <p:nvPr/>
        </p:nvGrpSpPr>
        <p:grpSpPr>
          <a:xfrm>
            <a:off x="558396" y="2365732"/>
            <a:ext cx="8782050" cy="2540752"/>
            <a:chOff x="558396" y="2328408"/>
            <a:chExt cx="8782050" cy="2540752"/>
          </a:xfrm>
        </p:grpSpPr>
        <p:sp>
          <p:nvSpPr>
            <p:cNvPr id="15" name="모서리가 둥근 직사각형 4">
              <a:extLst>
                <a:ext uri="{FF2B5EF4-FFF2-40B4-BE49-F238E27FC236}">
                  <a16:creationId xmlns:a16="http://schemas.microsoft.com/office/drawing/2014/main" id="{A36E3BA1-83BF-4EF9-8B22-BB45DE7AA1FC}"/>
                </a:ext>
              </a:extLst>
            </p:cNvPr>
            <p:cNvSpPr/>
            <p:nvPr/>
          </p:nvSpPr>
          <p:spPr>
            <a:xfrm>
              <a:off x="558396" y="2328408"/>
              <a:ext cx="8782050" cy="254075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14607"/>
            <a:stretch/>
          </p:blipFill>
          <p:spPr>
            <a:xfrm>
              <a:off x="590885" y="2347192"/>
              <a:ext cx="8748809" cy="2477256"/>
            </a:xfrm>
            <a:prstGeom prst="rect">
              <a:avLst/>
            </a:prstGeom>
          </p:spPr>
        </p:pic>
      </p:grpSp>
      <p:sp>
        <p:nvSpPr>
          <p:cNvPr id="31" name="직사각형 30">
            <a:extLst>
              <a:ext uri="{FF2B5EF4-FFF2-40B4-BE49-F238E27FC236}">
                <a16:creationId xmlns:a16="http://schemas.microsoft.com/office/drawing/2014/main" id="{FD5C1558-2E02-435F-9B7E-0BA2782F415B}"/>
              </a:ext>
            </a:extLst>
          </p:cNvPr>
          <p:cNvSpPr/>
          <p:nvPr/>
        </p:nvSpPr>
        <p:spPr>
          <a:xfrm>
            <a:off x="580388" y="1833801"/>
            <a:ext cx="8782050"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Một mảng nhiều chiều là một mảng có hai hoặc nhiều chiều. Nó có thể được thực hiện dưới dạng một list trong list.</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216313240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26648D12-6F70-4179-A1B5-BEE386D2FBCC}"/>
              </a:ext>
            </a:extLst>
          </p:cNvPr>
          <p:cNvGrpSpPr/>
          <p:nvPr/>
        </p:nvGrpSpPr>
        <p:grpSpPr>
          <a:xfrm>
            <a:off x="558396" y="1700808"/>
            <a:ext cx="8782050" cy="864095"/>
            <a:chOff x="558396" y="1844825"/>
            <a:chExt cx="8782050" cy="864095"/>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396" y="1844825"/>
              <a:ext cx="8782050" cy="86409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23164"/>
            <a:stretch/>
          </p:blipFill>
          <p:spPr>
            <a:xfrm>
              <a:off x="581554" y="1913761"/>
              <a:ext cx="8758892" cy="731606"/>
            </a:xfrm>
            <a:prstGeom prst="rect">
              <a:avLst/>
            </a:prstGeom>
          </p:spPr>
        </p:pic>
      </p:grpSp>
      <p:grpSp>
        <p:nvGrpSpPr>
          <p:cNvPr id="5" name="그룹 4">
            <a:extLst>
              <a:ext uri="{FF2B5EF4-FFF2-40B4-BE49-F238E27FC236}">
                <a16:creationId xmlns:a16="http://schemas.microsoft.com/office/drawing/2014/main" id="{27AC219B-52C3-4334-B77E-3CE51AF58B0B}"/>
              </a:ext>
            </a:extLst>
          </p:cNvPr>
          <p:cNvGrpSpPr/>
          <p:nvPr/>
        </p:nvGrpSpPr>
        <p:grpSpPr>
          <a:xfrm>
            <a:off x="558924" y="3080297"/>
            <a:ext cx="8782050" cy="1200403"/>
            <a:chOff x="558924" y="3212977"/>
            <a:chExt cx="8782050" cy="1200403"/>
          </a:xfrm>
        </p:grpSpPr>
        <p:sp>
          <p:nvSpPr>
            <p:cNvPr id="26" name="모서리가 둥근 직사각형 4">
              <a:extLst>
                <a:ext uri="{FF2B5EF4-FFF2-40B4-BE49-F238E27FC236}">
                  <a16:creationId xmlns:a16="http://schemas.microsoft.com/office/drawing/2014/main" id="{A36E3BA1-83BF-4EF9-8B22-BB45DE7AA1FC}"/>
                </a:ext>
              </a:extLst>
            </p:cNvPr>
            <p:cNvSpPr/>
            <p:nvPr/>
          </p:nvSpPr>
          <p:spPr>
            <a:xfrm>
              <a:off x="558924" y="3212977"/>
              <a:ext cx="8782050" cy="120040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r="16894"/>
            <a:stretch/>
          </p:blipFill>
          <p:spPr>
            <a:xfrm>
              <a:off x="589991" y="3257767"/>
              <a:ext cx="8750455" cy="1100081"/>
            </a:xfrm>
            <a:prstGeom prst="rect">
              <a:avLst/>
            </a:prstGeom>
          </p:spPr>
        </p:pic>
      </p:grpSp>
      <p:sp>
        <p:nvSpPr>
          <p:cNvPr id="21" name="직사각형 20">
            <a:extLst>
              <a:ext uri="{FF2B5EF4-FFF2-40B4-BE49-F238E27FC236}">
                <a16:creationId xmlns:a16="http://schemas.microsoft.com/office/drawing/2014/main" id="{A4BEF5ED-4DF1-4540-B359-2692426D1F3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Kiểm tra kích thước của mảng với ndim</a:t>
            </a:r>
            <a:endParaRPr lang="ko-KR" altLang="en-US" sz="1400" dirty="0">
              <a:solidFill>
                <a:schemeClr val="tx1"/>
              </a:solidFill>
              <a:latin typeface="SamsungOne-400" panose="020B0503030303020204" pitchFamily="34" charset="0"/>
            </a:endParaRPr>
          </a:p>
        </p:txBody>
      </p:sp>
      <p:sp>
        <p:nvSpPr>
          <p:cNvPr id="22" name="직사각형 21">
            <a:extLst>
              <a:ext uri="{FF2B5EF4-FFF2-40B4-BE49-F238E27FC236}">
                <a16:creationId xmlns:a16="http://schemas.microsoft.com/office/drawing/2014/main" id="{3FF5A93B-B390-4F2D-A90E-5E5084677B6F}"/>
              </a:ext>
            </a:extLst>
          </p:cNvPr>
          <p:cNvSpPr/>
          <p:nvPr/>
        </p:nvSpPr>
        <p:spPr>
          <a:xfrm>
            <a:off x="585155" y="2780928"/>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Sau đó, hãy kiểm tra mảng một chiều mà chúng ta đã học trước đó</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4189683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2" name="그룹 1">
            <a:extLst>
              <a:ext uri="{FF2B5EF4-FFF2-40B4-BE49-F238E27FC236}">
                <a16:creationId xmlns:a16="http://schemas.microsoft.com/office/drawing/2014/main" id="{2CEAB96C-538D-43FD-9760-2C8213EE1D42}"/>
              </a:ext>
            </a:extLst>
          </p:cNvPr>
          <p:cNvGrpSpPr/>
          <p:nvPr/>
        </p:nvGrpSpPr>
        <p:grpSpPr>
          <a:xfrm>
            <a:off x="558396" y="1700808"/>
            <a:ext cx="8782051" cy="1318253"/>
            <a:chOff x="558396" y="1844825"/>
            <a:chExt cx="8782051" cy="1318253"/>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396" y="1844825"/>
              <a:ext cx="8782050" cy="131825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20602" b="60079"/>
            <a:stretch/>
          </p:blipFill>
          <p:spPr>
            <a:xfrm>
              <a:off x="602171" y="1904865"/>
              <a:ext cx="8738276" cy="1236104"/>
            </a:xfrm>
            <a:prstGeom prst="rect">
              <a:avLst/>
            </a:prstGeom>
          </p:spPr>
        </p:pic>
      </p:grpSp>
      <p:sp>
        <p:nvSpPr>
          <p:cNvPr id="10" name="직사각형 9">
            <a:extLst>
              <a:ext uri="{FF2B5EF4-FFF2-40B4-BE49-F238E27FC236}">
                <a16:creationId xmlns:a16="http://schemas.microsoft.com/office/drawing/2014/main" id="{9E935A0F-073D-4BF7-975B-F9D8CDFC7B0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Chúng</a:t>
            </a:r>
            <a:r>
              <a:rPr lang="en-US" altLang="ko-KR" sz="1400" dirty="0">
                <a:solidFill>
                  <a:schemeClr val="tx1"/>
                </a:solidFill>
                <a:latin typeface="SamsungOne-400" panose="020B0503030303020204" pitchFamily="34" charset="0"/>
                <a:ea typeface="SamsungOne-400" panose="020B0503030303020204" pitchFamily="34" charset="0"/>
              </a:rPr>
              <a:t> ta </a:t>
            </a:r>
            <a:r>
              <a:rPr lang="en-US" altLang="ko-KR" sz="1400" dirty="0" err="1">
                <a:solidFill>
                  <a:schemeClr val="tx1"/>
                </a:solidFill>
                <a:latin typeface="SamsungOne-400" panose="020B0503030303020204" pitchFamily="34" charset="0"/>
                <a:ea typeface="SamsungOne-400" panose="020B0503030303020204" pitchFamily="34" charset="0"/>
              </a:rPr>
              <a:t>cũng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sẽ</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chiều</a:t>
            </a:r>
            <a:endParaRPr lang="ko-KR" altLang="en-US" sz="1400" dirty="0">
              <a:solidFill>
                <a:schemeClr val="tx1"/>
              </a:solidFill>
              <a:latin typeface="SamsungOne-400" panose="020B0503030303020204" pitchFamily="34" charset="0"/>
            </a:endParaRPr>
          </a:p>
        </p:txBody>
      </p:sp>
      <p:grpSp>
        <p:nvGrpSpPr>
          <p:cNvPr id="6" name="그룹 5">
            <a:extLst>
              <a:ext uri="{FF2B5EF4-FFF2-40B4-BE49-F238E27FC236}">
                <a16:creationId xmlns:a16="http://schemas.microsoft.com/office/drawing/2014/main" id="{BE141E4A-C98C-43FE-A8DB-9A5FA87DB83F}"/>
              </a:ext>
            </a:extLst>
          </p:cNvPr>
          <p:cNvGrpSpPr/>
          <p:nvPr/>
        </p:nvGrpSpPr>
        <p:grpSpPr>
          <a:xfrm>
            <a:off x="3649851" y="3317390"/>
            <a:ext cx="2599140" cy="1767794"/>
            <a:chOff x="6620915" y="3848192"/>
            <a:chExt cx="2599140" cy="1767794"/>
          </a:xfrm>
        </p:grpSpPr>
        <p:grpSp>
          <p:nvGrpSpPr>
            <p:cNvPr id="5" name="그룹 4">
              <a:extLst>
                <a:ext uri="{FF2B5EF4-FFF2-40B4-BE49-F238E27FC236}">
                  <a16:creationId xmlns:a16="http://schemas.microsoft.com/office/drawing/2014/main" id="{86A08C4C-EB99-47C9-92D8-C951E571BFAB}"/>
                </a:ext>
              </a:extLst>
            </p:cNvPr>
            <p:cNvGrpSpPr/>
            <p:nvPr/>
          </p:nvGrpSpPr>
          <p:grpSpPr>
            <a:xfrm>
              <a:off x="7447305" y="3848192"/>
              <a:ext cx="1772750" cy="1179569"/>
              <a:chOff x="7255668" y="3257543"/>
              <a:chExt cx="1195561" cy="1179569"/>
            </a:xfrm>
          </p:grpSpPr>
          <p:sp>
            <p:nvSpPr>
              <p:cNvPr id="4" name="정육면체 3">
                <a:extLst>
                  <a:ext uri="{FF2B5EF4-FFF2-40B4-BE49-F238E27FC236}">
                    <a16:creationId xmlns:a16="http://schemas.microsoft.com/office/drawing/2014/main" id="{B1D5D6B2-0A81-475C-817F-F3F3AA7741B5}"/>
                  </a:ext>
                </a:extLst>
              </p:cNvPr>
              <p:cNvSpPr/>
              <p:nvPr/>
            </p:nvSpPr>
            <p:spPr>
              <a:xfrm>
                <a:off x="7255668" y="3789040"/>
                <a:ext cx="648072" cy="648072"/>
              </a:xfrm>
              <a:prstGeom prst="cube">
                <a:avLst>
                  <a:gd name="adj" fmla="val 16182"/>
                </a:avLst>
              </a:prstGeom>
            </p:spPr>
            <p:style>
              <a:lnRef idx="3">
                <a:schemeClr val="lt1"/>
              </a:lnRef>
              <a:fillRef idx="1">
                <a:schemeClr val="accent6"/>
              </a:fillRef>
              <a:effectRef idx="1">
                <a:schemeClr val="accent6"/>
              </a:effectRef>
              <a:fontRef idx="minor">
                <a:schemeClr val="lt1"/>
              </a:fontRef>
            </p:style>
            <p:txBody>
              <a:bodyPr rtlCol="0" anchor="ctr"/>
              <a:lstStyle/>
              <a:p>
                <a:pPr algn="ctr">
                  <a:spcAft>
                    <a:spcPts val="1000"/>
                  </a:spcAft>
                  <a:buClr>
                    <a:srgbClr val="A5A5A5"/>
                  </a:buClr>
                  <a:buSzPct val="120000"/>
                  <a:defRPr/>
                </a:pPr>
                <a:r>
                  <a:rPr lang="en-US" altLang="ko-KR" sz="1600" b="1" dirty="0">
                    <a:solidFill>
                      <a:schemeClr val="bg1"/>
                    </a:solidFill>
                    <a:latin typeface="SamsungOne-400" panose="020B0503030303020204" pitchFamily="34" charset="0"/>
                    <a:ea typeface="SamsungOne-400" panose="020B0503030303020204" pitchFamily="34" charset="0"/>
                  </a:rPr>
                  <a:t>7</a:t>
                </a:r>
                <a:endParaRPr lang="ko-KR" altLang="en-US" sz="1600" b="1" dirty="0">
                  <a:solidFill>
                    <a:schemeClr val="bg1"/>
                  </a:solidFill>
                  <a:latin typeface="SamsungOne-400" panose="020B0503030303020204" pitchFamily="34" charset="0"/>
                </a:endParaRPr>
              </a:p>
            </p:txBody>
          </p:sp>
          <p:sp>
            <p:nvSpPr>
              <p:cNvPr id="16" name="정육면체 15">
                <a:extLst>
                  <a:ext uri="{FF2B5EF4-FFF2-40B4-BE49-F238E27FC236}">
                    <a16:creationId xmlns:a16="http://schemas.microsoft.com/office/drawing/2014/main" id="{AA61A074-594B-4785-875D-44C6B2B962ED}"/>
                  </a:ext>
                </a:extLst>
              </p:cNvPr>
              <p:cNvSpPr/>
              <p:nvPr/>
            </p:nvSpPr>
            <p:spPr>
              <a:xfrm>
                <a:off x="7803157" y="3789040"/>
                <a:ext cx="648072" cy="648072"/>
              </a:xfrm>
              <a:prstGeom prst="cube">
                <a:avLst>
                  <a:gd name="adj" fmla="val 16182"/>
                </a:avLst>
              </a:prstGeom>
            </p:spPr>
            <p:style>
              <a:lnRef idx="3">
                <a:schemeClr val="lt1"/>
              </a:lnRef>
              <a:fillRef idx="1">
                <a:schemeClr val="accent6"/>
              </a:fillRef>
              <a:effectRef idx="1">
                <a:schemeClr val="accent6"/>
              </a:effectRef>
              <a:fontRef idx="minor">
                <a:schemeClr val="lt1"/>
              </a:fontRef>
            </p:style>
            <p:txBody>
              <a:bodyPr rtlCol="0" anchor="ctr"/>
              <a:lstStyle/>
              <a:p>
                <a:pPr algn="ctr">
                  <a:spcAft>
                    <a:spcPts val="1000"/>
                  </a:spcAft>
                  <a:buClr>
                    <a:srgbClr val="A5A5A5"/>
                  </a:buClr>
                  <a:buSzPct val="120000"/>
                  <a:defRPr/>
                </a:pPr>
                <a:r>
                  <a:rPr lang="en-US" altLang="ko-KR" sz="1600" b="1" dirty="0">
                    <a:solidFill>
                      <a:schemeClr val="bg1"/>
                    </a:solidFill>
                    <a:latin typeface="SamsungOne-400" panose="020B0503030303020204" pitchFamily="34" charset="0"/>
                    <a:ea typeface="SamsungOne-400" panose="020B0503030303020204" pitchFamily="34" charset="0"/>
                  </a:rPr>
                  <a:t>8</a:t>
                </a:r>
                <a:endParaRPr lang="ko-KR" altLang="en-US" sz="1600" b="1" dirty="0">
                  <a:solidFill>
                    <a:schemeClr val="bg1"/>
                  </a:solidFill>
                  <a:latin typeface="SamsungOne-400" panose="020B0503030303020204" pitchFamily="34" charset="0"/>
                </a:endParaRPr>
              </a:p>
            </p:txBody>
          </p:sp>
          <p:sp>
            <p:nvSpPr>
              <p:cNvPr id="18" name="정육면체 17">
                <a:extLst>
                  <a:ext uri="{FF2B5EF4-FFF2-40B4-BE49-F238E27FC236}">
                    <a16:creationId xmlns:a16="http://schemas.microsoft.com/office/drawing/2014/main" id="{5C1B516D-7A04-4AC6-B76E-0CA3136D8F80}"/>
                  </a:ext>
                </a:extLst>
              </p:cNvPr>
              <p:cNvSpPr/>
              <p:nvPr/>
            </p:nvSpPr>
            <p:spPr>
              <a:xfrm>
                <a:off x="7255668" y="3257543"/>
                <a:ext cx="648072" cy="648072"/>
              </a:xfrm>
              <a:prstGeom prst="cube">
                <a:avLst>
                  <a:gd name="adj" fmla="val 16182"/>
                </a:avLst>
              </a:prstGeom>
            </p:spPr>
            <p:style>
              <a:lnRef idx="3">
                <a:schemeClr val="lt1"/>
              </a:lnRef>
              <a:fillRef idx="1">
                <a:schemeClr val="accent6"/>
              </a:fillRef>
              <a:effectRef idx="1">
                <a:schemeClr val="accent6"/>
              </a:effectRef>
              <a:fontRef idx="minor">
                <a:schemeClr val="lt1"/>
              </a:fontRef>
            </p:style>
            <p:txBody>
              <a:bodyPr rtlCol="0" anchor="ctr"/>
              <a:lstStyle/>
              <a:p>
                <a:pPr algn="ctr">
                  <a:spcAft>
                    <a:spcPts val="1000"/>
                  </a:spcAft>
                  <a:buClr>
                    <a:srgbClr val="A5A5A5"/>
                  </a:buClr>
                  <a:buSzPct val="120000"/>
                  <a:defRPr/>
                </a:pPr>
                <a:r>
                  <a:rPr lang="en-US" altLang="ko-KR" sz="1600" b="1" dirty="0">
                    <a:solidFill>
                      <a:schemeClr val="bg1"/>
                    </a:solidFill>
                    <a:latin typeface="SamsungOne-400" panose="020B0503030303020204" pitchFamily="34" charset="0"/>
                    <a:ea typeface="SamsungOne-400" panose="020B0503030303020204" pitchFamily="34" charset="0"/>
                  </a:rPr>
                  <a:t>5</a:t>
                </a:r>
                <a:endParaRPr lang="ko-KR" altLang="en-US" sz="1600" b="1" dirty="0">
                  <a:solidFill>
                    <a:schemeClr val="bg1"/>
                  </a:solidFill>
                  <a:latin typeface="SamsungOne-400" panose="020B0503030303020204" pitchFamily="34" charset="0"/>
                </a:endParaRPr>
              </a:p>
            </p:txBody>
          </p:sp>
          <p:sp>
            <p:nvSpPr>
              <p:cNvPr id="19" name="정육면체 18">
                <a:extLst>
                  <a:ext uri="{FF2B5EF4-FFF2-40B4-BE49-F238E27FC236}">
                    <a16:creationId xmlns:a16="http://schemas.microsoft.com/office/drawing/2014/main" id="{05DFEDAE-56BE-42E3-9130-8E6146A3C353}"/>
                  </a:ext>
                </a:extLst>
              </p:cNvPr>
              <p:cNvSpPr/>
              <p:nvPr/>
            </p:nvSpPr>
            <p:spPr>
              <a:xfrm>
                <a:off x="7803157" y="3257543"/>
                <a:ext cx="648072" cy="648072"/>
              </a:xfrm>
              <a:prstGeom prst="cube">
                <a:avLst>
                  <a:gd name="adj" fmla="val 16182"/>
                </a:avLst>
              </a:prstGeom>
            </p:spPr>
            <p:style>
              <a:lnRef idx="3">
                <a:schemeClr val="lt1"/>
              </a:lnRef>
              <a:fillRef idx="1">
                <a:schemeClr val="accent6"/>
              </a:fillRef>
              <a:effectRef idx="1">
                <a:schemeClr val="accent6"/>
              </a:effectRef>
              <a:fontRef idx="minor">
                <a:schemeClr val="lt1"/>
              </a:fontRef>
            </p:style>
            <p:txBody>
              <a:bodyPr rtlCol="0" anchor="ctr"/>
              <a:lstStyle/>
              <a:p>
                <a:pPr algn="ctr">
                  <a:spcAft>
                    <a:spcPts val="1000"/>
                  </a:spcAft>
                  <a:buClr>
                    <a:srgbClr val="A5A5A5"/>
                  </a:buClr>
                  <a:buSzPct val="120000"/>
                  <a:defRPr/>
                </a:pPr>
                <a:r>
                  <a:rPr lang="en-US" altLang="ko-KR" sz="1600" b="1" dirty="0">
                    <a:solidFill>
                      <a:schemeClr val="bg1"/>
                    </a:solidFill>
                    <a:latin typeface="SamsungOne-400" panose="020B0503030303020204" pitchFamily="34" charset="0"/>
                    <a:ea typeface="SamsungOne-400" panose="020B0503030303020204" pitchFamily="34" charset="0"/>
                  </a:rPr>
                  <a:t>6</a:t>
                </a:r>
                <a:endParaRPr lang="ko-KR" altLang="en-US" sz="1600" b="1" dirty="0">
                  <a:solidFill>
                    <a:schemeClr val="bg1"/>
                  </a:solidFill>
                  <a:latin typeface="SamsungOne-400" panose="020B0503030303020204" pitchFamily="34" charset="0"/>
                </a:endParaRPr>
              </a:p>
            </p:txBody>
          </p:sp>
        </p:grpSp>
        <p:grpSp>
          <p:nvGrpSpPr>
            <p:cNvPr id="21" name="그룹 20">
              <a:extLst>
                <a:ext uri="{FF2B5EF4-FFF2-40B4-BE49-F238E27FC236}">
                  <a16:creationId xmlns:a16="http://schemas.microsoft.com/office/drawing/2014/main" id="{13BEEE83-E16F-4E71-993D-66A225460BA9}"/>
                </a:ext>
              </a:extLst>
            </p:cNvPr>
            <p:cNvGrpSpPr/>
            <p:nvPr/>
          </p:nvGrpSpPr>
          <p:grpSpPr>
            <a:xfrm>
              <a:off x="6620915" y="4436417"/>
              <a:ext cx="1772750" cy="1179569"/>
              <a:chOff x="7255668" y="3257543"/>
              <a:chExt cx="1195561" cy="1179569"/>
            </a:xfrm>
          </p:grpSpPr>
          <p:sp>
            <p:nvSpPr>
              <p:cNvPr id="22" name="정육면체 21">
                <a:extLst>
                  <a:ext uri="{FF2B5EF4-FFF2-40B4-BE49-F238E27FC236}">
                    <a16:creationId xmlns:a16="http://schemas.microsoft.com/office/drawing/2014/main" id="{3E9525C2-FBBB-408B-BD97-7542D4FACBD8}"/>
                  </a:ext>
                </a:extLst>
              </p:cNvPr>
              <p:cNvSpPr/>
              <p:nvPr/>
            </p:nvSpPr>
            <p:spPr>
              <a:xfrm>
                <a:off x="7255668" y="3789040"/>
                <a:ext cx="648072" cy="648072"/>
              </a:xfrm>
              <a:prstGeom prst="cube">
                <a:avLst>
                  <a:gd name="adj" fmla="val 16182"/>
                </a:avLst>
              </a:prstGeom>
            </p:spPr>
            <p:style>
              <a:lnRef idx="3">
                <a:schemeClr val="lt1"/>
              </a:lnRef>
              <a:fillRef idx="1">
                <a:schemeClr val="accent5"/>
              </a:fillRef>
              <a:effectRef idx="1">
                <a:schemeClr val="accent5"/>
              </a:effectRef>
              <a:fontRef idx="minor">
                <a:schemeClr val="lt1"/>
              </a:fontRef>
            </p:style>
            <p:txBody>
              <a:bodyPr rtlCol="0" anchor="ctr"/>
              <a:lstStyle/>
              <a:p>
                <a:pPr algn="ctr">
                  <a:spcAft>
                    <a:spcPts val="1000"/>
                  </a:spcAft>
                  <a:buClr>
                    <a:srgbClr val="A5A5A5"/>
                  </a:buClr>
                  <a:buSzPct val="120000"/>
                  <a:defRPr/>
                </a:pPr>
                <a:r>
                  <a:rPr lang="en-US" altLang="ko-KR" sz="1600" b="1" dirty="0">
                    <a:solidFill>
                      <a:schemeClr val="bg1"/>
                    </a:solidFill>
                    <a:latin typeface="SamsungOne-400" panose="020B0503030303020204" pitchFamily="34" charset="0"/>
                    <a:ea typeface="SamsungOne-400" panose="020B0503030303020204" pitchFamily="34" charset="0"/>
                  </a:rPr>
                  <a:t>3</a:t>
                </a:r>
                <a:endParaRPr lang="ko-KR" altLang="en-US" sz="1600" b="1" dirty="0">
                  <a:solidFill>
                    <a:schemeClr val="bg1"/>
                  </a:solidFill>
                  <a:latin typeface="SamsungOne-400" panose="020B0503030303020204" pitchFamily="34" charset="0"/>
                </a:endParaRPr>
              </a:p>
            </p:txBody>
          </p:sp>
          <p:sp>
            <p:nvSpPr>
              <p:cNvPr id="23" name="정육면체 22">
                <a:extLst>
                  <a:ext uri="{FF2B5EF4-FFF2-40B4-BE49-F238E27FC236}">
                    <a16:creationId xmlns:a16="http://schemas.microsoft.com/office/drawing/2014/main" id="{D41E2D09-01A6-4EBA-AF4D-69C60E1F46BB}"/>
                  </a:ext>
                </a:extLst>
              </p:cNvPr>
              <p:cNvSpPr/>
              <p:nvPr/>
            </p:nvSpPr>
            <p:spPr>
              <a:xfrm>
                <a:off x="7803157" y="3789040"/>
                <a:ext cx="648072" cy="648072"/>
              </a:xfrm>
              <a:prstGeom prst="cube">
                <a:avLst>
                  <a:gd name="adj" fmla="val 16182"/>
                </a:avLst>
              </a:prstGeom>
            </p:spPr>
            <p:style>
              <a:lnRef idx="3">
                <a:schemeClr val="lt1"/>
              </a:lnRef>
              <a:fillRef idx="1">
                <a:schemeClr val="accent5"/>
              </a:fillRef>
              <a:effectRef idx="1">
                <a:schemeClr val="accent5"/>
              </a:effectRef>
              <a:fontRef idx="minor">
                <a:schemeClr val="lt1"/>
              </a:fontRef>
            </p:style>
            <p:txBody>
              <a:bodyPr rtlCol="0" anchor="ctr"/>
              <a:lstStyle/>
              <a:p>
                <a:pPr algn="ctr">
                  <a:spcAft>
                    <a:spcPts val="1000"/>
                  </a:spcAft>
                  <a:buClr>
                    <a:srgbClr val="A5A5A5"/>
                  </a:buClr>
                  <a:buSzPct val="120000"/>
                  <a:defRPr/>
                </a:pPr>
                <a:r>
                  <a:rPr lang="en-US" altLang="ko-KR" sz="1600" b="1" dirty="0">
                    <a:solidFill>
                      <a:schemeClr val="bg1"/>
                    </a:solidFill>
                    <a:latin typeface="SamsungOne-400" panose="020B0503030303020204" pitchFamily="34" charset="0"/>
                    <a:ea typeface="SamsungOne-400" panose="020B0503030303020204" pitchFamily="34" charset="0"/>
                  </a:rPr>
                  <a:t>4</a:t>
                </a:r>
                <a:endParaRPr lang="ko-KR" altLang="en-US" sz="1600" b="1" dirty="0">
                  <a:solidFill>
                    <a:schemeClr val="bg1"/>
                  </a:solidFill>
                  <a:latin typeface="SamsungOne-400" panose="020B0503030303020204" pitchFamily="34" charset="0"/>
                </a:endParaRPr>
              </a:p>
            </p:txBody>
          </p:sp>
          <p:sp>
            <p:nvSpPr>
              <p:cNvPr id="24" name="정육면체 23">
                <a:extLst>
                  <a:ext uri="{FF2B5EF4-FFF2-40B4-BE49-F238E27FC236}">
                    <a16:creationId xmlns:a16="http://schemas.microsoft.com/office/drawing/2014/main" id="{5CA71966-09DB-4B02-821D-9192EBB837CE}"/>
                  </a:ext>
                </a:extLst>
              </p:cNvPr>
              <p:cNvSpPr/>
              <p:nvPr/>
            </p:nvSpPr>
            <p:spPr>
              <a:xfrm>
                <a:off x="7255668" y="3257543"/>
                <a:ext cx="648072" cy="648072"/>
              </a:xfrm>
              <a:prstGeom prst="cube">
                <a:avLst>
                  <a:gd name="adj" fmla="val 16182"/>
                </a:avLst>
              </a:prstGeom>
            </p:spPr>
            <p:style>
              <a:lnRef idx="3">
                <a:schemeClr val="lt1"/>
              </a:lnRef>
              <a:fillRef idx="1">
                <a:schemeClr val="accent5"/>
              </a:fillRef>
              <a:effectRef idx="1">
                <a:schemeClr val="accent5"/>
              </a:effectRef>
              <a:fontRef idx="minor">
                <a:schemeClr val="lt1"/>
              </a:fontRef>
            </p:style>
            <p:txBody>
              <a:bodyPr rtlCol="0" anchor="ctr"/>
              <a:lstStyle/>
              <a:p>
                <a:pPr algn="ctr">
                  <a:spcAft>
                    <a:spcPts val="1000"/>
                  </a:spcAft>
                  <a:buClr>
                    <a:srgbClr val="A5A5A5"/>
                  </a:buClr>
                  <a:buSzPct val="120000"/>
                  <a:defRPr/>
                </a:pPr>
                <a:r>
                  <a:rPr lang="en-US" altLang="ko-KR" sz="1600" b="1" dirty="0">
                    <a:solidFill>
                      <a:schemeClr val="bg1"/>
                    </a:solidFill>
                    <a:latin typeface="SamsungOne-400" panose="020B0503030303020204" pitchFamily="34" charset="0"/>
                    <a:ea typeface="SamsungOne-400" panose="020B0503030303020204" pitchFamily="34" charset="0"/>
                  </a:rPr>
                  <a:t>1</a:t>
                </a:r>
                <a:endParaRPr lang="ko-KR" altLang="en-US" sz="1600" b="1" dirty="0">
                  <a:solidFill>
                    <a:schemeClr val="bg1"/>
                  </a:solidFill>
                  <a:latin typeface="SamsungOne-400" panose="020B0503030303020204" pitchFamily="34" charset="0"/>
                </a:endParaRPr>
              </a:p>
            </p:txBody>
          </p:sp>
          <p:sp>
            <p:nvSpPr>
              <p:cNvPr id="25" name="정육면체 24">
                <a:extLst>
                  <a:ext uri="{FF2B5EF4-FFF2-40B4-BE49-F238E27FC236}">
                    <a16:creationId xmlns:a16="http://schemas.microsoft.com/office/drawing/2014/main" id="{80982843-ADED-47A4-B61E-D541FC27531A}"/>
                  </a:ext>
                </a:extLst>
              </p:cNvPr>
              <p:cNvSpPr/>
              <p:nvPr/>
            </p:nvSpPr>
            <p:spPr>
              <a:xfrm>
                <a:off x="7803157" y="3257543"/>
                <a:ext cx="648072" cy="648072"/>
              </a:xfrm>
              <a:prstGeom prst="cube">
                <a:avLst>
                  <a:gd name="adj" fmla="val 16182"/>
                </a:avLst>
              </a:prstGeom>
            </p:spPr>
            <p:style>
              <a:lnRef idx="3">
                <a:schemeClr val="lt1"/>
              </a:lnRef>
              <a:fillRef idx="1">
                <a:schemeClr val="accent5"/>
              </a:fillRef>
              <a:effectRef idx="1">
                <a:schemeClr val="accent5"/>
              </a:effectRef>
              <a:fontRef idx="minor">
                <a:schemeClr val="lt1"/>
              </a:fontRef>
            </p:style>
            <p:txBody>
              <a:bodyPr rtlCol="0" anchor="ctr"/>
              <a:lstStyle/>
              <a:p>
                <a:pPr algn="ctr">
                  <a:spcAft>
                    <a:spcPts val="1000"/>
                  </a:spcAft>
                  <a:buClr>
                    <a:srgbClr val="A5A5A5"/>
                  </a:buClr>
                  <a:buSzPct val="120000"/>
                  <a:defRPr/>
                </a:pPr>
                <a:r>
                  <a:rPr lang="en-US" altLang="ko-KR" sz="1600" b="1" dirty="0">
                    <a:solidFill>
                      <a:schemeClr val="bg1"/>
                    </a:solidFill>
                    <a:latin typeface="SamsungOne-400" panose="020B0503030303020204" pitchFamily="34" charset="0"/>
                    <a:ea typeface="SamsungOne-400" panose="020B0503030303020204" pitchFamily="34" charset="0"/>
                  </a:rPr>
                  <a:t>2</a:t>
                </a:r>
                <a:endParaRPr lang="ko-KR" altLang="en-US" sz="1600" b="1" dirty="0">
                  <a:solidFill>
                    <a:schemeClr val="bg1"/>
                  </a:solidFill>
                  <a:latin typeface="SamsungOne-400" panose="020B0503030303020204" pitchFamily="34" charset="0"/>
                </a:endParaRPr>
              </a:p>
            </p:txBody>
          </p:sp>
        </p:grpSp>
      </p:grpSp>
    </p:spTree>
    <p:extLst>
      <p:ext uri="{BB962C8B-B14F-4D97-AF65-F5344CB8AC3E}">
        <p14:creationId xmlns:p14="http://schemas.microsoft.com/office/powerpoint/2010/main" val="279404623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6" name="그룹 5">
            <a:extLst>
              <a:ext uri="{FF2B5EF4-FFF2-40B4-BE49-F238E27FC236}">
                <a16:creationId xmlns:a16="http://schemas.microsoft.com/office/drawing/2014/main" id="{B212D5F5-AB89-4C7C-A27F-3D7CDAE8BE5E}"/>
              </a:ext>
            </a:extLst>
          </p:cNvPr>
          <p:cNvGrpSpPr/>
          <p:nvPr/>
        </p:nvGrpSpPr>
        <p:grpSpPr>
          <a:xfrm>
            <a:off x="557823" y="3814165"/>
            <a:ext cx="8782050" cy="1653185"/>
            <a:chOff x="460741" y="4581127"/>
            <a:chExt cx="8782050" cy="1653185"/>
          </a:xfrm>
        </p:grpSpPr>
        <p:grpSp>
          <p:nvGrpSpPr>
            <p:cNvPr id="10" name="그룹 9"/>
            <p:cNvGrpSpPr/>
            <p:nvPr/>
          </p:nvGrpSpPr>
          <p:grpSpPr>
            <a:xfrm>
              <a:off x="460741" y="4581127"/>
              <a:ext cx="8782050" cy="1653185"/>
              <a:chOff x="557644" y="5085183"/>
              <a:chExt cx="8782050" cy="1653185"/>
            </a:xfrm>
          </p:grpSpPr>
          <p:sp>
            <p:nvSpPr>
              <p:cNvPr id="11" name="모서리가 둥근 직사각형 4">
                <a:extLst>
                  <a:ext uri="{FF2B5EF4-FFF2-40B4-BE49-F238E27FC236}">
                    <a16:creationId xmlns:a16="http://schemas.microsoft.com/office/drawing/2014/main" id="{C3569CBD-5212-483A-A582-6794A42BDB63}"/>
                  </a:ext>
                </a:extLst>
              </p:cNvPr>
              <p:cNvSpPr/>
              <p:nvPr/>
            </p:nvSpPr>
            <p:spPr>
              <a:xfrm>
                <a:off x="557644" y="5085183"/>
                <a:ext cx="8782050" cy="165318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2"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105879"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Một bề mặt là hai chiều và có thể được xếp chồng lên nhau. Nó dễ hiểu nếu bạn coi bề mặt như một tờ giấy.</a:t>
                </a:r>
                <a:endParaRPr lang="en-US" altLang="ko-KR" sz="1300" dirty="0">
                  <a:solidFill>
                    <a:prstClr val="black">
                      <a:lumMod val="85000"/>
                      <a:lumOff val="15000"/>
                    </a:prstClr>
                  </a:solidFill>
                  <a:latin typeface="SamsungOne-400" panose="020B0503030303020204" pitchFamily="34" charset="0"/>
                </a:endParaRPr>
              </a:p>
            </p:txBody>
          </p:sp>
        </p:grpSp>
        <p:grpSp>
          <p:nvGrpSpPr>
            <p:cNvPr id="5" name="그룹 4">
              <a:extLst>
                <a:ext uri="{FF2B5EF4-FFF2-40B4-BE49-F238E27FC236}">
                  <a16:creationId xmlns:a16="http://schemas.microsoft.com/office/drawing/2014/main" id="{B413B37C-75BB-41A9-B232-932B4F26AAD5}"/>
                </a:ext>
              </a:extLst>
            </p:cNvPr>
            <p:cNvGrpSpPr/>
            <p:nvPr/>
          </p:nvGrpSpPr>
          <p:grpSpPr>
            <a:xfrm>
              <a:off x="561325" y="5433789"/>
              <a:ext cx="8576819" cy="534949"/>
              <a:chOff x="561325" y="5246075"/>
              <a:chExt cx="8576819" cy="534949"/>
            </a:xfrm>
          </p:grpSpPr>
          <p:pic>
            <p:nvPicPr>
              <p:cNvPr id="18"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561325" y="5268807"/>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9" name="TextBox 18">
                <a:extLst>
                  <a:ext uri="{FF2B5EF4-FFF2-40B4-BE49-F238E27FC236}">
                    <a16:creationId xmlns:a16="http://schemas.microsoft.com/office/drawing/2014/main" id="{EE836FE5-4E63-409C-97E4-2898B8159708}"/>
                  </a:ext>
                </a:extLst>
              </p:cNvPr>
              <p:cNvSpPr txBox="1"/>
              <p:nvPr/>
            </p:nvSpPr>
            <p:spPr>
              <a:xfrm>
                <a:off x="820106" y="5246075"/>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1" name="TextBox 20">
                <a:extLst>
                  <a:ext uri="{FF2B5EF4-FFF2-40B4-BE49-F238E27FC236}">
                    <a16:creationId xmlns:a16="http://schemas.microsoft.com/office/drawing/2014/main" id="{0800EE66-B78E-4CCD-A49E-31BBE412C7F6}"/>
                  </a:ext>
                </a:extLst>
              </p:cNvPr>
              <p:cNvSpPr txBox="1"/>
              <p:nvPr/>
            </p:nvSpPr>
            <p:spPr>
              <a:xfrm>
                <a:off x="920746" y="5580969"/>
                <a:ext cx="821739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Khi trích xuất một giá trị ba chiều, dễ dàng hơn nếu bạn nghĩ về nó như một phương pháp tiếp cận từng bước..</a:t>
                </a:r>
                <a:endParaRPr lang="en-US" altLang="ko-KR" sz="1300" dirty="0">
                  <a:solidFill>
                    <a:prstClr val="black">
                      <a:lumMod val="85000"/>
                      <a:lumOff val="15000"/>
                    </a:prstClr>
                  </a:solidFill>
                  <a:latin typeface="SamsungOne-400" panose="020B0503030303020204" pitchFamily="34" charset="0"/>
                </a:endParaRPr>
              </a:p>
            </p:txBody>
          </p:sp>
        </p:grpSp>
      </p:grpSp>
      <p:grpSp>
        <p:nvGrpSpPr>
          <p:cNvPr id="3" name="그룹 2">
            <a:extLst>
              <a:ext uri="{FF2B5EF4-FFF2-40B4-BE49-F238E27FC236}">
                <a16:creationId xmlns:a16="http://schemas.microsoft.com/office/drawing/2014/main" id="{68D76ED7-6FD5-43C7-93A8-8F571D5A04BF}"/>
              </a:ext>
            </a:extLst>
          </p:cNvPr>
          <p:cNvGrpSpPr/>
          <p:nvPr/>
        </p:nvGrpSpPr>
        <p:grpSpPr>
          <a:xfrm>
            <a:off x="558396" y="1700808"/>
            <a:ext cx="8782050" cy="2012800"/>
            <a:chOff x="558396" y="1844826"/>
            <a:chExt cx="8782050" cy="2012800"/>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396" y="1844826"/>
              <a:ext cx="8782050" cy="201280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t="3835" r="19823"/>
            <a:stretch/>
          </p:blipFill>
          <p:spPr>
            <a:xfrm>
              <a:off x="607408" y="1914525"/>
              <a:ext cx="8732286" cy="1938420"/>
            </a:xfrm>
            <a:prstGeom prst="rect">
              <a:avLst/>
            </a:prstGeom>
          </p:spPr>
        </p:pic>
      </p:grpSp>
      <p:sp>
        <p:nvSpPr>
          <p:cNvPr id="25" name="직사각형 24">
            <a:extLst>
              <a:ext uri="{FF2B5EF4-FFF2-40B4-BE49-F238E27FC236}">
                <a16:creationId xmlns:a16="http://schemas.microsoft.com/office/drawing/2014/main" id="{EFC87A58-58C2-498F-A12C-3AEB54430D6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chiều</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16059724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10" name="그룹 9"/>
          <p:cNvGrpSpPr/>
          <p:nvPr/>
        </p:nvGrpSpPr>
        <p:grpSpPr>
          <a:xfrm>
            <a:off x="557644" y="2805311"/>
            <a:ext cx="8782050" cy="733728"/>
            <a:chOff x="557644" y="5085184"/>
            <a:chExt cx="8782050" cy="733728"/>
          </a:xfrm>
        </p:grpSpPr>
        <p:sp>
          <p:nvSpPr>
            <p:cNvPr id="11" name="모서리가 둥근 직사각형 4">
              <a:extLst>
                <a:ext uri="{FF2B5EF4-FFF2-40B4-BE49-F238E27FC236}">
                  <a16:creationId xmlns:a16="http://schemas.microsoft.com/office/drawing/2014/main" id="{C3569CBD-5212-483A-A582-6794A42BDB63}"/>
                </a:ext>
              </a:extLst>
            </p:cNvPr>
            <p:cNvSpPr/>
            <p:nvPr/>
          </p:nvSpPr>
          <p:spPr>
            <a:xfrm>
              <a:off x="557644" y="5085184"/>
              <a:ext cx="8782050" cy="73372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2"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định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hai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ở </a:t>
              </a:r>
              <a:r>
                <a:rPr lang="en-US" altLang="ko-KR" sz="1300" dirty="0" err="1">
                  <a:solidFill>
                    <a:prstClr val="black">
                      <a:lumMod val="85000"/>
                      <a:lumOff val="15000"/>
                    </a:prstClr>
                  </a:solidFill>
                  <a:latin typeface="SamsungOne-400" panose="020B0503030303020204" pitchFamily="34" charset="0"/>
                </a:rPr>
                <a:t>dạng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tuple.</a:t>
              </a:r>
            </a:p>
          </p:txBody>
        </p:sp>
      </p:grpSp>
      <p:grpSp>
        <p:nvGrpSpPr>
          <p:cNvPr id="2" name="그룹 1">
            <a:extLst>
              <a:ext uri="{FF2B5EF4-FFF2-40B4-BE49-F238E27FC236}">
                <a16:creationId xmlns:a16="http://schemas.microsoft.com/office/drawing/2014/main" id="{A77780D0-5B14-43E7-B6FB-DCD65E9B1767}"/>
              </a:ext>
            </a:extLst>
          </p:cNvPr>
          <p:cNvGrpSpPr/>
          <p:nvPr/>
        </p:nvGrpSpPr>
        <p:grpSpPr>
          <a:xfrm>
            <a:off x="558396" y="1700808"/>
            <a:ext cx="8782050" cy="1014270"/>
            <a:chOff x="558396" y="1844826"/>
            <a:chExt cx="8782050" cy="1014270"/>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396" y="1844826"/>
              <a:ext cx="8782050" cy="101427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23187"/>
            <a:stretch/>
          </p:blipFill>
          <p:spPr>
            <a:xfrm>
              <a:off x="588357" y="1891851"/>
              <a:ext cx="8751337" cy="935248"/>
            </a:xfrm>
            <a:prstGeom prst="rect">
              <a:avLst/>
            </a:prstGeom>
          </p:spPr>
        </p:pic>
      </p:grpSp>
      <p:sp>
        <p:nvSpPr>
          <p:cNvPr id="24" name="Rectangle 12">
            <a:extLst>
              <a:ext uri="{FF2B5EF4-FFF2-40B4-BE49-F238E27FC236}">
                <a16:creationId xmlns:a16="http://schemas.microsoft.com/office/drawing/2014/main" id="{39C1D0BA-7152-4AAC-B295-DCCB5F8378F4}"/>
              </a:ext>
            </a:extLst>
          </p:cNvPr>
          <p:cNvSpPr/>
          <p:nvPr/>
        </p:nvSpPr>
        <p:spPr>
          <a:xfrm>
            <a:off x="711201" y="37757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Khi được tạo, phần tử bên trong thường là một float.</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nvGrpSpPr>
          <p:cNvPr id="4" name="그룹 3">
            <a:extLst>
              <a:ext uri="{FF2B5EF4-FFF2-40B4-BE49-F238E27FC236}">
                <a16:creationId xmlns:a16="http://schemas.microsoft.com/office/drawing/2014/main" id="{4BDDDD88-D8AE-443A-B69F-7D74294D7458}"/>
              </a:ext>
            </a:extLst>
          </p:cNvPr>
          <p:cNvGrpSpPr/>
          <p:nvPr/>
        </p:nvGrpSpPr>
        <p:grpSpPr>
          <a:xfrm>
            <a:off x="558924" y="4143747"/>
            <a:ext cx="8782050" cy="1302302"/>
            <a:chOff x="558924" y="4219083"/>
            <a:chExt cx="8782050" cy="1302302"/>
          </a:xfrm>
        </p:grpSpPr>
        <p:sp>
          <p:nvSpPr>
            <p:cNvPr id="25" name="모서리가 둥근 직사각형 4">
              <a:extLst>
                <a:ext uri="{FF2B5EF4-FFF2-40B4-BE49-F238E27FC236}">
                  <a16:creationId xmlns:a16="http://schemas.microsoft.com/office/drawing/2014/main" id="{A36E3BA1-83BF-4EF9-8B22-BB45DE7AA1FC}"/>
                </a:ext>
              </a:extLst>
            </p:cNvPr>
            <p:cNvSpPr/>
            <p:nvPr/>
          </p:nvSpPr>
          <p:spPr>
            <a:xfrm>
              <a:off x="558924" y="4219083"/>
              <a:ext cx="8782050" cy="130230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5" name="그림 4"/>
            <p:cNvPicPr>
              <a:picLocks noChangeAspect="1"/>
            </p:cNvPicPr>
            <p:nvPr/>
          </p:nvPicPr>
          <p:blipFill rotWithShape="1">
            <a:blip r:embed="rId5"/>
            <a:srcRect r="20939"/>
            <a:stretch/>
          </p:blipFill>
          <p:spPr>
            <a:xfrm>
              <a:off x="568326" y="4268957"/>
              <a:ext cx="8771368" cy="1175661"/>
            </a:xfrm>
            <a:prstGeom prst="rect">
              <a:avLst/>
            </a:prstGeom>
          </p:spPr>
        </p:pic>
      </p:grpSp>
      <p:sp>
        <p:nvSpPr>
          <p:cNvPr id="18" name="직사각형 17">
            <a:extLst>
              <a:ext uri="{FF2B5EF4-FFF2-40B4-BE49-F238E27FC236}">
                <a16:creationId xmlns:a16="http://schemas.microsoft.com/office/drawing/2014/main" id="{1FD8EA10-12C1-45CC-B280-DEF8B4993E7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hình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dạng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hai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chiều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dụng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np.zeros</a:t>
            </a:r>
            <a:r>
              <a:rPr lang="en-US" altLang="ko-KR" sz="1400" dirty="0">
                <a:solidFill>
                  <a:schemeClr val="tx1"/>
                </a:solidFill>
                <a:latin typeface="SamsungOne-400" panose="020B0503030303020204" pitchFamily="34" charset="0"/>
                <a:ea typeface="SamsungOne-400" panose="020B0503030303020204" pitchFamily="34" charset="0"/>
              </a:rPr>
              <a:t>().</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170342299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9EA4814A-96E5-4458-B52B-CA63A15A0316}"/>
              </a:ext>
            </a:extLst>
          </p:cNvPr>
          <p:cNvGrpSpPr/>
          <p:nvPr/>
        </p:nvGrpSpPr>
        <p:grpSpPr>
          <a:xfrm>
            <a:off x="558396" y="1700808"/>
            <a:ext cx="8782050" cy="2146149"/>
            <a:chOff x="558396" y="1844825"/>
            <a:chExt cx="8782050" cy="2146149"/>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396" y="1844825"/>
              <a:ext cx="8782050" cy="214614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19291"/>
            <a:stretch/>
          </p:blipFill>
          <p:spPr>
            <a:xfrm>
              <a:off x="607407" y="1946617"/>
              <a:ext cx="8733039" cy="1986439"/>
            </a:xfrm>
            <a:prstGeom prst="rect">
              <a:avLst/>
            </a:prstGeom>
          </p:spPr>
        </p:pic>
      </p:grpSp>
      <p:sp>
        <p:nvSpPr>
          <p:cNvPr id="10" name="직사각형 9">
            <a:extLst>
              <a:ext uri="{FF2B5EF4-FFF2-40B4-BE49-F238E27FC236}">
                <a16:creationId xmlns:a16="http://schemas.microsoft.com/office/drawing/2014/main" id="{9F30AB3B-479C-42B7-9829-4EF3B9A2FA5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Nếu nó được tạo bởi một loại khác, hãy chỉ định kiểu tham số bằng cách sử dụng dtype.</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413798788"/>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5" name="그룹 4">
            <a:extLst>
              <a:ext uri="{FF2B5EF4-FFF2-40B4-BE49-F238E27FC236}">
                <a16:creationId xmlns:a16="http://schemas.microsoft.com/office/drawing/2014/main" id="{3C663656-06E9-45E3-803F-2B7033A65400}"/>
              </a:ext>
            </a:extLst>
          </p:cNvPr>
          <p:cNvGrpSpPr/>
          <p:nvPr/>
        </p:nvGrpSpPr>
        <p:grpSpPr>
          <a:xfrm>
            <a:off x="558396" y="1700808"/>
            <a:ext cx="8782051" cy="2231874"/>
            <a:chOff x="558396" y="1844826"/>
            <a:chExt cx="8782051" cy="2231874"/>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396" y="1844826"/>
              <a:ext cx="8782050" cy="223187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19916" b="6626"/>
            <a:stretch/>
          </p:blipFill>
          <p:spPr>
            <a:xfrm>
              <a:off x="597883" y="1916161"/>
              <a:ext cx="8742564" cy="2084339"/>
            </a:xfrm>
            <a:prstGeom prst="rect">
              <a:avLst/>
            </a:prstGeom>
          </p:spPr>
        </p:pic>
      </p:grpSp>
      <p:sp>
        <p:nvSpPr>
          <p:cNvPr id="12" name="직사각형 11">
            <a:extLst>
              <a:ext uri="{FF2B5EF4-FFF2-40B4-BE49-F238E27FC236}">
                <a16:creationId xmlns:a16="http://schemas.microsoft.com/office/drawing/2014/main" id="{173EB71D-E075-45F8-A676-7D737D9EF4B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Sử dụng phương thức astype() nếu bạn muốn thay đổi kiểu dữ liệu.</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247724336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26" name="직사각형 25">
            <a:extLst>
              <a:ext uri="{FF2B5EF4-FFF2-40B4-BE49-F238E27FC236}">
                <a16:creationId xmlns:a16="http://schemas.microsoft.com/office/drawing/2014/main" id="{DB896CD5-A0B0-4F39-9F23-22CE6C96BB3D}"/>
              </a:ext>
            </a:extLst>
          </p:cNvPr>
          <p:cNvSpPr/>
          <p:nvPr/>
        </p:nvSpPr>
        <p:spPr>
          <a:xfrm>
            <a:off x="449998" y="1375101"/>
            <a:ext cx="900498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Thuộc</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tính</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của</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mảng</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NumPy</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2" name="그룹 1">
            <a:extLst>
              <a:ext uri="{FF2B5EF4-FFF2-40B4-BE49-F238E27FC236}">
                <a16:creationId xmlns:a16="http://schemas.microsoft.com/office/drawing/2014/main" id="{42E697EC-305C-47BB-8B6D-B75BF6DF0777}"/>
              </a:ext>
            </a:extLst>
          </p:cNvPr>
          <p:cNvGrpSpPr/>
          <p:nvPr/>
        </p:nvGrpSpPr>
        <p:grpSpPr>
          <a:xfrm>
            <a:off x="557644" y="5108207"/>
            <a:ext cx="8782050" cy="1224136"/>
            <a:chOff x="557644" y="5157192"/>
            <a:chExt cx="8782050" cy="1224136"/>
          </a:xfrm>
        </p:grpSpPr>
        <p:grpSp>
          <p:nvGrpSpPr>
            <p:cNvPr id="16" name="그룹 15"/>
            <p:cNvGrpSpPr/>
            <p:nvPr/>
          </p:nvGrpSpPr>
          <p:grpSpPr>
            <a:xfrm>
              <a:off x="557644" y="5157192"/>
              <a:ext cx="8782050" cy="1224136"/>
              <a:chOff x="557644" y="5085184"/>
              <a:chExt cx="8782050" cy="1224136"/>
            </a:xfrm>
          </p:grpSpPr>
          <p:sp>
            <p:nvSpPr>
              <p:cNvPr id="17" name="모서리가 둥근 직사각형 4">
                <a:extLst>
                  <a:ext uri="{FF2B5EF4-FFF2-40B4-BE49-F238E27FC236}">
                    <a16:creationId xmlns:a16="http://schemas.microsoft.com/office/drawing/2014/main" id="{C3569CBD-5212-483A-A582-6794A42BDB63}"/>
                  </a:ext>
                </a:extLst>
              </p:cNvPr>
              <p:cNvSpPr/>
              <p:nvPr/>
            </p:nvSpPr>
            <p:spPr>
              <a:xfrm>
                <a:off x="557644" y="5085184"/>
                <a:ext cx="8782050" cy="122413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8"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63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1" name="TextBox 20">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Kích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thước</a:t>
                </a:r>
                <a:endParaRPr lang="en-US" altLang="ko-KR" sz="1300" dirty="0">
                  <a:solidFill>
                    <a:prstClr val="black">
                      <a:lumMod val="85000"/>
                      <a:lumOff val="15000"/>
                    </a:prstClr>
                  </a:solidFill>
                  <a:latin typeface="SamsungOne-400" panose="020B0503030303020204" pitchFamily="34" charset="0"/>
                </a:endParaRPr>
              </a:p>
            </p:txBody>
          </p:sp>
        </p:grpSp>
        <p:pic>
          <p:nvPicPr>
            <p:cNvPr id="30"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58228" y="5797103"/>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35" name="TextBox 34">
              <a:extLst>
                <a:ext uri="{FF2B5EF4-FFF2-40B4-BE49-F238E27FC236}">
                  <a16:creationId xmlns:a16="http://schemas.microsoft.com/office/drawing/2014/main" id="{EE836FE5-4E63-409C-97E4-2898B8159708}"/>
                </a:ext>
              </a:extLst>
            </p:cNvPr>
            <p:cNvSpPr txBox="1"/>
            <p:nvPr/>
          </p:nvSpPr>
          <p:spPr>
            <a:xfrm>
              <a:off x="917009" y="5774371"/>
              <a:ext cx="2659325" cy="292387"/>
            </a:xfrm>
            <a:prstGeom prst="rect">
              <a:avLst/>
            </a:prstGeom>
            <a:noFill/>
          </p:spPr>
          <p:txBody>
            <a:bodyPr wrap="square">
              <a:spAutoFit/>
            </a:bodyPr>
            <a:lstStyle/>
            <a:p>
              <a:pPr>
                <a:spcAft>
                  <a:spcPts val="600"/>
                </a:spcAft>
              </a:pP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Line 64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36" name="TextBox 35">
              <a:extLst>
                <a:ext uri="{FF2B5EF4-FFF2-40B4-BE49-F238E27FC236}">
                  <a16:creationId xmlns:a16="http://schemas.microsoft.com/office/drawing/2014/main" id="{0800EE66-B78E-4CCD-A49E-31BBE412C7F6}"/>
                </a:ext>
              </a:extLst>
            </p:cNvPr>
            <p:cNvSpPr txBox="1"/>
            <p:nvPr/>
          </p:nvSpPr>
          <p:spPr>
            <a:xfrm>
              <a:off x="1017649" y="6109265"/>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vào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tuple.</a:t>
              </a:r>
            </a:p>
          </p:txBody>
        </p:sp>
      </p:grpSp>
      <p:sp>
        <p:nvSpPr>
          <p:cNvPr id="33" name="Rectangle 12">
            <a:extLst>
              <a:ext uri="{FF2B5EF4-FFF2-40B4-BE49-F238E27FC236}">
                <a16:creationId xmlns:a16="http://schemas.microsoft.com/office/drawing/2014/main" id="{39C1D0BA-7152-4AAC-B295-DCCB5F8378F4}"/>
              </a:ext>
            </a:extLst>
          </p:cNvPr>
          <p:cNvSpPr/>
          <p:nvPr/>
        </p:nvSpPr>
        <p:spPr>
          <a:xfrm>
            <a:off x="711201" y="2042330"/>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Lưu ý rằng vì nó không phải là một phương thức nên () không được gắn vào.</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32" name="직사각형 31">
            <a:extLst>
              <a:ext uri="{FF2B5EF4-FFF2-40B4-BE49-F238E27FC236}">
                <a16:creationId xmlns:a16="http://schemas.microsoft.com/office/drawing/2014/main" id="{6FEB5214-D12C-463F-8576-F8918DCD1943}"/>
              </a:ext>
            </a:extLst>
          </p:cNvPr>
          <p:cNvSpPr/>
          <p:nvPr/>
        </p:nvSpPr>
        <p:spPr>
          <a:xfrm>
            <a:off x="580388" y="1833801"/>
            <a:ext cx="8782050"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Giải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thích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về</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từng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thuộc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tính</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6" name="그룹 5">
            <a:extLst>
              <a:ext uri="{FF2B5EF4-FFF2-40B4-BE49-F238E27FC236}">
                <a16:creationId xmlns:a16="http://schemas.microsoft.com/office/drawing/2014/main" id="{75EE43C2-FA57-4DA6-A760-8CE26F66459E}"/>
              </a:ext>
            </a:extLst>
          </p:cNvPr>
          <p:cNvGrpSpPr/>
          <p:nvPr/>
        </p:nvGrpSpPr>
        <p:grpSpPr>
          <a:xfrm>
            <a:off x="558396" y="2420888"/>
            <a:ext cx="8782050" cy="2603862"/>
            <a:chOff x="558396" y="2564904"/>
            <a:chExt cx="8782050" cy="2603862"/>
          </a:xfrm>
        </p:grpSpPr>
        <p:sp>
          <p:nvSpPr>
            <p:cNvPr id="15" name="모서리가 둥근 직사각형 4">
              <a:extLst>
                <a:ext uri="{FF2B5EF4-FFF2-40B4-BE49-F238E27FC236}">
                  <a16:creationId xmlns:a16="http://schemas.microsoft.com/office/drawing/2014/main" id="{A36E3BA1-83BF-4EF9-8B22-BB45DE7AA1FC}"/>
                </a:ext>
              </a:extLst>
            </p:cNvPr>
            <p:cNvSpPr/>
            <p:nvPr/>
          </p:nvSpPr>
          <p:spPr>
            <a:xfrm>
              <a:off x="558396" y="2564904"/>
              <a:ext cx="8782050" cy="260386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5" name="그룹 4">
              <a:extLst>
                <a:ext uri="{FF2B5EF4-FFF2-40B4-BE49-F238E27FC236}">
                  <a16:creationId xmlns:a16="http://schemas.microsoft.com/office/drawing/2014/main" id="{74A6BC96-749F-498F-BAB4-7AAB293937CC}"/>
                </a:ext>
              </a:extLst>
            </p:cNvPr>
            <p:cNvGrpSpPr/>
            <p:nvPr/>
          </p:nvGrpSpPr>
          <p:grpSpPr>
            <a:xfrm>
              <a:off x="607408" y="2617962"/>
              <a:ext cx="8732286" cy="2486372"/>
              <a:chOff x="607408" y="2608337"/>
              <a:chExt cx="8732286" cy="2486372"/>
            </a:xfrm>
          </p:grpSpPr>
          <p:pic>
            <p:nvPicPr>
              <p:cNvPr id="3" name="그림 2"/>
              <p:cNvPicPr>
                <a:picLocks noChangeAspect="1"/>
              </p:cNvPicPr>
              <p:nvPr/>
            </p:nvPicPr>
            <p:blipFill rotWithShape="1">
              <a:blip r:embed="rId5"/>
              <a:srcRect r="15605"/>
              <a:stretch/>
            </p:blipFill>
            <p:spPr>
              <a:xfrm>
                <a:off x="607408" y="2608337"/>
                <a:ext cx="8732286" cy="2486372"/>
              </a:xfrm>
              <a:prstGeom prst="rect">
                <a:avLst/>
              </a:prstGeom>
            </p:spPr>
          </p:pic>
          <p:sp>
            <p:nvSpPr>
              <p:cNvPr id="39" name="직사각형 38"/>
              <p:cNvSpPr/>
              <p:nvPr/>
            </p:nvSpPr>
            <p:spPr>
              <a:xfrm>
                <a:off x="1942584" y="4553219"/>
                <a:ext cx="4573954" cy="216024"/>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직사각형 36">
                <a:extLst>
                  <a:ext uri="{FF2B5EF4-FFF2-40B4-BE49-F238E27FC236}">
                    <a16:creationId xmlns:a16="http://schemas.microsoft.com/office/drawing/2014/main" id="{5284CFC5-6B3A-4C47-9F69-C8C2FCB80174}"/>
                  </a:ext>
                </a:extLst>
              </p:cNvPr>
              <p:cNvSpPr/>
              <p:nvPr/>
            </p:nvSpPr>
            <p:spPr>
              <a:xfrm>
                <a:off x="1947495" y="3835280"/>
                <a:ext cx="4573954" cy="216024"/>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직사각형 37">
                <a:extLst>
                  <a:ext uri="{FF2B5EF4-FFF2-40B4-BE49-F238E27FC236}">
                    <a16:creationId xmlns:a16="http://schemas.microsoft.com/office/drawing/2014/main" id="{EE8E7027-F49C-4667-8C5C-4E9F8D966322}"/>
                  </a:ext>
                </a:extLst>
              </p:cNvPr>
              <p:cNvSpPr/>
              <p:nvPr/>
            </p:nvSpPr>
            <p:spPr>
              <a:xfrm>
                <a:off x="1894656" y="3145004"/>
                <a:ext cx="4573954" cy="216024"/>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Tree>
    <p:extLst>
      <p:ext uri="{BB962C8B-B14F-4D97-AF65-F5344CB8AC3E}">
        <p14:creationId xmlns:p14="http://schemas.microsoft.com/office/powerpoint/2010/main" val="278949955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3315CF20-5B99-46F1-87DA-1B6697B73A55}"/>
              </a:ext>
            </a:extLst>
          </p:cNvPr>
          <p:cNvGrpSpPr/>
          <p:nvPr/>
        </p:nvGrpSpPr>
        <p:grpSpPr>
          <a:xfrm>
            <a:off x="558396" y="1700808"/>
            <a:ext cx="8782051" cy="1326999"/>
            <a:chOff x="558396" y="1844826"/>
            <a:chExt cx="8782051" cy="1326999"/>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396" y="1844826"/>
              <a:ext cx="8782050" cy="132699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19247"/>
            <a:stretch/>
          </p:blipFill>
          <p:spPr>
            <a:xfrm>
              <a:off x="616933" y="1883326"/>
              <a:ext cx="8723514" cy="1257641"/>
            </a:xfrm>
            <a:prstGeom prst="rect">
              <a:avLst/>
            </a:prstGeom>
          </p:spPr>
        </p:pic>
      </p:grpSp>
      <p:sp>
        <p:nvSpPr>
          <p:cNvPr id="10" name="직사각형 9">
            <a:extLst>
              <a:ext uri="{FF2B5EF4-FFF2-40B4-BE49-F238E27FC236}">
                <a16:creationId xmlns:a16="http://schemas.microsoft.com/office/drawing/2014/main" id="{7C49809D-6C7F-49D7-B626-B408E4266E2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Cần lưu ý rằng đối với mảng một chiều, tuple trả về số lượng phần tử.</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288307160"/>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26" name="직사각형 25">
            <a:extLst>
              <a:ext uri="{FF2B5EF4-FFF2-40B4-BE49-F238E27FC236}">
                <a16:creationId xmlns:a16="http://schemas.microsoft.com/office/drawing/2014/main" id="{DB896CD5-A0B0-4F39-9F23-22CE6C96BB3D}"/>
              </a:ext>
            </a:extLst>
          </p:cNvPr>
          <p:cNvSpPr/>
          <p:nvPr/>
        </p:nvSpPr>
        <p:spPr>
          <a:xfrm>
            <a:off x="449998" y="1375101"/>
            <a:ext cx="900498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Reshape</a:t>
            </a:r>
          </a:p>
        </p:txBody>
      </p:sp>
      <p:grpSp>
        <p:nvGrpSpPr>
          <p:cNvPr id="16" name="그룹 15"/>
          <p:cNvGrpSpPr/>
          <p:nvPr/>
        </p:nvGrpSpPr>
        <p:grpSpPr>
          <a:xfrm>
            <a:off x="557644" y="4540170"/>
            <a:ext cx="8782050" cy="720080"/>
            <a:chOff x="557644" y="5085184"/>
            <a:chExt cx="8782050" cy="720080"/>
          </a:xfrm>
        </p:grpSpPr>
        <p:sp>
          <p:nvSpPr>
            <p:cNvPr id="17" name="모서리가 둥근 직사각형 4">
              <a:extLst>
                <a:ext uri="{FF2B5EF4-FFF2-40B4-BE49-F238E27FC236}">
                  <a16:creationId xmlns:a16="http://schemas.microsoft.com/office/drawing/2014/main" id="{C3569CBD-5212-483A-A582-6794A42BDB63}"/>
                </a:ext>
              </a:extLst>
            </p:cNvPr>
            <p:cNvSpPr/>
            <p:nvPr/>
          </p:nvSpPr>
          <p:spPr>
            <a:xfrm>
              <a:off x="557644" y="5085184"/>
              <a:ext cx="8782050" cy="72008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8"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70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1" name="TextBox 20">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Đảm bảo nhập hình dạng (shape) dưới dạng Tuple</a:t>
              </a:r>
              <a:endParaRPr lang="en-US" altLang="ko-KR" sz="1300" dirty="0">
                <a:solidFill>
                  <a:prstClr val="black">
                    <a:lumMod val="85000"/>
                    <a:lumOff val="15000"/>
                  </a:prstClr>
                </a:solidFill>
                <a:latin typeface="SamsungOne-400" panose="020B0503030303020204" pitchFamily="34" charset="0"/>
              </a:endParaRPr>
            </a:p>
          </p:txBody>
        </p:sp>
      </p:grpSp>
      <p:grpSp>
        <p:nvGrpSpPr>
          <p:cNvPr id="3" name="그룹 2">
            <a:extLst>
              <a:ext uri="{FF2B5EF4-FFF2-40B4-BE49-F238E27FC236}">
                <a16:creationId xmlns:a16="http://schemas.microsoft.com/office/drawing/2014/main" id="{DD87FDFC-AF4E-4CCC-8654-137A76925048}"/>
              </a:ext>
            </a:extLst>
          </p:cNvPr>
          <p:cNvGrpSpPr/>
          <p:nvPr/>
        </p:nvGrpSpPr>
        <p:grpSpPr>
          <a:xfrm>
            <a:off x="558396" y="2132856"/>
            <a:ext cx="8782050" cy="2323703"/>
            <a:chOff x="558396" y="2276871"/>
            <a:chExt cx="8782050" cy="2323703"/>
          </a:xfrm>
        </p:grpSpPr>
        <p:sp>
          <p:nvSpPr>
            <p:cNvPr id="15" name="모서리가 둥근 직사각형 4">
              <a:extLst>
                <a:ext uri="{FF2B5EF4-FFF2-40B4-BE49-F238E27FC236}">
                  <a16:creationId xmlns:a16="http://schemas.microsoft.com/office/drawing/2014/main" id="{A36E3BA1-83BF-4EF9-8B22-BB45DE7AA1FC}"/>
                </a:ext>
              </a:extLst>
            </p:cNvPr>
            <p:cNvSpPr/>
            <p:nvPr/>
          </p:nvSpPr>
          <p:spPr>
            <a:xfrm>
              <a:off x="558396" y="2276871"/>
              <a:ext cx="8782050" cy="232370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21246"/>
            <a:stretch/>
          </p:blipFill>
          <p:spPr>
            <a:xfrm>
              <a:off x="626457" y="2334081"/>
              <a:ext cx="8713237" cy="2204540"/>
            </a:xfrm>
            <a:prstGeom prst="rect">
              <a:avLst/>
            </a:prstGeom>
          </p:spPr>
        </p:pic>
      </p:grpSp>
      <p:sp>
        <p:nvSpPr>
          <p:cNvPr id="19" name="직사각형 18">
            <a:extLst>
              <a:ext uri="{FF2B5EF4-FFF2-40B4-BE49-F238E27FC236}">
                <a16:creationId xmlns:a16="http://schemas.microsoft.com/office/drawing/2014/main" id="{27A4AF17-48D3-4F69-BF3A-0F2F4C963D84}"/>
              </a:ext>
            </a:extLst>
          </p:cNvPr>
          <p:cNvSpPr/>
          <p:nvPr/>
        </p:nvSpPr>
        <p:spPr>
          <a:xfrm>
            <a:off x="580388" y="1833801"/>
            <a:ext cx="8782050"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Làm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thế</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nào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để</a:t>
            </a:r>
            <a:r>
              <a:rPr lang="en-US" altLang="ko-KR" sz="1400" dirty="0">
                <a:solidFill>
                  <a:schemeClr val="tx1"/>
                </a:solidFill>
                <a:latin typeface="SamsungOne-400" panose="020B0503030303020204" pitchFamily="34" charset="0"/>
                <a:ea typeface="SamsungOne-400" panose="020B0503030303020204" pitchFamily="34" charset="0"/>
              </a:rPr>
              <a:t> Reshape:</a:t>
            </a:r>
          </a:p>
        </p:txBody>
      </p:sp>
    </p:spTree>
    <p:extLst>
      <p:ext uri="{BB962C8B-B14F-4D97-AF65-F5344CB8AC3E}">
        <p14:creationId xmlns:p14="http://schemas.microsoft.com/office/powerpoint/2010/main" val="425239249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10" name="그룹 9"/>
          <p:cNvGrpSpPr/>
          <p:nvPr/>
        </p:nvGrpSpPr>
        <p:grpSpPr>
          <a:xfrm>
            <a:off x="557644" y="4063617"/>
            <a:ext cx="8782050" cy="880975"/>
            <a:chOff x="557644" y="5085183"/>
            <a:chExt cx="8782050" cy="880975"/>
          </a:xfrm>
        </p:grpSpPr>
        <p:sp>
          <p:nvSpPr>
            <p:cNvPr id="11" name="모서리가 둥근 직사각형 4">
              <a:extLst>
                <a:ext uri="{FF2B5EF4-FFF2-40B4-BE49-F238E27FC236}">
                  <a16:creationId xmlns:a16="http://schemas.microsoft.com/office/drawing/2014/main" id="{C3569CBD-5212-483A-A582-6794A42BDB63}"/>
                </a:ext>
              </a:extLst>
            </p:cNvPr>
            <p:cNvSpPr/>
            <p:nvPr/>
          </p:nvSpPr>
          <p:spPr>
            <a:xfrm>
              <a:off x="557644" y="5085183"/>
              <a:ext cx="8782050" cy="88097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2"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71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Khi được kiểm tra, hình dạng của đối tượng vẫn giữ nguyên. Do đó, nó nên được gán lại để tạo một đối tượng mới.</a:t>
              </a:r>
              <a:endParaRPr lang="en-US" altLang="ko-KR"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E351EE51-FB89-4D24-A650-BD6E69C96EF7}"/>
              </a:ext>
            </a:extLst>
          </p:cNvPr>
          <p:cNvGrpSpPr/>
          <p:nvPr/>
        </p:nvGrpSpPr>
        <p:grpSpPr>
          <a:xfrm>
            <a:off x="558396" y="1700808"/>
            <a:ext cx="8782050" cy="2269975"/>
            <a:chOff x="558396" y="1844825"/>
            <a:chExt cx="8782050" cy="2269975"/>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396" y="1844825"/>
              <a:ext cx="8782050" cy="226997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20013"/>
            <a:stretch/>
          </p:blipFill>
          <p:spPr>
            <a:xfrm>
              <a:off x="626457" y="1906068"/>
              <a:ext cx="8713237" cy="2129888"/>
            </a:xfrm>
            <a:prstGeom prst="rect">
              <a:avLst/>
            </a:prstGeom>
          </p:spPr>
        </p:pic>
      </p:grpSp>
      <p:sp>
        <p:nvSpPr>
          <p:cNvPr id="19" name="직사각형 18">
            <a:extLst>
              <a:ext uri="{FF2B5EF4-FFF2-40B4-BE49-F238E27FC236}">
                <a16:creationId xmlns:a16="http://schemas.microsoft.com/office/drawing/2014/main" id="{03A4BA8C-C3E2-43CD-9438-1FA1C1BC8C5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Kiểm tra hình dạng của đối tượng.</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775595034"/>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BCBA173D-EAFD-4FF5-80AD-B49CDC301F8E}"/>
              </a:ext>
            </a:extLst>
          </p:cNvPr>
          <p:cNvGrpSpPr/>
          <p:nvPr/>
        </p:nvGrpSpPr>
        <p:grpSpPr>
          <a:xfrm>
            <a:off x="558396" y="1700808"/>
            <a:ext cx="8782050" cy="2946250"/>
            <a:chOff x="558396" y="1844825"/>
            <a:chExt cx="8782050" cy="2946250"/>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396" y="1844825"/>
              <a:ext cx="8782050" cy="294625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19879"/>
            <a:stretch/>
          </p:blipFill>
          <p:spPr>
            <a:xfrm>
              <a:off x="626457" y="1927567"/>
              <a:ext cx="8713989" cy="2808310"/>
            </a:xfrm>
            <a:prstGeom prst="rect">
              <a:avLst/>
            </a:prstGeom>
          </p:spPr>
        </p:pic>
      </p:grpSp>
      <p:sp>
        <p:nvSpPr>
          <p:cNvPr id="10" name="직사각형 9">
            <a:extLst>
              <a:ext uri="{FF2B5EF4-FFF2-40B4-BE49-F238E27FC236}">
                <a16:creationId xmlns:a16="http://schemas.microsoft.com/office/drawing/2014/main" id="{BBD9FFDE-D7D3-483C-A2F2-FDE9560976F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Hình dạng có thể được thay đổi trực tiếp.</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42763279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26" name="직사각형 25">
            <a:extLst>
              <a:ext uri="{FF2B5EF4-FFF2-40B4-BE49-F238E27FC236}">
                <a16:creationId xmlns:a16="http://schemas.microsoft.com/office/drawing/2014/main" id="{DB896CD5-A0B0-4F39-9F23-22CE6C96BB3D}"/>
              </a:ext>
            </a:extLst>
          </p:cNvPr>
          <p:cNvSpPr/>
          <p:nvPr/>
        </p:nvSpPr>
        <p:spPr>
          <a:xfrm>
            <a:off x="449998" y="1375101"/>
            <a:ext cx="900498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Số</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ngẫu</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nhiên</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16" name="그룹 15"/>
          <p:cNvGrpSpPr/>
          <p:nvPr/>
        </p:nvGrpSpPr>
        <p:grpSpPr>
          <a:xfrm>
            <a:off x="557644" y="4602531"/>
            <a:ext cx="8782050" cy="712419"/>
            <a:chOff x="557644" y="5085184"/>
            <a:chExt cx="8782050" cy="712419"/>
          </a:xfrm>
        </p:grpSpPr>
        <p:sp>
          <p:nvSpPr>
            <p:cNvPr id="17" name="모서리가 둥근 직사각형 4">
              <a:extLst>
                <a:ext uri="{FF2B5EF4-FFF2-40B4-BE49-F238E27FC236}">
                  <a16:creationId xmlns:a16="http://schemas.microsoft.com/office/drawing/2014/main" id="{C3569CBD-5212-483A-A582-6794A42BDB63}"/>
                </a:ext>
              </a:extLst>
            </p:cNvPr>
            <p:cNvSpPr/>
            <p:nvPr/>
          </p:nvSpPr>
          <p:spPr>
            <a:xfrm>
              <a:off x="557644" y="5085184"/>
              <a:ext cx="8782050" cy="71241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8"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78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1" name="TextBox 20">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Dữ liệu được tạo tuân theo phân phối chuẩn với kích thước hai hàng và ba cột.</a:t>
              </a:r>
              <a:endParaRPr lang="en-US" altLang="ko-KR"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EB680A44-588C-49A7-939F-A0A56FB94E57}"/>
              </a:ext>
            </a:extLst>
          </p:cNvPr>
          <p:cNvGrpSpPr/>
          <p:nvPr/>
        </p:nvGrpSpPr>
        <p:grpSpPr>
          <a:xfrm>
            <a:off x="558396" y="2348880"/>
            <a:ext cx="8782050" cy="2169021"/>
            <a:chOff x="558396" y="2564903"/>
            <a:chExt cx="8782050" cy="2169021"/>
          </a:xfrm>
        </p:grpSpPr>
        <p:sp>
          <p:nvSpPr>
            <p:cNvPr id="15" name="모서리가 둥근 직사각형 4">
              <a:extLst>
                <a:ext uri="{FF2B5EF4-FFF2-40B4-BE49-F238E27FC236}">
                  <a16:creationId xmlns:a16="http://schemas.microsoft.com/office/drawing/2014/main" id="{A36E3BA1-83BF-4EF9-8B22-BB45DE7AA1FC}"/>
                </a:ext>
              </a:extLst>
            </p:cNvPr>
            <p:cNvSpPr/>
            <p:nvPr/>
          </p:nvSpPr>
          <p:spPr>
            <a:xfrm>
              <a:off x="558396" y="2564903"/>
              <a:ext cx="8782050" cy="216902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21986"/>
            <a:stretch/>
          </p:blipFill>
          <p:spPr>
            <a:xfrm>
              <a:off x="607407" y="2627485"/>
              <a:ext cx="8732287" cy="2021465"/>
            </a:xfrm>
            <a:prstGeom prst="rect">
              <a:avLst/>
            </a:prstGeom>
          </p:spPr>
        </p:pic>
      </p:grpSp>
      <p:sp>
        <p:nvSpPr>
          <p:cNvPr id="19" name="직사각형 18">
            <a:extLst>
              <a:ext uri="{FF2B5EF4-FFF2-40B4-BE49-F238E27FC236}">
                <a16:creationId xmlns:a16="http://schemas.microsoft.com/office/drawing/2014/main" id="{945E5AE4-75C1-4DFC-958C-109E7CD53CE7}"/>
              </a:ext>
            </a:extLst>
          </p:cNvPr>
          <p:cNvSpPr/>
          <p:nvPr/>
        </p:nvSpPr>
        <p:spPr>
          <a:xfrm>
            <a:off x="580388" y="1833801"/>
            <a:ext cx="8782050"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Dữ liệu tuân theo phân phối chuẩn chuẩn (trung bình 0, độ lệch chuẩn 1) được tạo dưới dạng số ngẫu nhiên. Xem </a:t>
            </a:r>
            <a:r>
              <a:rPr lang="en-US" altLang="ko-KR" sz="1400" dirty="0">
                <a:solidFill>
                  <a:schemeClr val="tx1"/>
                </a:solidFill>
                <a:latin typeface="SamsungOne-400" panose="020B0503030303020204" pitchFamily="34" charset="0"/>
                <a:ea typeface="SamsungOne-400" panose="020B0503030303020204" pitchFamily="34" charset="0"/>
              </a:rPr>
              <a:t>help</a:t>
            </a:r>
            <a:r>
              <a:rPr lang="vi-VN" altLang="ko-KR" sz="1400" dirty="0">
                <a:solidFill>
                  <a:schemeClr val="tx1"/>
                </a:solidFill>
                <a:latin typeface="SamsungOne-400" panose="020B0503030303020204" pitchFamily="34" charset="0"/>
                <a:ea typeface="SamsungOne-400" panose="020B0503030303020204" pitchFamily="34" charset="0"/>
              </a:rPr>
              <a:t>(np.random.randn) để biết thêm chi tiết.</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510253405"/>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2" name="그룹 1">
            <a:extLst>
              <a:ext uri="{FF2B5EF4-FFF2-40B4-BE49-F238E27FC236}">
                <a16:creationId xmlns:a16="http://schemas.microsoft.com/office/drawing/2014/main" id="{B7598838-1D53-46D4-95E0-4339E4258084}"/>
              </a:ext>
            </a:extLst>
          </p:cNvPr>
          <p:cNvGrpSpPr/>
          <p:nvPr/>
        </p:nvGrpSpPr>
        <p:grpSpPr>
          <a:xfrm>
            <a:off x="558396" y="1700808"/>
            <a:ext cx="8782050" cy="3517750"/>
            <a:chOff x="558396" y="1844825"/>
            <a:chExt cx="8782050" cy="3517750"/>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396" y="1844825"/>
              <a:ext cx="8782050" cy="351775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20032"/>
            <a:stretch/>
          </p:blipFill>
          <p:spPr>
            <a:xfrm>
              <a:off x="597883" y="1915340"/>
              <a:ext cx="8742563" cy="3385867"/>
            </a:xfrm>
            <a:prstGeom prst="rect">
              <a:avLst/>
            </a:prstGeom>
          </p:spPr>
        </p:pic>
      </p:grpSp>
      <p:sp>
        <p:nvSpPr>
          <p:cNvPr id="10" name="직사각형 9">
            <a:extLst>
              <a:ext uri="{FF2B5EF4-FFF2-40B4-BE49-F238E27FC236}">
                <a16:creationId xmlns:a16="http://schemas.microsoft.com/office/drawing/2014/main" id="{D70B14E8-4771-40A6-821B-790C377053E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data2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100 </a:t>
            </a:r>
            <a:r>
              <a:rPr lang="en-US" altLang="ko-KR" sz="1400" dirty="0" err="1">
                <a:solidFill>
                  <a:schemeClr val="tx1"/>
                </a:solidFill>
                <a:latin typeface="SamsungOne-400" panose="020B0503030303020204" pitchFamily="34" charset="0"/>
                <a:ea typeface="SamsungOne-400" panose="020B0503030303020204" pitchFamily="34" charset="0"/>
              </a:rPr>
              <a:t>hàng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100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144900312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2">
            <a:extLst>
              <a:ext uri="{FF2B5EF4-FFF2-40B4-BE49-F238E27FC236}">
                <a16:creationId xmlns:a16="http://schemas.microsoft.com/office/drawing/2014/main" id="{39C1D0BA-7152-4AAC-B295-DCCB5F8378F4}"/>
              </a:ext>
            </a:extLst>
          </p:cNvPr>
          <p:cNvSpPr/>
          <p:nvPr/>
        </p:nvSpPr>
        <p:spPr>
          <a:xfrm>
            <a:off x="711201" y="5132483"/>
            <a:ext cx="8632824"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Mức trung bình gần bằng không, nhưng không hoàn toàn bằng không. Nếu nhiều dữ liệu được tạo ra, thì kết quả sẽ gần bằng không.</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A9A2B0F8-BB14-46C1-ACDC-1B28E89DF498}"/>
              </a:ext>
            </a:extLst>
          </p:cNvPr>
          <p:cNvGrpSpPr/>
          <p:nvPr/>
        </p:nvGrpSpPr>
        <p:grpSpPr>
          <a:xfrm>
            <a:off x="558396" y="1700808"/>
            <a:ext cx="8782050" cy="3365350"/>
            <a:chOff x="558396" y="1844825"/>
            <a:chExt cx="8782050" cy="3365350"/>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396" y="1844825"/>
              <a:ext cx="8782050" cy="336535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22032"/>
            <a:stretch/>
          </p:blipFill>
          <p:spPr>
            <a:xfrm>
              <a:off x="616933" y="1877241"/>
              <a:ext cx="8723513" cy="3273126"/>
            </a:xfrm>
            <a:prstGeom prst="rect">
              <a:avLst/>
            </a:prstGeom>
          </p:spPr>
        </p:pic>
      </p:grpSp>
      <p:sp>
        <p:nvSpPr>
          <p:cNvPr id="12" name="직사각형 11">
            <a:extLst>
              <a:ext uri="{FF2B5EF4-FFF2-40B4-BE49-F238E27FC236}">
                <a16:creationId xmlns:a16="http://schemas.microsoft.com/office/drawing/2014/main" id="{8E56C333-BF0D-4CC7-A29B-9C4E00C049D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Hãy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tiếp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tục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data3.</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859090398"/>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16" name="Rectangle 12">
            <a:extLst>
              <a:ext uri="{FF2B5EF4-FFF2-40B4-BE49-F238E27FC236}">
                <a16:creationId xmlns:a16="http://schemas.microsoft.com/office/drawing/2014/main" id="{39C1D0BA-7152-4AAC-B295-DCCB5F8378F4}"/>
              </a:ext>
            </a:extLst>
          </p:cNvPr>
          <p:cNvSpPr/>
          <p:nvPr/>
        </p:nvSpPr>
        <p:spPr>
          <a:xfrm>
            <a:off x="711201" y="1647850"/>
            <a:ext cx="8632824" cy="11508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Hãy so sánh một list Python và mảng NumPy lưu trữ một triệu số nguyên.</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Nếu bạn chạy ví dụ bên dưới, bạn có thể thấy rằng đoạn mã sử dụng NumPy nhanh hơn nhiều so với đoạn mã được viết bằng Python thuần túy.</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Bằng cách sử dụng các đối tượng np bạn có thể tạo 1 triệu mảng bắt đầu từ 0 bằng phương thức arange.</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D5A00361-CF6E-486B-B2AB-C5ABFA9D1BE1}"/>
              </a:ext>
            </a:extLst>
          </p:cNvPr>
          <p:cNvGrpSpPr/>
          <p:nvPr/>
        </p:nvGrpSpPr>
        <p:grpSpPr>
          <a:xfrm>
            <a:off x="558396" y="2996952"/>
            <a:ext cx="8782050" cy="841623"/>
            <a:chOff x="558396" y="2996952"/>
            <a:chExt cx="8782050" cy="841623"/>
          </a:xfrm>
        </p:grpSpPr>
        <p:sp>
          <p:nvSpPr>
            <p:cNvPr id="9" name="모서리가 둥근 직사각형 4">
              <a:extLst>
                <a:ext uri="{FF2B5EF4-FFF2-40B4-BE49-F238E27FC236}">
                  <a16:creationId xmlns:a16="http://schemas.microsoft.com/office/drawing/2014/main" id="{A36E3BA1-83BF-4EF9-8B22-BB45DE7AA1FC}"/>
                </a:ext>
              </a:extLst>
            </p:cNvPr>
            <p:cNvSpPr/>
            <p:nvPr/>
          </p:nvSpPr>
          <p:spPr>
            <a:xfrm>
              <a:off x="558396" y="2996952"/>
              <a:ext cx="8782050" cy="84162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0" name="그림 9"/>
            <p:cNvPicPr>
              <a:picLocks noChangeAspect="1"/>
            </p:cNvPicPr>
            <p:nvPr/>
          </p:nvPicPr>
          <p:blipFill rotWithShape="1">
            <a:blip r:embed="rId3"/>
            <a:srcRect r="22537" b="15168"/>
            <a:stretch/>
          </p:blipFill>
          <p:spPr>
            <a:xfrm>
              <a:off x="577851" y="3032001"/>
              <a:ext cx="8762595" cy="701799"/>
            </a:xfrm>
            <a:prstGeom prst="rect">
              <a:avLst/>
            </a:prstGeom>
          </p:spPr>
        </p:pic>
      </p:grpSp>
      <p:grpSp>
        <p:nvGrpSpPr>
          <p:cNvPr id="3" name="그룹 2">
            <a:extLst>
              <a:ext uri="{FF2B5EF4-FFF2-40B4-BE49-F238E27FC236}">
                <a16:creationId xmlns:a16="http://schemas.microsoft.com/office/drawing/2014/main" id="{32E90C9F-8062-4211-87EB-A31458B8641C}"/>
              </a:ext>
            </a:extLst>
          </p:cNvPr>
          <p:cNvGrpSpPr/>
          <p:nvPr/>
        </p:nvGrpSpPr>
        <p:grpSpPr>
          <a:xfrm>
            <a:off x="558924" y="4316455"/>
            <a:ext cx="8782050" cy="1656184"/>
            <a:chOff x="558924" y="4581128"/>
            <a:chExt cx="8782050" cy="1656184"/>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4581128"/>
              <a:ext cx="8782050" cy="165618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2" name="그림 11"/>
            <p:cNvPicPr>
              <a:picLocks noChangeAspect="1"/>
            </p:cNvPicPr>
            <p:nvPr/>
          </p:nvPicPr>
          <p:blipFill rotWithShape="1">
            <a:blip r:embed="rId4"/>
            <a:srcRect r="20018"/>
            <a:stretch/>
          </p:blipFill>
          <p:spPr>
            <a:xfrm>
              <a:off x="650093" y="4648038"/>
              <a:ext cx="8690353" cy="1589274"/>
            </a:xfrm>
            <a:prstGeom prst="rect">
              <a:avLst/>
            </a:prstGeom>
          </p:spPr>
        </p:pic>
      </p:grpSp>
      <p:sp>
        <p:nvSpPr>
          <p:cNvPr id="13" name="직사각형 12">
            <a:extLst>
              <a:ext uri="{FF2B5EF4-FFF2-40B4-BE49-F238E27FC236}">
                <a16:creationId xmlns:a16="http://schemas.microsoft.com/office/drawing/2014/main" id="{D744603E-ED61-438E-A55E-87BB4EFB566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So </a:t>
            </a:r>
            <a:r>
              <a:rPr lang="en-US" altLang="ko-KR" sz="1400" dirty="0" err="1">
                <a:solidFill>
                  <a:schemeClr val="tx1"/>
                </a:solidFill>
                <a:latin typeface="SamsungOne-400" panose="020B0503030303020204" pitchFamily="34" charset="0"/>
                <a:ea typeface="SamsungOne-400" panose="020B0503030303020204" pitchFamily="34" charset="0"/>
              </a:rPr>
              <a:t>sánh</a:t>
            </a:r>
            <a:r>
              <a:rPr lang="en-US" altLang="ko-KR" sz="1400" dirty="0">
                <a:solidFill>
                  <a:schemeClr val="tx1"/>
                </a:solidFill>
                <a:latin typeface="SamsungOne-400" panose="020B0503030303020204" pitchFamily="34" charset="0"/>
                <a:ea typeface="SamsungOne-400" panose="020B0503030303020204" pitchFamily="34" charset="0"/>
              </a:rPr>
              <a:t> list Python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Numpy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Tốc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độ</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lý</a:t>
            </a:r>
            <a:endParaRPr lang="ko-KR" altLang="en-US" sz="1400" dirty="0">
              <a:solidFill>
                <a:schemeClr val="tx1"/>
              </a:solidFill>
              <a:latin typeface="SamsungOne-400" panose="020B0503030303020204" pitchFamily="34" charset="0"/>
            </a:endParaRPr>
          </a:p>
        </p:txBody>
      </p:sp>
      <p:sp>
        <p:nvSpPr>
          <p:cNvPr id="18" name="Rectangle 12">
            <a:extLst>
              <a:ext uri="{FF2B5EF4-FFF2-40B4-BE49-F238E27FC236}">
                <a16:creationId xmlns:a16="http://schemas.microsoft.com/office/drawing/2014/main" id="{C17AA88D-5AB2-4814-A771-09D069CE59E3}"/>
              </a:ext>
            </a:extLst>
          </p:cNvPr>
          <p:cNvSpPr/>
          <p:nvPr/>
        </p:nvSpPr>
        <p:spPr>
          <a:xfrm>
            <a:off x="711201" y="3953110"/>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Đây</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cấu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trúc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danh</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sách</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để</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so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sánh</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a:t>
            </a:r>
          </a:p>
        </p:txBody>
      </p:sp>
    </p:spTree>
    <p:extLst>
      <p:ext uri="{BB962C8B-B14F-4D97-AF65-F5344CB8AC3E}">
        <p14:creationId xmlns:p14="http://schemas.microsoft.com/office/powerpoint/2010/main" val="563054270"/>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5" name="그룹 4">
            <a:extLst>
              <a:ext uri="{FF2B5EF4-FFF2-40B4-BE49-F238E27FC236}">
                <a16:creationId xmlns:a16="http://schemas.microsoft.com/office/drawing/2014/main" id="{2A7987A4-7DCB-4B6D-AB21-1A25E45043AB}"/>
              </a:ext>
            </a:extLst>
          </p:cNvPr>
          <p:cNvGrpSpPr/>
          <p:nvPr/>
        </p:nvGrpSpPr>
        <p:grpSpPr>
          <a:xfrm>
            <a:off x="558396" y="1729383"/>
            <a:ext cx="8782050" cy="1008111"/>
            <a:chOff x="558396" y="1844824"/>
            <a:chExt cx="8782050" cy="1008111"/>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396" y="1844824"/>
              <a:ext cx="8782050" cy="100811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25773"/>
            <a:stretch/>
          </p:blipFill>
          <p:spPr>
            <a:xfrm>
              <a:off x="578833" y="1892260"/>
              <a:ext cx="8760861" cy="854389"/>
            </a:xfrm>
            <a:prstGeom prst="rect">
              <a:avLst/>
            </a:prstGeom>
          </p:spPr>
        </p:pic>
        <p:sp>
          <p:nvSpPr>
            <p:cNvPr id="4" name="직사각형 3"/>
            <p:cNvSpPr/>
            <p:nvPr/>
          </p:nvSpPr>
          <p:spPr>
            <a:xfrm>
              <a:off x="3666703" y="2021574"/>
              <a:ext cx="5601122" cy="273951"/>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그룹 12"/>
          <p:cNvGrpSpPr/>
          <p:nvPr/>
        </p:nvGrpSpPr>
        <p:grpSpPr>
          <a:xfrm>
            <a:off x="557644" y="2846112"/>
            <a:ext cx="8782050" cy="726904"/>
            <a:chOff x="557644" y="5085184"/>
            <a:chExt cx="8782050" cy="726904"/>
          </a:xfrm>
        </p:grpSpPr>
        <p:sp>
          <p:nvSpPr>
            <p:cNvPr id="21" name="모서리가 둥근 직사각형 4">
              <a:extLst>
                <a:ext uri="{FF2B5EF4-FFF2-40B4-BE49-F238E27FC236}">
                  <a16:creationId xmlns:a16="http://schemas.microsoft.com/office/drawing/2014/main" id="{C3569CBD-5212-483A-A582-6794A42BDB63}"/>
                </a:ext>
              </a:extLst>
            </p:cNvPr>
            <p:cNvSpPr/>
            <p:nvPr/>
          </p:nvSpPr>
          <p:spPr>
            <a:xfrm>
              <a:off x="557644" y="5085184"/>
              <a:ext cx="8782050" cy="72690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2"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3" name="TextBox 22">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88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4" name="TextBox 23">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Nó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trả</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về</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kết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quả</a:t>
              </a:r>
              <a:r>
                <a:rPr lang="en-US" altLang="ko-KR" sz="1300" dirty="0">
                  <a:solidFill>
                    <a:prstClr val="black">
                      <a:lumMod val="85000"/>
                      <a:lumOff val="15000"/>
                    </a:prstClr>
                  </a:solidFill>
                  <a:latin typeface="SamsungOne-400" panose="020B0503030303020204" pitchFamily="34" charset="0"/>
                </a:rPr>
                <a:t> ở </a:t>
              </a:r>
              <a:r>
                <a:rPr lang="en-US" altLang="ko-KR" sz="1300" dirty="0" err="1">
                  <a:solidFill>
                    <a:prstClr val="black">
                      <a:lumMod val="85000"/>
                      <a:lumOff val="15000"/>
                    </a:prstClr>
                  </a:solidFill>
                  <a:latin typeface="SamsungOne-400" panose="020B0503030303020204" pitchFamily="34" charset="0"/>
                </a:rPr>
                <a:t>dạng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numpy.ndarray</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Điều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này</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nghĩa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mảng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rPr>
                <a:t> n </a:t>
              </a:r>
              <a:r>
                <a:rPr lang="en-US" altLang="ko-KR" sz="1300" dirty="0" err="1">
                  <a:solidFill>
                    <a:prstClr val="black">
                      <a:lumMod val="85000"/>
                      <a:lumOff val="15000"/>
                    </a:prstClr>
                  </a:solidFill>
                  <a:latin typeface="SamsungOne-400" panose="020B0503030303020204" pitchFamily="34" charset="0"/>
                </a:rPr>
                <a:t>chiều</a:t>
              </a:r>
              <a:r>
                <a:rPr lang="en-US" altLang="ko-KR" sz="1300" dirty="0">
                  <a:solidFill>
                    <a:prstClr val="black">
                      <a:lumMod val="85000"/>
                      <a:lumOff val="15000"/>
                    </a:prstClr>
                  </a:solidFill>
                  <a:latin typeface="SamsungOne-400" panose="020B0503030303020204" pitchFamily="34" charset="0"/>
                </a:rPr>
                <a:t>.</a:t>
              </a:r>
            </a:p>
          </p:txBody>
        </p:sp>
      </p:grpSp>
      <p:sp>
        <p:nvSpPr>
          <p:cNvPr id="16" name="직사각형 15">
            <a:extLst>
              <a:ext uri="{FF2B5EF4-FFF2-40B4-BE49-F238E27FC236}">
                <a16:creationId xmlns:a16="http://schemas.microsoft.com/office/drawing/2014/main" id="{DD7A6560-51BC-4832-B0EA-5B8787FF0FA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So </a:t>
            </a:r>
            <a:r>
              <a:rPr lang="en-US" altLang="ko-KR" sz="1400" dirty="0" err="1">
                <a:solidFill>
                  <a:schemeClr val="tx1"/>
                </a:solidFill>
                <a:latin typeface="SamsungOne-400" panose="020B0503030303020204" pitchFamily="34" charset="0"/>
                <a:ea typeface="SamsungOne-400" panose="020B0503030303020204" pitchFamily="34" charset="0"/>
              </a:rPr>
              <a:t>sánh</a:t>
            </a:r>
            <a:r>
              <a:rPr lang="en-US" altLang="ko-KR" sz="1400" dirty="0">
                <a:solidFill>
                  <a:schemeClr val="tx1"/>
                </a:solidFill>
                <a:latin typeface="SamsungOne-400" panose="020B0503030303020204" pitchFamily="34" charset="0"/>
                <a:ea typeface="SamsungOne-400" panose="020B0503030303020204" pitchFamily="34" charset="0"/>
              </a:rPr>
              <a:t> list Python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NumPy: </a:t>
            </a:r>
            <a:r>
              <a:rPr lang="en-US" altLang="ko-KR" sz="1400" dirty="0" err="1">
                <a:solidFill>
                  <a:schemeClr val="tx1"/>
                </a:solidFill>
                <a:latin typeface="SamsungOne-400" panose="020B0503030303020204" pitchFamily="34" charset="0"/>
                <a:ea typeface="SamsungOne-400" panose="020B0503030303020204" pitchFamily="34" charset="0"/>
              </a:rPr>
              <a:t>Tốc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độ</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lý</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4133050510"/>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FAE7517C-A27B-47C6-9F65-E60DDE76C8F9}"/>
              </a:ext>
            </a:extLst>
          </p:cNvPr>
          <p:cNvGrpSpPr/>
          <p:nvPr/>
        </p:nvGrpSpPr>
        <p:grpSpPr>
          <a:xfrm>
            <a:off x="558396" y="2228107"/>
            <a:ext cx="8782050" cy="819894"/>
            <a:chOff x="558396" y="2228107"/>
            <a:chExt cx="8782050" cy="819894"/>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396" y="2228107"/>
              <a:ext cx="8782050" cy="81989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t="7633" r="23196" b="35463"/>
            <a:stretch/>
          </p:blipFill>
          <p:spPr>
            <a:xfrm>
              <a:off x="635983" y="2263911"/>
              <a:ext cx="8704463" cy="745989"/>
            </a:xfrm>
            <a:prstGeom prst="rect">
              <a:avLst/>
            </a:prstGeom>
          </p:spPr>
        </p:pic>
      </p:grpSp>
      <p:sp>
        <p:nvSpPr>
          <p:cNvPr id="12" name="Rectangle 12">
            <a:extLst>
              <a:ext uri="{FF2B5EF4-FFF2-40B4-BE49-F238E27FC236}">
                <a16:creationId xmlns:a16="http://schemas.microsoft.com/office/drawing/2014/main" id="{39C1D0BA-7152-4AAC-B295-DCCB5F8378F4}"/>
              </a:ext>
            </a:extLst>
          </p:cNvPr>
          <p:cNvSpPr/>
          <p:nvPr/>
        </p:nvSpPr>
        <p:spPr>
          <a:xfrm>
            <a:off x="711201" y="3144434"/>
            <a:ext cx="8632824" cy="10482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%time là một lệnh ma thuật (magic command) IPython trả về một thời gian thực hiện duy nhất. Lệnh ma thuật này là một lệnh đặc biệt được thiết kế để dễ dàng kiểm soát các tác vụ chung và các hoạt động khác trong hệ thống IPython.</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Các lệnh ma thuật được gắn nhãn bằng dấu%.</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4" name="그룹 3">
            <a:extLst>
              <a:ext uri="{FF2B5EF4-FFF2-40B4-BE49-F238E27FC236}">
                <a16:creationId xmlns:a16="http://schemas.microsoft.com/office/drawing/2014/main" id="{9AF670D2-6EC8-44B1-9D2E-94DFB4DDF5CE}"/>
              </a:ext>
            </a:extLst>
          </p:cNvPr>
          <p:cNvGrpSpPr/>
          <p:nvPr/>
        </p:nvGrpSpPr>
        <p:grpSpPr>
          <a:xfrm>
            <a:off x="558924" y="4111803"/>
            <a:ext cx="8782050" cy="786854"/>
            <a:chOff x="558924" y="4375697"/>
            <a:chExt cx="8782050" cy="786854"/>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4375697"/>
              <a:ext cx="8782050" cy="7868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5" name="그림 4"/>
            <p:cNvPicPr>
              <a:picLocks noChangeAspect="1"/>
            </p:cNvPicPr>
            <p:nvPr/>
          </p:nvPicPr>
          <p:blipFill rotWithShape="1">
            <a:blip r:embed="rId4"/>
            <a:srcRect r="24696" b="15132"/>
            <a:stretch/>
          </p:blipFill>
          <p:spPr>
            <a:xfrm>
              <a:off x="587376" y="4434197"/>
              <a:ext cx="8753070" cy="633103"/>
            </a:xfrm>
            <a:prstGeom prst="rect">
              <a:avLst/>
            </a:prstGeom>
          </p:spPr>
        </p:pic>
      </p:grpSp>
      <p:sp>
        <p:nvSpPr>
          <p:cNvPr id="16" name="Rectangle 12">
            <a:extLst>
              <a:ext uri="{FF2B5EF4-FFF2-40B4-BE49-F238E27FC236}">
                <a16:creationId xmlns:a16="http://schemas.microsoft.com/office/drawing/2014/main" id="{39C1D0BA-7152-4AAC-B295-DCCB5F8378F4}"/>
              </a:ext>
            </a:extLst>
          </p:cNvPr>
          <p:cNvSpPr/>
          <p:nvPr/>
        </p:nvSpPr>
        <p:spPr>
          <a:xfrm>
            <a:off x="707622" y="1643658"/>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Phần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sau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đây</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cho</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thấy</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tốc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độ</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mảng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Python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thao</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nhân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mỗi</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1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triệu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list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với</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2, 1000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lần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a:t>
            </a:r>
          </a:p>
        </p:txBody>
      </p:sp>
      <p:sp>
        <p:nvSpPr>
          <p:cNvPr id="18" name="Rectangle 12">
            <a:extLst>
              <a:ext uri="{FF2B5EF4-FFF2-40B4-BE49-F238E27FC236}">
                <a16:creationId xmlns:a16="http://schemas.microsoft.com/office/drawing/2014/main" id="{39C1D0BA-7152-4AAC-B295-DCCB5F8378F4}"/>
              </a:ext>
            </a:extLst>
          </p:cNvPr>
          <p:cNvSpPr/>
          <p:nvPr/>
        </p:nvSpPr>
        <p:spPr>
          <a:xfrm>
            <a:off x="707622" y="4957157"/>
            <a:ext cx="8632824" cy="10482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Nó mất 46,5 giây. Có sự khác biệt hơn 20 lần.</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Một lần nữa, điều quan trọng là phải hiểu ưu và nhược điểm của mảng và list mà chúng ta đã học trước đó để thực hiện các phép tính AI với dữ liệu lớn, quy mô lớn trong tương lai. Đây sẽ là lý do rõ ràng giải thích tại sao chúng ta phải tìm hiểu và sử dụng NumPy khi vận hành với các phép tính đó.</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9" name="직사각형 18">
            <a:extLst>
              <a:ext uri="{FF2B5EF4-FFF2-40B4-BE49-F238E27FC236}">
                <a16:creationId xmlns:a16="http://schemas.microsoft.com/office/drawing/2014/main" id="{26704344-1A3E-4CA1-843B-EDBDA5576D91}"/>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So </a:t>
            </a:r>
            <a:r>
              <a:rPr lang="en-US" altLang="ko-KR" sz="1400" dirty="0" err="1">
                <a:solidFill>
                  <a:schemeClr val="tx1"/>
                </a:solidFill>
                <a:latin typeface="SamsungOne-400" panose="020B0503030303020204" pitchFamily="34" charset="0"/>
                <a:ea typeface="SamsungOne-400" panose="020B0503030303020204" pitchFamily="34" charset="0"/>
              </a:rPr>
              <a:t>sánh</a:t>
            </a:r>
            <a:r>
              <a:rPr lang="en-US" altLang="ko-KR" sz="1400" dirty="0">
                <a:solidFill>
                  <a:schemeClr val="tx1"/>
                </a:solidFill>
                <a:latin typeface="SamsungOne-400" panose="020B0503030303020204" pitchFamily="34" charset="0"/>
                <a:ea typeface="SamsungOne-400" panose="020B0503030303020204" pitchFamily="34" charset="0"/>
              </a:rPr>
              <a:t> list Python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NumPy: </a:t>
            </a:r>
            <a:r>
              <a:rPr lang="en-US" altLang="ko-KR" sz="1400" dirty="0" err="1">
                <a:solidFill>
                  <a:schemeClr val="tx1"/>
                </a:solidFill>
                <a:latin typeface="SamsungOne-400" panose="020B0503030303020204" pitchFamily="34" charset="0"/>
                <a:ea typeface="SamsungOne-400" panose="020B0503030303020204" pitchFamily="34" charset="0"/>
              </a:rPr>
              <a:t>Tốc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độ</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lý</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492953793"/>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16" name="Rectangle 12">
            <a:extLst>
              <a:ext uri="{FF2B5EF4-FFF2-40B4-BE49-F238E27FC236}">
                <a16:creationId xmlns:a16="http://schemas.microsoft.com/office/drawing/2014/main" id="{39C1D0BA-7152-4AAC-B295-DCCB5F8378F4}"/>
              </a:ext>
            </a:extLst>
          </p:cNvPr>
          <p:cNvSpPr/>
          <p:nvPr/>
        </p:nvSpPr>
        <p:spPr>
          <a:xfrm>
            <a:off x="711201" y="1700808"/>
            <a:ext cx="8632824" cy="22023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Kết quả có thể khác nhau trong hệ thống của mỗi người dùng đối với những gì chúng ta vừa thấy trên màn hình.</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Wall time hay còn gọi là Wall-clock time, là tổng thời gian toàn bộ chương trình chạy và kết thúc, bao gồm CPU, I/O, Sub Program, v.v.</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Để tóm tắt Vect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ơ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hóa</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 một lần nữa, vector hóa là một trong những lý do lớn nhất để sử dụng NumPy.</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Vector hóa là phép toán thực hiện việc xử lý dữ liệu mà không sử dụng vòng lặp hay chỉ mục.</a:t>
            </a:r>
          </a:p>
          <a:p>
            <a:pPr marL="182563" indent="-182563">
              <a:spcAft>
                <a:spcPts val="800"/>
              </a:spcAft>
              <a:buClr>
                <a:srgbClr val="193EB0"/>
              </a:buClr>
              <a:buFont typeface="SamsungOne 400" panose="020B0503030303020204" pitchFamily="34" charset="0"/>
              <a:buChar char="‣"/>
            </a:pPr>
            <a:r>
              <a:rPr lang="vi-VN" sz="1300" dirty="0">
                <a:solidFill>
                  <a:prstClr val="black">
                    <a:lumMod val="85000"/>
                    <a:lumOff val="15000"/>
                  </a:prstClr>
                </a:solidFill>
                <a:latin typeface="SamsungOne-400" panose="020B0503030303020204" pitchFamily="34" charset="0"/>
                <a:ea typeface="SamsungOne-400" panose="020B0503030303020204" pitchFamily="34" charset="0"/>
              </a:rPr>
              <a:t>Quá trình vector hóa của NumPy tối ưu hóa phép toán xử lý dữ liệu bằng mã C biên dịch bằng cách thực hiện nó một cách “ẩn” bên trong. Ví dụ, mã lệnh vòng lặp để tính toán trọng số trong học máy sử dụng vector hóa của NumPy.</a:t>
            </a: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9" name="직사각형 8">
            <a:extLst>
              <a:ext uri="{FF2B5EF4-FFF2-40B4-BE49-F238E27FC236}">
                <a16:creationId xmlns:a16="http://schemas.microsoft.com/office/drawing/2014/main" id="{277ECEDA-85D9-4E8F-9C27-B4976815812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a:solidFill>
                  <a:schemeClr val="tx1"/>
                </a:solidFill>
                <a:latin typeface="SamsungOne-400" panose="020B0503030303020204" pitchFamily="34" charset="0"/>
                <a:ea typeface="SamsungOne-400" panose="020B0503030303020204" pitchFamily="34" charset="0"/>
              </a:rPr>
              <a:t>So </a:t>
            </a:r>
            <a:r>
              <a:rPr lang="en-US" altLang="ko-KR" sz="1400" dirty="0" err="1">
                <a:solidFill>
                  <a:schemeClr val="tx1"/>
                </a:solidFill>
                <a:latin typeface="SamsungOne-400" panose="020B0503030303020204" pitchFamily="34" charset="0"/>
                <a:ea typeface="SamsungOne-400" panose="020B0503030303020204" pitchFamily="34" charset="0"/>
              </a:rPr>
              <a:t>sánh</a:t>
            </a:r>
            <a:r>
              <a:rPr lang="en-US" altLang="ko-KR" sz="1400" dirty="0">
                <a:solidFill>
                  <a:schemeClr val="tx1"/>
                </a:solidFill>
                <a:latin typeface="SamsungOne-400" panose="020B0503030303020204" pitchFamily="34" charset="0"/>
                <a:ea typeface="SamsungOne-400" panose="020B0503030303020204" pitchFamily="34" charset="0"/>
              </a:rPr>
              <a:t> list Python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NumPy: </a:t>
            </a:r>
            <a:r>
              <a:rPr lang="en-US" altLang="ko-KR" sz="1400" dirty="0" err="1">
                <a:solidFill>
                  <a:schemeClr val="tx1"/>
                </a:solidFill>
                <a:latin typeface="SamsungOne-400" panose="020B0503030303020204" pitchFamily="34" charset="0"/>
                <a:ea typeface="SamsungOne-400" panose="020B0503030303020204" pitchFamily="34" charset="0"/>
              </a:rPr>
              <a:t>Tốc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độ</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lý</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1205498259"/>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26" name="직사각형 25">
            <a:extLst>
              <a:ext uri="{FF2B5EF4-FFF2-40B4-BE49-F238E27FC236}">
                <a16:creationId xmlns:a16="http://schemas.microsoft.com/office/drawing/2014/main" id="{DB896CD5-A0B0-4F39-9F23-22CE6C96BB3D}"/>
              </a:ext>
            </a:extLst>
          </p:cNvPr>
          <p:cNvSpPr/>
          <p:nvPr/>
        </p:nvSpPr>
        <p:spPr>
          <a:xfrm>
            <a:off x="449998" y="1375101"/>
            <a:ext cx="900498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Thêm</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phần</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tử</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vào</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mảng</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NumPy</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2" name="그룹 1">
            <a:extLst>
              <a:ext uri="{FF2B5EF4-FFF2-40B4-BE49-F238E27FC236}">
                <a16:creationId xmlns:a16="http://schemas.microsoft.com/office/drawing/2014/main" id="{DA61E7DB-0484-4087-9EED-8324D3555DE0}"/>
              </a:ext>
            </a:extLst>
          </p:cNvPr>
          <p:cNvGrpSpPr/>
          <p:nvPr/>
        </p:nvGrpSpPr>
        <p:grpSpPr>
          <a:xfrm>
            <a:off x="558396" y="2375748"/>
            <a:ext cx="8782050" cy="1813722"/>
            <a:chOff x="558396" y="4082253"/>
            <a:chExt cx="8782050" cy="1813722"/>
          </a:xfrm>
        </p:grpSpPr>
        <p:sp>
          <p:nvSpPr>
            <p:cNvPr id="14" name="모서리가 둥근 직사각형 4">
              <a:extLst>
                <a:ext uri="{FF2B5EF4-FFF2-40B4-BE49-F238E27FC236}">
                  <a16:creationId xmlns:a16="http://schemas.microsoft.com/office/drawing/2014/main" id="{A36E3BA1-83BF-4EF9-8B22-BB45DE7AA1FC}"/>
                </a:ext>
              </a:extLst>
            </p:cNvPr>
            <p:cNvSpPr/>
            <p:nvPr/>
          </p:nvSpPr>
          <p:spPr>
            <a:xfrm>
              <a:off x="558396" y="4082253"/>
              <a:ext cx="8782050" cy="181372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23586"/>
            <a:stretch/>
          </p:blipFill>
          <p:spPr>
            <a:xfrm>
              <a:off x="623247" y="4125838"/>
              <a:ext cx="8717199" cy="1694131"/>
            </a:xfrm>
            <a:prstGeom prst="rect">
              <a:avLst/>
            </a:prstGeom>
          </p:spPr>
        </p:pic>
      </p:grpSp>
      <p:sp>
        <p:nvSpPr>
          <p:cNvPr id="11" name="직사각형 10">
            <a:extLst>
              <a:ext uri="{FF2B5EF4-FFF2-40B4-BE49-F238E27FC236}">
                <a16:creationId xmlns:a16="http://schemas.microsoft.com/office/drawing/2014/main" id="{5995726E-E9D4-4FB5-836A-BFF0A27B8BFF}"/>
              </a:ext>
            </a:extLst>
          </p:cNvPr>
          <p:cNvSpPr/>
          <p:nvPr/>
        </p:nvSpPr>
        <p:spPr>
          <a:xfrm>
            <a:off x="580388" y="1833801"/>
            <a:ext cx="8782050"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Một giá trị được thêm vào dữ liệu một chiều. Hạng của chiều đầu tiên là 1. Xem help.(np.append) để biết thêm chi tiết.</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137843694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16" name="Rectangle 12">
            <a:extLst>
              <a:ext uri="{FF2B5EF4-FFF2-40B4-BE49-F238E27FC236}">
                <a16:creationId xmlns:a16="http://schemas.microsoft.com/office/drawing/2014/main" id="{39C1D0BA-7152-4AAC-B295-DCCB5F8378F4}"/>
              </a:ext>
            </a:extLst>
          </p:cNvPr>
          <p:cNvSpPr/>
          <p:nvPr/>
        </p:nvSpPr>
        <p:spPr>
          <a:xfrm>
            <a:off x="711201" y="1700808"/>
            <a:ext cx="8632824" cy="13508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Bạn có thể mở rộng mảng NumPy bằng cách gọi phương thức NumPy.append(). Hãy lưu ý rằng, không giống như các list, toán tử cộng ‘+’ không thể được sử dụng cho mục đích này.</a:t>
            </a:r>
          </a:p>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Khi một mảng có hướng, bạn có thể chỉ định hướng. Đối với mảng 2D, tham số axis được đặt là 0 có nghĩa là mở rộng theo chiều dọc, trong khi 1 có nghĩa là mở rộng theo chiều ngang.</a:t>
            </a:r>
          </a:p>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NumPy.append() chỉ cung cấp chế độ xem. Để các thay đổi được duy trì, kết quả phải được gán cho một biến.</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9" name="직사각형 8">
            <a:extLst>
              <a:ext uri="{FF2B5EF4-FFF2-40B4-BE49-F238E27FC236}">
                <a16:creationId xmlns:a16="http://schemas.microsoft.com/office/drawing/2014/main" id="{12EABBD2-CBC8-4B5D-9593-B867D7B85BC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Phương thức NumPy.append() (1/3)</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2977643733"/>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11" name="그룹 10"/>
          <p:cNvGrpSpPr/>
          <p:nvPr/>
        </p:nvGrpSpPr>
        <p:grpSpPr>
          <a:xfrm>
            <a:off x="557644" y="4653508"/>
            <a:ext cx="8782050" cy="726904"/>
            <a:chOff x="557644" y="5085184"/>
            <a:chExt cx="8782050" cy="726904"/>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4"/>
              <a:ext cx="8782050" cy="72690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96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solidFill>
                    <a:prstClr val="black">
                      <a:lumMod val="85000"/>
                      <a:lumOff val="15000"/>
                    </a:prstClr>
                  </a:solidFill>
                  <a:latin typeface="SamsungOne-400" panose="020B0503030303020204" pitchFamily="34" charset="0"/>
                </a:rPr>
                <a:t>axis=0 </a:t>
              </a:r>
              <a:r>
                <a:rPr lang="en-US" altLang="ko-KR" sz="1300" dirty="0" err="1">
                  <a:solidFill>
                    <a:prstClr val="black">
                      <a:lumMod val="85000"/>
                      <a:lumOff val="15000"/>
                    </a:prstClr>
                  </a:solidFill>
                  <a:latin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a:t>
              </a:r>
            </a:p>
          </p:txBody>
        </p:sp>
      </p:grpSp>
      <p:grpSp>
        <p:nvGrpSpPr>
          <p:cNvPr id="4" name="그룹 3">
            <a:extLst>
              <a:ext uri="{FF2B5EF4-FFF2-40B4-BE49-F238E27FC236}">
                <a16:creationId xmlns:a16="http://schemas.microsoft.com/office/drawing/2014/main" id="{6BC96053-D13E-4D28-98F5-2C9C729B7D36}"/>
              </a:ext>
            </a:extLst>
          </p:cNvPr>
          <p:cNvGrpSpPr/>
          <p:nvPr/>
        </p:nvGrpSpPr>
        <p:grpSpPr>
          <a:xfrm>
            <a:off x="558396" y="1700808"/>
            <a:ext cx="8782050" cy="2880717"/>
            <a:chOff x="558396" y="1772815"/>
            <a:chExt cx="8782050" cy="2880717"/>
          </a:xfrm>
        </p:grpSpPr>
        <p:sp>
          <p:nvSpPr>
            <p:cNvPr id="9" name="모서리가 둥근 직사각형 4">
              <a:extLst>
                <a:ext uri="{FF2B5EF4-FFF2-40B4-BE49-F238E27FC236}">
                  <a16:creationId xmlns:a16="http://schemas.microsoft.com/office/drawing/2014/main" id="{A36E3BA1-83BF-4EF9-8B22-BB45DE7AA1FC}"/>
                </a:ext>
              </a:extLst>
            </p:cNvPr>
            <p:cNvSpPr/>
            <p:nvPr/>
          </p:nvSpPr>
          <p:spPr>
            <a:xfrm>
              <a:off x="558396" y="1772815"/>
              <a:ext cx="8782050" cy="288071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22681" b="33975"/>
            <a:stretch/>
          </p:blipFill>
          <p:spPr>
            <a:xfrm>
              <a:off x="616933" y="1820160"/>
              <a:ext cx="8722761" cy="2745995"/>
            </a:xfrm>
            <a:prstGeom prst="rect">
              <a:avLst/>
            </a:prstGeom>
          </p:spPr>
        </p:pic>
        <p:sp>
          <p:nvSpPr>
            <p:cNvPr id="3" name="직사각형 2"/>
            <p:cNvSpPr/>
            <p:nvPr/>
          </p:nvSpPr>
          <p:spPr>
            <a:xfrm>
              <a:off x="4295724" y="3289175"/>
              <a:ext cx="1209725" cy="263650"/>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직사각형 20">
            <a:extLst>
              <a:ext uri="{FF2B5EF4-FFF2-40B4-BE49-F238E27FC236}">
                <a16:creationId xmlns:a16="http://schemas.microsoft.com/office/drawing/2014/main" id="{CF2EFB94-8B68-400E-80FC-E1E5A2BC958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Phương thức NumPy.append() (2/3)</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149622868"/>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11" name="그룹 10"/>
          <p:cNvGrpSpPr/>
          <p:nvPr/>
        </p:nvGrpSpPr>
        <p:grpSpPr>
          <a:xfrm>
            <a:off x="557644" y="3241551"/>
            <a:ext cx="8782050" cy="726904"/>
            <a:chOff x="557644" y="5085184"/>
            <a:chExt cx="8782050" cy="726904"/>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4"/>
              <a:ext cx="8782050" cy="72690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98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solidFill>
                    <a:prstClr val="black">
                      <a:lumMod val="85000"/>
                      <a:lumOff val="15000"/>
                    </a:prstClr>
                  </a:solidFill>
                  <a:latin typeface="SamsungOne-400" panose="020B0503030303020204" pitchFamily="34" charset="0"/>
                </a:rPr>
                <a:t>axis=1 </a:t>
              </a:r>
              <a:r>
                <a:rPr lang="en-US" altLang="ko-KR" sz="1300" dirty="0" err="1">
                  <a:solidFill>
                    <a:prstClr val="black">
                      <a:lumMod val="85000"/>
                      <a:lumOff val="15000"/>
                    </a:prstClr>
                  </a:solidFill>
                  <a:latin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a:t>
              </a:r>
            </a:p>
          </p:txBody>
        </p:sp>
      </p:grpSp>
      <p:grpSp>
        <p:nvGrpSpPr>
          <p:cNvPr id="2" name="그룹 1">
            <a:extLst>
              <a:ext uri="{FF2B5EF4-FFF2-40B4-BE49-F238E27FC236}">
                <a16:creationId xmlns:a16="http://schemas.microsoft.com/office/drawing/2014/main" id="{CDEF4D07-3646-4BC0-85D2-368867ECD7D0}"/>
              </a:ext>
            </a:extLst>
          </p:cNvPr>
          <p:cNvGrpSpPr/>
          <p:nvPr/>
        </p:nvGrpSpPr>
        <p:grpSpPr>
          <a:xfrm>
            <a:off x="558396" y="1700808"/>
            <a:ext cx="8782050" cy="1440159"/>
            <a:chOff x="558396" y="1772816"/>
            <a:chExt cx="8782050" cy="1440159"/>
          </a:xfrm>
        </p:grpSpPr>
        <p:sp>
          <p:nvSpPr>
            <p:cNvPr id="9" name="모서리가 둥근 직사각형 4">
              <a:extLst>
                <a:ext uri="{FF2B5EF4-FFF2-40B4-BE49-F238E27FC236}">
                  <a16:creationId xmlns:a16="http://schemas.microsoft.com/office/drawing/2014/main" id="{A36E3BA1-83BF-4EF9-8B22-BB45DE7AA1FC}"/>
                </a:ext>
              </a:extLst>
            </p:cNvPr>
            <p:cNvSpPr/>
            <p:nvPr/>
          </p:nvSpPr>
          <p:spPr>
            <a:xfrm>
              <a:off x="558396" y="1772816"/>
              <a:ext cx="8782050" cy="144015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r="24039"/>
            <a:stretch/>
          </p:blipFill>
          <p:spPr>
            <a:xfrm>
              <a:off x="607408" y="1817196"/>
              <a:ext cx="8732286" cy="1338316"/>
            </a:xfrm>
            <a:prstGeom prst="rect">
              <a:avLst/>
            </a:prstGeom>
          </p:spPr>
        </p:pic>
      </p:grpSp>
      <p:sp>
        <p:nvSpPr>
          <p:cNvPr id="16" name="직사각형 15">
            <a:extLst>
              <a:ext uri="{FF2B5EF4-FFF2-40B4-BE49-F238E27FC236}">
                <a16:creationId xmlns:a16="http://schemas.microsoft.com/office/drawing/2014/main" id="{2111DCE7-A3C7-449B-A26E-08DF675F39F4}"/>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Phương thức NumPy.append()</a:t>
            </a:r>
            <a:r>
              <a:rPr lang="en-US" altLang="ko-KR" sz="1400" dirty="0">
                <a:solidFill>
                  <a:schemeClr val="tx1"/>
                </a:solidFill>
                <a:latin typeface="SamsungOne-400" panose="020B0503030303020204" pitchFamily="34" charset="0"/>
                <a:ea typeface="SamsungOne-400" panose="020B0503030303020204" pitchFamily="34" charset="0"/>
              </a:rPr>
              <a:t> (3/3)</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444354800"/>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sp>
        <p:nvSpPr>
          <p:cNvPr id="26" name="직사각형 25">
            <a:extLst>
              <a:ext uri="{FF2B5EF4-FFF2-40B4-BE49-F238E27FC236}">
                <a16:creationId xmlns:a16="http://schemas.microsoft.com/office/drawing/2014/main" id="{DB896CD5-A0B0-4F39-9F23-22CE6C96BB3D}"/>
              </a:ext>
            </a:extLst>
          </p:cNvPr>
          <p:cNvSpPr/>
          <p:nvPr/>
        </p:nvSpPr>
        <p:spPr>
          <a:xfrm>
            <a:off x="449998" y="1375101"/>
            <a:ext cx="900498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Xóa</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các</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phần</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tử</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khỏi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mảng</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NumPy</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12" name="그룹 11"/>
          <p:cNvGrpSpPr/>
          <p:nvPr/>
        </p:nvGrpSpPr>
        <p:grpSpPr>
          <a:xfrm>
            <a:off x="557644" y="5094709"/>
            <a:ext cx="8782050" cy="1220366"/>
            <a:chOff x="557644" y="5085184"/>
            <a:chExt cx="8782050" cy="1220366"/>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4"/>
              <a:ext cx="8782050" cy="122036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ko-KR" altLang="en-US"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102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7" name="TextBox 16">
              <a:extLst>
                <a:ext uri="{FF2B5EF4-FFF2-40B4-BE49-F238E27FC236}">
                  <a16:creationId xmlns:a16="http://schemas.microsoft.com/office/drawing/2014/main" id="{0800EE66-B78E-4CCD-A49E-31BBE412C7F6}"/>
                </a:ext>
              </a:extLst>
            </p:cNvPr>
            <p:cNvSpPr txBox="1"/>
            <p:nvPr/>
          </p:nvSpPr>
          <p:spPr>
            <a:xfrm>
              <a:off x="1021818" y="5463511"/>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Xóa phần tử ở chỉ mục tương ứng.</a:t>
              </a:r>
              <a:endParaRPr lang="en-US" altLang="ko-KR" sz="1300" dirty="0">
                <a:solidFill>
                  <a:prstClr val="black">
                    <a:lumMod val="85000"/>
                    <a:lumOff val="15000"/>
                  </a:prstClr>
                </a:solidFill>
                <a:latin typeface="SamsungOne-400" panose="020B0503030303020204" pitchFamily="34" charset="0"/>
              </a:endParaRPr>
            </a:p>
          </p:txBody>
        </p:sp>
      </p:grpSp>
      <p:grpSp>
        <p:nvGrpSpPr>
          <p:cNvPr id="5" name="그룹 4">
            <a:extLst>
              <a:ext uri="{FF2B5EF4-FFF2-40B4-BE49-F238E27FC236}">
                <a16:creationId xmlns:a16="http://schemas.microsoft.com/office/drawing/2014/main" id="{2921CE23-B2F5-4966-B711-F991F2522585}"/>
              </a:ext>
            </a:extLst>
          </p:cNvPr>
          <p:cNvGrpSpPr/>
          <p:nvPr/>
        </p:nvGrpSpPr>
        <p:grpSpPr>
          <a:xfrm>
            <a:off x="662397" y="5733187"/>
            <a:ext cx="8640559" cy="506374"/>
            <a:chOff x="662397" y="5818912"/>
            <a:chExt cx="8640559" cy="506374"/>
          </a:xfrm>
        </p:grpSpPr>
        <p:pic>
          <p:nvPicPr>
            <p:cNvPr id="19"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84164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EE836FE5-4E63-409C-97E4-2898B8159708}"/>
                </a:ext>
              </a:extLst>
            </p:cNvPr>
            <p:cNvSpPr txBox="1"/>
            <p:nvPr/>
          </p:nvSpPr>
          <p:spPr>
            <a:xfrm>
              <a:off x="921178" y="581891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ko-KR" altLang="en-US"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103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1" name="TextBox 20">
              <a:extLst>
                <a:ext uri="{FF2B5EF4-FFF2-40B4-BE49-F238E27FC236}">
                  <a16:creationId xmlns:a16="http://schemas.microsoft.com/office/drawing/2014/main" id="{0800EE66-B78E-4CCD-A49E-31BBE412C7F6}"/>
                </a:ext>
              </a:extLst>
            </p:cNvPr>
            <p:cNvSpPr txBox="1"/>
            <p:nvPr/>
          </p:nvSpPr>
          <p:spPr>
            <a:xfrm>
              <a:off x="1021818" y="6125231"/>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Mặc dù phần tử đã bị xóa nhưng mảng vẫn giữ nguyên vì không có phép gán nào được thực hiện.</a:t>
              </a:r>
              <a:endParaRPr lang="en-US" altLang="ko-KR" sz="1300" dirty="0">
                <a:solidFill>
                  <a:prstClr val="black">
                    <a:lumMod val="85000"/>
                    <a:lumOff val="15000"/>
                  </a:prstClr>
                </a:solidFill>
                <a:latin typeface="SamsungOne-400" panose="020B0503030303020204" pitchFamily="34" charset="0"/>
              </a:endParaRPr>
            </a:p>
          </p:txBody>
        </p:sp>
      </p:grpSp>
      <p:sp>
        <p:nvSpPr>
          <p:cNvPr id="30" name="직사각형 29">
            <a:extLst>
              <a:ext uri="{FF2B5EF4-FFF2-40B4-BE49-F238E27FC236}">
                <a16:creationId xmlns:a16="http://schemas.microsoft.com/office/drawing/2014/main" id="{392F96A6-14A4-4598-AB1B-892AC3FBE7D4}"/>
              </a:ext>
            </a:extLst>
          </p:cNvPr>
          <p:cNvSpPr/>
          <p:nvPr/>
        </p:nvSpPr>
        <p:spPr>
          <a:xfrm>
            <a:off x="580388" y="1833801"/>
            <a:ext cx="8782050"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Phương pháp xóa phần tử khỏi mảng (1/2)</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2">
            <a:extLst>
              <a:ext uri="{FF2B5EF4-FFF2-40B4-BE49-F238E27FC236}">
                <a16:creationId xmlns:a16="http://schemas.microsoft.com/office/drawing/2014/main" id="{8B48E453-3911-46E2-9C39-3C09C7DF3331}"/>
              </a:ext>
            </a:extLst>
          </p:cNvPr>
          <p:cNvGrpSpPr/>
          <p:nvPr/>
        </p:nvGrpSpPr>
        <p:grpSpPr>
          <a:xfrm>
            <a:off x="558396" y="2132856"/>
            <a:ext cx="8782050" cy="2880319"/>
            <a:chOff x="558396" y="2276873"/>
            <a:chExt cx="8782050" cy="2880319"/>
          </a:xfrm>
        </p:grpSpPr>
        <p:sp>
          <p:nvSpPr>
            <p:cNvPr id="14" name="모서리가 둥근 직사각형 4">
              <a:extLst>
                <a:ext uri="{FF2B5EF4-FFF2-40B4-BE49-F238E27FC236}">
                  <a16:creationId xmlns:a16="http://schemas.microsoft.com/office/drawing/2014/main" id="{A36E3BA1-83BF-4EF9-8B22-BB45DE7AA1FC}"/>
                </a:ext>
              </a:extLst>
            </p:cNvPr>
            <p:cNvSpPr/>
            <p:nvPr/>
          </p:nvSpPr>
          <p:spPr>
            <a:xfrm>
              <a:off x="558396" y="2276873"/>
              <a:ext cx="8782050" cy="288031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5"/>
            <a:srcRect t="2574" r="19072"/>
            <a:stretch/>
          </p:blipFill>
          <p:spPr>
            <a:xfrm>
              <a:off x="688297" y="2357829"/>
              <a:ext cx="8651397" cy="2789838"/>
            </a:xfrm>
            <a:prstGeom prst="rect">
              <a:avLst/>
            </a:prstGeom>
          </p:spPr>
        </p:pic>
        <p:sp>
          <p:nvSpPr>
            <p:cNvPr id="31" name="직사각형 30">
              <a:extLst>
                <a:ext uri="{FF2B5EF4-FFF2-40B4-BE49-F238E27FC236}">
                  <a16:creationId xmlns:a16="http://schemas.microsoft.com/office/drawing/2014/main" id="{C75308A4-7424-4217-820B-8FF8CF346748}"/>
                </a:ext>
              </a:extLst>
            </p:cNvPr>
            <p:cNvSpPr/>
            <p:nvPr/>
          </p:nvSpPr>
          <p:spPr>
            <a:xfrm>
              <a:off x="2705049" y="3702943"/>
              <a:ext cx="2246363" cy="263650"/>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403878373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schemeClr val="bg1"/>
                  </a:solidFill>
                  <a:latin typeface="iCiel Samsung Sharp Sans Medium" pitchFamily="2" charset="0"/>
                  <a:ea typeface="iCiel Samsung Sharp Sans Medium" pitchFamily="2" charset="0"/>
                  <a:cs typeface="iCiel Samsung Sharp Sans Medium" pitchFamily="2" charset="0"/>
                </a:rPr>
                <a:t>1.2. Khái niệm cơ bản về mảng NumPy</a:t>
              </a:r>
              <a:endParaRPr lang="en-US" altLang="ko-KR" dirty="0">
                <a:solidFill>
                  <a:schemeClr val="bg1"/>
                </a:solidFill>
                <a:latin typeface="iCiel Samsung Sharp Sans Medium" pitchFamily="2" charset="0"/>
                <a:ea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algn="r" defTabSz="457200">
                <a:defRPr/>
              </a:pPr>
              <a:r>
                <a:rPr lang="en-US" altLang="ko-KR" sz="1600" dirty="0" err="1">
                  <a:solidFill>
                    <a:schemeClr val="bg1">
                      <a:lumMod val="85000"/>
                    </a:schemeClr>
                  </a:solidFill>
                  <a:latin typeface="iCiel Samsung Sharp Sans Medium" pitchFamily="2" charset="0"/>
                  <a:ea typeface="iCiel Samsung Sharp Sans Medium" pitchFamily="2" charset="0"/>
                  <a:cs typeface="iCiel Samsung Sharp Sans Medium" pitchFamily="2" charset="0"/>
                </a:rPr>
                <a:t>Bài</a:t>
              </a:r>
              <a:r>
                <a:rPr lang="en-US" altLang="ko-KR" sz="1600" dirty="0">
                  <a:solidFill>
                    <a:schemeClr val="bg1">
                      <a:lumMod val="85000"/>
                    </a:schemeClr>
                  </a:solidFill>
                  <a:latin typeface="iCiel Samsung Sharp Sans Medium" pitchFamily="2" charset="0"/>
                  <a:ea typeface="iCiel Samsung Sharp Sans Medium" pitchFamily="2" charset="0"/>
                  <a:cs typeface="iCiel Samsung Sharp Sans Medium" pitchFamily="2" charset="0"/>
                </a:rPr>
                <a:t> </a:t>
              </a:r>
              <a:r>
                <a:rPr lang="en-US" altLang="ko-KR" sz="1600" dirty="0">
                  <a:solidFill>
                    <a:schemeClr val="bg1">
                      <a:lumMod val="85000"/>
                    </a:schemeClr>
                  </a:solidFill>
                  <a:latin typeface="iCiel Samsung Sharp Sans Bold" pitchFamily="2" charset="0"/>
                  <a:ea typeface="iCiel Samsung Sharp Sans Bold" pitchFamily="2" charset="0"/>
                  <a:cs typeface="iCiel Samsung Sharp Sans Bold" pitchFamily="2" charset="0"/>
                </a:rPr>
                <a:t>01</a:t>
              </a:r>
            </a:p>
          </p:txBody>
        </p:sp>
      </p:grpSp>
      <p:grpSp>
        <p:nvGrpSpPr>
          <p:cNvPr id="4" name="그룹 3">
            <a:extLst>
              <a:ext uri="{FF2B5EF4-FFF2-40B4-BE49-F238E27FC236}">
                <a16:creationId xmlns:a16="http://schemas.microsoft.com/office/drawing/2014/main" id="{87619224-E61C-4510-8792-F87E2444CC3A}"/>
              </a:ext>
            </a:extLst>
          </p:cNvPr>
          <p:cNvGrpSpPr/>
          <p:nvPr/>
        </p:nvGrpSpPr>
        <p:grpSpPr>
          <a:xfrm>
            <a:off x="557644" y="4321667"/>
            <a:ext cx="8782050" cy="1267573"/>
            <a:chOff x="557644" y="4790327"/>
            <a:chExt cx="8782050" cy="1267573"/>
          </a:xfrm>
        </p:grpSpPr>
        <p:grpSp>
          <p:nvGrpSpPr>
            <p:cNvPr id="11" name="그룹 10"/>
            <p:cNvGrpSpPr/>
            <p:nvPr/>
          </p:nvGrpSpPr>
          <p:grpSpPr>
            <a:xfrm>
              <a:off x="557644" y="4790327"/>
              <a:ext cx="8782050" cy="1267573"/>
              <a:chOff x="557644" y="5085183"/>
              <a:chExt cx="8782050" cy="1267573"/>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3"/>
                <a:ext cx="8782050" cy="126757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106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Xóa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đầu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tiên</a:t>
                </a:r>
                <a:r>
                  <a:rPr lang="en-US" altLang="ko-KR" sz="1300" dirty="0">
                    <a:solidFill>
                      <a:prstClr val="black">
                        <a:lumMod val="85000"/>
                        <a:lumOff val="15000"/>
                      </a:prstClr>
                    </a:solidFill>
                    <a:latin typeface="SamsungOne-400" panose="020B0503030303020204" pitchFamily="34" charset="0"/>
                  </a:rPr>
                  <a:t>.</a:t>
                </a:r>
              </a:p>
            </p:txBody>
          </p:sp>
        </p:grpSp>
        <p:pic>
          <p:nvPicPr>
            <p:cNvPr id="2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5052" y="5457535"/>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4" name="TextBox 23">
              <a:extLst>
                <a:ext uri="{FF2B5EF4-FFF2-40B4-BE49-F238E27FC236}">
                  <a16:creationId xmlns:a16="http://schemas.microsoft.com/office/drawing/2014/main" id="{EE836FE5-4E63-409C-97E4-2898B8159708}"/>
                </a:ext>
              </a:extLst>
            </p:cNvPr>
            <p:cNvSpPr txBox="1"/>
            <p:nvPr/>
          </p:nvSpPr>
          <p:spPr>
            <a:xfrm>
              <a:off x="923833" y="5434803"/>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108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5" name="TextBox 24">
              <a:extLst>
                <a:ext uri="{FF2B5EF4-FFF2-40B4-BE49-F238E27FC236}">
                  <a16:creationId xmlns:a16="http://schemas.microsoft.com/office/drawing/2014/main" id="{0800EE66-B78E-4CCD-A49E-31BBE412C7F6}"/>
                </a:ext>
              </a:extLst>
            </p:cNvPr>
            <p:cNvSpPr txBox="1"/>
            <p:nvPr/>
          </p:nvSpPr>
          <p:spPr>
            <a:xfrm>
              <a:off x="1024473" y="5769697"/>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Xóa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thứ</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hai</a:t>
              </a:r>
              <a:r>
                <a:rPr lang="en-US" altLang="ko-KR" sz="1300" dirty="0">
                  <a:solidFill>
                    <a:prstClr val="black">
                      <a:lumMod val="85000"/>
                      <a:lumOff val="15000"/>
                    </a:prstClr>
                  </a:solidFill>
                  <a:latin typeface="SamsungOne-400" panose="020B0503030303020204" pitchFamily="34" charset="0"/>
                </a:rPr>
                <a:t>.</a:t>
              </a:r>
            </a:p>
          </p:txBody>
        </p:sp>
      </p:grpSp>
      <p:sp>
        <p:nvSpPr>
          <p:cNvPr id="27" name="직사각형 26">
            <a:extLst>
              <a:ext uri="{FF2B5EF4-FFF2-40B4-BE49-F238E27FC236}">
                <a16:creationId xmlns:a16="http://schemas.microsoft.com/office/drawing/2014/main" id="{45917177-0863-4D80-B179-7C655D63A63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Phương pháp xóa phần tử khỏi mảng (2/2)</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5" name="그룹 4">
            <a:extLst>
              <a:ext uri="{FF2B5EF4-FFF2-40B4-BE49-F238E27FC236}">
                <a16:creationId xmlns:a16="http://schemas.microsoft.com/office/drawing/2014/main" id="{6A2827E6-14E6-460F-A884-7D78C9EDFBA5}"/>
              </a:ext>
            </a:extLst>
          </p:cNvPr>
          <p:cNvGrpSpPr/>
          <p:nvPr/>
        </p:nvGrpSpPr>
        <p:grpSpPr>
          <a:xfrm>
            <a:off x="558396" y="1700808"/>
            <a:ext cx="8782050" cy="2542009"/>
            <a:chOff x="558396" y="1772815"/>
            <a:chExt cx="8782050" cy="2542009"/>
          </a:xfrm>
        </p:grpSpPr>
        <p:sp>
          <p:nvSpPr>
            <p:cNvPr id="9" name="모서리가 둥근 직사각형 4">
              <a:extLst>
                <a:ext uri="{FF2B5EF4-FFF2-40B4-BE49-F238E27FC236}">
                  <a16:creationId xmlns:a16="http://schemas.microsoft.com/office/drawing/2014/main" id="{A36E3BA1-83BF-4EF9-8B22-BB45DE7AA1FC}"/>
                </a:ext>
              </a:extLst>
            </p:cNvPr>
            <p:cNvSpPr/>
            <p:nvPr/>
          </p:nvSpPr>
          <p:spPr>
            <a:xfrm>
              <a:off x="558396" y="1772815"/>
              <a:ext cx="8782050" cy="254200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5"/>
            <a:srcRect r="20165"/>
            <a:stretch/>
          </p:blipFill>
          <p:spPr>
            <a:xfrm>
              <a:off x="674083" y="1812751"/>
              <a:ext cx="8665612" cy="2421984"/>
            </a:xfrm>
            <a:prstGeom prst="rect">
              <a:avLst/>
            </a:prstGeom>
          </p:spPr>
        </p:pic>
        <p:sp>
          <p:nvSpPr>
            <p:cNvPr id="28" name="직사각형 27">
              <a:extLst>
                <a:ext uri="{FF2B5EF4-FFF2-40B4-BE49-F238E27FC236}">
                  <a16:creationId xmlns:a16="http://schemas.microsoft.com/office/drawing/2014/main" id="{C85B1721-F02B-43A8-A32F-093C0A69966C}"/>
                </a:ext>
              </a:extLst>
            </p:cNvPr>
            <p:cNvSpPr/>
            <p:nvPr/>
          </p:nvSpPr>
          <p:spPr>
            <a:xfrm>
              <a:off x="3257499" y="1959868"/>
              <a:ext cx="1466901" cy="263650"/>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직사각형 28">
              <a:extLst>
                <a:ext uri="{FF2B5EF4-FFF2-40B4-BE49-F238E27FC236}">
                  <a16:creationId xmlns:a16="http://schemas.microsoft.com/office/drawing/2014/main" id="{7E552CCD-98C6-40C0-92B7-2BE783584934}"/>
                </a:ext>
              </a:extLst>
            </p:cNvPr>
            <p:cNvSpPr/>
            <p:nvPr/>
          </p:nvSpPr>
          <p:spPr>
            <a:xfrm>
              <a:off x="3257499" y="3541018"/>
              <a:ext cx="1466901" cy="263650"/>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3905234974"/>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직사각형 133">
            <a:extLst>
              <a:ext uri="{FF2B5EF4-FFF2-40B4-BE49-F238E27FC236}">
                <a16:creationId xmlns:a16="http://schemas.microsoft.com/office/drawing/2014/main" id="{86DA347F-AA3A-4C85-BA53-489ED1BBA39A}"/>
              </a:ext>
            </a:extLst>
          </p:cNvPr>
          <p:cNvSpPr/>
          <p:nvPr/>
        </p:nvSpPr>
        <p:spPr>
          <a:xfrm>
            <a:off x="990600" y="3133792"/>
            <a:ext cx="8353300" cy="10464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lvl="0" fontAlgn="base" latinLnBrk="1">
              <a:spcBef>
                <a:spcPct val="0"/>
              </a:spcBef>
              <a:spcAft>
                <a:spcPct val="0"/>
              </a:spcAft>
              <a:defRPr/>
            </a:pPr>
            <a:r>
              <a:rPr kumimoji="1" lang="vi-VN" altLang="ko-KR" sz="3400" dirty="0">
                <a:solidFill>
                  <a:prstClr val="black"/>
                </a:solidFill>
                <a:latin typeface="iCiel Samsung Sharp Sans Bold" pitchFamily="2" charset="0"/>
                <a:ea typeface="iCiel Samsung Sharp Sans Bold" pitchFamily="2" charset="0"/>
                <a:cs typeface="iCiel Samsung Sharp Sans Bold" pitchFamily="2" charset="0"/>
              </a:rPr>
              <a:t>Cấu trúc dữ liệu mảng NumPy cho hiệu suất tính toán tối ưu</a:t>
            </a:r>
            <a:endParaRPr kumimoji="1" lang="en-US" altLang="ko-KR" sz="3400" b="0" i="0" u="none" strike="noStrike" kern="1200" cap="none" spc="0" normalizeH="0" baseline="0" noProof="0" dirty="0">
              <a:ln>
                <a:noFill/>
              </a:ln>
              <a:solidFill>
                <a:prstClr val="black"/>
              </a:solidFill>
              <a:effectLst/>
              <a:uLnTx/>
              <a:uFillTx/>
              <a:latin typeface="iCiel Samsung Sharp Sans Bold" pitchFamily="2" charset="0"/>
              <a:ea typeface="iCiel Samsung Sharp Sans Bold" pitchFamily="2" charset="0"/>
              <a:cs typeface="iCiel Samsung Sharp Sans Bold" pitchFamily="2" charset="0"/>
            </a:endParaRPr>
          </a:p>
        </p:txBody>
      </p:sp>
      <p:sp>
        <p:nvSpPr>
          <p:cNvPr id="22" name="직사각형 133">
            <a:extLst>
              <a:ext uri="{FF2B5EF4-FFF2-40B4-BE49-F238E27FC236}">
                <a16:creationId xmlns:a16="http://schemas.microsoft.com/office/drawing/2014/main" id="{475F72F3-A457-49C1-B859-09245F327721}"/>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marL="0" marR="0" lvl="0" indent="0" algn="l" defTabSz="457063" rtl="0" eaLnBrk="1" fontAlgn="base" latinLnBrk="1" hangingPunct="1">
              <a:lnSpc>
                <a:spcPct val="100000"/>
              </a:lnSpc>
              <a:spcBef>
                <a:spcPct val="0"/>
              </a:spcBef>
              <a:spcAft>
                <a:spcPct val="0"/>
              </a:spcAft>
              <a:buClrTx/>
              <a:buSzTx/>
              <a:buFontTx/>
              <a:buNone/>
              <a:tabLst/>
              <a:defRPr/>
            </a:pPr>
            <a:r>
              <a:rPr kumimoji="1" lang="en-US" altLang="ko-KR" sz="1999" b="0" i="0" u="none" strike="noStrike" kern="1200" cap="none" spc="0" normalizeH="0" baseline="0" noProof="0" dirty="0" err="1">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Bài</a:t>
            </a:r>
            <a:r>
              <a:rPr kumimoji="1" lang="en-US" altLang="ko-KR" sz="1999"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 1. </a:t>
            </a:r>
            <a:endParaRPr kumimoji="1" lang="en-US" altLang="ko-KR" sz="5398"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endParaRPr>
          </a:p>
        </p:txBody>
      </p:sp>
      <p:grpSp>
        <p:nvGrpSpPr>
          <p:cNvPr id="25" name="그룹 24">
            <a:extLst>
              <a:ext uri="{FF2B5EF4-FFF2-40B4-BE49-F238E27FC236}">
                <a16:creationId xmlns:a16="http://schemas.microsoft.com/office/drawing/2014/main" id="{46E08036-8F3E-486A-B6C8-49F6930AC658}"/>
              </a:ext>
            </a:extLst>
          </p:cNvPr>
          <p:cNvGrpSpPr/>
          <p:nvPr/>
        </p:nvGrpSpPr>
        <p:grpSpPr>
          <a:xfrm>
            <a:off x="1025537" y="4628753"/>
            <a:ext cx="7851751" cy="1364091"/>
            <a:chOff x="1025537" y="4609703"/>
            <a:chExt cx="7851751" cy="1364091"/>
          </a:xfrm>
        </p:grpSpPr>
        <p:sp>
          <p:nvSpPr>
            <p:cNvPr id="31" name="직사각형 30">
              <a:extLst>
                <a:ext uri="{FF2B5EF4-FFF2-40B4-BE49-F238E27FC236}">
                  <a16:creationId xmlns:a16="http://schemas.microsoft.com/office/drawing/2014/main" id="{28AA8F4B-E0A0-449B-AEBE-4AFFD56BE13C}"/>
                </a:ext>
              </a:extLst>
            </p:cNvPr>
            <p:cNvSpPr/>
            <p:nvPr/>
          </p:nvSpPr>
          <p:spPr>
            <a:xfrm>
              <a:off x="1025537" y="4609703"/>
              <a:ext cx="3666419" cy="136409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1.1.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Mảng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NumPy</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3"/>
                </a:buBlip>
                <a:defRPr/>
              </a:pPr>
              <a:r>
                <a:rPr kumimoji="1" lang="vi-VN" altLang="ko-KR" sz="1799" dirty="0">
                  <a:solidFill>
                    <a:prstClr val="white">
                      <a:lumMod val="65000"/>
                    </a:prstClr>
                  </a:solidFill>
                  <a:latin typeface="SamsungOne-400" panose="020B0503030303020204" pitchFamily="34" charset="0"/>
                  <a:ea typeface="SamsungOne-400" panose="020B0503030303020204" pitchFamily="34" charset="0"/>
                </a:rPr>
                <a:t>1.2. Khái niệm cơ bản về mảng NumPy</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defTabSz="914400" fontAlgn="base" latinLnBrk="1">
                <a:spcBef>
                  <a:spcPct val="0"/>
                </a:spcBef>
                <a:spcAft>
                  <a:spcPts val="1000"/>
                </a:spcAft>
                <a:buSzPct val="120000"/>
                <a:buBlip>
                  <a:blip r:embed="rId4"/>
                </a:buBlip>
                <a:defRPr/>
              </a:pP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1.3.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Phép</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tính</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mảng</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NumPy</a:t>
              </a:r>
            </a:p>
          </p:txBody>
        </p:sp>
        <p:sp>
          <p:nvSpPr>
            <p:cNvPr id="32" name="직사각형 31">
              <a:extLst>
                <a:ext uri="{FF2B5EF4-FFF2-40B4-BE49-F238E27FC236}">
                  <a16:creationId xmlns:a16="http://schemas.microsoft.com/office/drawing/2014/main" id="{3A74E5AB-B7FC-4188-BB1E-85BC77A45DAD}"/>
                </a:ext>
              </a:extLst>
            </p:cNvPr>
            <p:cNvSpPr/>
            <p:nvPr/>
          </p:nvSpPr>
          <p:spPr>
            <a:xfrm>
              <a:off x="4691956" y="4609703"/>
              <a:ext cx="4185332" cy="6819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marR="0" lvl="0" indent="-176213" algn="l" defTabSz="457200" rtl="0" eaLnBrk="1" fontAlgn="auto" latinLnBrk="0" hangingPunct="1">
                <a:lnSpc>
                  <a:spcPct val="100000"/>
                </a:lnSpc>
                <a:spcBef>
                  <a:spcPts val="0"/>
                </a:spcBef>
                <a:spcAft>
                  <a:spcPts val="1000"/>
                </a:spcAft>
                <a:buClrTx/>
                <a:buSzPct val="120000"/>
                <a:buFontTx/>
                <a:buBlip>
                  <a:blip r:embed="rId3"/>
                </a:buBlip>
                <a:tabLst/>
                <a:defRPr/>
              </a:pP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1.4.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Lập</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chỉ</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mục</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và</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cắt</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lát</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NumPy</a:t>
              </a:r>
            </a:p>
            <a:p>
              <a:pPr marL="176213" marR="0" lvl="0" indent="-176213" algn="l" defTabSz="457200" rtl="0" eaLnBrk="1" fontAlgn="auto" latinLnBrk="0" hangingPunct="1">
                <a:lnSpc>
                  <a:spcPct val="100000"/>
                </a:lnSpc>
                <a:spcBef>
                  <a:spcPts val="0"/>
                </a:spcBef>
                <a:spcAft>
                  <a:spcPts val="1000"/>
                </a:spcAft>
                <a:buClrTx/>
                <a:buSzPct val="120000"/>
                <a:buFontTx/>
                <a:buBlip>
                  <a:blip r:embed="rId3"/>
                </a:buBlip>
                <a:tabLst/>
                <a:defRPr/>
              </a:pP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1.5.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Chuyển</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vị</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mảng</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và</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hoán</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đổi</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trục</a:t>
              </a:r>
              <a:endPar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endParaRPr>
            </a:p>
          </p:txBody>
        </p:sp>
      </p:grpSp>
    </p:spTree>
    <p:extLst>
      <p:ext uri="{BB962C8B-B14F-4D97-AF65-F5344CB8AC3E}">
        <p14:creationId xmlns:p14="http://schemas.microsoft.com/office/powerpoint/2010/main" val="3156653751"/>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DB896CD5-A0B0-4F39-9F23-22CE6C96BB3D}"/>
              </a:ext>
            </a:extLst>
          </p:cNvPr>
          <p:cNvSpPr/>
          <p:nvPr/>
        </p:nvSpPr>
        <p:spPr>
          <a:xfrm>
            <a:off x="449998" y="1375101"/>
            <a:ext cx="900498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Các</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thao</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tác</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cơ</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bản</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30" name="그룹 2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31" name="직사각형 30">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32" name="직사각형 31">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sp>
        <p:nvSpPr>
          <p:cNvPr id="23" name="Rectangle 12">
            <a:extLst>
              <a:ext uri="{FF2B5EF4-FFF2-40B4-BE49-F238E27FC236}">
                <a16:creationId xmlns:a16="http://schemas.microsoft.com/office/drawing/2014/main" id="{39C1D0BA-7152-4AAC-B295-DCCB5F8378F4}"/>
              </a:ext>
            </a:extLst>
          </p:cNvPr>
          <p:cNvSpPr/>
          <p:nvPr/>
        </p:nvSpPr>
        <p:spPr>
          <a:xfrm>
            <a:off x="712182" y="2507754"/>
            <a:ext cx="8632824" cy="1756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Vì lý do này, các thư viện học máy và học sâu phổ biến, chẳng hạn như scikit-learn, tensorflow, pytorch, v.v., đều được tạo dựa trên NumPy.</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Đây là bản tóm tắt các đặc điểm của NumPy mà chúng ta đã học được cho đến nay.</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361950" lvl="1" indent="-180975">
              <a:spcAft>
                <a:spcPts val="800"/>
              </a:spcAft>
              <a:buClr>
                <a:srgbClr val="193EB0"/>
              </a:buClr>
              <a:buFont typeface="Arial" panose="020B0604020202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Thư viện cấp thấp, hiệu suất cao được thực thi bằng C</a:t>
            </a:r>
          </a:p>
          <a:p>
            <a:pPr marL="361950" lvl="1" indent="-180975">
              <a:spcAft>
                <a:spcPts val="800"/>
              </a:spcAft>
              <a:buClr>
                <a:srgbClr val="193EB0"/>
              </a:buClr>
              <a:buFont typeface="Arial" panose="020B0604020202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Hỗ trợ các phép tính ndarray mảng đa chiều nhanh, hiệu quả về bộ nhớ</a:t>
            </a:r>
          </a:p>
          <a:p>
            <a:pPr marL="361950" lvl="1" indent="-180975">
              <a:spcAft>
                <a:spcPts val="800"/>
              </a:spcAft>
              <a:buClr>
                <a:srgbClr val="193EB0"/>
              </a:buClr>
              <a:buFont typeface="Arial" panose="020B0604020202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Hỗ trợ các chức năng tính toán khác nhau như đại số tuyến tính, tạo số ngẫu nhiên, biến đổi Fourier, v.v.</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10" name="직사각형 9">
            <a:extLst>
              <a:ext uri="{FF2B5EF4-FFF2-40B4-BE49-F238E27FC236}">
                <a16:creationId xmlns:a16="http://schemas.microsoft.com/office/drawing/2014/main" id="{6A76555F-7FF2-424D-A19D-33C90DF72AF5}"/>
              </a:ext>
            </a:extLst>
          </p:cNvPr>
          <p:cNvSpPr/>
          <p:nvPr/>
        </p:nvSpPr>
        <p:spPr>
          <a:xfrm>
            <a:off x="580388" y="1833801"/>
            <a:ext cx="8782050" cy="6463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Trước đó, chúng ta đã biết rằng tính năng độc đáo của các phép tính mảng NumPy là dữ liệu có thể được xử lý chung mà không cần sử dụng câu lệnh vòng lặp for, được gọi là vector hóa. Trong trường hợp này, các phép toán số học giữa các mảng có cùng kích thước được áp dụng trong mỗi phần tử của mảng.</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867976863"/>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2" name="그룹 1">
            <a:extLst>
              <a:ext uri="{FF2B5EF4-FFF2-40B4-BE49-F238E27FC236}">
                <a16:creationId xmlns:a16="http://schemas.microsoft.com/office/drawing/2014/main" id="{B4209AC6-12C9-469F-B53F-EFACA4746B90}"/>
              </a:ext>
            </a:extLst>
          </p:cNvPr>
          <p:cNvGrpSpPr/>
          <p:nvPr/>
        </p:nvGrpSpPr>
        <p:grpSpPr>
          <a:xfrm>
            <a:off x="558396" y="1700808"/>
            <a:ext cx="8782050" cy="2113384"/>
            <a:chOff x="558396" y="1772816"/>
            <a:chExt cx="8782050" cy="2113384"/>
          </a:xfrm>
        </p:grpSpPr>
        <p:sp>
          <p:nvSpPr>
            <p:cNvPr id="9" name="모서리가 둥근 직사각형 4">
              <a:extLst>
                <a:ext uri="{FF2B5EF4-FFF2-40B4-BE49-F238E27FC236}">
                  <a16:creationId xmlns:a16="http://schemas.microsoft.com/office/drawing/2014/main" id="{A36E3BA1-83BF-4EF9-8B22-BB45DE7AA1FC}"/>
                </a:ext>
              </a:extLst>
            </p:cNvPr>
            <p:cNvSpPr/>
            <p:nvPr/>
          </p:nvSpPr>
          <p:spPr>
            <a:xfrm>
              <a:off x="558396" y="1772816"/>
              <a:ext cx="8782050" cy="211338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2419" r="17472"/>
            <a:stretch/>
          </p:blipFill>
          <p:spPr>
            <a:xfrm>
              <a:off x="723131" y="1822481"/>
              <a:ext cx="8616564" cy="1999254"/>
            </a:xfrm>
            <a:prstGeom prst="rect">
              <a:avLst/>
            </a:prstGeom>
          </p:spPr>
        </p:pic>
      </p:grpSp>
      <p:grpSp>
        <p:nvGrpSpPr>
          <p:cNvPr id="21" name="그룹 20"/>
          <p:cNvGrpSpPr/>
          <p:nvPr/>
        </p:nvGrpSpPr>
        <p:grpSpPr>
          <a:xfrm>
            <a:off x="558396" y="3918546"/>
            <a:ext cx="8782050" cy="726905"/>
            <a:chOff x="557644" y="5085183"/>
            <a:chExt cx="8782050" cy="726905"/>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57644" y="5085183"/>
              <a:ext cx="8782050" cy="72690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7" name="TextBox 26">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8" name="TextBox 27">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solidFill>
                    <a:prstClr val="black">
                      <a:lumMod val="85000"/>
                      <a:lumOff val="15000"/>
                    </a:prstClr>
                  </a:solidFill>
                  <a:latin typeface="SamsungOne-400" panose="020B0503030303020204" pitchFamily="34" charset="0"/>
                </a:rPr>
                <a:t>Trong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list, </a:t>
              </a:r>
              <a:r>
                <a:rPr lang="en-US" altLang="ko-KR" sz="1300" dirty="0" err="1">
                  <a:solidFill>
                    <a:prstClr val="black">
                      <a:lumMod val="85000"/>
                      <a:lumOff val="15000"/>
                    </a:prstClr>
                  </a:solidFill>
                  <a:latin typeface="SamsungOne-400" panose="020B0503030303020204" pitchFamily="34" charset="0"/>
                </a:rPr>
                <a:t>toán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tử</a:t>
              </a:r>
              <a:r>
                <a:rPr lang="en-US" altLang="ko-KR" sz="1300" dirty="0">
                  <a:solidFill>
                    <a:prstClr val="black">
                      <a:lumMod val="85000"/>
                      <a:lumOff val="15000"/>
                    </a:prstClr>
                  </a:solidFill>
                  <a:latin typeface="SamsungOne-400" panose="020B0503030303020204" pitchFamily="34" charset="0"/>
                </a:rPr>
                <a:t> + </a:t>
              </a:r>
              <a:r>
                <a:rPr lang="en-US" altLang="ko-KR" sz="1300" dirty="0" err="1">
                  <a:solidFill>
                    <a:prstClr val="black">
                      <a:lumMod val="85000"/>
                      <a:lumOff val="15000"/>
                    </a:prstClr>
                  </a:solidFill>
                  <a:latin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nghĩa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kết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nối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phần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tử</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đã</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cho</a:t>
              </a:r>
              <a:r>
                <a:rPr lang="en-US" altLang="ko-KR" sz="1300" dirty="0">
                  <a:solidFill>
                    <a:prstClr val="black">
                      <a:lumMod val="85000"/>
                      <a:lumOff val="15000"/>
                    </a:prstClr>
                  </a:solidFill>
                  <a:latin typeface="SamsungOne-400" panose="020B0503030303020204" pitchFamily="34" charset="0"/>
                </a:rPr>
                <a:t>.</a:t>
              </a:r>
            </a:p>
          </p:txBody>
        </p:sp>
      </p:grpSp>
      <p:sp>
        <p:nvSpPr>
          <p:cNvPr id="15" name="직사각형 14">
            <a:extLst>
              <a:ext uri="{FF2B5EF4-FFF2-40B4-BE49-F238E27FC236}">
                <a16:creationId xmlns:a16="http://schemas.microsoft.com/office/drawing/2014/main" id="{CFCB4BBA-297B-41A5-849C-EFBB85CBB29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So </a:t>
            </a:r>
            <a:r>
              <a:rPr lang="en-US" altLang="ko-KR" sz="1400" dirty="0" err="1">
                <a:solidFill>
                  <a:schemeClr val="tx1"/>
                </a:solidFill>
                <a:latin typeface="SamsungOne-400" panose="020B0503030303020204" pitchFamily="34" charset="0"/>
                <a:ea typeface="SamsungOne-400" panose="020B0503030303020204" pitchFamily="34" charset="0"/>
              </a:rPr>
              <a:t>sánh</a:t>
            </a:r>
            <a:r>
              <a:rPr lang="en-US" altLang="ko-KR" sz="1400" dirty="0">
                <a:solidFill>
                  <a:schemeClr val="tx1"/>
                </a:solidFill>
                <a:latin typeface="SamsungOne-400" panose="020B0503030303020204" pitchFamily="34" charset="0"/>
                <a:ea typeface="SamsungOne-400" panose="020B0503030303020204" pitchFamily="34" charset="0"/>
              </a:rPr>
              <a:t> list Python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NumPy: </a:t>
            </a:r>
            <a:r>
              <a:rPr lang="en-US" altLang="ko-KR" sz="1400" dirty="0" err="1">
                <a:solidFill>
                  <a:schemeClr val="tx1"/>
                </a:solidFill>
                <a:latin typeface="SamsungOne-400" panose="020B0503030303020204" pitchFamily="34" charset="0"/>
                <a:ea typeface="SamsungOne-400" panose="020B0503030303020204" pitchFamily="34" charset="0"/>
              </a:rPr>
              <a:t>Toán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tử</a:t>
            </a:r>
            <a:r>
              <a:rPr lang="en-US" altLang="ko-KR" sz="1400" dirty="0">
                <a:solidFill>
                  <a:schemeClr val="tx1"/>
                </a:solidFill>
                <a:latin typeface="SamsungOne-400" panose="020B0503030303020204" pitchFamily="34" charset="0"/>
                <a:ea typeface="SamsungOne-400" panose="020B0503030303020204" pitchFamily="34" charset="0"/>
              </a:rPr>
              <a:t> +</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1082159079"/>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21" name="그룹 20"/>
          <p:cNvGrpSpPr/>
          <p:nvPr/>
        </p:nvGrpSpPr>
        <p:grpSpPr>
          <a:xfrm>
            <a:off x="548119" y="3284959"/>
            <a:ext cx="8782050" cy="726905"/>
            <a:chOff x="557644" y="5085183"/>
            <a:chExt cx="8782050" cy="726905"/>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57644" y="5085183"/>
              <a:ext cx="8782050" cy="72690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7" name="TextBox 26">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8" name="TextBox 27">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Trong một mảng NumPy, mỗi phần tử tương ứng được cộng lại.</a:t>
              </a:r>
              <a:endParaRPr lang="en-US" altLang="ko-KR" sz="1300" dirty="0">
                <a:solidFill>
                  <a:prstClr val="black">
                    <a:lumMod val="85000"/>
                    <a:lumOff val="15000"/>
                  </a:prstClr>
                </a:solidFill>
                <a:latin typeface="SamsungOne-400" panose="020B0503030303020204" pitchFamily="34" charset="0"/>
              </a:endParaRPr>
            </a:p>
          </p:txBody>
        </p:sp>
      </p:grpSp>
      <p:grpSp>
        <p:nvGrpSpPr>
          <p:cNvPr id="3" name="그룹 2">
            <a:extLst>
              <a:ext uri="{FF2B5EF4-FFF2-40B4-BE49-F238E27FC236}">
                <a16:creationId xmlns:a16="http://schemas.microsoft.com/office/drawing/2014/main" id="{7D98267D-2BD7-441F-BFAA-DB90DBE7233C}"/>
              </a:ext>
            </a:extLst>
          </p:cNvPr>
          <p:cNvGrpSpPr/>
          <p:nvPr/>
        </p:nvGrpSpPr>
        <p:grpSpPr>
          <a:xfrm>
            <a:off x="558396" y="1700808"/>
            <a:ext cx="8782050" cy="1512168"/>
            <a:chOff x="558396" y="1772816"/>
            <a:chExt cx="8782050" cy="1512168"/>
          </a:xfrm>
        </p:grpSpPr>
        <p:sp>
          <p:nvSpPr>
            <p:cNvPr id="9" name="모서리가 둥근 직사각형 4">
              <a:extLst>
                <a:ext uri="{FF2B5EF4-FFF2-40B4-BE49-F238E27FC236}">
                  <a16:creationId xmlns:a16="http://schemas.microsoft.com/office/drawing/2014/main" id="{A36E3BA1-83BF-4EF9-8B22-BB45DE7AA1FC}"/>
                </a:ext>
              </a:extLst>
            </p:cNvPr>
            <p:cNvSpPr/>
            <p:nvPr/>
          </p:nvSpPr>
          <p:spPr>
            <a:xfrm>
              <a:off x="558396" y="1772816"/>
              <a:ext cx="8782050" cy="151216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692" r="21863"/>
            <a:stretch/>
          </p:blipFill>
          <p:spPr>
            <a:xfrm>
              <a:off x="670173" y="1847017"/>
              <a:ext cx="8669522" cy="1365959"/>
            </a:xfrm>
            <a:prstGeom prst="rect">
              <a:avLst/>
            </a:prstGeom>
          </p:spPr>
        </p:pic>
      </p:grpSp>
      <p:sp>
        <p:nvSpPr>
          <p:cNvPr id="15" name="직사각형 14">
            <a:extLst>
              <a:ext uri="{FF2B5EF4-FFF2-40B4-BE49-F238E27FC236}">
                <a16:creationId xmlns:a16="http://schemas.microsoft.com/office/drawing/2014/main" id="{ADC64C44-A4A1-49B8-84E0-12FF8FABED0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So </a:t>
            </a:r>
            <a:r>
              <a:rPr lang="en-US" altLang="ko-KR" sz="1400" dirty="0" err="1">
                <a:solidFill>
                  <a:schemeClr val="tx1"/>
                </a:solidFill>
                <a:latin typeface="SamsungOne-400" panose="020B0503030303020204" pitchFamily="34" charset="0"/>
                <a:ea typeface="SamsungOne-400" panose="020B0503030303020204" pitchFamily="34" charset="0"/>
              </a:rPr>
              <a:t>sánh</a:t>
            </a:r>
            <a:r>
              <a:rPr lang="en-US" altLang="ko-KR" sz="1400" dirty="0">
                <a:solidFill>
                  <a:schemeClr val="tx1"/>
                </a:solidFill>
                <a:latin typeface="SamsungOne-400" panose="020B0503030303020204" pitchFamily="34" charset="0"/>
                <a:ea typeface="SamsungOne-400" panose="020B0503030303020204" pitchFamily="34" charset="0"/>
              </a:rPr>
              <a:t> list Python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NumPy: </a:t>
            </a:r>
            <a:r>
              <a:rPr lang="en-US" altLang="ko-KR" sz="1400" dirty="0" err="1">
                <a:solidFill>
                  <a:schemeClr val="tx1"/>
                </a:solidFill>
                <a:latin typeface="SamsungOne-400" panose="020B0503030303020204" pitchFamily="34" charset="0"/>
                <a:ea typeface="SamsungOne-400" panose="020B0503030303020204" pitchFamily="34" charset="0"/>
              </a:rPr>
              <a:t>Toán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tử</a:t>
            </a:r>
            <a:r>
              <a:rPr lang="en-US" altLang="ko-KR" sz="1400" dirty="0">
                <a:solidFill>
                  <a:schemeClr val="tx1"/>
                </a:solidFill>
                <a:latin typeface="SamsungOne-400" panose="020B0503030303020204" pitchFamily="34" charset="0"/>
                <a:ea typeface="SamsungOne-400" panose="020B0503030303020204" pitchFamily="34" charset="0"/>
              </a:rPr>
              <a:t> +</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1267585316"/>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2" name="그룹 1">
            <a:extLst>
              <a:ext uri="{FF2B5EF4-FFF2-40B4-BE49-F238E27FC236}">
                <a16:creationId xmlns:a16="http://schemas.microsoft.com/office/drawing/2014/main" id="{71F6C6A8-3A39-4C96-9343-7D4930DE2B5C}"/>
              </a:ext>
            </a:extLst>
          </p:cNvPr>
          <p:cNvGrpSpPr/>
          <p:nvPr/>
        </p:nvGrpSpPr>
        <p:grpSpPr>
          <a:xfrm>
            <a:off x="558396" y="1916832"/>
            <a:ext cx="8782051" cy="4392488"/>
            <a:chOff x="558396" y="1979401"/>
            <a:chExt cx="8782051" cy="4392488"/>
          </a:xfrm>
        </p:grpSpPr>
        <p:sp>
          <p:nvSpPr>
            <p:cNvPr id="9" name="모서리가 둥근 직사각형 4">
              <a:extLst>
                <a:ext uri="{FF2B5EF4-FFF2-40B4-BE49-F238E27FC236}">
                  <a16:creationId xmlns:a16="http://schemas.microsoft.com/office/drawing/2014/main" id="{A36E3BA1-83BF-4EF9-8B22-BB45DE7AA1FC}"/>
                </a:ext>
              </a:extLst>
            </p:cNvPr>
            <p:cNvSpPr/>
            <p:nvPr/>
          </p:nvSpPr>
          <p:spPr>
            <a:xfrm>
              <a:off x="558396" y="1979401"/>
              <a:ext cx="8782050" cy="439248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2088" r="14290"/>
            <a:stretch/>
          </p:blipFill>
          <p:spPr>
            <a:xfrm>
              <a:off x="685801" y="2084418"/>
              <a:ext cx="8654646" cy="4203432"/>
            </a:xfrm>
            <a:prstGeom prst="rect">
              <a:avLst/>
            </a:prstGeom>
          </p:spPr>
        </p:pic>
      </p:grpSp>
      <p:sp>
        <p:nvSpPr>
          <p:cNvPr id="10" name="직사각형 9">
            <a:extLst>
              <a:ext uri="{FF2B5EF4-FFF2-40B4-BE49-F238E27FC236}">
                <a16:creationId xmlns:a16="http://schemas.microsoft.com/office/drawing/2014/main" id="{70BDCA2E-00E3-4689-9B0E-59AE17399794}"/>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Nếu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kích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thước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của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giống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nhau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có</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thể</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hiện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phép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toán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trừ</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chia.</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1691772928"/>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4" name="그룹 3">
            <a:extLst>
              <a:ext uri="{FF2B5EF4-FFF2-40B4-BE49-F238E27FC236}">
                <a16:creationId xmlns:a16="http://schemas.microsoft.com/office/drawing/2014/main" id="{56CF2D2D-E2F1-462C-AE28-24D7A4229175}"/>
              </a:ext>
            </a:extLst>
          </p:cNvPr>
          <p:cNvGrpSpPr/>
          <p:nvPr/>
        </p:nvGrpSpPr>
        <p:grpSpPr>
          <a:xfrm>
            <a:off x="558396" y="1700808"/>
            <a:ext cx="8782050" cy="1941934"/>
            <a:chOff x="558396" y="1772816"/>
            <a:chExt cx="8782050" cy="1941934"/>
          </a:xfrm>
        </p:grpSpPr>
        <p:sp>
          <p:nvSpPr>
            <p:cNvPr id="9" name="모서리가 둥근 직사각형 4">
              <a:extLst>
                <a:ext uri="{FF2B5EF4-FFF2-40B4-BE49-F238E27FC236}">
                  <a16:creationId xmlns:a16="http://schemas.microsoft.com/office/drawing/2014/main" id="{A36E3BA1-83BF-4EF9-8B22-BB45DE7AA1FC}"/>
                </a:ext>
              </a:extLst>
            </p:cNvPr>
            <p:cNvSpPr/>
            <p:nvPr/>
          </p:nvSpPr>
          <p:spPr>
            <a:xfrm>
              <a:off x="558396" y="1772816"/>
              <a:ext cx="8782050" cy="194193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21040"/>
            <a:stretch/>
          </p:blipFill>
          <p:spPr>
            <a:xfrm>
              <a:off x="578833" y="1846674"/>
              <a:ext cx="8760861" cy="1798349"/>
            </a:xfrm>
            <a:prstGeom prst="rect">
              <a:avLst/>
            </a:prstGeom>
          </p:spPr>
        </p:pic>
      </p:grpSp>
      <p:grpSp>
        <p:nvGrpSpPr>
          <p:cNvPr id="3" name="그룹 2">
            <a:extLst>
              <a:ext uri="{FF2B5EF4-FFF2-40B4-BE49-F238E27FC236}">
                <a16:creationId xmlns:a16="http://schemas.microsoft.com/office/drawing/2014/main" id="{1B8BA689-6693-4145-AF08-B1E7FCB783E1}"/>
              </a:ext>
            </a:extLst>
          </p:cNvPr>
          <p:cNvGrpSpPr/>
          <p:nvPr/>
        </p:nvGrpSpPr>
        <p:grpSpPr>
          <a:xfrm>
            <a:off x="557644" y="3714725"/>
            <a:ext cx="8782050" cy="1215510"/>
            <a:chOff x="557644" y="4301722"/>
            <a:chExt cx="8782050" cy="1215510"/>
          </a:xfrm>
        </p:grpSpPr>
        <p:grpSp>
          <p:nvGrpSpPr>
            <p:cNvPr id="11" name="그룹 10"/>
            <p:cNvGrpSpPr/>
            <p:nvPr/>
          </p:nvGrpSpPr>
          <p:grpSpPr>
            <a:xfrm>
              <a:off x="557644" y="4301722"/>
              <a:ext cx="8782050" cy="1215510"/>
              <a:chOff x="557644" y="5085183"/>
              <a:chExt cx="8782050" cy="1215510"/>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3"/>
                <a:ext cx="8782050" cy="121551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solidFill>
                      <a:prstClr val="black">
                        <a:lumMod val="85000"/>
                        <a:lumOff val="15000"/>
                      </a:prstClr>
                    </a:solidFill>
                    <a:latin typeface="SamsungOne-400" panose="020B0503030303020204" pitchFamily="34" charset="0"/>
                  </a:rPr>
                  <a:t>Trong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list, </a:t>
                </a:r>
                <a:r>
                  <a:rPr lang="en-US" altLang="ko-KR" sz="1300" dirty="0" err="1">
                    <a:solidFill>
                      <a:prstClr val="black">
                        <a:lumMod val="85000"/>
                        <a:lumOff val="15000"/>
                      </a:prstClr>
                    </a:solidFill>
                    <a:latin typeface="SamsungOne-400" panose="020B0503030303020204" pitchFamily="34" charset="0"/>
                  </a:rPr>
                  <a:t>toán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tử</a:t>
                </a:r>
                <a:r>
                  <a:rPr lang="en-US" altLang="ko-KR" sz="1300" dirty="0">
                    <a:solidFill>
                      <a:prstClr val="black">
                        <a:lumMod val="85000"/>
                        <a:lumOff val="15000"/>
                      </a:prstClr>
                    </a:solidFill>
                    <a:latin typeface="SamsungOne-400" panose="020B0503030303020204" pitchFamily="34" charset="0"/>
                  </a:rPr>
                  <a:t> * </a:t>
                </a:r>
                <a:r>
                  <a:rPr lang="en-US" altLang="ko-KR" sz="1300" dirty="0" err="1">
                    <a:solidFill>
                      <a:prstClr val="black">
                        <a:lumMod val="85000"/>
                        <a:lumOff val="15000"/>
                      </a:prstClr>
                    </a:solidFill>
                    <a:latin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nghĩa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lặp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lại</a:t>
                </a:r>
                <a:r>
                  <a:rPr lang="en-US" altLang="ko-KR" sz="1300" dirty="0">
                    <a:solidFill>
                      <a:prstClr val="black">
                        <a:lumMod val="85000"/>
                        <a:lumOff val="15000"/>
                      </a:prstClr>
                    </a:solidFill>
                    <a:latin typeface="SamsungOne-400" panose="020B0503030303020204" pitchFamily="34" charset="0"/>
                  </a:rPr>
                  <a:t>.</a:t>
                </a:r>
              </a:p>
            </p:txBody>
          </p:sp>
        </p:gr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0211" y="4933007"/>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EE836FE5-4E63-409C-97E4-2898B8159708}"/>
                </a:ext>
              </a:extLst>
            </p:cNvPr>
            <p:cNvSpPr txBox="1"/>
            <p:nvPr/>
          </p:nvSpPr>
          <p:spPr>
            <a:xfrm>
              <a:off x="918992" y="4910275"/>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8" name="TextBox 17">
              <a:extLst>
                <a:ext uri="{FF2B5EF4-FFF2-40B4-BE49-F238E27FC236}">
                  <a16:creationId xmlns:a16="http://schemas.microsoft.com/office/drawing/2014/main" id="{0800EE66-B78E-4CCD-A49E-31BBE412C7F6}"/>
                </a:ext>
              </a:extLst>
            </p:cNvPr>
            <p:cNvSpPr txBox="1"/>
            <p:nvPr/>
          </p:nvSpPr>
          <p:spPr>
            <a:xfrm>
              <a:off x="1019632" y="5245169"/>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Phép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nhân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trong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mảng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NumPy</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trả</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về</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kết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quả</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phép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nhân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từng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phần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tử</a:t>
              </a:r>
              <a:r>
                <a:rPr lang="en-US" altLang="ko-KR" sz="1300" dirty="0">
                  <a:solidFill>
                    <a:prstClr val="black">
                      <a:lumMod val="85000"/>
                      <a:lumOff val="15000"/>
                    </a:prstClr>
                  </a:solidFill>
                  <a:latin typeface="SamsungOne-400" panose="020B0503030303020204" pitchFamily="34" charset="0"/>
                </a:rPr>
                <a:t>.</a:t>
              </a:r>
            </a:p>
          </p:txBody>
        </p:sp>
      </p:grpSp>
      <p:sp>
        <p:nvSpPr>
          <p:cNvPr id="19" name="직사각형 18">
            <a:extLst>
              <a:ext uri="{FF2B5EF4-FFF2-40B4-BE49-F238E27FC236}">
                <a16:creationId xmlns:a16="http://schemas.microsoft.com/office/drawing/2014/main" id="{7560F508-ADFB-42B8-9511-99388EB09E3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So </a:t>
            </a:r>
            <a:r>
              <a:rPr lang="en-US" altLang="ko-KR" sz="1400" dirty="0" err="1">
                <a:solidFill>
                  <a:schemeClr val="tx1"/>
                </a:solidFill>
                <a:latin typeface="SamsungOne-400" panose="020B0503030303020204" pitchFamily="34" charset="0"/>
                <a:ea typeface="SamsungOne-400" panose="020B0503030303020204" pitchFamily="34" charset="0"/>
              </a:rPr>
              <a:t>sánh</a:t>
            </a:r>
            <a:r>
              <a:rPr lang="en-US" altLang="ko-KR" sz="1400" dirty="0">
                <a:solidFill>
                  <a:schemeClr val="tx1"/>
                </a:solidFill>
                <a:latin typeface="SamsungOne-400" panose="020B0503030303020204" pitchFamily="34" charset="0"/>
                <a:ea typeface="SamsungOne-400" panose="020B0503030303020204" pitchFamily="34" charset="0"/>
              </a:rPr>
              <a:t> list Python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NumPy: </a:t>
            </a:r>
            <a:r>
              <a:rPr lang="en-US" altLang="ko-KR" sz="1400" dirty="0" err="1">
                <a:solidFill>
                  <a:schemeClr val="tx1"/>
                </a:solidFill>
                <a:latin typeface="SamsungOne-400" panose="020B0503030303020204" pitchFamily="34" charset="0"/>
                <a:ea typeface="SamsungOne-400" panose="020B0503030303020204" pitchFamily="34" charset="0"/>
              </a:rPr>
              <a:t>Phép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nhân</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014984433"/>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7" name="그룹 6">
            <a:extLst>
              <a:ext uri="{FF2B5EF4-FFF2-40B4-BE49-F238E27FC236}">
                <a16:creationId xmlns:a16="http://schemas.microsoft.com/office/drawing/2014/main" id="{A17FF4FC-551F-422F-A534-1C4FFDE2A193}"/>
              </a:ext>
            </a:extLst>
          </p:cNvPr>
          <p:cNvGrpSpPr/>
          <p:nvPr/>
        </p:nvGrpSpPr>
        <p:grpSpPr>
          <a:xfrm>
            <a:off x="557644" y="4088742"/>
            <a:ext cx="8782050" cy="1337432"/>
            <a:chOff x="557644" y="4491868"/>
            <a:chExt cx="8782050" cy="1337432"/>
          </a:xfrm>
        </p:grpSpPr>
        <p:grpSp>
          <p:nvGrpSpPr>
            <p:cNvPr id="11" name="그룹 10"/>
            <p:cNvGrpSpPr/>
            <p:nvPr/>
          </p:nvGrpSpPr>
          <p:grpSpPr>
            <a:xfrm>
              <a:off x="557644" y="4491868"/>
              <a:ext cx="8782050" cy="1337432"/>
              <a:chOff x="557644" y="5085183"/>
              <a:chExt cx="8782050" cy="1337432"/>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3"/>
                <a:ext cx="8782050" cy="133743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Trong NumPy, phương thức </a:t>
                </a:r>
                <a:r>
                  <a:rPr lang="en-US" altLang="ko-KR" sz="1200" dirty="0">
                    <a:solidFill>
                      <a:schemeClr val="tx1"/>
                    </a:solidFill>
                    <a:latin typeface="SamsungOne-400" panose="020B0503030303020204" pitchFamily="34" charset="0"/>
                    <a:ea typeface="SamsungOne-400" panose="020B0503030303020204" pitchFamily="34" charset="0"/>
                  </a:rPr>
                  <a:t>repeat </a:t>
                </a:r>
                <a:r>
                  <a:rPr lang="vi-VN" altLang="ko-KR" sz="1300" dirty="0">
                    <a:solidFill>
                      <a:prstClr val="black">
                        <a:lumMod val="85000"/>
                        <a:lumOff val="15000"/>
                      </a:prstClr>
                    </a:solidFill>
                    <a:latin typeface="SamsungOne-400" panose="020B0503030303020204" pitchFamily="34" charset="0"/>
                  </a:rPr>
                  <a:t>được sử dụng để lặp lại từng phần tử.</a:t>
                </a:r>
                <a:endParaRPr lang="en-US" altLang="ko-KR" sz="1300" dirty="0">
                  <a:solidFill>
                    <a:prstClr val="black">
                      <a:lumMod val="85000"/>
                      <a:lumOff val="15000"/>
                    </a:prstClr>
                  </a:solidFill>
                  <a:latin typeface="SamsungOne-400" panose="020B0503030303020204" pitchFamily="34" charset="0"/>
                </a:endParaRPr>
              </a:p>
            </p:txBody>
          </p:sp>
        </p:gr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0211" y="5221039"/>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EE836FE5-4E63-409C-97E4-2898B8159708}"/>
                </a:ext>
              </a:extLst>
            </p:cNvPr>
            <p:cNvSpPr txBox="1"/>
            <p:nvPr/>
          </p:nvSpPr>
          <p:spPr>
            <a:xfrm>
              <a:off x="918992" y="5198307"/>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8" name="TextBox 17">
              <a:extLst>
                <a:ext uri="{FF2B5EF4-FFF2-40B4-BE49-F238E27FC236}">
                  <a16:creationId xmlns:a16="http://schemas.microsoft.com/office/drawing/2014/main" id="{0800EE66-B78E-4CCD-A49E-31BBE412C7F6}"/>
                </a:ext>
              </a:extLst>
            </p:cNvPr>
            <p:cNvSpPr txBox="1"/>
            <p:nvPr/>
          </p:nvSpPr>
          <p:spPr>
            <a:xfrm>
              <a:off x="1019632" y="5533201"/>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Trong NumPy, phương thức </a:t>
              </a:r>
              <a:r>
                <a:rPr lang="en-US" altLang="ko-KR" sz="1200" dirty="0">
                  <a:solidFill>
                    <a:schemeClr val="tx1"/>
                  </a:solidFill>
                  <a:latin typeface="SamsungOne-400" panose="020B0503030303020204" pitchFamily="34" charset="0"/>
                  <a:ea typeface="SamsungOne-400" panose="020B0503030303020204" pitchFamily="34" charset="0"/>
                </a:rPr>
                <a:t>tile</a:t>
              </a:r>
              <a:r>
                <a:rPr lang="vi-VN" altLang="ko-KR" sz="1300" dirty="0">
                  <a:solidFill>
                    <a:prstClr val="black">
                      <a:lumMod val="85000"/>
                      <a:lumOff val="15000"/>
                    </a:prstClr>
                  </a:solidFill>
                  <a:latin typeface="SamsungOne-400" panose="020B0503030303020204" pitchFamily="34" charset="0"/>
                </a:rPr>
                <a:t> được sử dụng để lặp lại mảng.</a:t>
              </a:r>
              <a:endParaRPr lang="en-US" altLang="ko-KR" sz="1300" dirty="0">
                <a:solidFill>
                  <a:prstClr val="black">
                    <a:lumMod val="85000"/>
                    <a:lumOff val="15000"/>
                  </a:prstClr>
                </a:solidFill>
                <a:latin typeface="SamsungOne-400" panose="020B0503030303020204" pitchFamily="34" charset="0"/>
              </a:endParaRPr>
            </a:p>
          </p:txBody>
        </p:sp>
      </p:grpSp>
      <p:sp>
        <p:nvSpPr>
          <p:cNvPr id="19" name="직사각형 18">
            <a:extLst>
              <a:ext uri="{FF2B5EF4-FFF2-40B4-BE49-F238E27FC236}">
                <a16:creationId xmlns:a16="http://schemas.microsoft.com/office/drawing/2014/main" id="{8E693F57-4752-4A26-BCF4-A5FEFDC5C4E9}"/>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repeat &amp; tile</a:t>
            </a:r>
            <a:endParaRPr lang="ko-KR" altLang="en-US" sz="1400" dirty="0">
              <a:solidFill>
                <a:schemeClr val="tx1"/>
              </a:solidFill>
              <a:latin typeface="SamsungOne-400" panose="020B0503030303020204" pitchFamily="34" charset="0"/>
            </a:endParaRPr>
          </a:p>
        </p:txBody>
      </p:sp>
      <p:grpSp>
        <p:nvGrpSpPr>
          <p:cNvPr id="4" name="그룹 3">
            <a:extLst>
              <a:ext uri="{FF2B5EF4-FFF2-40B4-BE49-F238E27FC236}">
                <a16:creationId xmlns:a16="http://schemas.microsoft.com/office/drawing/2014/main" id="{6667501E-FBB4-4847-A13B-11B0D04CFE81}"/>
              </a:ext>
            </a:extLst>
          </p:cNvPr>
          <p:cNvGrpSpPr/>
          <p:nvPr/>
        </p:nvGrpSpPr>
        <p:grpSpPr>
          <a:xfrm>
            <a:off x="558396" y="1700808"/>
            <a:ext cx="8782050" cy="2284750"/>
            <a:chOff x="558396" y="1700808"/>
            <a:chExt cx="8782050" cy="2284750"/>
          </a:xfrm>
        </p:grpSpPr>
        <p:grpSp>
          <p:nvGrpSpPr>
            <p:cNvPr id="2" name="그룹 1">
              <a:extLst>
                <a:ext uri="{FF2B5EF4-FFF2-40B4-BE49-F238E27FC236}">
                  <a16:creationId xmlns:a16="http://schemas.microsoft.com/office/drawing/2014/main" id="{0D174889-A96E-4B2F-8880-C76F6E95F6D4}"/>
                </a:ext>
              </a:extLst>
            </p:cNvPr>
            <p:cNvGrpSpPr/>
            <p:nvPr/>
          </p:nvGrpSpPr>
          <p:grpSpPr>
            <a:xfrm>
              <a:off x="558396" y="1700808"/>
              <a:ext cx="8782050" cy="2284750"/>
              <a:chOff x="558396" y="1772816"/>
              <a:chExt cx="8782050" cy="2284750"/>
            </a:xfrm>
          </p:grpSpPr>
          <p:sp>
            <p:nvSpPr>
              <p:cNvPr id="9" name="모서리가 둥근 직사각형 4">
                <a:extLst>
                  <a:ext uri="{FF2B5EF4-FFF2-40B4-BE49-F238E27FC236}">
                    <a16:creationId xmlns:a16="http://schemas.microsoft.com/office/drawing/2014/main" id="{A36E3BA1-83BF-4EF9-8B22-BB45DE7AA1FC}"/>
                  </a:ext>
                </a:extLst>
              </p:cNvPr>
              <p:cNvSpPr/>
              <p:nvPr/>
            </p:nvSpPr>
            <p:spPr>
              <a:xfrm>
                <a:off x="558396" y="1772816"/>
                <a:ext cx="8782050" cy="228475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5"/>
              <a:srcRect r="17291"/>
              <a:stretch/>
            </p:blipFill>
            <p:spPr>
              <a:xfrm>
                <a:off x="578833" y="1829952"/>
                <a:ext cx="8760862" cy="2157859"/>
              </a:xfrm>
              <a:prstGeom prst="rect">
                <a:avLst/>
              </a:prstGeom>
            </p:spPr>
          </p:pic>
        </p:grpSp>
        <p:sp>
          <p:nvSpPr>
            <p:cNvPr id="20" name="직사각형 19">
              <a:extLst>
                <a:ext uri="{FF2B5EF4-FFF2-40B4-BE49-F238E27FC236}">
                  <a16:creationId xmlns:a16="http://schemas.microsoft.com/office/drawing/2014/main" id="{98C89599-2D31-4346-B04C-D914646E86C1}"/>
                </a:ext>
              </a:extLst>
            </p:cNvPr>
            <p:cNvSpPr/>
            <p:nvPr/>
          </p:nvSpPr>
          <p:spPr>
            <a:xfrm>
              <a:off x="2575148" y="2602634"/>
              <a:ext cx="5040560" cy="263650"/>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직사각형 20">
              <a:extLst>
                <a:ext uri="{FF2B5EF4-FFF2-40B4-BE49-F238E27FC236}">
                  <a16:creationId xmlns:a16="http://schemas.microsoft.com/office/drawing/2014/main" id="{84ED791D-F15B-4A87-93ED-89F0931B28C1}"/>
                </a:ext>
              </a:extLst>
            </p:cNvPr>
            <p:cNvSpPr/>
            <p:nvPr/>
          </p:nvSpPr>
          <p:spPr>
            <a:xfrm>
              <a:off x="2428389" y="3328493"/>
              <a:ext cx="5040560" cy="263650"/>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827135025"/>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83106C8D-92A8-4F0D-AF3F-47DA474D3C83}"/>
              </a:ext>
            </a:extLst>
          </p:cNvPr>
          <p:cNvGrpSpPr/>
          <p:nvPr/>
        </p:nvGrpSpPr>
        <p:grpSpPr>
          <a:xfrm>
            <a:off x="558396" y="1700808"/>
            <a:ext cx="8782050" cy="3675484"/>
            <a:chOff x="558396" y="1772816"/>
            <a:chExt cx="8782050" cy="3675484"/>
          </a:xfrm>
        </p:grpSpPr>
        <p:sp>
          <p:nvSpPr>
            <p:cNvPr id="9" name="모서리가 둥근 직사각형 4">
              <a:extLst>
                <a:ext uri="{FF2B5EF4-FFF2-40B4-BE49-F238E27FC236}">
                  <a16:creationId xmlns:a16="http://schemas.microsoft.com/office/drawing/2014/main" id="{A36E3BA1-83BF-4EF9-8B22-BB45DE7AA1FC}"/>
                </a:ext>
              </a:extLst>
            </p:cNvPr>
            <p:cNvSpPr/>
            <p:nvPr/>
          </p:nvSpPr>
          <p:spPr>
            <a:xfrm>
              <a:off x="558396" y="1772816"/>
              <a:ext cx="8782050" cy="367548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19860"/>
            <a:stretch/>
          </p:blipFill>
          <p:spPr>
            <a:xfrm>
              <a:off x="569308" y="1857821"/>
              <a:ext cx="8771138" cy="3515369"/>
            </a:xfrm>
            <a:prstGeom prst="rect">
              <a:avLst/>
            </a:prstGeom>
          </p:spPr>
        </p:pic>
      </p:grpSp>
      <p:sp>
        <p:nvSpPr>
          <p:cNvPr id="10" name="직사각형 9">
            <a:extLst>
              <a:ext uri="{FF2B5EF4-FFF2-40B4-BE49-F238E27FC236}">
                <a16:creationId xmlns:a16="http://schemas.microsoft.com/office/drawing/2014/main" id="{2965B147-44E6-448B-AD1E-253CDE25202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Khi sử dụng phương thức title, mảng có thể được lặp lại thành dạng hai chiều.</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227244571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2" name="그룹 1">
            <a:extLst>
              <a:ext uri="{FF2B5EF4-FFF2-40B4-BE49-F238E27FC236}">
                <a16:creationId xmlns:a16="http://schemas.microsoft.com/office/drawing/2014/main" id="{1410F01D-3ECD-41CA-A6F7-4CF1F29A982A}"/>
              </a:ext>
            </a:extLst>
          </p:cNvPr>
          <p:cNvGrpSpPr/>
          <p:nvPr/>
        </p:nvGrpSpPr>
        <p:grpSpPr>
          <a:xfrm>
            <a:off x="558396" y="1700808"/>
            <a:ext cx="8782050" cy="1584176"/>
            <a:chOff x="558396" y="1772816"/>
            <a:chExt cx="8782050" cy="1584176"/>
          </a:xfrm>
        </p:grpSpPr>
        <p:sp>
          <p:nvSpPr>
            <p:cNvPr id="9" name="모서리가 둥근 직사각형 4">
              <a:extLst>
                <a:ext uri="{FF2B5EF4-FFF2-40B4-BE49-F238E27FC236}">
                  <a16:creationId xmlns:a16="http://schemas.microsoft.com/office/drawing/2014/main" id="{A36E3BA1-83BF-4EF9-8B22-BB45DE7AA1FC}"/>
                </a:ext>
              </a:extLst>
            </p:cNvPr>
            <p:cNvSpPr/>
            <p:nvPr/>
          </p:nvSpPr>
          <p:spPr>
            <a:xfrm>
              <a:off x="558396" y="1772816"/>
              <a:ext cx="8782050" cy="158417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21782"/>
            <a:stretch/>
          </p:blipFill>
          <p:spPr>
            <a:xfrm>
              <a:off x="578833" y="1802532"/>
              <a:ext cx="8761613" cy="1482452"/>
            </a:xfrm>
            <a:prstGeom prst="rect">
              <a:avLst/>
            </a:prstGeom>
          </p:spPr>
        </p:pic>
      </p:grpSp>
      <p:grpSp>
        <p:nvGrpSpPr>
          <p:cNvPr id="5" name="그룹 4">
            <a:extLst>
              <a:ext uri="{FF2B5EF4-FFF2-40B4-BE49-F238E27FC236}">
                <a16:creationId xmlns:a16="http://schemas.microsoft.com/office/drawing/2014/main" id="{AFE47FA8-DA27-4C1E-9481-87C476798A9A}"/>
              </a:ext>
            </a:extLst>
          </p:cNvPr>
          <p:cNvGrpSpPr/>
          <p:nvPr/>
        </p:nvGrpSpPr>
        <p:grpSpPr>
          <a:xfrm>
            <a:off x="558924" y="3429000"/>
            <a:ext cx="8782050" cy="880065"/>
            <a:chOff x="558924" y="3917087"/>
            <a:chExt cx="8782050" cy="880065"/>
          </a:xfrm>
        </p:grpSpPr>
        <p:sp>
          <p:nvSpPr>
            <p:cNvPr id="14" name="모서리가 둥근 직사각형 4">
              <a:extLst>
                <a:ext uri="{FF2B5EF4-FFF2-40B4-BE49-F238E27FC236}">
                  <a16:creationId xmlns:a16="http://schemas.microsoft.com/office/drawing/2014/main" id="{A36E3BA1-83BF-4EF9-8B22-BB45DE7AA1FC}"/>
                </a:ext>
              </a:extLst>
            </p:cNvPr>
            <p:cNvSpPr/>
            <p:nvPr/>
          </p:nvSpPr>
          <p:spPr>
            <a:xfrm>
              <a:off x="558924" y="3917087"/>
              <a:ext cx="8782050" cy="88006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r="25012"/>
            <a:stretch/>
          </p:blipFill>
          <p:spPr>
            <a:xfrm>
              <a:off x="588358" y="4004902"/>
              <a:ext cx="8752088" cy="720241"/>
            </a:xfrm>
            <a:prstGeom prst="rect">
              <a:avLst/>
            </a:prstGeom>
          </p:spPr>
        </p:pic>
      </p:grpSp>
      <p:sp>
        <p:nvSpPr>
          <p:cNvPr id="15" name="직사각형 14">
            <a:extLst>
              <a:ext uri="{FF2B5EF4-FFF2-40B4-BE49-F238E27FC236}">
                <a16:creationId xmlns:a16="http://schemas.microsoft.com/office/drawing/2014/main" id="{2ECD1E63-ABCB-4D99-8D4F-EBF44D0990C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cũng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có</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thể</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hiện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phép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toán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mũ</a:t>
            </a:r>
            <a:r>
              <a:rPr lang="en-US" altLang="ko-KR" sz="1400" dirty="0">
                <a:solidFill>
                  <a:schemeClr val="tx1"/>
                </a:solidFill>
                <a:latin typeface="SamsungOne-400" panose="020B0503030303020204" pitchFamily="34" charset="0"/>
                <a:ea typeface="SamsungOne-400" panose="020B0503030303020204" pitchFamily="34" charset="0"/>
              </a:rPr>
              <a:t>.</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4014371080"/>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3A568332-2E4E-4337-BCA7-EA3856B69B9A}"/>
              </a:ext>
            </a:extLst>
          </p:cNvPr>
          <p:cNvGrpSpPr/>
          <p:nvPr/>
        </p:nvGrpSpPr>
        <p:grpSpPr>
          <a:xfrm>
            <a:off x="558396" y="1988840"/>
            <a:ext cx="8782050" cy="2448272"/>
            <a:chOff x="558396" y="1988840"/>
            <a:chExt cx="8782050" cy="2448272"/>
          </a:xfrm>
        </p:grpSpPr>
        <p:sp>
          <p:nvSpPr>
            <p:cNvPr id="9" name="모서리가 둥근 직사각형 4">
              <a:extLst>
                <a:ext uri="{FF2B5EF4-FFF2-40B4-BE49-F238E27FC236}">
                  <a16:creationId xmlns:a16="http://schemas.microsoft.com/office/drawing/2014/main" id="{A36E3BA1-83BF-4EF9-8B22-BB45DE7AA1FC}"/>
                </a:ext>
              </a:extLst>
            </p:cNvPr>
            <p:cNvSpPr/>
            <p:nvPr/>
          </p:nvSpPr>
          <p:spPr>
            <a:xfrm>
              <a:off x="558396" y="1988840"/>
              <a:ext cx="8782050" cy="244827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17678"/>
            <a:stretch/>
          </p:blipFill>
          <p:spPr>
            <a:xfrm>
              <a:off x="616933" y="2056656"/>
              <a:ext cx="8723513" cy="2308448"/>
            </a:xfrm>
            <a:prstGeom prst="rect">
              <a:avLst/>
            </a:prstGeom>
          </p:spPr>
        </p:pic>
      </p:grpSp>
      <p:sp>
        <p:nvSpPr>
          <p:cNvPr id="10" name="직사각형 9">
            <a:extLst>
              <a:ext uri="{FF2B5EF4-FFF2-40B4-BE49-F238E27FC236}">
                <a16:creationId xmlns:a16="http://schemas.microsoft.com/office/drawing/2014/main" id="{5290ADEF-4E00-4EA3-AD5B-5DF884DBC601}"/>
              </a:ext>
            </a:extLst>
          </p:cNvPr>
          <p:cNvSpPr/>
          <p:nvPr/>
        </p:nvSpPr>
        <p:spPr>
          <a:xfrm>
            <a:off x="580388" y="1413381"/>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Mảng cũng có thể thực hiện các phép toán so sánh. Sau khi kiểm tra xem từng phần tử có khớp với điều kiện hay không, nó trả về True nếu khớp và </a:t>
            </a:r>
            <a:r>
              <a:rPr lang="en-US" altLang="ko-KR" sz="1400" dirty="0">
                <a:solidFill>
                  <a:schemeClr val="tx1"/>
                </a:solidFill>
                <a:latin typeface="SamsungOne-400" panose="020B0503030303020204" pitchFamily="34" charset="0"/>
                <a:ea typeface="SamsungOne-400" panose="020B0503030303020204" pitchFamily="34" charset="0"/>
              </a:rPr>
              <a:t>False</a:t>
            </a:r>
            <a:r>
              <a:rPr lang="vi-VN" altLang="ko-KR" sz="1400" dirty="0">
                <a:solidFill>
                  <a:schemeClr val="tx1"/>
                </a:solidFill>
                <a:latin typeface="SamsungOne-400" panose="020B0503030303020204" pitchFamily="34" charset="0"/>
                <a:ea typeface="SamsungOne-400" panose="020B0503030303020204" pitchFamily="34" charset="0"/>
              </a:rPr>
              <a:t> nếu ngược lại.</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8144950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4" name="그룹 3">
            <a:extLst>
              <a:ext uri="{FF2B5EF4-FFF2-40B4-BE49-F238E27FC236}">
                <a16:creationId xmlns:a16="http://schemas.microsoft.com/office/drawing/2014/main" id="{68C7B091-389E-4524-BA4F-A928DBA43A90}"/>
              </a:ext>
            </a:extLst>
          </p:cNvPr>
          <p:cNvGrpSpPr/>
          <p:nvPr/>
        </p:nvGrpSpPr>
        <p:grpSpPr>
          <a:xfrm>
            <a:off x="561975" y="2376115"/>
            <a:ext cx="8782050" cy="2105769"/>
            <a:chOff x="558396" y="2132855"/>
            <a:chExt cx="8782050" cy="2105769"/>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396" y="2132855"/>
              <a:ext cx="8782050" cy="210576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22550"/>
            <a:stretch/>
          </p:blipFill>
          <p:spPr>
            <a:xfrm>
              <a:off x="596901" y="2210197"/>
              <a:ext cx="8743545" cy="1938883"/>
            </a:xfrm>
            <a:prstGeom prst="rect">
              <a:avLst/>
            </a:prstGeom>
          </p:spPr>
        </p:pic>
      </p:grpSp>
      <p:grpSp>
        <p:nvGrpSpPr>
          <p:cNvPr id="5" name="그룹 4">
            <a:extLst>
              <a:ext uri="{FF2B5EF4-FFF2-40B4-BE49-F238E27FC236}">
                <a16:creationId xmlns:a16="http://schemas.microsoft.com/office/drawing/2014/main" id="{FFA0F0E5-DB18-4C83-BA86-7B3C302B3830}"/>
              </a:ext>
            </a:extLst>
          </p:cNvPr>
          <p:cNvGrpSpPr/>
          <p:nvPr/>
        </p:nvGrpSpPr>
        <p:grpSpPr>
          <a:xfrm>
            <a:off x="580388" y="1413381"/>
            <a:ext cx="8887612" cy="779985"/>
            <a:chOff x="580388" y="1413381"/>
            <a:chExt cx="8887612" cy="779985"/>
          </a:xfrm>
        </p:grpSpPr>
        <p:sp>
          <p:nvSpPr>
            <p:cNvPr id="10" name="Rectangle 12">
              <a:extLst>
                <a:ext uri="{FF2B5EF4-FFF2-40B4-BE49-F238E27FC236}">
                  <a16:creationId xmlns:a16="http://schemas.microsoft.com/office/drawing/2014/main" id="{39C1D0BA-7152-4AAC-B295-DCCB5F8378F4}"/>
                </a:ext>
              </a:extLst>
            </p:cNvPr>
            <p:cNvSpPr/>
            <p:nvPr/>
          </p:nvSpPr>
          <p:spPr>
            <a:xfrm>
              <a:off x="711201" y="1647850"/>
              <a:ext cx="8632824"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hàm</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phổ</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dụng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(universal functions)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hoạt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động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theo</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từng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phần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tử</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trên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toàn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bộ</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mảng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Xem</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help(</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np.ufunc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để</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biết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thêm</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chi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tiết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a:t>
              </a:r>
            </a:p>
          </p:txBody>
        </p:sp>
        <p:sp>
          <p:nvSpPr>
            <p:cNvPr id="12" name="직사각형 11">
              <a:extLst>
                <a:ext uri="{FF2B5EF4-FFF2-40B4-BE49-F238E27FC236}">
                  <a16:creationId xmlns:a16="http://schemas.microsoft.com/office/drawing/2014/main" id="{181E46CD-8BA6-4F4D-B7B2-E9A46C553F5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Hàm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phổ</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dụng</a:t>
              </a:r>
              <a:r>
                <a:rPr lang="en-US" altLang="ko-KR" sz="1400" dirty="0">
                  <a:solidFill>
                    <a:schemeClr val="tx1"/>
                  </a:solidFill>
                  <a:latin typeface="SamsungOne-400" panose="020B0503030303020204" pitchFamily="34" charset="0"/>
                  <a:ea typeface="SamsungOne-400" panose="020B0503030303020204" pitchFamily="34" charset="0"/>
                </a:rPr>
                <a:t> (1/3)</a:t>
              </a:r>
              <a:endParaRPr lang="ko-KR" altLang="en-US" sz="1400" dirty="0">
                <a:solidFill>
                  <a:schemeClr val="tx1"/>
                </a:solidFill>
                <a:latin typeface="SamsungOne-400" panose="020B0503030303020204" pitchFamily="34" charset="0"/>
              </a:endParaRPr>
            </a:p>
          </p:txBody>
        </p:sp>
      </p:grpSp>
    </p:spTree>
    <p:extLst>
      <p:ext uri="{BB962C8B-B14F-4D97-AF65-F5344CB8AC3E}">
        <p14:creationId xmlns:p14="http://schemas.microsoft.com/office/powerpoint/2010/main" val="62893394"/>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aphicFrame>
        <p:nvGraphicFramePr>
          <p:cNvPr id="12" name="Table 10">
            <a:extLst>
              <a:ext uri="{FF2B5EF4-FFF2-40B4-BE49-F238E27FC236}">
                <a16:creationId xmlns:a16="http://schemas.microsoft.com/office/drawing/2014/main" id="{DF6BF1FD-2805-41C0-B027-5478F62953C8}"/>
              </a:ext>
            </a:extLst>
          </p:cNvPr>
          <p:cNvGraphicFramePr>
            <a:graphicFrameLocks noGrp="1"/>
          </p:cNvGraphicFramePr>
          <p:nvPr>
            <p:extLst>
              <p:ext uri="{D42A27DB-BD31-4B8C-83A1-F6EECF244321}">
                <p14:modId xmlns:p14="http://schemas.microsoft.com/office/powerpoint/2010/main" val="4021445610"/>
              </p:ext>
            </p:extLst>
          </p:nvPr>
        </p:nvGraphicFramePr>
        <p:xfrm>
          <a:off x="710184" y="2017762"/>
          <a:ext cx="8887611" cy="3556856"/>
        </p:xfrm>
        <a:graphic>
          <a:graphicData uri="http://schemas.openxmlformats.org/drawingml/2006/table">
            <a:tbl>
              <a:tblPr firstRow="1" bandRow="1">
                <a:tableStyleId>{5940675A-B579-460E-94D1-54222C63F5DA}</a:tableStyleId>
              </a:tblPr>
              <a:tblGrid>
                <a:gridCol w="2724876">
                  <a:extLst>
                    <a:ext uri="{9D8B030D-6E8A-4147-A177-3AD203B41FA5}">
                      <a16:colId xmlns:a16="http://schemas.microsoft.com/office/drawing/2014/main" val="20000"/>
                    </a:ext>
                  </a:extLst>
                </a:gridCol>
                <a:gridCol w="3892616">
                  <a:extLst>
                    <a:ext uri="{9D8B030D-6E8A-4147-A177-3AD203B41FA5}">
                      <a16:colId xmlns:a16="http://schemas.microsoft.com/office/drawing/2014/main" val="20001"/>
                    </a:ext>
                  </a:extLst>
                </a:gridCol>
                <a:gridCol w="2270119">
                  <a:extLst>
                    <a:ext uri="{9D8B030D-6E8A-4147-A177-3AD203B41FA5}">
                      <a16:colId xmlns:a16="http://schemas.microsoft.com/office/drawing/2014/main" val="20002"/>
                    </a:ext>
                  </a:extLst>
                </a:gridCol>
              </a:tblGrid>
              <a:tr h="288392">
                <a:tc>
                  <a:txBody>
                    <a:bodyPr/>
                    <a:lstStyle/>
                    <a:p>
                      <a:pPr marL="0" algn="ctr" defTabSz="914400" rtl="0" eaLnBrk="1" latinLnBrk="1" hangingPunct="1"/>
                      <a:r>
                        <a:rPr lang="en-US" sz="12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Hàm</a:t>
                      </a:r>
                      <a:r>
                        <a:rPr lang="en-US" sz="12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endParaRPr lang="en-US" sz="12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12700" cmpd="sng">
                      <a:noFill/>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914400" rtl="0" eaLnBrk="1" latinLnBrk="1" hangingPunct="1"/>
                      <a:r>
                        <a:rPr lang="en-US" sz="12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Giải</a:t>
                      </a:r>
                      <a:r>
                        <a:rPr lang="en-US" sz="12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2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thích</a:t>
                      </a:r>
                      <a:endParaRPr lang="en-US" sz="12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914400" rtl="0" eaLnBrk="1" latinLnBrk="1" hangingPunct="1"/>
                      <a:r>
                        <a:rPr lang="en-US" sz="12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Có</a:t>
                      </a:r>
                      <a:r>
                        <a:rPr lang="en-US" sz="12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2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phải</a:t>
                      </a:r>
                      <a:r>
                        <a:rPr lang="en-US" sz="12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2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hàm</a:t>
                      </a:r>
                      <a:r>
                        <a:rPr lang="en-US" sz="12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2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phổ</a:t>
                      </a:r>
                      <a:r>
                        <a:rPr lang="en-US" sz="12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2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dụng</a:t>
                      </a:r>
                      <a:r>
                        <a:rPr lang="en-US" sz="12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2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sz="12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a:t>
                      </a:r>
                      <a:endParaRPr lang="en-US" sz="12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12700" cmpd="sng">
                      <a:noFill/>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0"/>
                  </a:ext>
                </a:extLst>
              </a:tr>
              <a:tr h="272372">
                <a:tc>
                  <a:txBody>
                    <a:bodyPr/>
                    <a:lstStyle/>
                    <a:p>
                      <a:pPr marL="0" algn="ctr" defTabSz="914400" rtl="0" eaLnBrk="1" latinLnBrk="1" hangingPunct="1"/>
                      <a:r>
                        <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sin, cos, tan</a:t>
                      </a:r>
                    </a:p>
                  </a:txBody>
                  <a:tcPr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en-US" altLang="ko-KR" sz="12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Các</a:t>
                      </a:r>
                      <a:r>
                        <a:rPr lang="en-US" altLang="ko-KR"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2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hàm</a:t>
                      </a:r>
                      <a:r>
                        <a:rPr lang="en-US" altLang="ko-KR"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2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lượng</a:t>
                      </a:r>
                      <a:r>
                        <a:rPr lang="en-US" altLang="ko-KR"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2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giác</a:t>
                      </a:r>
                      <a:r>
                        <a:rPr lang="en-US" altLang="ko-KR"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1" hangingPunct="1"/>
                      <a:r>
                        <a:rPr lang="en-US" sz="12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Có</a:t>
                      </a:r>
                      <a:r>
                        <a:rPr lang="en-US"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endPar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72372">
                <a:tc>
                  <a:txBody>
                    <a:bodyPr/>
                    <a:lstStyle/>
                    <a:p>
                      <a:pPr marL="0" algn="ctr" defTabSz="914400" rtl="0" eaLnBrk="1" latinLnBrk="1" hangingPunct="1"/>
                      <a:r>
                        <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arcsin, arccos, arctan</a:t>
                      </a:r>
                    </a:p>
                  </a:txBody>
                  <a:tcPr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en-US" sz="12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Hàm</a:t>
                      </a:r>
                      <a:r>
                        <a:rPr lang="en-US"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2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lượng</a:t>
                      </a:r>
                      <a:r>
                        <a:rPr lang="en-US"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2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giác</a:t>
                      </a:r>
                      <a:r>
                        <a:rPr lang="en-US"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2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nghịch</a:t>
                      </a:r>
                      <a:r>
                        <a:rPr lang="en-US"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2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đảo</a:t>
                      </a:r>
                      <a:endPar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1" hangingPunct="1"/>
                      <a:r>
                        <a:rPr lang="en-US" sz="12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Có</a:t>
                      </a:r>
                      <a:endPar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72372">
                <a:tc>
                  <a:txBody>
                    <a:bodyPr/>
                    <a:lstStyle/>
                    <a:p>
                      <a:pPr marL="0" algn="ctr" defTabSz="914400" rtl="0" eaLnBrk="1" latinLnBrk="1" hangingPunct="1"/>
                      <a:r>
                        <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round</a:t>
                      </a:r>
                    </a:p>
                  </a:txBody>
                  <a:tcPr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en-US" altLang="ko-KR" sz="12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Làm</a:t>
                      </a:r>
                      <a:r>
                        <a:rPr lang="en-US" altLang="ko-KR"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2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tròn</a:t>
                      </a:r>
                      <a:r>
                        <a:rPr lang="en-US" altLang="ko-KR"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2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đến</a:t>
                      </a:r>
                      <a:r>
                        <a:rPr lang="en-US" altLang="ko-KR"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2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số</a:t>
                      </a:r>
                      <a:r>
                        <a:rPr lang="en-US" altLang="ko-KR"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2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thập</a:t>
                      </a:r>
                      <a:r>
                        <a:rPr lang="en-US" altLang="ko-KR"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2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phân</a:t>
                      </a:r>
                      <a:r>
                        <a:rPr lang="en-US" altLang="ko-KR"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2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nhất</a:t>
                      </a:r>
                      <a:r>
                        <a:rPr lang="en-US" altLang="ko-KR"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2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định</a:t>
                      </a:r>
                      <a:endPar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1" hangingPunct="1"/>
                      <a:r>
                        <a:rPr lang="en-US" sz="12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Có</a:t>
                      </a:r>
                      <a:endPar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272372">
                <a:tc>
                  <a:txBody>
                    <a:bodyPr/>
                    <a:lstStyle/>
                    <a:p>
                      <a:pPr marL="0" algn="ctr" defTabSz="914400" rtl="0" eaLnBrk="1" latinLnBrk="1" hangingPunct="1"/>
                      <a:r>
                        <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floor</a:t>
                      </a:r>
                    </a:p>
                  </a:txBody>
                  <a:tcPr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vi-VN" altLang="ko-KR"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Trả về số nguyên nhỏ hơn gần nhất.</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1" hangingPunct="1"/>
                      <a:r>
                        <a:rPr lang="en-US" sz="12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Có</a:t>
                      </a:r>
                      <a:endPar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272372">
                <a:tc>
                  <a:txBody>
                    <a:bodyPr/>
                    <a:lstStyle/>
                    <a:p>
                      <a:pPr marL="0" algn="ctr" defTabSz="914400" rtl="0" eaLnBrk="1" latinLnBrk="1" hangingPunct="1"/>
                      <a:r>
                        <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ceil</a:t>
                      </a:r>
                    </a:p>
                  </a:txBody>
                  <a:tcPr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vi-VN" sz="1200" b="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Trả về số nguyên lớn hơn gần nhất.</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1" hangingPunct="1"/>
                      <a:r>
                        <a:rPr lang="en-US" sz="12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Có</a:t>
                      </a:r>
                      <a:endPar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72372">
                <a:tc>
                  <a:txBody>
                    <a:bodyPr/>
                    <a:lstStyle/>
                    <a:p>
                      <a:pPr marL="0" algn="ctr" defTabSz="914400" rtl="0" eaLnBrk="1" latinLnBrk="1" hangingPunct="1"/>
                      <a:r>
                        <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fix</a:t>
                      </a:r>
                    </a:p>
                  </a:txBody>
                  <a:tcPr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vi-VN" sz="1200" b="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Arial" panose="020B0604020202020204" pitchFamily="34" charset="0"/>
                        </a:rPr>
                        <a:t>Trả về số nguyên gần nhất gần 0 hơn.</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1" hangingPunct="1"/>
                      <a:r>
                        <a:rPr lang="en-US" sz="12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Có</a:t>
                      </a:r>
                      <a:endPar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72372">
                <a:tc>
                  <a:txBody>
                    <a:bodyPr/>
                    <a:lstStyle/>
                    <a:p>
                      <a:pPr marL="0" algn="ctr" defTabSz="914400" rtl="0" eaLnBrk="1" latinLnBrk="1" hangingPunct="1"/>
                      <a:r>
                        <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prod</a:t>
                      </a:r>
                    </a:p>
                  </a:txBody>
                  <a:tcPr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vi-VN" sz="1200" b="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Arial" panose="020B0604020202020204" pitchFamily="34" charset="0"/>
                        </a:rPr>
                        <a:t>Trả về tích của các phần tử mảng.</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1" hangingPunct="1"/>
                      <a:r>
                        <a:rPr lang="en-US" sz="12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Không</a:t>
                      </a:r>
                      <a:endPar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72372">
                <a:tc>
                  <a:txBody>
                    <a:bodyPr/>
                    <a:lstStyle/>
                    <a:p>
                      <a:pPr marL="0" algn="ctr" defTabSz="914400" rtl="0" eaLnBrk="1" latinLnBrk="1" hangingPunct="1"/>
                      <a:r>
                        <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cumsum</a:t>
                      </a:r>
                    </a:p>
                  </a:txBody>
                  <a:tcPr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vi-VN" sz="1200" b="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Arial" panose="020B0604020202020204" pitchFamily="34" charset="0"/>
                        </a:rPr>
                        <a:t>Trả về tổng tích lũy của một mảng.</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1" hangingPunct="1"/>
                      <a:r>
                        <a:rPr lang="en-US" sz="12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Không</a:t>
                      </a:r>
                      <a:endPar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272372">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sum, mean, var, std, median</a:t>
                      </a:r>
                    </a:p>
                  </a:txBody>
                  <a:tcPr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vi-VN" sz="1200" b="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Arial" panose="020B0604020202020204" pitchFamily="34" charset="0"/>
                        </a:rPr>
                        <a:t>Các hàm thống kê.</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1" hangingPunct="1"/>
                      <a:r>
                        <a:rPr lang="en-US" sz="12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Không</a:t>
                      </a:r>
                      <a:endPar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72372">
                <a:tc>
                  <a:txBody>
                    <a:bodyPr/>
                    <a:lstStyle/>
                    <a:p>
                      <a:pPr marL="0" algn="ctr" defTabSz="914400" rtl="0" eaLnBrk="1" latinLnBrk="1" hangingPunct="1"/>
                      <a:r>
                        <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exp, log</a:t>
                      </a:r>
                    </a:p>
                  </a:txBody>
                  <a:tcPr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vi-VN" sz="1200" b="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Arial" panose="020B0604020202020204" pitchFamily="34" charset="0"/>
                        </a:rPr>
                        <a:t>Hàm mũ và hàm lôgarit.</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1" hangingPunct="1"/>
                      <a:r>
                        <a:rPr lang="en-US" sz="12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Có</a:t>
                      </a:r>
                      <a:endPar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272372">
                <a:tc>
                  <a:txBody>
                    <a:bodyPr/>
                    <a:lstStyle/>
                    <a:p>
                      <a:pPr marL="0" algn="ctr" defTabSz="914400" rtl="0" eaLnBrk="1" latinLnBrk="1" hangingPunct="1"/>
                      <a:r>
                        <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unique</a:t>
                      </a:r>
                    </a:p>
                  </a:txBody>
                  <a:tcPr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vi-VN" sz="1200" b="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Arial" panose="020B0604020202020204" pitchFamily="34" charset="0"/>
                        </a:rPr>
                        <a:t>Trả về các giá trị duy nhất của một mảng.</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1" hangingPunct="1"/>
                      <a:r>
                        <a:rPr lang="en-US" sz="12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Không</a:t>
                      </a:r>
                      <a:endPar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r h="272372">
                <a:tc>
                  <a:txBody>
                    <a:bodyPr/>
                    <a:lstStyle/>
                    <a:p>
                      <a:pPr marL="0" algn="ctr" defTabSz="914400" rtl="0" eaLnBrk="1" latinLnBrk="1" hangingPunct="1"/>
                      <a:r>
                        <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min, max, argmax, argmin</a:t>
                      </a:r>
                    </a:p>
                  </a:txBody>
                  <a:tcPr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vi-VN" sz="1200" b="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Arial" panose="020B0604020202020204" pitchFamily="34" charset="0"/>
                        </a:rPr>
                        <a:t>Giá trị nhỏ nhất, lớn nhất và các chỉ mục tương ứng.</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1" hangingPunct="1"/>
                      <a:r>
                        <a:rPr lang="en-US" sz="12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Không</a:t>
                      </a:r>
                      <a:r>
                        <a:rPr lang="en-US" sz="12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endParaRPr lang="en-US" sz="12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2"/>
                  </a:ext>
                </a:extLst>
              </a:tr>
            </a:tbl>
          </a:graphicData>
        </a:graphic>
      </p:graphicFrame>
      <p:sp>
        <p:nvSpPr>
          <p:cNvPr id="13" name="사각형: 둥근 모서리 32">
            <a:extLst>
              <a:ext uri="{FF2B5EF4-FFF2-40B4-BE49-F238E27FC236}">
                <a16:creationId xmlns:a16="http://schemas.microsoft.com/office/drawing/2014/main" id="{9F9FFF6C-7C72-4E08-8072-03F5113CBF51}"/>
              </a:ext>
            </a:extLst>
          </p:cNvPr>
          <p:cNvSpPr/>
          <p:nvPr/>
        </p:nvSpPr>
        <p:spPr>
          <a:xfrm>
            <a:off x="691607" y="5677594"/>
            <a:ext cx="3321594" cy="199678"/>
          </a:xfrm>
          <a:prstGeom prst="roundRect">
            <a:avLst>
              <a:gd name="adj" fmla="val 50000"/>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scene3d>
              <a:camera prst="orthographicFront"/>
              <a:lightRig rig="threePt" dir="t"/>
            </a:scene3d>
            <a:sp3d>
              <a:bevelT w="0" h="6350"/>
              <a:bevelB w="0" h="0"/>
            </a:sp3d>
          </a:bodyPr>
          <a:lstStyle/>
          <a:p>
            <a:pPr algn="ctr">
              <a:spcAft>
                <a:spcPts val="600"/>
              </a:spcAft>
            </a:pPr>
            <a:r>
              <a:rPr lang="en-US" altLang="ko-KR" sz="1050" b="1" dirty="0">
                <a:solidFill>
                  <a:schemeClr val="bg1"/>
                </a:solidFill>
                <a:latin typeface="SamsungOne-400" panose="020B0503030303020204" pitchFamily="34" charset="0"/>
                <a:ea typeface="SamsungOne-400" panose="020B0503030303020204" pitchFamily="34" charset="0"/>
              </a:rPr>
              <a:t>https://docs.scipy.org/doc/numpy-1.17.0/reference/</a:t>
            </a:r>
          </a:p>
        </p:txBody>
      </p:sp>
      <p:grpSp>
        <p:nvGrpSpPr>
          <p:cNvPr id="11" name="그룹 10">
            <a:extLst>
              <a:ext uri="{FF2B5EF4-FFF2-40B4-BE49-F238E27FC236}">
                <a16:creationId xmlns:a16="http://schemas.microsoft.com/office/drawing/2014/main" id="{9CEDF429-2A49-493D-8D07-B66BFEF7AE84}"/>
              </a:ext>
            </a:extLst>
          </p:cNvPr>
          <p:cNvGrpSpPr/>
          <p:nvPr/>
        </p:nvGrpSpPr>
        <p:grpSpPr>
          <a:xfrm>
            <a:off x="580388" y="1413381"/>
            <a:ext cx="8887612" cy="579930"/>
            <a:chOff x="580388" y="1413381"/>
            <a:chExt cx="8887612" cy="579930"/>
          </a:xfrm>
        </p:grpSpPr>
        <p:sp>
          <p:nvSpPr>
            <p:cNvPr id="15" name="Rectangle 12">
              <a:extLst>
                <a:ext uri="{FF2B5EF4-FFF2-40B4-BE49-F238E27FC236}">
                  <a16:creationId xmlns:a16="http://schemas.microsoft.com/office/drawing/2014/main" id="{0199D1B5-7C73-4750-AEB2-FD14649E431E}"/>
                </a:ext>
              </a:extLst>
            </p:cNvPr>
            <p:cNvSpPr/>
            <p:nvPr/>
          </p:nvSpPr>
          <p:spPr>
            <a:xfrm>
              <a:off x="711201" y="1647850"/>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NumPy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sp>
          <p:nvSpPr>
            <p:cNvPr id="16" name="직사각형 15">
              <a:extLst>
                <a:ext uri="{FF2B5EF4-FFF2-40B4-BE49-F238E27FC236}">
                  <a16:creationId xmlns:a16="http://schemas.microsoft.com/office/drawing/2014/main" id="{4C4AC2E6-CD39-469F-A20B-DAEF3AF5ADA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Hàm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phổ</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dụng</a:t>
              </a:r>
              <a:r>
                <a:rPr lang="en-US" altLang="ko-KR" sz="1400" dirty="0">
                  <a:solidFill>
                    <a:schemeClr val="tx1"/>
                  </a:solidFill>
                  <a:latin typeface="SamsungOne-400" panose="020B0503030303020204" pitchFamily="34" charset="0"/>
                  <a:ea typeface="SamsungOne-400" panose="020B0503030303020204" pitchFamily="34" charset="0"/>
                </a:rPr>
                <a:t> (2/3)</a:t>
              </a:r>
              <a:endParaRPr lang="ko-KR" altLang="en-US" sz="1400" dirty="0">
                <a:solidFill>
                  <a:schemeClr val="tx1"/>
                </a:solidFill>
                <a:latin typeface="SamsungOne-400" panose="020B0503030303020204" pitchFamily="34" charset="0"/>
              </a:endParaRPr>
            </a:p>
          </p:txBody>
        </p:sp>
      </p:grpSp>
    </p:spTree>
    <p:extLst>
      <p:ext uri="{BB962C8B-B14F-4D97-AF65-F5344CB8AC3E}">
        <p14:creationId xmlns:p14="http://schemas.microsoft.com/office/powerpoint/2010/main" val="548084775"/>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sp>
        <p:nvSpPr>
          <p:cNvPr id="13" name="사각형: 둥근 모서리 32">
            <a:extLst>
              <a:ext uri="{FF2B5EF4-FFF2-40B4-BE49-F238E27FC236}">
                <a16:creationId xmlns:a16="http://schemas.microsoft.com/office/drawing/2014/main" id="{9F9FFF6C-7C72-4E08-8072-03F5113CBF51}"/>
              </a:ext>
            </a:extLst>
          </p:cNvPr>
          <p:cNvSpPr/>
          <p:nvPr/>
        </p:nvSpPr>
        <p:spPr>
          <a:xfrm>
            <a:off x="709166" y="4559913"/>
            <a:ext cx="3738189" cy="264677"/>
          </a:xfrm>
          <a:prstGeom prst="roundRect">
            <a:avLst>
              <a:gd name="adj" fmla="val 50000"/>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scene3d>
              <a:camera prst="orthographicFront"/>
              <a:lightRig rig="threePt" dir="t"/>
            </a:scene3d>
            <a:sp3d>
              <a:bevelT w="0" h="6350"/>
              <a:bevelB w="0" h="0"/>
            </a:sp3d>
          </a:bodyPr>
          <a:lstStyle/>
          <a:p>
            <a:pPr algn="ctr">
              <a:spcAft>
                <a:spcPts val="600"/>
              </a:spcAft>
            </a:pPr>
            <a:r>
              <a:rPr lang="en-US" altLang="ko-KR" sz="1050" b="1" dirty="0">
                <a:solidFill>
                  <a:schemeClr val="bg1"/>
                </a:solidFill>
                <a:latin typeface="SamsungOne-400" panose="020B0503030303020204" pitchFamily="34" charset="0"/>
                <a:ea typeface="SamsungOne-400" panose="020B0503030303020204" pitchFamily="34" charset="0"/>
              </a:rPr>
              <a:t>https://docs.scipy.org/doc/numpy-1.17.0/reference/</a:t>
            </a:r>
          </a:p>
        </p:txBody>
      </p:sp>
      <p:graphicFrame>
        <p:nvGraphicFramePr>
          <p:cNvPr id="10" name="Table 11">
            <a:extLst>
              <a:ext uri="{FF2B5EF4-FFF2-40B4-BE49-F238E27FC236}">
                <a16:creationId xmlns:a16="http://schemas.microsoft.com/office/drawing/2014/main" id="{DF5D9247-ECDF-43B1-8FDD-FDB1912A4B74}"/>
              </a:ext>
            </a:extLst>
          </p:cNvPr>
          <p:cNvGraphicFramePr>
            <a:graphicFrameLocks noGrp="1"/>
          </p:cNvGraphicFramePr>
          <p:nvPr>
            <p:extLst>
              <p:ext uri="{D42A27DB-BD31-4B8C-83A1-F6EECF244321}">
                <p14:modId xmlns:p14="http://schemas.microsoft.com/office/powerpoint/2010/main" val="2654145488"/>
              </p:ext>
            </p:extLst>
          </p:nvPr>
        </p:nvGraphicFramePr>
        <p:xfrm>
          <a:off x="709167" y="2060848"/>
          <a:ext cx="8632824" cy="2331720"/>
        </p:xfrm>
        <a:graphic>
          <a:graphicData uri="http://schemas.openxmlformats.org/drawingml/2006/table">
            <a:tbl>
              <a:tblPr firstRow="1" bandRow="1">
                <a:tableStyleId>{5940675A-B579-460E-94D1-54222C63F5DA}</a:tableStyleId>
              </a:tblPr>
              <a:tblGrid>
                <a:gridCol w="3559507">
                  <a:extLst>
                    <a:ext uri="{9D8B030D-6E8A-4147-A177-3AD203B41FA5}">
                      <a16:colId xmlns:a16="http://schemas.microsoft.com/office/drawing/2014/main" val="20000"/>
                    </a:ext>
                  </a:extLst>
                </a:gridCol>
                <a:gridCol w="5073317">
                  <a:extLst>
                    <a:ext uri="{9D8B030D-6E8A-4147-A177-3AD203B41FA5}">
                      <a16:colId xmlns:a16="http://schemas.microsoft.com/office/drawing/2014/main" val="20001"/>
                    </a:ext>
                  </a:extLst>
                </a:gridCol>
              </a:tblGrid>
              <a:tr h="141928">
                <a:tc>
                  <a:txBody>
                    <a:bodyPr/>
                    <a:lstStyle/>
                    <a:p>
                      <a:pPr marL="0" algn="ctr" defTabSz="914400" rtl="0" eaLnBrk="1" latinLnBrk="1" hangingPunct="1"/>
                      <a:r>
                        <a:rPr lang="en-US" sz="14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Phương</a:t>
                      </a:r>
                      <a:r>
                        <a:rPr lang="en-US" sz="14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thức</a:t>
                      </a:r>
                      <a:endParaRPr lang="en-US"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12700" cmpd="sng">
                      <a:noFill/>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914400" rtl="0" eaLnBrk="1" latinLnBrk="1" hangingPunct="1"/>
                      <a:r>
                        <a:rPr lang="en-US" sz="14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Giải</a:t>
                      </a:r>
                      <a:r>
                        <a:rPr lang="en-US"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thích</a:t>
                      </a:r>
                      <a:endParaRPr lang="en-US"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12700" cmpd="sng">
                      <a:noFill/>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0"/>
                  </a:ext>
                </a:extLst>
              </a:tr>
              <a:tr h="178654">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mean</a:t>
                      </a:r>
                    </a:p>
                  </a:txBody>
                  <a:tcPr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Trung</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bình</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p>
                  </a:txBody>
                  <a:tcPr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178654">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var</a:t>
                      </a:r>
                    </a:p>
                  </a:txBody>
                  <a:tcPr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Phương</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sai</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13483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std</a:t>
                      </a:r>
                    </a:p>
                  </a:txBody>
                  <a:tcPr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Độ</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lệch</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chuẩn</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3483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sum</a:t>
                      </a:r>
                    </a:p>
                  </a:txBody>
                  <a:tcPr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Tổng</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số</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13483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cumsum</a:t>
                      </a:r>
                    </a:p>
                  </a:txBody>
                  <a:tcPr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Tổng</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tích</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lũy</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của</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một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mảng</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p>
                  </a:txBody>
                  <a:tcPr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13483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max, min</a:t>
                      </a:r>
                    </a:p>
                  </a:txBody>
                  <a:tcPr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1" hangingPunct="1"/>
                      <a:r>
                        <a:rPr lang="vi-VN" sz="1300" b="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Giá trị lớn nhất và nhỏ nhất của một mảng.</a:t>
                      </a:r>
                    </a:p>
                  </a:txBody>
                  <a:tcPr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13483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argmax, argmin</a:t>
                      </a:r>
                    </a:p>
                  </a:txBody>
                  <a:tcPr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vi-VN" sz="1300" b="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Các chỉ mục của giá trị lớn nhất và nhỏ nhất.</a:t>
                      </a:r>
                    </a:p>
                  </a:txBody>
                  <a:tcPr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bl>
          </a:graphicData>
        </a:graphic>
      </p:graphicFrame>
      <p:grpSp>
        <p:nvGrpSpPr>
          <p:cNvPr id="12" name="그룹 11">
            <a:extLst>
              <a:ext uri="{FF2B5EF4-FFF2-40B4-BE49-F238E27FC236}">
                <a16:creationId xmlns:a16="http://schemas.microsoft.com/office/drawing/2014/main" id="{B3C49AAA-BC3F-40C5-8835-EC9333D79F8F}"/>
              </a:ext>
            </a:extLst>
          </p:cNvPr>
          <p:cNvGrpSpPr/>
          <p:nvPr/>
        </p:nvGrpSpPr>
        <p:grpSpPr>
          <a:xfrm>
            <a:off x="580388" y="1413381"/>
            <a:ext cx="8887612" cy="579930"/>
            <a:chOff x="580388" y="1413381"/>
            <a:chExt cx="8887612" cy="579930"/>
          </a:xfrm>
        </p:grpSpPr>
        <p:sp>
          <p:nvSpPr>
            <p:cNvPr id="14" name="Rectangle 12">
              <a:extLst>
                <a:ext uri="{FF2B5EF4-FFF2-40B4-BE49-F238E27FC236}">
                  <a16:creationId xmlns:a16="http://schemas.microsoft.com/office/drawing/2014/main" id="{5144905E-4162-4380-8580-5E2F9C74A7D5}"/>
                </a:ext>
              </a:extLst>
            </p:cNvPr>
            <p:cNvSpPr/>
            <p:nvPr/>
          </p:nvSpPr>
          <p:spPr>
            <a:xfrm>
              <a:off x="711201" y="1647850"/>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Các phương thức thống kê của mảng NumPy:</a:t>
              </a:r>
            </a:p>
          </p:txBody>
        </p:sp>
        <p:sp>
          <p:nvSpPr>
            <p:cNvPr id="15" name="직사각형 14">
              <a:extLst>
                <a:ext uri="{FF2B5EF4-FFF2-40B4-BE49-F238E27FC236}">
                  <a16:creationId xmlns:a16="http://schemas.microsoft.com/office/drawing/2014/main" id="{26698E1C-2CB5-4C87-A415-95616791C7F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Hàm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phổ</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dụng</a:t>
              </a:r>
              <a:r>
                <a:rPr lang="en-US" altLang="ko-KR" sz="1400" dirty="0">
                  <a:solidFill>
                    <a:schemeClr val="tx1"/>
                  </a:solidFill>
                  <a:latin typeface="SamsungOne-400" panose="020B0503030303020204" pitchFamily="34" charset="0"/>
                  <a:ea typeface="SamsungOne-400" panose="020B0503030303020204" pitchFamily="34" charset="0"/>
                </a:rPr>
                <a:t> (3/3)</a:t>
              </a:r>
              <a:endParaRPr lang="ko-KR" altLang="en-US" sz="1400" dirty="0">
                <a:solidFill>
                  <a:schemeClr val="tx1"/>
                </a:solidFill>
                <a:latin typeface="SamsungOne-400" panose="020B0503030303020204" pitchFamily="34" charset="0"/>
              </a:endParaRPr>
            </a:p>
          </p:txBody>
        </p:sp>
      </p:grpSp>
    </p:spTree>
    <p:extLst>
      <p:ext uri="{BB962C8B-B14F-4D97-AF65-F5344CB8AC3E}">
        <p14:creationId xmlns:p14="http://schemas.microsoft.com/office/powerpoint/2010/main" val="19486109"/>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5" name="그룹 4">
            <a:extLst>
              <a:ext uri="{FF2B5EF4-FFF2-40B4-BE49-F238E27FC236}">
                <a16:creationId xmlns:a16="http://schemas.microsoft.com/office/drawing/2014/main" id="{C5532465-8E49-46A5-87E0-63391C63BC0A}"/>
              </a:ext>
            </a:extLst>
          </p:cNvPr>
          <p:cNvGrpSpPr/>
          <p:nvPr/>
        </p:nvGrpSpPr>
        <p:grpSpPr>
          <a:xfrm>
            <a:off x="557644" y="4581754"/>
            <a:ext cx="8782050" cy="1305019"/>
            <a:chOff x="557644" y="4610006"/>
            <a:chExt cx="8782050" cy="1305019"/>
          </a:xfrm>
        </p:grpSpPr>
        <p:grpSp>
          <p:nvGrpSpPr>
            <p:cNvPr id="14" name="그룹 13"/>
            <p:cNvGrpSpPr/>
            <p:nvPr/>
          </p:nvGrpSpPr>
          <p:grpSpPr>
            <a:xfrm>
              <a:off x="557644" y="4610006"/>
              <a:ext cx="8782050" cy="1305019"/>
              <a:chOff x="557644" y="5085183"/>
              <a:chExt cx="8782050" cy="1305019"/>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57644" y="5085183"/>
                <a:ext cx="8782050" cy="130501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8" name="TextBox 17">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Tổng</a:t>
                </a:r>
                <a:endParaRPr lang="en-US" altLang="ko-KR" sz="1300" dirty="0">
                  <a:solidFill>
                    <a:prstClr val="black">
                      <a:lumMod val="85000"/>
                      <a:lumOff val="15000"/>
                    </a:prstClr>
                  </a:solidFill>
                  <a:latin typeface="SamsungOne-400" panose="020B0503030303020204" pitchFamily="34" charset="0"/>
                </a:endParaRPr>
              </a:p>
            </p:txBody>
          </p:sp>
        </p:grpSp>
        <p:grpSp>
          <p:nvGrpSpPr>
            <p:cNvPr id="4" name="그룹 3">
              <a:extLst>
                <a:ext uri="{FF2B5EF4-FFF2-40B4-BE49-F238E27FC236}">
                  <a16:creationId xmlns:a16="http://schemas.microsoft.com/office/drawing/2014/main" id="{6D14A3B4-58F7-4991-A34F-A901E9513778}"/>
                </a:ext>
              </a:extLst>
            </p:cNvPr>
            <p:cNvGrpSpPr/>
            <p:nvPr/>
          </p:nvGrpSpPr>
          <p:grpSpPr>
            <a:xfrm>
              <a:off x="660211" y="5297395"/>
              <a:ext cx="8640559" cy="534949"/>
              <a:chOff x="660211" y="5316445"/>
              <a:chExt cx="8640559" cy="534949"/>
            </a:xfrm>
          </p:grpSpPr>
          <p:pic>
            <p:nvPicPr>
              <p:cNvPr id="19"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0211" y="5339177"/>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EE836FE5-4E63-409C-97E4-2898B8159708}"/>
                  </a:ext>
                </a:extLst>
              </p:cNvPr>
              <p:cNvSpPr txBox="1"/>
              <p:nvPr/>
            </p:nvSpPr>
            <p:spPr>
              <a:xfrm>
                <a:off x="918992" y="5316445"/>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1" name="TextBox 20">
                <a:extLst>
                  <a:ext uri="{FF2B5EF4-FFF2-40B4-BE49-F238E27FC236}">
                    <a16:creationId xmlns:a16="http://schemas.microsoft.com/office/drawing/2014/main" id="{0800EE66-B78E-4CCD-A49E-31BBE412C7F6}"/>
                  </a:ext>
                </a:extLst>
              </p:cNvPr>
              <p:cNvSpPr txBox="1"/>
              <p:nvPr/>
            </p:nvSpPr>
            <p:spPr>
              <a:xfrm>
                <a:off x="1019632" y="5651339"/>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Trung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bình</a:t>
                </a:r>
                <a:endParaRPr lang="en-US" altLang="ko-KR" sz="1300" dirty="0">
                  <a:solidFill>
                    <a:prstClr val="black">
                      <a:lumMod val="85000"/>
                      <a:lumOff val="15000"/>
                    </a:prstClr>
                  </a:solidFill>
                  <a:latin typeface="SamsungOne-400" panose="020B0503030303020204" pitchFamily="34" charset="0"/>
                </a:endParaRPr>
              </a:p>
            </p:txBody>
          </p:sp>
        </p:grpSp>
      </p:grpSp>
      <p:grpSp>
        <p:nvGrpSpPr>
          <p:cNvPr id="6" name="그룹 5">
            <a:extLst>
              <a:ext uri="{FF2B5EF4-FFF2-40B4-BE49-F238E27FC236}">
                <a16:creationId xmlns:a16="http://schemas.microsoft.com/office/drawing/2014/main" id="{918EF937-48E8-4353-B1E9-6E4788D0BDB0}"/>
              </a:ext>
            </a:extLst>
          </p:cNvPr>
          <p:cNvGrpSpPr/>
          <p:nvPr/>
        </p:nvGrpSpPr>
        <p:grpSpPr>
          <a:xfrm>
            <a:off x="558396" y="1700808"/>
            <a:ext cx="8782050" cy="2784326"/>
            <a:chOff x="558396" y="1844824"/>
            <a:chExt cx="8782050" cy="2784326"/>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1844824"/>
              <a:ext cx="8782050" cy="278432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21139"/>
            <a:stretch/>
          </p:blipFill>
          <p:spPr>
            <a:xfrm>
              <a:off x="569307" y="1922165"/>
              <a:ext cx="8770387" cy="2629462"/>
            </a:xfrm>
            <a:prstGeom prst="rect">
              <a:avLst/>
            </a:prstGeom>
          </p:spPr>
        </p:pic>
        <p:sp>
          <p:nvSpPr>
            <p:cNvPr id="3" name="직사각형 2"/>
            <p:cNvSpPr/>
            <p:nvPr/>
          </p:nvSpPr>
          <p:spPr>
            <a:xfrm>
              <a:off x="2137767" y="3250721"/>
              <a:ext cx="864096" cy="182471"/>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직사각형 21"/>
            <p:cNvSpPr/>
            <p:nvPr/>
          </p:nvSpPr>
          <p:spPr>
            <a:xfrm>
              <a:off x="2219300" y="4022060"/>
              <a:ext cx="864096" cy="182471"/>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6" name="직사각형 25">
            <a:extLst>
              <a:ext uri="{FF2B5EF4-FFF2-40B4-BE49-F238E27FC236}">
                <a16:creationId xmlns:a16="http://schemas.microsoft.com/office/drawing/2014/main" id="{12768956-4C7B-4E38-AF02-46E5C7760CC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thống kê của mảng NumPy:</a:t>
            </a:r>
          </a:p>
        </p:txBody>
      </p:sp>
    </p:spTree>
    <p:extLst>
      <p:ext uri="{BB962C8B-B14F-4D97-AF65-F5344CB8AC3E}">
        <p14:creationId xmlns:p14="http://schemas.microsoft.com/office/powerpoint/2010/main" val="4075712993"/>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8" name="그룹 7">
            <a:extLst>
              <a:ext uri="{FF2B5EF4-FFF2-40B4-BE49-F238E27FC236}">
                <a16:creationId xmlns:a16="http://schemas.microsoft.com/office/drawing/2014/main" id="{821DF8EF-C92A-4EA4-84EB-9CDBA6834A31}"/>
              </a:ext>
            </a:extLst>
          </p:cNvPr>
          <p:cNvGrpSpPr/>
          <p:nvPr/>
        </p:nvGrpSpPr>
        <p:grpSpPr>
          <a:xfrm>
            <a:off x="557644" y="4005064"/>
            <a:ext cx="8782050" cy="1881386"/>
            <a:chOff x="557644" y="4005064"/>
            <a:chExt cx="8782050" cy="1881386"/>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57644" y="4005064"/>
              <a:ext cx="8782050" cy="188138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4099805"/>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EE836FE5-4E63-409C-97E4-2898B8159708}"/>
                </a:ext>
              </a:extLst>
            </p:cNvPr>
            <p:cNvSpPr txBox="1"/>
            <p:nvPr/>
          </p:nvSpPr>
          <p:spPr>
            <a:xfrm>
              <a:off x="921178" y="4077073"/>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8" name="TextBox 17">
              <a:extLst>
                <a:ext uri="{FF2B5EF4-FFF2-40B4-BE49-F238E27FC236}">
                  <a16:creationId xmlns:a16="http://schemas.microsoft.com/office/drawing/2014/main" id="{0800EE66-B78E-4CCD-A49E-31BBE412C7F6}"/>
                </a:ext>
              </a:extLst>
            </p:cNvPr>
            <p:cNvSpPr txBox="1"/>
            <p:nvPr/>
          </p:nvSpPr>
          <p:spPr>
            <a:xfrm>
              <a:off x="1021818" y="4391110"/>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solidFill>
                    <a:prstClr val="black">
                      <a:lumMod val="85000"/>
                      <a:lumOff val="15000"/>
                    </a:prstClr>
                  </a:solidFill>
                  <a:latin typeface="SamsungOne-400" panose="020B0503030303020204" pitchFamily="34" charset="0"/>
                </a:rPr>
                <a:t>Trung </a:t>
              </a:r>
              <a:r>
                <a:rPr lang="en-US" altLang="ko-KR" sz="1300" dirty="0" err="1">
                  <a:solidFill>
                    <a:prstClr val="black">
                      <a:lumMod val="85000"/>
                      <a:lumOff val="15000"/>
                    </a:prstClr>
                  </a:solidFill>
                  <a:latin typeface="SamsungOne-400" panose="020B0503030303020204" pitchFamily="34" charset="0"/>
                </a:rPr>
                <a:t>bình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bằng</a:t>
              </a:r>
              <a:r>
                <a:rPr lang="en-US" altLang="ko-KR" sz="1300" dirty="0">
                  <a:solidFill>
                    <a:prstClr val="black">
                      <a:lumMod val="85000"/>
                      <a:lumOff val="15000"/>
                    </a:prstClr>
                  </a:solidFill>
                  <a:latin typeface="SamsungOne-400" panose="020B0503030303020204" pitchFamily="34" charset="0"/>
                </a:rPr>
                <a:t> 5,5</a:t>
              </a:r>
            </a:p>
          </p:txBody>
        </p:sp>
        <p:grpSp>
          <p:nvGrpSpPr>
            <p:cNvPr id="7" name="그룹 6">
              <a:extLst>
                <a:ext uri="{FF2B5EF4-FFF2-40B4-BE49-F238E27FC236}">
                  <a16:creationId xmlns:a16="http://schemas.microsoft.com/office/drawing/2014/main" id="{C76E3F80-0FBB-4665-BCD9-0D89C28F0FF5}"/>
                </a:ext>
              </a:extLst>
            </p:cNvPr>
            <p:cNvGrpSpPr/>
            <p:nvPr/>
          </p:nvGrpSpPr>
          <p:grpSpPr>
            <a:xfrm>
              <a:off x="645425" y="4677833"/>
              <a:ext cx="8655345" cy="511402"/>
              <a:chOff x="645425" y="4696883"/>
              <a:chExt cx="8655345" cy="511402"/>
            </a:xfrm>
          </p:grpSpPr>
          <p:pic>
            <p:nvPicPr>
              <p:cNvPr id="19"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45425" y="4722385"/>
                <a:ext cx="325287" cy="260690"/>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EE836FE5-4E63-409C-97E4-2898B8159708}"/>
                  </a:ext>
                </a:extLst>
              </p:cNvPr>
              <p:cNvSpPr txBox="1"/>
              <p:nvPr/>
            </p:nvSpPr>
            <p:spPr>
              <a:xfrm>
                <a:off x="918992" y="4696883"/>
                <a:ext cx="2659325" cy="292388"/>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1" name="TextBox 20">
                <a:extLst>
                  <a:ext uri="{FF2B5EF4-FFF2-40B4-BE49-F238E27FC236}">
                    <a16:creationId xmlns:a16="http://schemas.microsoft.com/office/drawing/2014/main" id="{0800EE66-B78E-4CCD-A49E-31BBE412C7F6}"/>
                  </a:ext>
                </a:extLst>
              </p:cNvPr>
              <p:cNvSpPr txBox="1"/>
              <p:nvPr/>
            </p:nvSpPr>
            <p:spPr>
              <a:xfrm>
                <a:off x="1019632" y="5008230"/>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Độ</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lệch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chênh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lệch</a:t>
                </a:r>
                <a:r>
                  <a:rPr lang="en-US" altLang="ko-KR" sz="1300" dirty="0">
                    <a:solidFill>
                      <a:prstClr val="black">
                        <a:lumMod val="85000"/>
                        <a:lumOff val="15000"/>
                      </a:prstClr>
                    </a:solidFill>
                    <a:latin typeface="SamsungOne-400" panose="020B0503030303020204" pitchFamily="34" charset="0"/>
                  </a:rPr>
                  <a:t> so </a:t>
                </a:r>
                <a:r>
                  <a:rPr lang="en-US" altLang="ko-KR" sz="1300" dirty="0" err="1">
                    <a:solidFill>
                      <a:prstClr val="black">
                        <a:lumMod val="85000"/>
                        <a:lumOff val="15000"/>
                      </a:prstClr>
                    </a:solidFill>
                    <a:latin typeface="SamsungOne-400" panose="020B0503030303020204" pitchFamily="34" charset="0"/>
                  </a:rPr>
                  <a:t>với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trung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bình</a:t>
                </a:r>
                <a:r>
                  <a:rPr lang="en-US" altLang="ko-KR" sz="1300" dirty="0">
                    <a:solidFill>
                      <a:prstClr val="black">
                        <a:lumMod val="85000"/>
                        <a:lumOff val="15000"/>
                      </a:prstClr>
                    </a:solidFill>
                    <a:latin typeface="SamsungOne-400" panose="020B0503030303020204" pitchFamily="34" charset="0"/>
                  </a:rPr>
                  <a:t>)</a:t>
                </a:r>
              </a:p>
            </p:txBody>
          </p:sp>
        </p:grpSp>
        <p:grpSp>
          <p:nvGrpSpPr>
            <p:cNvPr id="6" name="그룹 5">
              <a:extLst>
                <a:ext uri="{FF2B5EF4-FFF2-40B4-BE49-F238E27FC236}">
                  <a16:creationId xmlns:a16="http://schemas.microsoft.com/office/drawing/2014/main" id="{BE82BE43-F3A4-4AB7-BA4B-4581D2FE4C17}"/>
                </a:ext>
              </a:extLst>
            </p:cNvPr>
            <p:cNvGrpSpPr/>
            <p:nvPr/>
          </p:nvGrpSpPr>
          <p:grpSpPr>
            <a:xfrm>
              <a:off x="660211" y="5304116"/>
              <a:ext cx="8640559" cy="492442"/>
              <a:chOff x="660211" y="5359575"/>
              <a:chExt cx="8640559" cy="492442"/>
            </a:xfrm>
          </p:grpSpPr>
          <p:pic>
            <p:nvPicPr>
              <p:cNvPr id="22"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0211" y="5382307"/>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EE836FE5-4E63-409C-97E4-2898B8159708}"/>
                  </a:ext>
                </a:extLst>
              </p:cNvPr>
              <p:cNvSpPr txBox="1"/>
              <p:nvPr/>
            </p:nvSpPr>
            <p:spPr>
              <a:xfrm>
                <a:off x="918992" y="5359575"/>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7" name="TextBox 26">
                <a:extLst>
                  <a:ext uri="{FF2B5EF4-FFF2-40B4-BE49-F238E27FC236}">
                    <a16:creationId xmlns:a16="http://schemas.microsoft.com/office/drawing/2014/main" id="{0800EE66-B78E-4CCD-A49E-31BBE412C7F6}"/>
                  </a:ext>
                </a:extLst>
              </p:cNvPr>
              <p:cNvSpPr txBox="1"/>
              <p:nvPr/>
            </p:nvSpPr>
            <p:spPr>
              <a:xfrm>
                <a:off x="1019632" y="5651962"/>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solidFill>
                      <a:prstClr val="black">
                        <a:lumMod val="85000"/>
                        <a:lumOff val="15000"/>
                      </a:prstClr>
                    </a:solidFill>
                    <a:latin typeface="SamsungOne-400" panose="020B0503030303020204" pitchFamily="34" charset="0"/>
                  </a:rPr>
                  <a:t>Bình </a:t>
                </a:r>
                <a:r>
                  <a:rPr lang="en-US" altLang="ko-KR" sz="1300" dirty="0" err="1">
                    <a:solidFill>
                      <a:prstClr val="black">
                        <a:lumMod val="85000"/>
                        <a:lumOff val="15000"/>
                      </a:prstClr>
                    </a:solidFill>
                    <a:latin typeface="SamsungOne-400" panose="020B0503030303020204" pitchFamily="34" charset="0"/>
                  </a:rPr>
                  <a:t>phương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độ</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lệch</a:t>
                </a:r>
                <a:endParaRPr lang="en-US" altLang="ko-KR" sz="1300" dirty="0">
                  <a:solidFill>
                    <a:prstClr val="black">
                      <a:lumMod val="85000"/>
                      <a:lumOff val="15000"/>
                    </a:prstClr>
                  </a:solidFill>
                  <a:latin typeface="SamsungOne-400" panose="020B0503030303020204" pitchFamily="34" charset="0"/>
                </a:endParaRPr>
              </a:p>
            </p:txBody>
          </p:sp>
        </p:grpSp>
      </p:grpSp>
      <p:grpSp>
        <p:nvGrpSpPr>
          <p:cNvPr id="2" name="그룹 1">
            <a:extLst>
              <a:ext uri="{FF2B5EF4-FFF2-40B4-BE49-F238E27FC236}">
                <a16:creationId xmlns:a16="http://schemas.microsoft.com/office/drawing/2014/main" id="{0DCDBF1E-8BA3-476E-AECC-4FB5C1575E97}"/>
              </a:ext>
            </a:extLst>
          </p:cNvPr>
          <p:cNvGrpSpPr/>
          <p:nvPr/>
        </p:nvGrpSpPr>
        <p:grpSpPr>
          <a:xfrm>
            <a:off x="558396" y="1700808"/>
            <a:ext cx="8782050" cy="2185392"/>
            <a:chOff x="558396" y="1700808"/>
            <a:chExt cx="8782050" cy="2185392"/>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1700808"/>
              <a:ext cx="8782050" cy="218539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r="22492"/>
            <a:stretch/>
          </p:blipFill>
          <p:spPr>
            <a:xfrm>
              <a:off x="578833" y="1750249"/>
              <a:ext cx="8760861" cy="2106057"/>
            </a:xfrm>
            <a:prstGeom prst="rect">
              <a:avLst/>
            </a:prstGeom>
          </p:spPr>
        </p:pic>
      </p:grpSp>
      <p:sp>
        <p:nvSpPr>
          <p:cNvPr id="28" name="직사각형 27">
            <a:extLst>
              <a:ext uri="{FF2B5EF4-FFF2-40B4-BE49-F238E27FC236}">
                <a16:creationId xmlns:a16="http://schemas.microsoft.com/office/drawing/2014/main" id="{AF72EF9C-E3DE-4765-9288-BBE41D3E1A3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thống kê của mảng NumPy:</a:t>
            </a:r>
          </a:p>
        </p:txBody>
      </p:sp>
    </p:spTree>
    <p:extLst>
      <p:ext uri="{BB962C8B-B14F-4D97-AF65-F5344CB8AC3E}">
        <p14:creationId xmlns:p14="http://schemas.microsoft.com/office/powerpoint/2010/main" val="59787367"/>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14" name="그룹 13"/>
          <p:cNvGrpSpPr/>
          <p:nvPr/>
        </p:nvGrpSpPr>
        <p:grpSpPr>
          <a:xfrm>
            <a:off x="557644" y="3152820"/>
            <a:ext cx="8782050" cy="691202"/>
            <a:chOff x="557644" y="5085183"/>
            <a:chExt cx="8782050" cy="691202"/>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57644" y="5085183"/>
              <a:ext cx="8782050" cy="69120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39</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8" name="TextBox 17">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Tổng bình phương độ lệch</a:t>
              </a:r>
              <a:endParaRPr lang="en-US" altLang="ko-KR" sz="1300" dirty="0">
                <a:solidFill>
                  <a:prstClr val="black">
                    <a:lumMod val="85000"/>
                    <a:lumOff val="15000"/>
                  </a:prstClr>
                </a:solidFill>
                <a:latin typeface="SamsungOne-400" panose="020B0503030303020204" pitchFamily="34" charset="0"/>
              </a:endParaRPr>
            </a:p>
          </p:txBody>
        </p:sp>
      </p:grpSp>
      <p:grpSp>
        <p:nvGrpSpPr>
          <p:cNvPr id="3" name="그룹 2">
            <a:extLst>
              <a:ext uri="{FF2B5EF4-FFF2-40B4-BE49-F238E27FC236}">
                <a16:creationId xmlns:a16="http://schemas.microsoft.com/office/drawing/2014/main" id="{9C94C1AB-E9B8-4212-83CC-879ECE3A1855}"/>
              </a:ext>
            </a:extLst>
          </p:cNvPr>
          <p:cNvGrpSpPr/>
          <p:nvPr/>
        </p:nvGrpSpPr>
        <p:grpSpPr>
          <a:xfrm>
            <a:off x="558396" y="1700808"/>
            <a:ext cx="8782050" cy="1355577"/>
            <a:chOff x="558396" y="1844823"/>
            <a:chExt cx="8782050" cy="1355577"/>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1844823"/>
              <a:ext cx="8782050" cy="135557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24577"/>
            <a:stretch/>
          </p:blipFill>
          <p:spPr>
            <a:xfrm>
              <a:off x="569308" y="1884065"/>
              <a:ext cx="8770386" cy="1244970"/>
            </a:xfrm>
            <a:prstGeom prst="rect">
              <a:avLst/>
            </a:prstGeom>
          </p:spPr>
        </p:pic>
      </p:grpSp>
      <p:sp>
        <p:nvSpPr>
          <p:cNvPr id="19" name="직사각형 18">
            <a:extLst>
              <a:ext uri="{FF2B5EF4-FFF2-40B4-BE49-F238E27FC236}">
                <a16:creationId xmlns:a16="http://schemas.microsoft.com/office/drawing/2014/main" id="{D13F18A0-B701-4D20-8CA9-EBA9310962D9}"/>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thống kê của mảng NumPy:</a:t>
            </a:r>
          </a:p>
        </p:txBody>
      </p:sp>
    </p:spTree>
    <p:extLst>
      <p:ext uri="{BB962C8B-B14F-4D97-AF65-F5344CB8AC3E}">
        <p14:creationId xmlns:p14="http://schemas.microsoft.com/office/powerpoint/2010/main" val="3577305847"/>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14" name="그룹 13"/>
          <p:cNvGrpSpPr/>
          <p:nvPr/>
        </p:nvGrpSpPr>
        <p:grpSpPr>
          <a:xfrm>
            <a:off x="557644" y="2641104"/>
            <a:ext cx="8782050" cy="665324"/>
            <a:chOff x="557644" y="5085183"/>
            <a:chExt cx="8782050" cy="665324"/>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57644" y="5085183"/>
              <a:ext cx="8782050" cy="66532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8" name="TextBox 17">
              <a:extLst>
                <a:ext uri="{FF2B5EF4-FFF2-40B4-BE49-F238E27FC236}">
                  <a16:creationId xmlns:a16="http://schemas.microsoft.com/office/drawing/2014/main" id="{0800EE66-B78E-4CCD-A49E-31BBE412C7F6}"/>
                </a:ext>
              </a:extLst>
            </p:cNvPr>
            <p:cNvSpPr txBox="1"/>
            <p:nvPr/>
          </p:nvSpPr>
          <p:spPr>
            <a:xfrm>
              <a:off x="1021818" y="5464273"/>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Tổng của các độ lệch bình phương chia cho kích thước mảng được gọi là phương sai.</a:t>
              </a:r>
              <a:endParaRPr lang="en-US" altLang="ko-KR"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02D21D00-E431-4315-B3C2-D3979A5F2704}"/>
              </a:ext>
            </a:extLst>
          </p:cNvPr>
          <p:cNvGrpSpPr/>
          <p:nvPr/>
        </p:nvGrpSpPr>
        <p:grpSpPr>
          <a:xfrm>
            <a:off x="558396" y="1700808"/>
            <a:ext cx="8782050" cy="831702"/>
            <a:chOff x="558396" y="1844824"/>
            <a:chExt cx="8782050" cy="831702"/>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1844824"/>
              <a:ext cx="8782050" cy="83170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23918"/>
            <a:stretch/>
          </p:blipFill>
          <p:spPr>
            <a:xfrm>
              <a:off x="588358" y="1903115"/>
              <a:ext cx="8751336" cy="720902"/>
            </a:xfrm>
            <a:prstGeom prst="rect">
              <a:avLst/>
            </a:prstGeom>
          </p:spPr>
        </p:pic>
      </p:grpSp>
      <p:sp>
        <p:nvSpPr>
          <p:cNvPr id="19" name="Rectangle 12">
            <a:extLst>
              <a:ext uri="{FF2B5EF4-FFF2-40B4-BE49-F238E27FC236}">
                <a16:creationId xmlns:a16="http://schemas.microsoft.com/office/drawing/2014/main" id="{39C1D0BA-7152-4AAC-B295-DCCB5F8378F4}"/>
              </a:ext>
            </a:extLst>
          </p:cNvPr>
          <p:cNvSpPr/>
          <p:nvPr/>
        </p:nvSpPr>
        <p:spPr>
          <a:xfrm>
            <a:off x="711201" y="334005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Kết quả này có thể được tính trực tiếp thông qua quy trình trên hoặc có thể sử dụng var().</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nvGrpSpPr>
          <p:cNvPr id="5" name="그룹 4">
            <a:extLst>
              <a:ext uri="{FF2B5EF4-FFF2-40B4-BE49-F238E27FC236}">
                <a16:creationId xmlns:a16="http://schemas.microsoft.com/office/drawing/2014/main" id="{B1C36CEB-BA97-4794-BEBC-0B8906007EFC}"/>
              </a:ext>
            </a:extLst>
          </p:cNvPr>
          <p:cNvGrpSpPr/>
          <p:nvPr/>
        </p:nvGrpSpPr>
        <p:grpSpPr>
          <a:xfrm>
            <a:off x="558924" y="3818659"/>
            <a:ext cx="8782050" cy="1621160"/>
            <a:chOff x="558924" y="3779515"/>
            <a:chExt cx="8782050" cy="1621160"/>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924" y="3779515"/>
              <a:ext cx="8782050" cy="162116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5"/>
            <a:srcRect r="24145"/>
            <a:stretch/>
          </p:blipFill>
          <p:spPr>
            <a:xfrm>
              <a:off x="568327" y="3833395"/>
              <a:ext cx="8771368" cy="1530297"/>
            </a:xfrm>
            <a:prstGeom prst="rect">
              <a:avLst/>
            </a:prstGeom>
          </p:spPr>
        </p:pic>
      </p:grpSp>
      <p:grpSp>
        <p:nvGrpSpPr>
          <p:cNvPr id="22" name="그룹 21"/>
          <p:cNvGrpSpPr/>
          <p:nvPr/>
        </p:nvGrpSpPr>
        <p:grpSpPr>
          <a:xfrm>
            <a:off x="558924" y="5533888"/>
            <a:ext cx="8782050" cy="665324"/>
            <a:chOff x="557644" y="5085183"/>
            <a:chExt cx="8782050" cy="665324"/>
          </a:xfrm>
        </p:grpSpPr>
        <p:sp>
          <p:nvSpPr>
            <p:cNvPr id="26" name="모서리가 둥근 직사각형 4">
              <a:extLst>
                <a:ext uri="{FF2B5EF4-FFF2-40B4-BE49-F238E27FC236}">
                  <a16:creationId xmlns:a16="http://schemas.microsoft.com/office/drawing/2014/main" id="{C3569CBD-5212-483A-A582-6794A42BDB63}"/>
                </a:ext>
              </a:extLst>
            </p:cNvPr>
            <p:cNvSpPr/>
            <p:nvPr/>
          </p:nvSpPr>
          <p:spPr>
            <a:xfrm>
              <a:off x="557644" y="5085183"/>
              <a:ext cx="8782050" cy="66532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8" name="TextBox 27">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9" name="TextBox 28">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Căn bậc hai của phương sai là độ lệch chuẩn.</a:t>
              </a:r>
              <a:endParaRPr lang="en-US" altLang="ko-KR" sz="1300" dirty="0">
                <a:solidFill>
                  <a:prstClr val="black">
                    <a:lumMod val="85000"/>
                    <a:lumOff val="15000"/>
                  </a:prstClr>
                </a:solidFill>
                <a:latin typeface="SamsungOne-400" panose="020B0503030303020204" pitchFamily="34" charset="0"/>
              </a:endParaRPr>
            </a:p>
          </p:txBody>
        </p:sp>
      </p:grpSp>
      <p:sp>
        <p:nvSpPr>
          <p:cNvPr id="30" name="직사각형 29">
            <a:extLst>
              <a:ext uri="{FF2B5EF4-FFF2-40B4-BE49-F238E27FC236}">
                <a16:creationId xmlns:a16="http://schemas.microsoft.com/office/drawing/2014/main" id="{8FFC3DCE-6E91-4306-9CA3-0FC093EBC070}"/>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thống kê của mảng NumPy:</a:t>
            </a:r>
          </a:p>
        </p:txBody>
      </p:sp>
    </p:spTree>
    <p:extLst>
      <p:ext uri="{BB962C8B-B14F-4D97-AF65-F5344CB8AC3E}">
        <p14:creationId xmlns:p14="http://schemas.microsoft.com/office/powerpoint/2010/main" val="2333915275"/>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sp>
        <p:nvSpPr>
          <p:cNvPr id="19" name="Rectangle 12">
            <a:extLst>
              <a:ext uri="{FF2B5EF4-FFF2-40B4-BE49-F238E27FC236}">
                <a16:creationId xmlns:a16="http://schemas.microsoft.com/office/drawing/2014/main" id="{39C1D0BA-7152-4AAC-B295-DCCB5F8378F4}"/>
              </a:ext>
            </a:extLst>
          </p:cNvPr>
          <p:cNvSpPr/>
          <p:nvPr/>
        </p:nvSpPr>
        <p:spPr>
          <a:xfrm>
            <a:off x="711201" y="3377683"/>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Kết quả này có thể được tính trực tiếp thông qua quy trình trên hoặc có thể sử dụng phương thức std().</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nvGrpSpPr>
          <p:cNvPr id="5" name="그룹 4">
            <a:extLst>
              <a:ext uri="{FF2B5EF4-FFF2-40B4-BE49-F238E27FC236}">
                <a16:creationId xmlns:a16="http://schemas.microsoft.com/office/drawing/2014/main" id="{E124B330-71EC-4EA0-B1CD-732BA4B25B97}"/>
              </a:ext>
            </a:extLst>
          </p:cNvPr>
          <p:cNvGrpSpPr/>
          <p:nvPr/>
        </p:nvGrpSpPr>
        <p:grpSpPr>
          <a:xfrm>
            <a:off x="558924" y="3773331"/>
            <a:ext cx="8782050" cy="814586"/>
            <a:chOff x="558924" y="4005064"/>
            <a:chExt cx="8782050" cy="814586"/>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924" y="4005064"/>
              <a:ext cx="8782050" cy="81458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23476"/>
            <a:stretch/>
          </p:blipFill>
          <p:spPr>
            <a:xfrm>
              <a:off x="577851" y="4047430"/>
              <a:ext cx="8761843" cy="715070"/>
            </a:xfrm>
            <a:prstGeom prst="rect">
              <a:avLst/>
            </a:prstGeom>
          </p:spPr>
        </p:pic>
      </p:grpSp>
      <p:grpSp>
        <p:nvGrpSpPr>
          <p:cNvPr id="12" name="그룹 11"/>
          <p:cNvGrpSpPr/>
          <p:nvPr/>
        </p:nvGrpSpPr>
        <p:grpSpPr>
          <a:xfrm>
            <a:off x="557644" y="2617618"/>
            <a:ext cx="8782050" cy="665324"/>
            <a:chOff x="557644" y="5085183"/>
            <a:chExt cx="8782050" cy="665324"/>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3"/>
              <a:ext cx="8782050" cy="66532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Tổng của các độ lệch bình phương chia cho kích thước mảng được gọi là phương sai.</a:t>
              </a:r>
              <a:endParaRPr lang="en-US" altLang="ko-KR" sz="1300" dirty="0">
                <a:solidFill>
                  <a:prstClr val="black">
                    <a:lumMod val="85000"/>
                    <a:lumOff val="15000"/>
                  </a:prstClr>
                </a:solidFill>
                <a:latin typeface="SamsungOne-400" panose="020B0503030303020204" pitchFamily="34" charset="0"/>
              </a:endParaRPr>
            </a:p>
          </p:txBody>
        </p:sp>
      </p:grpSp>
      <p:grpSp>
        <p:nvGrpSpPr>
          <p:cNvPr id="4" name="그룹 3">
            <a:extLst>
              <a:ext uri="{FF2B5EF4-FFF2-40B4-BE49-F238E27FC236}">
                <a16:creationId xmlns:a16="http://schemas.microsoft.com/office/drawing/2014/main" id="{1004152D-CB85-4330-8C1B-A586C489923F}"/>
              </a:ext>
            </a:extLst>
          </p:cNvPr>
          <p:cNvGrpSpPr/>
          <p:nvPr/>
        </p:nvGrpSpPr>
        <p:grpSpPr>
          <a:xfrm>
            <a:off x="558396" y="1700808"/>
            <a:ext cx="8782050" cy="831702"/>
            <a:chOff x="558396" y="1844824"/>
            <a:chExt cx="8782050" cy="831702"/>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396" y="1844824"/>
              <a:ext cx="8782050" cy="83170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7" name="그림 16"/>
            <p:cNvPicPr>
              <a:picLocks noChangeAspect="1"/>
            </p:cNvPicPr>
            <p:nvPr/>
          </p:nvPicPr>
          <p:blipFill rotWithShape="1">
            <a:blip r:embed="rId5"/>
            <a:srcRect r="24102"/>
            <a:stretch/>
          </p:blipFill>
          <p:spPr>
            <a:xfrm>
              <a:off x="578833" y="1903115"/>
              <a:ext cx="8760862" cy="720902"/>
            </a:xfrm>
            <a:prstGeom prst="rect">
              <a:avLst/>
            </a:prstGeom>
          </p:spPr>
        </p:pic>
      </p:grpSp>
      <p:sp>
        <p:nvSpPr>
          <p:cNvPr id="22" name="직사각형 21">
            <a:extLst>
              <a:ext uri="{FF2B5EF4-FFF2-40B4-BE49-F238E27FC236}">
                <a16:creationId xmlns:a16="http://schemas.microsoft.com/office/drawing/2014/main" id="{9C2AB641-D70B-4B8E-8F9F-11304E51BC99}"/>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thống kê của mảng NumPy:</a:t>
            </a:r>
          </a:p>
        </p:txBody>
      </p:sp>
    </p:spTree>
    <p:extLst>
      <p:ext uri="{BB962C8B-B14F-4D97-AF65-F5344CB8AC3E}">
        <p14:creationId xmlns:p14="http://schemas.microsoft.com/office/powerpoint/2010/main" val="4083841077"/>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14" name="그룹 13"/>
          <p:cNvGrpSpPr/>
          <p:nvPr/>
        </p:nvGrpSpPr>
        <p:grpSpPr>
          <a:xfrm>
            <a:off x="557644" y="2645539"/>
            <a:ext cx="8782050" cy="711454"/>
            <a:chOff x="557644" y="5085183"/>
            <a:chExt cx="8782050" cy="711454"/>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57644" y="5085183"/>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8" name="TextBox 17">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Phương thức cumsum() được sử dụng để tìm tổng tích lũy của x.</a:t>
              </a:r>
              <a:endParaRPr lang="en-US" altLang="ko-KR"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2B67495E-F7D1-45F0-B6DE-DC404070E15E}"/>
              </a:ext>
            </a:extLst>
          </p:cNvPr>
          <p:cNvGrpSpPr/>
          <p:nvPr/>
        </p:nvGrpSpPr>
        <p:grpSpPr>
          <a:xfrm>
            <a:off x="558396" y="1700808"/>
            <a:ext cx="8782050" cy="864097"/>
            <a:chOff x="558396" y="1844823"/>
            <a:chExt cx="8782050" cy="864097"/>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1844823"/>
              <a:ext cx="8782050" cy="86409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r="22263"/>
            <a:stretch/>
          </p:blipFill>
          <p:spPr>
            <a:xfrm>
              <a:off x="588357" y="1913901"/>
              <a:ext cx="8751337" cy="711454"/>
            </a:xfrm>
            <a:prstGeom prst="rect">
              <a:avLst/>
            </a:prstGeom>
          </p:spPr>
        </p:pic>
      </p:grpSp>
      <p:sp>
        <p:nvSpPr>
          <p:cNvPr id="19" name="직사각형 18">
            <a:extLst>
              <a:ext uri="{FF2B5EF4-FFF2-40B4-BE49-F238E27FC236}">
                <a16:creationId xmlns:a16="http://schemas.microsoft.com/office/drawing/2014/main" id="{E35A79D5-55B3-4942-9282-08D17282B4B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thống kê của mảng NumPy:</a:t>
            </a:r>
          </a:p>
        </p:txBody>
      </p:sp>
    </p:spTree>
    <p:extLst>
      <p:ext uri="{BB962C8B-B14F-4D97-AF65-F5344CB8AC3E}">
        <p14:creationId xmlns:p14="http://schemas.microsoft.com/office/powerpoint/2010/main" val="1489753045"/>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14" name="그룹 13"/>
          <p:cNvGrpSpPr/>
          <p:nvPr/>
        </p:nvGrpSpPr>
        <p:grpSpPr>
          <a:xfrm>
            <a:off x="553291" y="5431674"/>
            <a:ext cx="8782050" cy="843738"/>
            <a:chOff x="557644" y="5085182"/>
            <a:chExt cx="8782050" cy="843738"/>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57644" y="5085182"/>
              <a:ext cx="8782050" cy="84373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8" name="TextBox 17">
              <a:extLst>
                <a:ext uri="{FF2B5EF4-FFF2-40B4-BE49-F238E27FC236}">
                  <a16:creationId xmlns:a16="http://schemas.microsoft.com/office/drawing/2014/main" id="{0800EE66-B78E-4CCD-A49E-31BBE412C7F6}"/>
                </a:ext>
              </a:extLst>
            </p:cNvPr>
            <p:cNvSpPr txBox="1"/>
            <p:nvPr/>
          </p:nvSpPr>
          <p:spPr>
            <a:xfrm>
              <a:off x="1021818" y="5463511"/>
              <a:ext cx="8217761" cy="400110"/>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Theo cách này, bạn có thể chỉ định nó thành hai hàng và ba cột, nhưng nếu bạn chỉ chỉ định số hàng như minh họa ở các dòng tiếp theo, hãy sử dụng -1 để nó tự thay đổi phần còn lại.</a:t>
              </a:r>
              <a:endParaRPr lang="en-US" altLang="ko-KR" sz="1300" dirty="0">
                <a:solidFill>
                  <a:prstClr val="black">
                    <a:lumMod val="85000"/>
                    <a:lumOff val="15000"/>
                  </a:prstClr>
                </a:solidFill>
                <a:latin typeface="SamsungOne-400" panose="020B0503030303020204" pitchFamily="34" charset="0"/>
              </a:endParaRPr>
            </a:p>
          </p:txBody>
        </p:sp>
      </p:grpSp>
      <p:grpSp>
        <p:nvGrpSpPr>
          <p:cNvPr id="3" name="그룹 2">
            <a:extLst>
              <a:ext uri="{FF2B5EF4-FFF2-40B4-BE49-F238E27FC236}">
                <a16:creationId xmlns:a16="http://schemas.microsoft.com/office/drawing/2014/main" id="{D59ED488-70FE-44AF-8C69-40D2FA394ECD}"/>
              </a:ext>
            </a:extLst>
          </p:cNvPr>
          <p:cNvGrpSpPr/>
          <p:nvPr/>
        </p:nvGrpSpPr>
        <p:grpSpPr>
          <a:xfrm>
            <a:off x="558396" y="1700808"/>
            <a:ext cx="8786033" cy="3633933"/>
            <a:chOff x="558396" y="1700808"/>
            <a:chExt cx="8786033" cy="3633933"/>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1700808"/>
              <a:ext cx="8782050" cy="363393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13640"/>
            <a:stretch/>
          </p:blipFill>
          <p:spPr>
            <a:xfrm>
              <a:off x="588357" y="1765971"/>
              <a:ext cx="8756072" cy="3475167"/>
            </a:xfrm>
            <a:prstGeom prst="rect">
              <a:avLst/>
            </a:prstGeom>
          </p:spPr>
        </p:pic>
      </p:grpSp>
      <p:sp>
        <p:nvSpPr>
          <p:cNvPr id="19" name="직사각형 18">
            <a:extLst>
              <a:ext uri="{FF2B5EF4-FFF2-40B4-BE49-F238E27FC236}">
                <a16:creationId xmlns:a16="http://schemas.microsoft.com/office/drawing/2014/main" id="{00B0B359-59E6-4907-AFCE-3B0620F7C08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thống kê của mảng NumPy:</a:t>
            </a:r>
          </a:p>
        </p:txBody>
      </p:sp>
    </p:spTree>
    <p:extLst>
      <p:ext uri="{BB962C8B-B14F-4D97-AF65-F5344CB8AC3E}">
        <p14:creationId xmlns:p14="http://schemas.microsoft.com/office/powerpoint/2010/main" val="976682434"/>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14" name="그룹 13"/>
          <p:cNvGrpSpPr/>
          <p:nvPr/>
        </p:nvGrpSpPr>
        <p:grpSpPr>
          <a:xfrm>
            <a:off x="564877" y="4922118"/>
            <a:ext cx="8782050" cy="1168549"/>
            <a:chOff x="557644" y="5085182"/>
            <a:chExt cx="8782050" cy="1168549"/>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57644" y="5085182"/>
              <a:ext cx="8782050" cy="116854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8" name="TextBox 17">
              <a:extLst>
                <a:ext uri="{FF2B5EF4-FFF2-40B4-BE49-F238E27FC236}">
                  <a16:creationId xmlns:a16="http://schemas.microsoft.com/office/drawing/2014/main" id="{0800EE66-B78E-4CCD-A49E-31BBE412C7F6}"/>
                </a:ext>
              </a:extLst>
            </p:cNvPr>
            <p:cNvSpPr txBox="1"/>
            <p:nvPr/>
          </p:nvSpPr>
          <p:spPr>
            <a:xfrm>
              <a:off x="1021818" y="5443050"/>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Trung bình cộng của 1 và 4 là 2,5. Khi axis = 0, phép tính được thực hiện theo các cột.</a:t>
              </a:r>
              <a:endParaRPr lang="en-US" altLang="ko-KR" sz="1300" dirty="0">
                <a:solidFill>
                  <a:prstClr val="black">
                    <a:lumMod val="85000"/>
                    <a:lumOff val="15000"/>
                  </a:prstClr>
                </a:solidFill>
                <a:latin typeface="SamsungOne-400" panose="020B0503030303020204" pitchFamily="34" charset="0"/>
              </a:endParaRPr>
            </a:p>
          </p:txBody>
        </p:sp>
      </p:grpSp>
      <p:sp>
        <p:nvSpPr>
          <p:cNvPr id="19" name="Rectangle 12">
            <a:extLst>
              <a:ext uri="{FF2B5EF4-FFF2-40B4-BE49-F238E27FC236}">
                <a16:creationId xmlns:a16="http://schemas.microsoft.com/office/drawing/2014/main" id="{39C1D0BA-7152-4AAC-B295-DCCB5F8378F4}"/>
              </a:ext>
            </a:extLst>
          </p:cNvPr>
          <p:cNvSpPr/>
          <p:nvPr/>
        </p:nvSpPr>
        <p:spPr>
          <a:xfrm>
            <a:off x="711201" y="1639302"/>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Hàm thống kê cũng có thể được sử dụng cho từng hàng và cột.</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nvGrpSpPr>
          <p:cNvPr id="4" name="그룹 3">
            <a:extLst>
              <a:ext uri="{FF2B5EF4-FFF2-40B4-BE49-F238E27FC236}">
                <a16:creationId xmlns:a16="http://schemas.microsoft.com/office/drawing/2014/main" id="{DC211EB5-D921-4D26-856C-E4054E103213}"/>
              </a:ext>
            </a:extLst>
          </p:cNvPr>
          <p:cNvGrpSpPr/>
          <p:nvPr/>
        </p:nvGrpSpPr>
        <p:grpSpPr>
          <a:xfrm>
            <a:off x="665436" y="5623148"/>
            <a:ext cx="8640559" cy="468312"/>
            <a:chOff x="665436" y="5661248"/>
            <a:chExt cx="8640559" cy="468312"/>
          </a:xfrm>
        </p:grpSpPr>
        <p:pic>
          <p:nvPicPr>
            <p:cNvPr id="20"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5436" y="5683980"/>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EE836FE5-4E63-409C-97E4-2898B8159708}"/>
                </a:ext>
              </a:extLst>
            </p:cNvPr>
            <p:cNvSpPr txBox="1"/>
            <p:nvPr/>
          </p:nvSpPr>
          <p:spPr>
            <a:xfrm>
              <a:off x="924217" y="5661248"/>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2" name="TextBox 21">
              <a:extLst>
                <a:ext uri="{FF2B5EF4-FFF2-40B4-BE49-F238E27FC236}">
                  <a16:creationId xmlns:a16="http://schemas.microsoft.com/office/drawing/2014/main" id="{0800EE66-B78E-4CCD-A49E-31BBE412C7F6}"/>
                </a:ext>
              </a:extLst>
            </p:cNvPr>
            <p:cNvSpPr txBox="1"/>
            <p:nvPr/>
          </p:nvSpPr>
          <p:spPr>
            <a:xfrm>
              <a:off x="1024857" y="5929505"/>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Trung bình cộng của 1,2,3 là 2. Khi axis = 1, phép tính được thực hiện theo các hàng.</a:t>
              </a:r>
              <a:endParaRPr lang="en-US" altLang="ko-KR"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864CBB87-8E65-442A-86E1-717271F61791}"/>
              </a:ext>
            </a:extLst>
          </p:cNvPr>
          <p:cNvGrpSpPr/>
          <p:nvPr/>
        </p:nvGrpSpPr>
        <p:grpSpPr>
          <a:xfrm>
            <a:off x="558396" y="2007890"/>
            <a:ext cx="8782050" cy="2821285"/>
            <a:chOff x="558396" y="2204864"/>
            <a:chExt cx="8782050" cy="2821285"/>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2204864"/>
              <a:ext cx="8782050" cy="282128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20684"/>
            <a:stretch/>
          </p:blipFill>
          <p:spPr>
            <a:xfrm>
              <a:off x="587376" y="2250685"/>
              <a:ext cx="8753070" cy="2707642"/>
            </a:xfrm>
            <a:prstGeom prst="rect">
              <a:avLst/>
            </a:prstGeom>
          </p:spPr>
        </p:pic>
      </p:grpSp>
      <p:sp>
        <p:nvSpPr>
          <p:cNvPr id="26" name="직사각형 25">
            <a:extLst>
              <a:ext uri="{FF2B5EF4-FFF2-40B4-BE49-F238E27FC236}">
                <a16:creationId xmlns:a16="http://schemas.microsoft.com/office/drawing/2014/main" id="{43F1D7AD-43FD-469E-8DAF-4904C8F3940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thống kê của mảng NumPy:</a:t>
            </a:r>
          </a:p>
        </p:txBody>
      </p:sp>
    </p:spTree>
    <p:extLst>
      <p:ext uri="{BB962C8B-B14F-4D97-AF65-F5344CB8AC3E}">
        <p14:creationId xmlns:p14="http://schemas.microsoft.com/office/powerpoint/2010/main" val="55485896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14" name="그룹 13"/>
          <p:cNvGrpSpPr/>
          <p:nvPr/>
        </p:nvGrpSpPr>
        <p:grpSpPr>
          <a:xfrm>
            <a:off x="557644" y="2381889"/>
            <a:ext cx="8782050" cy="836420"/>
            <a:chOff x="557644" y="5085182"/>
            <a:chExt cx="8782050" cy="836420"/>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57644" y="5085182"/>
              <a:ext cx="8782050" cy="83642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8" name="TextBox 17">
              <a:extLst>
                <a:ext uri="{FF2B5EF4-FFF2-40B4-BE49-F238E27FC236}">
                  <a16:creationId xmlns:a16="http://schemas.microsoft.com/office/drawing/2014/main" id="{0800EE66-B78E-4CCD-A49E-31BBE412C7F6}"/>
                </a:ext>
              </a:extLst>
            </p:cNvPr>
            <p:cNvSpPr txBox="1"/>
            <p:nvPr/>
          </p:nvSpPr>
          <p:spPr>
            <a:xfrm>
              <a:off x="1021818" y="5443455"/>
              <a:ext cx="8281138" cy="400110"/>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Khởi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hạt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giống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bằng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sử</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dụng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np.ramdom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sẽ</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ra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số</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ngẫu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nhiên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cố</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định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khi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số</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ngẫu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nhiên</a:t>
              </a:r>
              <a:r>
                <a:rPr lang="en-US" altLang="ko-KR" sz="1300" dirty="0">
                  <a:solidFill>
                    <a:prstClr val="black">
                      <a:lumMod val="85000"/>
                      <a:lumOff val="15000"/>
                    </a:prstClr>
                  </a:solidFill>
                  <a:latin typeface="SamsungOne-400" panose="020B0503030303020204" pitchFamily="34" charset="0"/>
                </a:rPr>
                <a:t>.</a:t>
              </a:r>
            </a:p>
          </p:txBody>
        </p:sp>
      </p:grpSp>
      <p:grpSp>
        <p:nvGrpSpPr>
          <p:cNvPr id="2" name="그룹 1">
            <a:extLst>
              <a:ext uri="{FF2B5EF4-FFF2-40B4-BE49-F238E27FC236}">
                <a16:creationId xmlns:a16="http://schemas.microsoft.com/office/drawing/2014/main" id="{598161F5-D62F-4BB5-A697-662B8DD804D8}"/>
              </a:ext>
            </a:extLst>
          </p:cNvPr>
          <p:cNvGrpSpPr/>
          <p:nvPr/>
        </p:nvGrpSpPr>
        <p:grpSpPr>
          <a:xfrm>
            <a:off x="558396" y="1700808"/>
            <a:ext cx="8782050" cy="565002"/>
            <a:chOff x="558396" y="1844824"/>
            <a:chExt cx="8782050" cy="565002"/>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1844824"/>
              <a:ext cx="8782050" cy="56500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081" t="7044" r="21946" b="9593"/>
            <a:stretch/>
          </p:blipFill>
          <p:spPr>
            <a:xfrm>
              <a:off x="609599" y="1905000"/>
              <a:ext cx="8730095" cy="400682"/>
            </a:xfrm>
            <a:prstGeom prst="rect">
              <a:avLst/>
            </a:prstGeom>
          </p:spPr>
        </p:pic>
      </p:grpSp>
      <p:sp>
        <p:nvSpPr>
          <p:cNvPr id="19" name="직사각형 18">
            <a:extLst>
              <a:ext uri="{FF2B5EF4-FFF2-40B4-BE49-F238E27FC236}">
                <a16:creationId xmlns:a16="http://schemas.microsoft.com/office/drawing/2014/main" id="{D80C1A08-A846-4F8F-9AD1-39037AA7949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Về</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số</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ngẫu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nhiên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trong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NumPy</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91582356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5" name="그룹 4">
            <a:extLst>
              <a:ext uri="{FF2B5EF4-FFF2-40B4-BE49-F238E27FC236}">
                <a16:creationId xmlns:a16="http://schemas.microsoft.com/office/drawing/2014/main" id="{63EFE476-3446-47E4-BE9F-0B5C40F0DB30}"/>
              </a:ext>
            </a:extLst>
          </p:cNvPr>
          <p:cNvGrpSpPr/>
          <p:nvPr/>
        </p:nvGrpSpPr>
        <p:grpSpPr>
          <a:xfrm>
            <a:off x="564877" y="3736082"/>
            <a:ext cx="8782050" cy="1287518"/>
            <a:chOff x="564877" y="3717032"/>
            <a:chExt cx="8782050" cy="1287518"/>
          </a:xfrm>
        </p:grpSpPr>
        <p:grpSp>
          <p:nvGrpSpPr>
            <p:cNvPr id="14" name="그룹 13"/>
            <p:cNvGrpSpPr/>
            <p:nvPr/>
          </p:nvGrpSpPr>
          <p:grpSpPr>
            <a:xfrm>
              <a:off x="564877" y="3717032"/>
              <a:ext cx="8782050" cy="1287518"/>
              <a:chOff x="557644" y="5085182"/>
              <a:chExt cx="8782050" cy="1287518"/>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57644" y="5085182"/>
                <a:ext cx="8782050" cy="128751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8" name="TextBox 17">
                <a:extLst>
                  <a:ext uri="{FF2B5EF4-FFF2-40B4-BE49-F238E27FC236}">
                    <a16:creationId xmlns:a16="http://schemas.microsoft.com/office/drawing/2014/main" id="{0800EE66-B78E-4CCD-A49E-31BBE412C7F6}"/>
                  </a:ext>
                </a:extLst>
              </p:cNvPr>
              <p:cNvSpPr txBox="1"/>
              <p:nvPr/>
            </p:nvSpPr>
            <p:spPr>
              <a:xfrm>
                <a:off x="1021818" y="547303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Một số ngẫu nhiên được trả về từ các số nguyên từ 0 đến 9.</a:t>
                </a:r>
                <a:endParaRPr lang="en-US" altLang="ko-KR" sz="1300" dirty="0">
                  <a:solidFill>
                    <a:prstClr val="black">
                      <a:lumMod val="85000"/>
                      <a:lumOff val="15000"/>
                    </a:prstClr>
                  </a:solidFill>
                  <a:latin typeface="SamsungOne-400" panose="020B0503030303020204" pitchFamily="34" charset="0"/>
                </a:endParaRPr>
              </a:p>
            </p:txBody>
          </p:sp>
        </p:grpSp>
        <p:grpSp>
          <p:nvGrpSpPr>
            <p:cNvPr id="4" name="그룹 3">
              <a:extLst>
                <a:ext uri="{FF2B5EF4-FFF2-40B4-BE49-F238E27FC236}">
                  <a16:creationId xmlns:a16="http://schemas.microsoft.com/office/drawing/2014/main" id="{3DC6E80E-932B-411C-9D9B-D958DF338AB9}"/>
                </a:ext>
              </a:extLst>
            </p:cNvPr>
            <p:cNvGrpSpPr/>
            <p:nvPr/>
          </p:nvGrpSpPr>
          <p:grpSpPr>
            <a:xfrm>
              <a:off x="665436" y="4398113"/>
              <a:ext cx="8640559" cy="515899"/>
              <a:chOff x="665436" y="4445738"/>
              <a:chExt cx="8640559" cy="515899"/>
            </a:xfrm>
          </p:grpSpPr>
          <p:pic>
            <p:nvPicPr>
              <p:cNvPr id="20"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5436" y="4468470"/>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EE836FE5-4E63-409C-97E4-2898B8159708}"/>
                  </a:ext>
                </a:extLst>
              </p:cNvPr>
              <p:cNvSpPr txBox="1"/>
              <p:nvPr/>
            </p:nvSpPr>
            <p:spPr>
              <a:xfrm>
                <a:off x="924217" y="4445738"/>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2" name="TextBox 21">
                <a:extLst>
                  <a:ext uri="{FF2B5EF4-FFF2-40B4-BE49-F238E27FC236}">
                    <a16:creationId xmlns:a16="http://schemas.microsoft.com/office/drawing/2014/main" id="{0800EE66-B78E-4CCD-A49E-31BBE412C7F6}"/>
                  </a:ext>
                </a:extLst>
              </p:cNvPr>
              <p:cNvSpPr txBox="1"/>
              <p:nvPr/>
            </p:nvSpPr>
            <p:spPr>
              <a:xfrm>
                <a:off x="1024857" y="4761582"/>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Đây</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bạn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sẽ</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trả</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về</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số</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ngẫu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nhiên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từ</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số</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nguyên</a:t>
                </a:r>
                <a:r>
                  <a:rPr lang="en-US" altLang="ko-KR" sz="1300" dirty="0">
                    <a:solidFill>
                      <a:prstClr val="black">
                        <a:lumMod val="85000"/>
                        <a:lumOff val="15000"/>
                      </a:prstClr>
                    </a:solidFill>
                    <a:latin typeface="SamsungOne-400" panose="020B0503030303020204" pitchFamily="34" charset="0"/>
                  </a:rPr>
                  <a:t> 1 </a:t>
                </a:r>
                <a:r>
                  <a:rPr lang="en-US" altLang="ko-KR" sz="1300" dirty="0" err="1">
                    <a:solidFill>
                      <a:prstClr val="black">
                        <a:lumMod val="85000"/>
                        <a:lumOff val="15000"/>
                      </a:prstClr>
                    </a:solidFill>
                    <a:latin typeface="SamsungOne-400" panose="020B0503030303020204" pitchFamily="34" charset="0"/>
                  </a:rPr>
                  <a:t>đến</a:t>
                </a:r>
                <a:r>
                  <a:rPr lang="en-US" altLang="ko-KR" sz="1300" dirty="0">
                    <a:solidFill>
                      <a:prstClr val="black">
                        <a:lumMod val="85000"/>
                        <a:lumOff val="15000"/>
                      </a:prstClr>
                    </a:solidFill>
                    <a:latin typeface="SamsungOne-400" panose="020B0503030303020204" pitchFamily="34" charset="0"/>
                  </a:rPr>
                  <a:t> 10.</a:t>
                </a:r>
              </a:p>
            </p:txBody>
          </p:sp>
        </p:grpSp>
      </p:grpSp>
      <p:grpSp>
        <p:nvGrpSpPr>
          <p:cNvPr id="3" name="그룹 2">
            <a:extLst>
              <a:ext uri="{FF2B5EF4-FFF2-40B4-BE49-F238E27FC236}">
                <a16:creationId xmlns:a16="http://schemas.microsoft.com/office/drawing/2014/main" id="{5E07E38B-0D15-48FE-841C-9A110F8C02A1}"/>
              </a:ext>
            </a:extLst>
          </p:cNvPr>
          <p:cNvGrpSpPr/>
          <p:nvPr/>
        </p:nvGrpSpPr>
        <p:grpSpPr>
          <a:xfrm>
            <a:off x="558396" y="2060848"/>
            <a:ext cx="8782050" cy="1567035"/>
            <a:chOff x="558396" y="2204864"/>
            <a:chExt cx="8782050" cy="1567035"/>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2204864"/>
              <a:ext cx="8782050" cy="156703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20537"/>
            <a:stretch/>
          </p:blipFill>
          <p:spPr>
            <a:xfrm>
              <a:off x="577851" y="2251414"/>
              <a:ext cx="8762595" cy="1434761"/>
            </a:xfrm>
            <a:prstGeom prst="rect">
              <a:avLst/>
            </a:prstGeom>
          </p:spPr>
        </p:pic>
      </p:grpSp>
      <p:sp>
        <p:nvSpPr>
          <p:cNvPr id="26" name="직사각형 25">
            <a:extLst>
              <a:ext uri="{FF2B5EF4-FFF2-40B4-BE49-F238E27FC236}">
                <a16:creationId xmlns:a16="http://schemas.microsoft.com/office/drawing/2014/main" id="{E1068051-A1EF-4038-9DD3-9243FB88AEC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Về</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số</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ngẫu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nhiên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trong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NumPy</a:t>
            </a:r>
            <a:endParaRPr lang="ko-KR" altLang="en-US" sz="1400" dirty="0">
              <a:solidFill>
                <a:schemeClr val="tx1"/>
              </a:solidFill>
              <a:latin typeface="SamsungOne-400" panose="020B0503030303020204" pitchFamily="34" charset="0"/>
            </a:endParaRPr>
          </a:p>
        </p:txBody>
      </p:sp>
      <p:sp>
        <p:nvSpPr>
          <p:cNvPr id="27" name="Rectangle 12">
            <a:extLst>
              <a:ext uri="{FF2B5EF4-FFF2-40B4-BE49-F238E27FC236}">
                <a16:creationId xmlns:a16="http://schemas.microsoft.com/office/drawing/2014/main" id="{E620C2B2-ECCC-4893-98FE-8C75BDE01736}"/>
              </a:ext>
            </a:extLst>
          </p:cNvPr>
          <p:cNvSpPr/>
          <p:nvPr/>
        </p:nvSpPr>
        <p:spPr>
          <a:xfrm>
            <a:off x="711201" y="1639302"/>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Trả</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về</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số</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nguyên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ngẫu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nhiên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từ</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thấp</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(bao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gồm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cao</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không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bao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gồm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Tham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khảo</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help(</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np.random.randint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spTree>
    <p:extLst>
      <p:ext uri="{BB962C8B-B14F-4D97-AF65-F5344CB8AC3E}">
        <p14:creationId xmlns:p14="http://schemas.microsoft.com/office/powerpoint/2010/main" val="3148112085"/>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2" name="그룹 1">
            <a:extLst>
              <a:ext uri="{FF2B5EF4-FFF2-40B4-BE49-F238E27FC236}">
                <a16:creationId xmlns:a16="http://schemas.microsoft.com/office/drawing/2014/main" id="{7D163DD6-B278-433C-B263-435D93995638}"/>
              </a:ext>
            </a:extLst>
          </p:cNvPr>
          <p:cNvGrpSpPr/>
          <p:nvPr/>
        </p:nvGrpSpPr>
        <p:grpSpPr>
          <a:xfrm>
            <a:off x="558396" y="2015878"/>
            <a:ext cx="8782050" cy="2205210"/>
            <a:chOff x="558396" y="2204865"/>
            <a:chExt cx="8782050" cy="2205210"/>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2204865"/>
              <a:ext cx="8782050" cy="220521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23108"/>
            <a:stretch/>
          </p:blipFill>
          <p:spPr>
            <a:xfrm>
              <a:off x="596901" y="2279259"/>
              <a:ext cx="8743545" cy="2088231"/>
            </a:xfrm>
            <a:prstGeom prst="rect">
              <a:avLst/>
            </a:prstGeom>
          </p:spPr>
        </p:pic>
      </p:grpSp>
      <p:sp>
        <p:nvSpPr>
          <p:cNvPr id="11" name="직사각형 10">
            <a:extLst>
              <a:ext uri="{FF2B5EF4-FFF2-40B4-BE49-F238E27FC236}">
                <a16:creationId xmlns:a16="http://schemas.microsoft.com/office/drawing/2014/main" id="{0D0609BA-4CD5-4C3F-BA29-1007791FB7E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Về</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số</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ngẫu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nhiên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trong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NumPy</a:t>
            </a:r>
            <a:endParaRPr lang="ko-KR" altLang="en-US" sz="1400" dirty="0">
              <a:solidFill>
                <a:schemeClr val="tx1"/>
              </a:solidFill>
              <a:latin typeface="SamsungOne-400" panose="020B0503030303020204" pitchFamily="34" charset="0"/>
            </a:endParaRPr>
          </a:p>
        </p:txBody>
      </p:sp>
      <p:sp>
        <p:nvSpPr>
          <p:cNvPr id="13" name="Rectangle 12">
            <a:extLst>
              <a:ext uri="{FF2B5EF4-FFF2-40B4-BE49-F238E27FC236}">
                <a16:creationId xmlns:a16="http://schemas.microsoft.com/office/drawing/2014/main" id="{15A394C5-23F1-48EA-B6C1-D375A7614CF4}"/>
              </a:ext>
            </a:extLst>
          </p:cNvPr>
          <p:cNvSpPr/>
          <p:nvPr/>
        </p:nvSpPr>
        <p:spPr>
          <a:xfrm>
            <a:off x="711201" y="1639302"/>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Viết mã bên dưới để kiểm tra xem mã có trả về 10 mỗi lần không.</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628555004"/>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14" name="그룹 13"/>
          <p:cNvGrpSpPr/>
          <p:nvPr/>
        </p:nvGrpSpPr>
        <p:grpSpPr>
          <a:xfrm>
            <a:off x="557644" y="4503361"/>
            <a:ext cx="8782050" cy="807014"/>
            <a:chOff x="557644" y="5085182"/>
            <a:chExt cx="8782050" cy="807014"/>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57644" y="5085182"/>
              <a:ext cx="8782050" cy="73015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8" name="TextBox 17">
              <a:extLst>
                <a:ext uri="{FF2B5EF4-FFF2-40B4-BE49-F238E27FC236}">
                  <a16:creationId xmlns:a16="http://schemas.microsoft.com/office/drawing/2014/main" id="{0800EE66-B78E-4CCD-A49E-31BBE412C7F6}"/>
                </a:ext>
              </a:extLst>
            </p:cNvPr>
            <p:cNvSpPr txBox="1"/>
            <p:nvPr/>
          </p:nvSpPr>
          <p:spPr>
            <a:xfrm>
              <a:off x="1021818" y="5492086"/>
              <a:ext cx="8281138" cy="400110"/>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Trong trường hợp này, 11 không được trả về, vì vậy nó lặp lại vô thời hạn. Nhấp vào (interrupt </a:t>
              </a:r>
              <a:r>
                <a:rPr lang="en-US" altLang="ko-KR" sz="1300" dirty="0">
                  <a:solidFill>
                    <a:prstClr val="black">
                      <a:lumMod val="85000"/>
                      <a:lumOff val="15000"/>
                    </a:prstClr>
                  </a:solidFill>
                  <a:latin typeface="SamsungOne-400" panose="020B0503030303020204" pitchFamily="34" charset="0"/>
                </a:rPr>
                <a:t>kernel)</a:t>
              </a:r>
              <a:r>
                <a:rPr lang="vi-VN" altLang="ko-KR" sz="1300" dirty="0">
                  <a:solidFill>
                    <a:prstClr val="black">
                      <a:lumMod val="85000"/>
                      <a:lumOff val="15000"/>
                    </a:prstClr>
                  </a:solidFill>
                  <a:latin typeface="SamsungOne-400" panose="020B0503030303020204" pitchFamily="34" charset="0"/>
                </a:rPr>
                <a:t> để dừng lặp lại.</a:t>
              </a:r>
              <a:endParaRPr lang="en-US" altLang="ko-KR" sz="1300" dirty="0">
                <a:solidFill>
                  <a:prstClr val="black">
                    <a:lumMod val="85000"/>
                    <a:lumOff val="15000"/>
                  </a:prstClr>
                </a:solidFill>
                <a:latin typeface="SamsungOne-400" panose="020B0503030303020204" pitchFamily="34" charset="0"/>
              </a:endParaRPr>
            </a:p>
          </p:txBody>
        </p:sp>
      </p:grpSp>
      <p:grpSp>
        <p:nvGrpSpPr>
          <p:cNvPr id="6" name="그룹 5">
            <a:extLst>
              <a:ext uri="{FF2B5EF4-FFF2-40B4-BE49-F238E27FC236}">
                <a16:creationId xmlns:a16="http://schemas.microsoft.com/office/drawing/2014/main" id="{7D8C7002-8E7E-423C-A3A1-BF918A593786}"/>
              </a:ext>
            </a:extLst>
          </p:cNvPr>
          <p:cNvGrpSpPr/>
          <p:nvPr/>
        </p:nvGrpSpPr>
        <p:grpSpPr>
          <a:xfrm>
            <a:off x="558396" y="1700808"/>
            <a:ext cx="8782050" cy="2698603"/>
            <a:chOff x="558396" y="1844822"/>
            <a:chExt cx="8782050" cy="2698603"/>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1844822"/>
              <a:ext cx="8782050" cy="269860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4" name="그룹 3">
              <a:extLst>
                <a:ext uri="{FF2B5EF4-FFF2-40B4-BE49-F238E27FC236}">
                  <a16:creationId xmlns:a16="http://schemas.microsoft.com/office/drawing/2014/main" id="{0C2A14A7-BE87-429C-B0B6-0C2104B9DA9C}"/>
                </a:ext>
              </a:extLst>
            </p:cNvPr>
            <p:cNvGrpSpPr/>
            <p:nvPr/>
          </p:nvGrpSpPr>
          <p:grpSpPr>
            <a:xfrm>
              <a:off x="664557" y="1930144"/>
              <a:ext cx="8675137" cy="2515594"/>
              <a:chOff x="712182" y="1977769"/>
              <a:chExt cx="7744127" cy="2245622"/>
            </a:xfrm>
          </p:grpSpPr>
          <p:pic>
            <p:nvPicPr>
              <p:cNvPr id="2" name="그림 1"/>
              <p:cNvPicPr>
                <a:picLocks noChangeAspect="1"/>
              </p:cNvPicPr>
              <p:nvPr/>
            </p:nvPicPr>
            <p:blipFill rotWithShape="1">
              <a:blip r:embed="rId4"/>
              <a:srcRect l="1" r="21798"/>
              <a:stretch/>
            </p:blipFill>
            <p:spPr>
              <a:xfrm>
                <a:off x="712183" y="1977769"/>
                <a:ext cx="7744126" cy="2245622"/>
              </a:xfrm>
              <a:prstGeom prst="rect">
                <a:avLst/>
              </a:prstGeom>
            </p:spPr>
          </p:pic>
          <p:pic>
            <p:nvPicPr>
              <p:cNvPr id="5" name="그림 4"/>
              <p:cNvPicPr>
                <a:picLocks noChangeAspect="1"/>
              </p:cNvPicPr>
              <p:nvPr/>
            </p:nvPicPr>
            <p:blipFill rotWithShape="1">
              <a:blip r:embed="rId5"/>
              <a:srcRect t="48240" r="92503" b="35727"/>
              <a:stretch/>
            </p:blipFill>
            <p:spPr>
              <a:xfrm>
                <a:off x="712182" y="1985895"/>
                <a:ext cx="742447" cy="360040"/>
              </a:xfrm>
              <a:prstGeom prst="rect">
                <a:avLst/>
              </a:prstGeom>
            </p:spPr>
          </p:pic>
        </p:grpSp>
      </p:grpSp>
      <p:sp>
        <p:nvSpPr>
          <p:cNvPr id="19" name="직사각형 18">
            <a:extLst>
              <a:ext uri="{FF2B5EF4-FFF2-40B4-BE49-F238E27FC236}">
                <a16:creationId xmlns:a16="http://schemas.microsoft.com/office/drawing/2014/main" id="{EA98892B-7F29-4C2B-9A95-9AF541EA488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en-US" altLang="ko-KR" sz="1400" dirty="0" err="1">
                <a:solidFill>
                  <a:schemeClr val="tx1"/>
                </a:solidFill>
                <a:latin typeface="SamsungOne-400" panose="020B0503030303020204" pitchFamily="34" charset="0"/>
                <a:ea typeface="SamsungOne-400" panose="020B0503030303020204" pitchFamily="34" charset="0"/>
              </a:rPr>
              <a:t>Về</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số</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ngẫu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nhiên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trong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NumPy</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1908315655"/>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4A8DE237-CCD3-4A38-9245-BC55D9819275}"/>
              </a:ext>
            </a:extLst>
          </p:cNvPr>
          <p:cNvGrpSpPr/>
          <p:nvPr/>
        </p:nvGrpSpPr>
        <p:grpSpPr>
          <a:xfrm>
            <a:off x="558396" y="2007890"/>
            <a:ext cx="8782050" cy="2243310"/>
            <a:chOff x="558396" y="2204865"/>
            <a:chExt cx="8782050" cy="2243310"/>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2204865"/>
              <a:ext cx="8782050" cy="224331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20133"/>
            <a:stretch/>
          </p:blipFill>
          <p:spPr>
            <a:xfrm>
              <a:off x="577851" y="2277981"/>
              <a:ext cx="8762595" cy="2088232"/>
            </a:xfrm>
            <a:prstGeom prst="rect">
              <a:avLst/>
            </a:prstGeom>
          </p:spPr>
        </p:pic>
      </p:grpSp>
      <p:grpSp>
        <p:nvGrpSpPr>
          <p:cNvPr id="4" name="그룹 3">
            <a:extLst>
              <a:ext uri="{FF2B5EF4-FFF2-40B4-BE49-F238E27FC236}">
                <a16:creationId xmlns:a16="http://schemas.microsoft.com/office/drawing/2014/main" id="{0E42F338-7692-4DF8-9DD8-E9FED77B190A}"/>
              </a:ext>
            </a:extLst>
          </p:cNvPr>
          <p:cNvGrpSpPr/>
          <p:nvPr/>
        </p:nvGrpSpPr>
        <p:grpSpPr>
          <a:xfrm>
            <a:off x="580388" y="1413381"/>
            <a:ext cx="8887612" cy="571382"/>
            <a:chOff x="580388" y="1413381"/>
            <a:chExt cx="8887612" cy="571382"/>
          </a:xfrm>
        </p:grpSpPr>
        <p:sp>
          <p:nvSpPr>
            <p:cNvPr id="11" name="직사각형 10">
              <a:extLst>
                <a:ext uri="{FF2B5EF4-FFF2-40B4-BE49-F238E27FC236}">
                  <a16:creationId xmlns:a16="http://schemas.microsoft.com/office/drawing/2014/main" id="{2BBD449B-E390-4E43-B76E-58F52D6FFC78}"/>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Tóm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tắt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cuối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cùng</a:t>
              </a:r>
              <a:endParaRPr lang="ko-KR" altLang="en-US" sz="1400" dirty="0">
                <a:solidFill>
                  <a:schemeClr val="tx1"/>
                </a:solidFill>
                <a:latin typeface="SamsungOne-400" panose="020B0503030303020204" pitchFamily="34" charset="0"/>
              </a:endParaRPr>
            </a:p>
          </p:txBody>
        </p:sp>
        <p:sp>
          <p:nvSpPr>
            <p:cNvPr id="13" name="Rectangle 12">
              <a:extLst>
                <a:ext uri="{FF2B5EF4-FFF2-40B4-BE49-F238E27FC236}">
                  <a16:creationId xmlns:a16="http://schemas.microsoft.com/office/drawing/2014/main" id="{7F2A55B6-215C-4893-AD74-9E355CB1221E}"/>
                </a:ext>
              </a:extLst>
            </p:cNvPr>
            <p:cNvSpPr/>
            <p:nvPr/>
          </p:nvSpPr>
          <p:spPr>
            <a:xfrm>
              <a:off x="711201" y="1639302"/>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phổ</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dụng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spTree>
    <p:extLst>
      <p:ext uri="{BB962C8B-B14F-4D97-AF65-F5344CB8AC3E}">
        <p14:creationId xmlns:p14="http://schemas.microsoft.com/office/powerpoint/2010/main" val="203081871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4" name="그룹 3">
            <a:extLst>
              <a:ext uri="{FF2B5EF4-FFF2-40B4-BE49-F238E27FC236}">
                <a16:creationId xmlns:a16="http://schemas.microsoft.com/office/drawing/2014/main" id="{2636721E-0DF7-4786-A3B6-3887DDA3A3C0}"/>
              </a:ext>
            </a:extLst>
          </p:cNvPr>
          <p:cNvGrpSpPr/>
          <p:nvPr/>
        </p:nvGrpSpPr>
        <p:grpSpPr>
          <a:xfrm>
            <a:off x="558396" y="2003252"/>
            <a:ext cx="8782050" cy="4176463"/>
            <a:chOff x="558396" y="2003252"/>
            <a:chExt cx="8782050" cy="4176463"/>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2003252"/>
              <a:ext cx="8782050" cy="417646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a:blip r:embed="rId3"/>
            <a:stretch>
              <a:fillRect/>
            </a:stretch>
          </p:blipFill>
          <p:spPr>
            <a:xfrm>
              <a:off x="635001" y="2053895"/>
              <a:ext cx="8628737" cy="4080205"/>
            </a:xfrm>
            <a:prstGeom prst="rect">
              <a:avLst/>
            </a:prstGeom>
          </p:spPr>
        </p:pic>
      </p:grpSp>
      <p:grpSp>
        <p:nvGrpSpPr>
          <p:cNvPr id="13" name="그룹 12">
            <a:extLst>
              <a:ext uri="{FF2B5EF4-FFF2-40B4-BE49-F238E27FC236}">
                <a16:creationId xmlns:a16="http://schemas.microsoft.com/office/drawing/2014/main" id="{0F365A41-CCC0-4F14-878C-9E417C67CB43}"/>
              </a:ext>
            </a:extLst>
          </p:cNvPr>
          <p:cNvGrpSpPr/>
          <p:nvPr/>
        </p:nvGrpSpPr>
        <p:grpSpPr>
          <a:xfrm>
            <a:off x="580388" y="1413381"/>
            <a:ext cx="8887612" cy="571382"/>
            <a:chOff x="580388" y="1413381"/>
            <a:chExt cx="8887612" cy="571382"/>
          </a:xfrm>
        </p:grpSpPr>
        <p:sp>
          <p:nvSpPr>
            <p:cNvPr id="14" name="직사각형 13">
              <a:extLst>
                <a:ext uri="{FF2B5EF4-FFF2-40B4-BE49-F238E27FC236}">
                  <a16:creationId xmlns:a16="http://schemas.microsoft.com/office/drawing/2014/main" id="{EA9B1CE3-03A6-4CD2-9949-120FD403C638}"/>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Tóm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tắt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cuối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cùng</a:t>
              </a:r>
              <a:endParaRPr lang="ko-KR" altLang="en-US" sz="1400" dirty="0">
                <a:solidFill>
                  <a:schemeClr val="tx1"/>
                </a:solidFill>
                <a:latin typeface="SamsungOne-400" panose="020B0503030303020204" pitchFamily="34" charset="0"/>
              </a:endParaRPr>
            </a:p>
          </p:txBody>
        </p:sp>
        <p:sp>
          <p:nvSpPr>
            <p:cNvPr id="15" name="Rectangle 12">
              <a:extLst>
                <a:ext uri="{FF2B5EF4-FFF2-40B4-BE49-F238E27FC236}">
                  <a16:creationId xmlns:a16="http://schemas.microsoft.com/office/drawing/2014/main" id="{DB1C0A0C-01A5-47E5-AB8F-41E820ABAAC9}"/>
                </a:ext>
              </a:extLst>
            </p:cNvPr>
            <p:cNvSpPr/>
            <p:nvPr/>
          </p:nvSpPr>
          <p:spPr>
            <a:xfrm>
              <a:off x="711201" y="1639302"/>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NumPy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spTree>
    <p:extLst>
      <p:ext uri="{BB962C8B-B14F-4D97-AF65-F5344CB8AC3E}">
        <p14:creationId xmlns:p14="http://schemas.microsoft.com/office/powerpoint/2010/main" val="2284105951"/>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13" name="그룹 12"/>
          <p:cNvGrpSpPr/>
          <p:nvPr/>
        </p:nvGrpSpPr>
        <p:grpSpPr>
          <a:xfrm>
            <a:off x="557644" y="5049440"/>
            <a:ext cx="8782050" cy="752258"/>
            <a:chOff x="557644" y="5085182"/>
            <a:chExt cx="8782050" cy="752258"/>
          </a:xfrm>
        </p:grpSpPr>
        <p:sp>
          <p:nvSpPr>
            <p:cNvPr id="14" name="모서리가 둥근 직사각형 4">
              <a:extLst>
                <a:ext uri="{FF2B5EF4-FFF2-40B4-BE49-F238E27FC236}">
                  <a16:creationId xmlns:a16="http://schemas.microsoft.com/office/drawing/2014/main" id="{C3569CBD-5212-483A-A582-6794A42BDB63}"/>
                </a:ext>
              </a:extLst>
            </p:cNvPr>
            <p:cNvSpPr/>
            <p:nvPr/>
          </p:nvSpPr>
          <p:spPr>
            <a:xfrm>
              <a:off x="557644" y="5085182"/>
              <a:ext cx="8782050" cy="75225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65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7" name="TextBox 16">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trả</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về</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duy</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nhất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không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lặp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lại</a:t>
              </a:r>
              <a:r>
                <a:rPr lang="en-US" altLang="ko-KR" sz="1300" dirty="0">
                  <a:solidFill>
                    <a:prstClr val="black">
                      <a:lumMod val="85000"/>
                      <a:lumOff val="15000"/>
                    </a:prstClr>
                  </a:solidFill>
                  <a:latin typeface="SamsungOne-400" panose="020B0503030303020204" pitchFamily="34" charset="0"/>
                </a:rPr>
                <a:t>.</a:t>
              </a:r>
            </a:p>
          </p:txBody>
        </p:sp>
      </p:grpSp>
      <p:grpSp>
        <p:nvGrpSpPr>
          <p:cNvPr id="3" name="그룹 2">
            <a:extLst>
              <a:ext uri="{FF2B5EF4-FFF2-40B4-BE49-F238E27FC236}">
                <a16:creationId xmlns:a16="http://schemas.microsoft.com/office/drawing/2014/main" id="{F9B2C731-2FD1-4841-B786-3EDA7972BB5F}"/>
              </a:ext>
            </a:extLst>
          </p:cNvPr>
          <p:cNvGrpSpPr/>
          <p:nvPr/>
        </p:nvGrpSpPr>
        <p:grpSpPr>
          <a:xfrm>
            <a:off x="558396" y="1998365"/>
            <a:ext cx="8782050" cy="2952328"/>
            <a:chOff x="558396" y="2204865"/>
            <a:chExt cx="8782050" cy="2952328"/>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2204865"/>
              <a:ext cx="8782050" cy="295232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18286"/>
            <a:stretch/>
          </p:blipFill>
          <p:spPr>
            <a:xfrm>
              <a:off x="577851" y="2279260"/>
              <a:ext cx="8761843" cy="2877933"/>
            </a:xfrm>
            <a:prstGeom prst="rect">
              <a:avLst/>
            </a:prstGeom>
          </p:spPr>
        </p:pic>
        <p:sp>
          <p:nvSpPr>
            <p:cNvPr id="4" name="직사각형 3"/>
            <p:cNvSpPr/>
            <p:nvPr/>
          </p:nvSpPr>
          <p:spPr>
            <a:xfrm>
              <a:off x="2504937" y="3084717"/>
              <a:ext cx="3029087" cy="201408"/>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그룹 17">
            <a:extLst>
              <a:ext uri="{FF2B5EF4-FFF2-40B4-BE49-F238E27FC236}">
                <a16:creationId xmlns:a16="http://schemas.microsoft.com/office/drawing/2014/main" id="{2D607F51-54DF-41A6-A26D-441E649BE02A}"/>
              </a:ext>
            </a:extLst>
          </p:cNvPr>
          <p:cNvGrpSpPr/>
          <p:nvPr/>
        </p:nvGrpSpPr>
        <p:grpSpPr>
          <a:xfrm>
            <a:off x="580388" y="1413381"/>
            <a:ext cx="8887612" cy="571382"/>
            <a:chOff x="580388" y="1413381"/>
            <a:chExt cx="8887612" cy="571382"/>
          </a:xfrm>
        </p:grpSpPr>
        <p:sp>
          <p:nvSpPr>
            <p:cNvPr id="20" name="직사각형 19">
              <a:extLst>
                <a:ext uri="{FF2B5EF4-FFF2-40B4-BE49-F238E27FC236}">
                  <a16:creationId xmlns:a16="http://schemas.microsoft.com/office/drawing/2014/main" id="{34BCFD6C-0959-42F4-B20D-4EB21D00FB7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Tóm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tắt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cuối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cùng</a:t>
              </a:r>
              <a:endParaRPr lang="ko-KR" altLang="en-US" sz="1400" dirty="0">
                <a:solidFill>
                  <a:schemeClr val="tx1"/>
                </a:solidFill>
                <a:latin typeface="SamsungOne-400" panose="020B0503030303020204" pitchFamily="34" charset="0"/>
              </a:endParaRPr>
            </a:p>
          </p:txBody>
        </p:sp>
        <p:sp>
          <p:nvSpPr>
            <p:cNvPr id="21" name="Rectangle 12">
              <a:extLst>
                <a:ext uri="{FF2B5EF4-FFF2-40B4-BE49-F238E27FC236}">
                  <a16:creationId xmlns:a16="http://schemas.microsoft.com/office/drawing/2014/main" id="{0D4AB88C-51AF-47EC-93F5-7DD1D380814E}"/>
                </a:ext>
              </a:extLst>
            </p:cNvPr>
            <p:cNvSpPr/>
            <p:nvPr/>
          </p:nvSpPr>
          <p:spPr>
            <a:xfrm>
              <a:off x="711201" y="1639302"/>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NumPy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spTree>
    <p:extLst>
      <p:ext uri="{BB962C8B-B14F-4D97-AF65-F5344CB8AC3E}">
        <p14:creationId xmlns:p14="http://schemas.microsoft.com/office/powerpoint/2010/main" val="3717866295"/>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13" name="그룹 12"/>
          <p:cNvGrpSpPr/>
          <p:nvPr/>
        </p:nvGrpSpPr>
        <p:grpSpPr>
          <a:xfrm>
            <a:off x="557644" y="4451311"/>
            <a:ext cx="8782050" cy="678915"/>
            <a:chOff x="557644" y="5085182"/>
            <a:chExt cx="8782050" cy="678915"/>
          </a:xfrm>
        </p:grpSpPr>
        <p:sp>
          <p:nvSpPr>
            <p:cNvPr id="14" name="모서리가 둥근 직사각형 4">
              <a:extLst>
                <a:ext uri="{FF2B5EF4-FFF2-40B4-BE49-F238E27FC236}">
                  <a16:creationId xmlns:a16="http://schemas.microsoft.com/office/drawing/2014/main" id="{C3569CBD-5212-483A-A582-6794A42BDB63}"/>
                </a:ext>
              </a:extLst>
            </p:cNvPr>
            <p:cNvSpPr/>
            <p:nvPr/>
          </p:nvSpPr>
          <p:spPr>
            <a:xfrm>
              <a:off x="557644" y="5085182"/>
              <a:ext cx="8782050" cy="67891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68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7" name="TextBox 16">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Làm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tròn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đến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số</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thập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phân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thứ</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hai</a:t>
              </a:r>
              <a:r>
                <a:rPr lang="en-US" altLang="ko-KR" sz="1300" dirty="0">
                  <a:solidFill>
                    <a:prstClr val="black">
                      <a:lumMod val="85000"/>
                      <a:lumOff val="15000"/>
                    </a:prstClr>
                  </a:solidFill>
                  <a:latin typeface="SamsungOne-400" panose="020B0503030303020204" pitchFamily="34" charset="0"/>
                </a:rPr>
                <a:t>.</a:t>
              </a:r>
            </a:p>
          </p:txBody>
        </p:sp>
      </p:grpSp>
      <p:sp>
        <p:nvSpPr>
          <p:cNvPr id="4" name="직사각형 3"/>
          <p:cNvSpPr/>
          <p:nvPr/>
        </p:nvSpPr>
        <p:spPr>
          <a:xfrm>
            <a:off x="2485888" y="3132342"/>
            <a:ext cx="2880320" cy="144016"/>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그룹 5">
            <a:extLst>
              <a:ext uri="{FF2B5EF4-FFF2-40B4-BE49-F238E27FC236}">
                <a16:creationId xmlns:a16="http://schemas.microsoft.com/office/drawing/2014/main" id="{277DCBE5-B28B-4279-BB5E-41E20B08BD22}"/>
              </a:ext>
            </a:extLst>
          </p:cNvPr>
          <p:cNvGrpSpPr/>
          <p:nvPr/>
        </p:nvGrpSpPr>
        <p:grpSpPr>
          <a:xfrm>
            <a:off x="558396" y="2017019"/>
            <a:ext cx="8782050" cy="2329035"/>
            <a:chOff x="558396" y="2204865"/>
            <a:chExt cx="8782050" cy="2329035"/>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2204865"/>
              <a:ext cx="8782050" cy="232903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20806" b="39429"/>
            <a:stretch/>
          </p:blipFill>
          <p:spPr>
            <a:xfrm>
              <a:off x="596901" y="2259437"/>
              <a:ext cx="8742793" cy="2232247"/>
            </a:xfrm>
            <a:prstGeom prst="rect">
              <a:avLst/>
            </a:prstGeom>
          </p:spPr>
        </p:pic>
        <p:sp>
          <p:nvSpPr>
            <p:cNvPr id="5" name="직사각형 4"/>
            <p:cNvSpPr/>
            <p:nvPr/>
          </p:nvSpPr>
          <p:spPr>
            <a:xfrm>
              <a:off x="3341712" y="2383744"/>
              <a:ext cx="3097188" cy="207056"/>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그룹 17">
            <a:extLst>
              <a:ext uri="{FF2B5EF4-FFF2-40B4-BE49-F238E27FC236}">
                <a16:creationId xmlns:a16="http://schemas.microsoft.com/office/drawing/2014/main" id="{C5F27926-76CD-4885-BDB2-97B94320318B}"/>
              </a:ext>
            </a:extLst>
          </p:cNvPr>
          <p:cNvGrpSpPr/>
          <p:nvPr/>
        </p:nvGrpSpPr>
        <p:grpSpPr>
          <a:xfrm>
            <a:off x="580388" y="1413381"/>
            <a:ext cx="8887612" cy="571382"/>
            <a:chOff x="580388" y="1413381"/>
            <a:chExt cx="8887612" cy="571382"/>
          </a:xfrm>
        </p:grpSpPr>
        <p:sp>
          <p:nvSpPr>
            <p:cNvPr id="20" name="직사각형 19">
              <a:extLst>
                <a:ext uri="{FF2B5EF4-FFF2-40B4-BE49-F238E27FC236}">
                  <a16:creationId xmlns:a16="http://schemas.microsoft.com/office/drawing/2014/main" id="{62CA3D08-CD89-4A2B-9459-AD5F1EBEDD70}"/>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Tóm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tắt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cuối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cùng</a:t>
              </a:r>
              <a:endParaRPr lang="ko-KR" altLang="en-US" sz="1400" dirty="0">
                <a:solidFill>
                  <a:schemeClr val="tx1"/>
                </a:solidFill>
                <a:latin typeface="SamsungOne-400" panose="020B0503030303020204" pitchFamily="34" charset="0"/>
              </a:endParaRPr>
            </a:p>
          </p:txBody>
        </p:sp>
        <p:sp>
          <p:nvSpPr>
            <p:cNvPr id="21" name="Rectangle 12">
              <a:extLst>
                <a:ext uri="{FF2B5EF4-FFF2-40B4-BE49-F238E27FC236}">
                  <a16:creationId xmlns:a16="http://schemas.microsoft.com/office/drawing/2014/main" id="{7602F601-1894-4142-BAFA-AF3A8BC82709}"/>
                </a:ext>
              </a:extLst>
            </p:cNvPr>
            <p:cNvSpPr/>
            <p:nvPr/>
          </p:nvSpPr>
          <p:spPr>
            <a:xfrm>
              <a:off x="711201" y="1639302"/>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NumPy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spTree>
    <p:extLst>
      <p:ext uri="{BB962C8B-B14F-4D97-AF65-F5344CB8AC3E}">
        <p14:creationId xmlns:p14="http://schemas.microsoft.com/office/powerpoint/2010/main" val="738293654"/>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38E0FACF-FE74-404C-8520-589CB38DF73A}"/>
              </a:ext>
            </a:extLst>
          </p:cNvPr>
          <p:cNvGrpSpPr/>
          <p:nvPr/>
        </p:nvGrpSpPr>
        <p:grpSpPr>
          <a:xfrm>
            <a:off x="558396" y="2026172"/>
            <a:ext cx="8782050" cy="1662285"/>
            <a:chOff x="558396" y="2204865"/>
            <a:chExt cx="8782050" cy="1662285"/>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2204865"/>
              <a:ext cx="8782050" cy="166228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24331"/>
            <a:stretch/>
          </p:blipFill>
          <p:spPr>
            <a:xfrm>
              <a:off x="577851" y="2250610"/>
              <a:ext cx="8762595" cy="1584174"/>
            </a:xfrm>
            <a:prstGeom prst="rect">
              <a:avLst/>
            </a:prstGeom>
          </p:spPr>
        </p:pic>
      </p:grpSp>
      <p:grpSp>
        <p:nvGrpSpPr>
          <p:cNvPr id="11" name="그룹 10">
            <a:extLst>
              <a:ext uri="{FF2B5EF4-FFF2-40B4-BE49-F238E27FC236}">
                <a16:creationId xmlns:a16="http://schemas.microsoft.com/office/drawing/2014/main" id="{2404AF47-CD23-4DE5-8693-C384809F0315}"/>
              </a:ext>
            </a:extLst>
          </p:cNvPr>
          <p:cNvGrpSpPr/>
          <p:nvPr/>
        </p:nvGrpSpPr>
        <p:grpSpPr>
          <a:xfrm>
            <a:off x="580388" y="1413381"/>
            <a:ext cx="8887612" cy="571382"/>
            <a:chOff x="580388" y="1413381"/>
            <a:chExt cx="8887612" cy="571382"/>
          </a:xfrm>
        </p:grpSpPr>
        <p:sp>
          <p:nvSpPr>
            <p:cNvPr id="13" name="직사각형 12">
              <a:extLst>
                <a:ext uri="{FF2B5EF4-FFF2-40B4-BE49-F238E27FC236}">
                  <a16:creationId xmlns:a16="http://schemas.microsoft.com/office/drawing/2014/main" id="{BF816044-1435-4341-B6B6-E5B3ADC2D38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Tóm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tắt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cuối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cùng</a:t>
              </a:r>
              <a:endParaRPr lang="ko-KR" altLang="en-US" sz="1400" dirty="0">
                <a:solidFill>
                  <a:schemeClr val="tx1"/>
                </a:solidFill>
                <a:latin typeface="SamsungOne-400" panose="020B0503030303020204" pitchFamily="34" charset="0"/>
              </a:endParaRPr>
            </a:p>
          </p:txBody>
        </p:sp>
        <p:sp>
          <p:nvSpPr>
            <p:cNvPr id="14" name="Rectangle 12">
              <a:extLst>
                <a:ext uri="{FF2B5EF4-FFF2-40B4-BE49-F238E27FC236}">
                  <a16:creationId xmlns:a16="http://schemas.microsoft.com/office/drawing/2014/main" id="{E85CF9CF-7A7D-43AB-98D5-9FAFC73113E0}"/>
                </a:ext>
              </a:extLst>
            </p:cNvPr>
            <p:cNvSpPr/>
            <p:nvPr/>
          </p:nvSpPr>
          <p:spPr>
            <a:xfrm>
              <a:off x="711201" y="1639302"/>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NumPy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spTree>
    <p:extLst>
      <p:ext uri="{BB962C8B-B14F-4D97-AF65-F5344CB8AC3E}">
        <p14:creationId xmlns:p14="http://schemas.microsoft.com/office/powerpoint/2010/main" val="592701197"/>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2" name="그룹 1">
            <a:extLst>
              <a:ext uri="{FF2B5EF4-FFF2-40B4-BE49-F238E27FC236}">
                <a16:creationId xmlns:a16="http://schemas.microsoft.com/office/drawing/2014/main" id="{0D96D3F8-3262-4A7B-95E8-76A518495381}"/>
              </a:ext>
            </a:extLst>
          </p:cNvPr>
          <p:cNvGrpSpPr/>
          <p:nvPr/>
        </p:nvGrpSpPr>
        <p:grpSpPr>
          <a:xfrm>
            <a:off x="558396" y="2032273"/>
            <a:ext cx="8782050" cy="2090910"/>
            <a:chOff x="558396" y="2204865"/>
            <a:chExt cx="8782050" cy="2090910"/>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2204865"/>
              <a:ext cx="8782050" cy="209091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21767"/>
            <a:stretch/>
          </p:blipFill>
          <p:spPr>
            <a:xfrm>
              <a:off x="577851" y="2268836"/>
              <a:ext cx="8762595" cy="1923677"/>
            </a:xfrm>
            <a:prstGeom prst="rect">
              <a:avLst/>
            </a:prstGeom>
          </p:spPr>
        </p:pic>
      </p:grpSp>
      <p:grpSp>
        <p:nvGrpSpPr>
          <p:cNvPr id="11" name="그룹 10">
            <a:extLst>
              <a:ext uri="{FF2B5EF4-FFF2-40B4-BE49-F238E27FC236}">
                <a16:creationId xmlns:a16="http://schemas.microsoft.com/office/drawing/2014/main" id="{D9931594-9EEF-4D84-ABE8-7CB5C66CD4A4}"/>
              </a:ext>
            </a:extLst>
          </p:cNvPr>
          <p:cNvGrpSpPr/>
          <p:nvPr/>
        </p:nvGrpSpPr>
        <p:grpSpPr>
          <a:xfrm>
            <a:off x="580388" y="1413381"/>
            <a:ext cx="8887612" cy="571382"/>
            <a:chOff x="580388" y="1413381"/>
            <a:chExt cx="8887612" cy="571382"/>
          </a:xfrm>
        </p:grpSpPr>
        <p:sp>
          <p:nvSpPr>
            <p:cNvPr id="13" name="직사각형 12">
              <a:extLst>
                <a:ext uri="{FF2B5EF4-FFF2-40B4-BE49-F238E27FC236}">
                  <a16:creationId xmlns:a16="http://schemas.microsoft.com/office/drawing/2014/main" id="{4DC2CC80-8AD5-44E8-A890-1D55E14BA10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Tóm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tắt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cuối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cùng</a:t>
              </a:r>
              <a:endParaRPr lang="ko-KR" altLang="en-US" sz="1400" dirty="0">
                <a:solidFill>
                  <a:schemeClr val="tx1"/>
                </a:solidFill>
                <a:latin typeface="SamsungOne-400" panose="020B0503030303020204" pitchFamily="34" charset="0"/>
              </a:endParaRPr>
            </a:p>
          </p:txBody>
        </p:sp>
        <p:sp>
          <p:nvSpPr>
            <p:cNvPr id="14" name="Rectangle 12">
              <a:extLst>
                <a:ext uri="{FF2B5EF4-FFF2-40B4-BE49-F238E27FC236}">
                  <a16:creationId xmlns:a16="http://schemas.microsoft.com/office/drawing/2014/main" id="{0455536F-8AA6-4D7B-8795-CFDF6D59A801}"/>
                </a:ext>
              </a:extLst>
            </p:cNvPr>
            <p:cNvSpPr/>
            <p:nvPr/>
          </p:nvSpPr>
          <p:spPr>
            <a:xfrm>
              <a:off x="711201" y="1639302"/>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NumPy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spTree>
    <p:extLst>
      <p:ext uri="{BB962C8B-B14F-4D97-AF65-F5344CB8AC3E}">
        <p14:creationId xmlns:p14="http://schemas.microsoft.com/office/powerpoint/2010/main" val="3642330295"/>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5" name="그룹 4">
            <a:extLst>
              <a:ext uri="{FF2B5EF4-FFF2-40B4-BE49-F238E27FC236}">
                <a16:creationId xmlns:a16="http://schemas.microsoft.com/office/drawing/2014/main" id="{F56DAD3F-4813-48E9-A6CA-031E79AA6278}"/>
              </a:ext>
            </a:extLst>
          </p:cNvPr>
          <p:cNvGrpSpPr/>
          <p:nvPr/>
        </p:nvGrpSpPr>
        <p:grpSpPr>
          <a:xfrm>
            <a:off x="557644" y="4151036"/>
            <a:ext cx="8782050" cy="1221879"/>
            <a:chOff x="557644" y="4293096"/>
            <a:chExt cx="8782050" cy="1221879"/>
          </a:xfrm>
        </p:grpSpPr>
        <p:grpSp>
          <p:nvGrpSpPr>
            <p:cNvPr id="13" name="그룹 12"/>
            <p:cNvGrpSpPr/>
            <p:nvPr/>
          </p:nvGrpSpPr>
          <p:grpSpPr>
            <a:xfrm>
              <a:off x="557644" y="4293096"/>
              <a:ext cx="8782050" cy="1221879"/>
              <a:chOff x="557644" y="5085182"/>
              <a:chExt cx="8782050" cy="1221879"/>
            </a:xfrm>
          </p:grpSpPr>
          <p:sp>
            <p:nvSpPr>
              <p:cNvPr id="14" name="모서리가 둥근 직사각형 4">
                <a:extLst>
                  <a:ext uri="{FF2B5EF4-FFF2-40B4-BE49-F238E27FC236}">
                    <a16:creationId xmlns:a16="http://schemas.microsoft.com/office/drawing/2014/main" id="{C3569CBD-5212-483A-A582-6794A42BDB63}"/>
                  </a:ext>
                </a:extLst>
              </p:cNvPr>
              <p:cNvSpPr/>
              <p:nvPr/>
            </p:nvSpPr>
            <p:spPr>
              <a:xfrm>
                <a:off x="557644" y="5085182"/>
                <a:ext cx="8782050" cy="122187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77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7" name="TextBox 16">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Trả</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về</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trí</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mục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cao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nhất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dưới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dạng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số</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nguyên</a:t>
                </a:r>
                <a:r>
                  <a:rPr lang="en-US" altLang="ko-KR" sz="1300" dirty="0">
                    <a:solidFill>
                      <a:prstClr val="black">
                        <a:lumMod val="85000"/>
                        <a:lumOff val="15000"/>
                      </a:prstClr>
                    </a:solidFill>
                    <a:latin typeface="SamsungOne-400" panose="020B0503030303020204" pitchFamily="34" charset="0"/>
                  </a:rPr>
                  <a:t>.</a:t>
                </a:r>
              </a:p>
            </p:txBody>
          </p:sp>
        </p:grpSp>
        <p:grpSp>
          <p:nvGrpSpPr>
            <p:cNvPr id="3" name="그룹 2">
              <a:extLst>
                <a:ext uri="{FF2B5EF4-FFF2-40B4-BE49-F238E27FC236}">
                  <a16:creationId xmlns:a16="http://schemas.microsoft.com/office/drawing/2014/main" id="{20131CB2-4EAF-4D3F-83A1-D11DAB1E803F}"/>
                </a:ext>
              </a:extLst>
            </p:cNvPr>
            <p:cNvGrpSpPr/>
            <p:nvPr/>
          </p:nvGrpSpPr>
          <p:grpSpPr>
            <a:xfrm>
              <a:off x="660211" y="4936153"/>
              <a:ext cx="8640559" cy="506374"/>
              <a:chOff x="660211" y="4936153"/>
              <a:chExt cx="8640559" cy="506374"/>
            </a:xfrm>
          </p:grpSpPr>
          <p:pic>
            <p:nvPicPr>
              <p:cNvPr id="18"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0211" y="4958885"/>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EE836FE5-4E63-409C-97E4-2898B8159708}"/>
                  </a:ext>
                </a:extLst>
              </p:cNvPr>
              <p:cNvSpPr txBox="1"/>
              <p:nvPr/>
            </p:nvSpPr>
            <p:spPr>
              <a:xfrm>
                <a:off x="918992" y="4936153"/>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78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1" name="TextBox 20">
                <a:extLst>
                  <a:ext uri="{FF2B5EF4-FFF2-40B4-BE49-F238E27FC236}">
                    <a16:creationId xmlns:a16="http://schemas.microsoft.com/office/drawing/2014/main" id="{0800EE66-B78E-4CCD-A49E-31BBE412C7F6}"/>
                  </a:ext>
                </a:extLst>
              </p:cNvPr>
              <p:cNvSpPr txBox="1"/>
              <p:nvPr/>
            </p:nvSpPr>
            <p:spPr>
              <a:xfrm>
                <a:off x="1019632" y="5242472"/>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Trả</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về</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trí</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mục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thấp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nhất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dưới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dạng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số</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nguyên</a:t>
                </a:r>
                <a:r>
                  <a:rPr lang="en-US" altLang="ko-KR" sz="1300" dirty="0">
                    <a:solidFill>
                      <a:prstClr val="black">
                        <a:lumMod val="85000"/>
                        <a:lumOff val="15000"/>
                      </a:prstClr>
                    </a:solidFill>
                    <a:latin typeface="SamsungOne-400" panose="020B0503030303020204" pitchFamily="34" charset="0"/>
                  </a:rPr>
                  <a:t>.</a:t>
                </a:r>
              </a:p>
            </p:txBody>
          </p:sp>
        </p:grpSp>
      </p:grpSp>
      <p:grpSp>
        <p:nvGrpSpPr>
          <p:cNvPr id="6" name="그룹 5">
            <a:extLst>
              <a:ext uri="{FF2B5EF4-FFF2-40B4-BE49-F238E27FC236}">
                <a16:creationId xmlns:a16="http://schemas.microsoft.com/office/drawing/2014/main" id="{22DD9B10-6CA8-43CD-9CF4-D9CE3DA9329B}"/>
              </a:ext>
            </a:extLst>
          </p:cNvPr>
          <p:cNvGrpSpPr/>
          <p:nvPr/>
        </p:nvGrpSpPr>
        <p:grpSpPr>
          <a:xfrm>
            <a:off x="558396" y="2032274"/>
            <a:ext cx="8782050" cy="2016223"/>
            <a:chOff x="558396" y="2204865"/>
            <a:chExt cx="8782050" cy="2016223"/>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2204865"/>
              <a:ext cx="8782050" cy="201622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21213"/>
            <a:stretch/>
          </p:blipFill>
          <p:spPr>
            <a:xfrm>
              <a:off x="568327" y="2251090"/>
              <a:ext cx="8771368" cy="1969998"/>
            </a:xfrm>
            <a:prstGeom prst="rect">
              <a:avLst/>
            </a:prstGeom>
          </p:spPr>
        </p:pic>
        <p:sp>
          <p:nvSpPr>
            <p:cNvPr id="4" name="직사각형 3"/>
            <p:cNvSpPr/>
            <p:nvPr/>
          </p:nvSpPr>
          <p:spPr>
            <a:xfrm>
              <a:off x="2287116" y="2828925"/>
              <a:ext cx="3637434" cy="240035"/>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직사각형 21"/>
            <p:cNvSpPr/>
            <p:nvPr/>
          </p:nvSpPr>
          <p:spPr>
            <a:xfrm>
              <a:off x="2365906" y="3590925"/>
              <a:ext cx="3558643" cy="239312"/>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6" name="그룹 25">
            <a:extLst>
              <a:ext uri="{FF2B5EF4-FFF2-40B4-BE49-F238E27FC236}">
                <a16:creationId xmlns:a16="http://schemas.microsoft.com/office/drawing/2014/main" id="{B9AEEAA3-40AF-4C87-8DDD-6ACA5CCB4D01}"/>
              </a:ext>
            </a:extLst>
          </p:cNvPr>
          <p:cNvGrpSpPr/>
          <p:nvPr/>
        </p:nvGrpSpPr>
        <p:grpSpPr>
          <a:xfrm>
            <a:off x="580388" y="1413381"/>
            <a:ext cx="8887612" cy="571382"/>
            <a:chOff x="580388" y="1413381"/>
            <a:chExt cx="8887612" cy="571382"/>
          </a:xfrm>
        </p:grpSpPr>
        <p:sp>
          <p:nvSpPr>
            <p:cNvPr id="27" name="직사각형 26">
              <a:extLst>
                <a:ext uri="{FF2B5EF4-FFF2-40B4-BE49-F238E27FC236}">
                  <a16:creationId xmlns:a16="http://schemas.microsoft.com/office/drawing/2014/main" id="{8CE2AE24-98D0-4500-A551-2846B14677D1}"/>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Tóm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tắt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cuối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cùng</a:t>
              </a:r>
              <a:endParaRPr lang="ko-KR" altLang="en-US" sz="1400" dirty="0">
                <a:solidFill>
                  <a:schemeClr val="tx1"/>
                </a:solidFill>
                <a:latin typeface="SamsungOne-400" panose="020B0503030303020204" pitchFamily="34" charset="0"/>
              </a:endParaRPr>
            </a:p>
          </p:txBody>
        </p:sp>
        <p:sp>
          <p:nvSpPr>
            <p:cNvPr id="28" name="Rectangle 12">
              <a:extLst>
                <a:ext uri="{FF2B5EF4-FFF2-40B4-BE49-F238E27FC236}">
                  <a16:creationId xmlns:a16="http://schemas.microsoft.com/office/drawing/2014/main" id="{FC1F5477-0FB6-4DEF-A522-8DCAB8C9970A}"/>
                </a:ext>
              </a:extLst>
            </p:cNvPr>
            <p:cNvSpPr/>
            <p:nvPr/>
          </p:nvSpPr>
          <p:spPr>
            <a:xfrm>
              <a:off x="711201" y="1639302"/>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phổ</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dụng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spTree>
    <p:extLst>
      <p:ext uri="{BB962C8B-B14F-4D97-AF65-F5344CB8AC3E}">
        <p14:creationId xmlns:p14="http://schemas.microsoft.com/office/powerpoint/2010/main" val="3781607657"/>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9" name="그룹 8">
            <a:extLst>
              <a:ext uri="{FF2B5EF4-FFF2-40B4-BE49-F238E27FC236}">
                <a16:creationId xmlns:a16="http://schemas.microsoft.com/office/drawing/2014/main" id="{5A41CFE1-FBB7-436E-BE76-158E59573FAF}"/>
              </a:ext>
            </a:extLst>
          </p:cNvPr>
          <p:cNvGrpSpPr/>
          <p:nvPr/>
        </p:nvGrpSpPr>
        <p:grpSpPr>
          <a:xfrm>
            <a:off x="580388" y="1413381"/>
            <a:ext cx="8887612" cy="1302714"/>
            <a:chOff x="580388" y="1413381"/>
            <a:chExt cx="8887612" cy="1302714"/>
          </a:xfrm>
        </p:grpSpPr>
        <p:sp>
          <p:nvSpPr>
            <p:cNvPr id="10" name="직사각형 9">
              <a:extLst>
                <a:ext uri="{FF2B5EF4-FFF2-40B4-BE49-F238E27FC236}">
                  <a16:creationId xmlns:a16="http://schemas.microsoft.com/office/drawing/2014/main" id="{C4A79235-9B33-482B-AA12-FFC934C682D4}"/>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Đại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số</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tuyến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tính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của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NumPy</a:t>
              </a:r>
              <a:endParaRPr lang="ko-KR" altLang="en-US" sz="1400" dirty="0">
                <a:solidFill>
                  <a:schemeClr val="tx1"/>
                </a:solidFill>
                <a:latin typeface="SamsungOne-400" panose="020B0503030303020204" pitchFamily="34" charset="0"/>
              </a:endParaRPr>
            </a:p>
          </p:txBody>
        </p:sp>
        <p:sp>
          <p:nvSpPr>
            <p:cNvPr id="11" name="Rectangle 12">
              <a:extLst>
                <a:ext uri="{FF2B5EF4-FFF2-40B4-BE49-F238E27FC236}">
                  <a16:creationId xmlns:a16="http://schemas.microsoft.com/office/drawing/2014/main" id="{999C88B2-CF3D-4C35-96F3-2500B5948F7F}"/>
                </a:ext>
              </a:extLst>
            </p:cNvPr>
            <p:cNvSpPr/>
            <p:nvPr/>
          </p:nvSpPr>
          <p:spPr>
            <a:xfrm>
              <a:off x="711201" y="1667877"/>
              <a:ext cx="8632824" cy="10482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NumPy không chỉ hỗ trợ các phép toán đơn giản của mảng mà còn hỗ trợ các phép toán ma trận (mảng hai chiều) cho đại số tuyến tính.</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Trong số các phương thức khác nhau, trước tiên chúng ta hãy xem cách thực hiện phép nhân ma trận, ma trận chuyển vị, ma trận nghịch đảo và định thức.</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3158565264"/>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BDEFDA0F-D342-4CD3-A17B-296115F25B70}"/>
              </a:ext>
            </a:extLst>
          </p:cNvPr>
          <p:cNvGrpSpPr/>
          <p:nvPr/>
        </p:nvGrpSpPr>
        <p:grpSpPr>
          <a:xfrm>
            <a:off x="558396" y="2052390"/>
            <a:ext cx="8782050" cy="2088231"/>
            <a:chOff x="558396" y="4240541"/>
            <a:chExt cx="8782050" cy="2088231"/>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4240541"/>
              <a:ext cx="8782050" cy="208823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19787"/>
            <a:stretch/>
          </p:blipFill>
          <p:spPr>
            <a:xfrm>
              <a:off x="577851" y="4295482"/>
              <a:ext cx="8762595" cy="2014240"/>
            </a:xfrm>
            <a:prstGeom prst="rect">
              <a:avLst/>
            </a:prstGeom>
          </p:spPr>
        </p:pic>
      </p:grpSp>
      <p:grpSp>
        <p:nvGrpSpPr>
          <p:cNvPr id="11" name="그룹 10">
            <a:extLst>
              <a:ext uri="{FF2B5EF4-FFF2-40B4-BE49-F238E27FC236}">
                <a16:creationId xmlns:a16="http://schemas.microsoft.com/office/drawing/2014/main" id="{F0D58790-C3C8-41DE-8C5E-625FD92B2DF4}"/>
              </a:ext>
            </a:extLst>
          </p:cNvPr>
          <p:cNvGrpSpPr/>
          <p:nvPr/>
        </p:nvGrpSpPr>
        <p:grpSpPr>
          <a:xfrm>
            <a:off x="580388" y="1413381"/>
            <a:ext cx="8887612" cy="599957"/>
            <a:chOff x="580388" y="1413381"/>
            <a:chExt cx="8887612" cy="599957"/>
          </a:xfrm>
        </p:grpSpPr>
        <p:sp>
          <p:nvSpPr>
            <p:cNvPr id="12" name="직사각형 11">
              <a:extLst>
                <a:ext uri="{FF2B5EF4-FFF2-40B4-BE49-F238E27FC236}">
                  <a16:creationId xmlns:a16="http://schemas.microsoft.com/office/drawing/2014/main" id="{A16AE515-4439-48BD-BB89-FCD90AE5FB2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Phép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toán</a:t>
              </a:r>
              <a:r>
                <a:rPr lang="en-US" altLang="ko-KR" sz="1400" dirty="0">
                  <a:solidFill>
                    <a:schemeClr val="tx1"/>
                  </a:solidFill>
                  <a:latin typeface="SamsungOne-400" panose="020B0503030303020204" pitchFamily="34" charset="0"/>
                  <a:ea typeface="SamsungOne-400" panose="020B0503030303020204" pitchFamily="34" charset="0"/>
                </a:rPr>
                <a:t> ma </a:t>
              </a:r>
              <a:r>
                <a:rPr lang="en-US" altLang="ko-KR" sz="1400" dirty="0" err="1">
                  <a:solidFill>
                    <a:schemeClr val="tx1"/>
                  </a:solidFill>
                  <a:latin typeface="SamsungOne-400" panose="020B0503030303020204" pitchFamily="34" charset="0"/>
                  <a:ea typeface="SamsungOne-400" panose="020B0503030303020204" pitchFamily="34" charset="0"/>
                </a:rPr>
                <a:t>trận</a:t>
              </a:r>
              <a:endParaRPr lang="ko-KR" altLang="en-US" sz="1400" dirty="0">
                <a:solidFill>
                  <a:schemeClr val="tx1"/>
                </a:solidFill>
                <a:latin typeface="SamsungOne-400" panose="020B0503030303020204" pitchFamily="34" charset="0"/>
              </a:endParaRPr>
            </a:p>
          </p:txBody>
        </p:sp>
        <p:sp>
          <p:nvSpPr>
            <p:cNvPr id="13" name="Rectangle 12">
              <a:extLst>
                <a:ext uri="{FF2B5EF4-FFF2-40B4-BE49-F238E27FC236}">
                  <a16:creationId xmlns:a16="http://schemas.microsoft.com/office/drawing/2014/main" id="{1B4A11EF-31B3-4BCF-9721-9095915D5B82}"/>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Đối với các phép toán ma trận, tạo ma trận 2x2 A và B như sau:</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720740498"/>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2" name="그룹 1">
            <a:extLst>
              <a:ext uri="{FF2B5EF4-FFF2-40B4-BE49-F238E27FC236}">
                <a16:creationId xmlns:a16="http://schemas.microsoft.com/office/drawing/2014/main" id="{6429E0BF-132F-4E88-BE43-EF3FAD894A8F}"/>
              </a:ext>
            </a:extLst>
          </p:cNvPr>
          <p:cNvGrpSpPr/>
          <p:nvPr/>
        </p:nvGrpSpPr>
        <p:grpSpPr>
          <a:xfrm>
            <a:off x="558396" y="2060848"/>
            <a:ext cx="8782050" cy="1757535"/>
            <a:chOff x="558396" y="2204865"/>
            <a:chExt cx="8782050" cy="1757535"/>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2204865"/>
              <a:ext cx="8782050" cy="175753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21062"/>
            <a:stretch/>
          </p:blipFill>
          <p:spPr>
            <a:xfrm>
              <a:off x="577851" y="2241160"/>
              <a:ext cx="8762595" cy="1691896"/>
            </a:xfrm>
            <a:prstGeom prst="rect">
              <a:avLst/>
            </a:prstGeom>
          </p:spPr>
        </p:pic>
      </p:grpSp>
      <p:grpSp>
        <p:nvGrpSpPr>
          <p:cNvPr id="11" name="그룹 10">
            <a:extLst>
              <a:ext uri="{FF2B5EF4-FFF2-40B4-BE49-F238E27FC236}">
                <a16:creationId xmlns:a16="http://schemas.microsoft.com/office/drawing/2014/main" id="{590C66AF-A1B3-4E4C-9870-3C50E0EB9017}"/>
              </a:ext>
            </a:extLst>
          </p:cNvPr>
          <p:cNvGrpSpPr/>
          <p:nvPr/>
        </p:nvGrpSpPr>
        <p:grpSpPr>
          <a:xfrm>
            <a:off x="580388" y="1413381"/>
            <a:ext cx="8887612" cy="599957"/>
            <a:chOff x="580388" y="1413381"/>
            <a:chExt cx="8887612" cy="599957"/>
          </a:xfrm>
        </p:grpSpPr>
        <p:sp>
          <p:nvSpPr>
            <p:cNvPr id="12" name="직사각형 11">
              <a:extLst>
                <a:ext uri="{FF2B5EF4-FFF2-40B4-BE49-F238E27FC236}">
                  <a16:creationId xmlns:a16="http://schemas.microsoft.com/office/drawing/2014/main" id="{8934DB7A-EF03-41B4-8615-3E4FD8CBD139}"/>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Phép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toán</a:t>
              </a:r>
              <a:r>
                <a:rPr lang="en-US" altLang="ko-KR" sz="1400" dirty="0">
                  <a:solidFill>
                    <a:schemeClr val="tx1"/>
                  </a:solidFill>
                  <a:latin typeface="SamsungOne-400" panose="020B0503030303020204" pitchFamily="34" charset="0"/>
                  <a:ea typeface="SamsungOne-400" panose="020B0503030303020204" pitchFamily="34" charset="0"/>
                </a:rPr>
                <a:t> ma </a:t>
              </a:r>
              <a:r>
                <a:rPr lang="en-US" altLang="ko-KR" sz="1400" dirty="0" err="1">
                  <a:solidFill>
                    <a:schemeClr val="tx1"/>
                  </a:solidFill>
                  <a:latin typeface="SamsungOne-400" panose="020B0503030303020204" pitchFamily="34" charset="0"/>
                  <a:ea typeface="SamsungOne-400" panose="020B0503030303020204" pitchFamily="34" charset="0"/>
                </a:rPr>
                <a:t>trận</a:t>
              </a:r>
              <a:endParaRPr lang="ko-KR" altLang="en-US" sz="1400" dirty="0">
                <a:solidFill>
                  <a:schemeClr val="tx1"/>
                </a:solidFill>
                <a:latin typeface="SamsungOne-400" panose="020B0503030303020204" pitchFamily="34" charset="0"/>
              </a:endParaRPr>
            </a:p>
          </p:txBody>
        </p:sp>
        <p:sp>
          <p:nvSpPr>
            <p:cNvPr id="13" name="Rectangle 12">
              <a:extLst>
                <a:ext uri="{FF2B5EF4-FFF2-40B4-BE49-F238E27FC236}">
                  <a16:creationId xmlns:a16="http://schemas.microsoft.com/office/drawing/2014/main" id="{AE3BC7DF-C035-45AD-BEAD-CE3028F409CB}"/>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Ví dụ về tích của ma trận A và B (A*B). Cả hai phương thức có thể được sử dụng.</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364927925"/>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74C9623C-85B3-4BFA-9CD4-D673F624AE42}"/>
              </a:ext>
            </a:extLst>
          </p:cNvPr>
          <p:cNvGrpSpPr/>
          <p:nvPr/>
        </p:nvGrpSpPr>
        <p:grpSpPr>
          <a:xfrm>
            <a:off x="558396" y="2060848"/>
            <a:ext cx="8782050" cy="1748010"/>
            <a:chOff x="558396" y="2204866"/>
            <a:chExt cx="8782050" cy="1748010"/>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2204866"/>
              <a:ext cx="8782050" cy="174801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20222"/>
            <a:stretch/>
          </p:blipFill>
          <p:spPr>
            <a:xfrm>
              <a:off x="577851" y="2234468"/>
              <a:ext cx="8762595" cy="1698588"/>
            </a:xfrm>
            <a:prstGeom prst="rect">
              <a:avLst/>
            </a:prstGeom>
          </p:spPr>
        </p:pic>
      </p:grpSp>
      <p:grpSp>
        <p:nvGrpSpPr>
          <p:cNvPr id="11" name="그룹 10">
            <a:extLst>
              <a:ext uri="{FF2B5EF4-FFF2-40B4-BE49-F238E27FC236}">
                <a16:creationId xmlns:a16="http://schemas.microsoft.com/office/drawing/2014/main" id="{577CA625-18AC-4776-978B-0289B75A2B19}"/>
              </a:ext>
            </a:extLst>
          </p:cNvPr>
          <p:cNvGrpSpPr/>
          <p:nvPr/>
        </p:nvGrpSpPr>
        <p:grpSpPr>
          <a:xfrm>
            <a:off x="580388" y="1413381"/>
            <a:ext cx="8887612" cy="599957"/>
            <a:chOff x="580388" y="1413381"/>
            <a:chExt cx="8887612" cy="599957"/>
          </a:xfrm>
        </p:grpSpPr>
        <p:sp>
          <p:nvSpPr>
            <p:cNvPr id="12" name="직사각형 11">
              <a:extLst>
                <a:ext uri="{FF2B5EF4-FFF2-40B4-BE49-F238E27FC236}">
                  <a16:creationId xmlns:a16="http://schemas.microsoft.com/office/drawing/2014/main" id="{E63A1EFD-81C8-4652-9159-D1F818109049}"/>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Phép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toán</a:t>
              </a:r>
              <a:r>
                <a:rPr lang="en-US" altLang="ko-KR" sz="1400" dirty="0">
                  <a:solidFill>
                    <a:schemeClr val="tx1"/>
                  </a:solidFill>
                  <a:latin typeface="SamsungOne-400" panose="020B0503030303020204" pitchFamily="34" charset="0"/>
                  <a:ea typeface="SamsungOne-400" panose="020B0503030303020204" pitchFamily="34" charset="0"/>
                </a:rPr>
                <a:t> ma </a:t>
              </a:r>
              <a:r>
                <a:rPr lang="en-US" altLang="ko-KR" sz="1400" dirty="0" err="1">
                  <a:solidFill>
                    <a:schemeClr val="tx1"/>
                  </a:solidFill>
                  <a:latin typeface="SamsungOne-400" panose="020B0503030303020204" pitchFamily="34" charset="0"/>
                  <a:ea typeface="SamsungOne-400" panose="020B0503030303020204" pitchFamily="34" charset="0"/>
                </a:rPr>
                <a:t>trận</a:t>
              </a:r>
              <a:endParaRPr lang="ko-KR" altLang="en-US" sz="1400" dirty="0">
                <a:solidFill>
                  <a:schemeClr val="tx1"/>
                </a:solidFill>
                <a:latin typeface="SamsungOne-400" panose="020B0503030303020204" pitchFamily="34" charset="0"/>
              </a:endParaRPr>
            </a:p>
          </p:txBody>
        </p:sp>
        <p:sp>
          <p:nvSpPr>
            <p:cNvPr id="13" name="Rectangle 12">
              <a:extLst>
                <a:ext uri="{FF2B5EF4-FFF2-40B4-BE49-F238E27FC236}">
                  <a16:creationId xmlns:a16="http://schemas.microsoft.com/office/drawing/2014/main" id="{93AD675F-6B92-4703-B34D-2679AD8E483E}"/>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Sau đây là một ví dụ tìm ma trận chuyển vị của ma trận A. Có thể sử dụng cả hai phương pháp.</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2225984662"/>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CEBDC3E3-3822-4589-8FAF-FF7FF6B306F1}"/>
              </a:ext>
            </a:extLst>
          </p:cNvPr>
          <p:cNvGrpSpPr/>
          <p:nvPr/>
        </p:nvGrpSpPr>
        <p:grpSpPr>
          <a:xfrm>
            <a:off x="558396" y="2060848"/>
            <a:ext cx="8782050" cy="938385"/>
            <a:chOff x="558396" y="2204865"/>
            <a:chExt cx="8782050" cy="938385"/>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2204865"/>
              <a:ext cx="8782050" cy="93838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3"/>
            <a:srcRect r="19380"/>
            <a:stretch/>
          </p:blipFill>
          <p:spPr>
            <a:xfrm>
              <a:off x="587376" y="2257573"/>
              <a:ext cx="8753070" cy="847577"/>
            </a:xfrm>
            <a:prstGeom prst="rect">
              <a:avLst/>
            </a:prstGeom>
          </p:spPr>
        </p:pic>
      </p:grpSp>
      <p:grpSp>
        <p:nvGrpSpPr>
          <p:cNvPr id="6" name="그룹 5">
            <a:extLst>
              <a:ext uri="{FF2B5EF4-FFF2-40B4-BE49-F238E27FC236}">
                <a16:creationId xmlns:a16="http://schemas.microsoft.com/office/drawing/2014/main" id="{8F53349D-5BDB-41C5-A827-D41C6D798966}"/>
              </a:ext>
            </a:extLst>
          </p:cNvPr>
          <p:cNvGrpSpPr/>
          <p:nvPr/>
        </p:nvGrpSpPr>
        <p:grpSpPr>
          <a:xfrm>
            <a:off x="567550" y="3501008"/>
            <a:ext cx="8782050" cy="788292"/>
            <a:chOff x="567550" y="3717034"/>
            <a:chExt cx="8782050" cy="788292"/>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67550" y="3717034"/>
              <a:ext cx="8782050" cy="78829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5" name="그림 4"/>
            <p:cNvPicPr>
              <a:picLocks noChangeAspect="1"/>
            </p:cNvPicPr>
            <p:nvPr/>
          </p:nvPicPr>
          <p:blipFill rotWithShape="1">
            <a:blip r:embed="rId4"/>
            <a:srcRect r="18722"/>
            <a:stretch/>
          </p:blipFill>
          <p:spPr>
            <a:xfrm>
              <a:off x="587376" y="3783331"/>
              <a:ext cx="8756650" cy="664843"/>
            </a:xfrm>
            <a:prstGeom prst="rect">
              <a:avLst/>
            </a:prstGeom>
          </p:spPr>
        </p:pic>
      </p:grpSp>
      <p:grpSp>
        <p:nvGrpSpPr>
          <p:cNvPr id="14" name="그룹 13">
            <a:extLst>
              <a:ext uri="{FF2B5EF4-FFF2-40B4-BE49-F238E27FC236}">
                <a16:creationId xmlns:a16="http://schemas.microsoft.com/office/drawing/2014/main" id="{11EC93D7-4A8B-49C2-9E5F-45643E11D1A7}"/>
              </a:ext>
            </a:extLst>
          </p:cNvPr>
          <p:cNvGrpSpPr/>
          <p:nvPr/>
        </p:nvGrpSpPr>
        <p:grpSpPr>
          <a:xfrm>
            <a:off x="580388" y="1413381"/>
            <a:ext cx="8887612" cy="2051061"/>
            <a:chOff x="580388" y="1413381"/>
            <a:chExt cx="8887612" cy="2051061"/>
          </a:xfrm>
        </p:grpSpPr>
        <p:sp>
          <p:nvSpPr>
            <p:cNvPr id="15" name="직사각형 14">
              <a:extLst>
                <a:ext uri="{FF2B5EF4-FFF2-40B4-BE49-F238E27FC236}">
                  <a16:creationId xmlns:a16="http://schemas.microsoft.com/office/drawing/2014/main" id="{06861E34-BDAB-40D2-9567-650B5D2DDC99}"/>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Phép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toán</a:t>
              </a:r>
              <a:r>
                <a:rPr lang="en-US" altLang="ko-KR" sz="1400" dirty="0">
                  <a:solidFill>
                    <a:schemeClr val="tx1"/>
                  </a:solidFill>
                  <a:latin typeface="SamsungOne-400" panose="020B0503030303020204" pitchFamily="34" charset="0"/>
                  <a:ea typeface="SamsungOne-400" panose="020B0503030303020204" pitchFamily="34" charset="0"/>
                </a:rPr>
                <a:t> ma </a:t>
              </a:r>
              <a:r>
                <a:rPr lang="en-US" altLang="ko-KR" sz="1400" dirty="0" err="1">
                  <a:solidFill>
                    <a:schemeClr val="tx1"/>
                  </a:solidFill>
                  <a:latin typeface="SamsungOne-400" panose="020B0503030303020204" pitchFamily="34" charset="0"/>
                  <a:ea typeface="SamsungOne-400" panose="020B0503030303020204" pitchFamily="34" charset="0"/>
                </a:rPr>
                <a:t>trận</a:t>
              </a:r>
              <a:endParaRPr lang="ko-KR" altLang="en-US" sz="1400" dirty="0">
                <a:solidFill>
                  <a:schemeClr val="tx1"/>
                </a:solidFill>
                <a:latin typeface="SamsungOne-400" panose="020B0503030303020204" pitchFamily="34" charset="0"/>
              </a:endParaRPr>
            </a:p>
          </p:txBody>
        </p:sp>
        <p:sp>
          <p:nvSpPr>
            <p:cNvPr id="16" name="Rectangle 12">
              <a:extLst>
                <a:ext uri="{FF2B5EF4-FFF2-40B4-BE49-F238E27FC236}">
                  <a16:creationId xmlns:a16="http://schemas.microsoft.com/office/drawing/2014/main" id="{BF71126C-EEB6-4C43-BB15-1D17D3C1EFC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tìm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ma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trận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nghịch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đảo</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của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ma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trận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a:t>
              </a:r>
            </a:p>
          </p:txBody>
        </p:sp>
        <p:sp>
          <p:nvSpPr>
            <p:cNvPr id="18" name="Rectangle 12">
              <a:extLst>
                <a:ext uri="{FF2B5EF4-FFF2-40B4-BE49-F238E27FC236}">
                  <a16:creationId xmlns:a16="http://schemas.microsoft.com/office/drawing/2014/main" id="{086D1AD1-67E0-4AA2-BED6-6B657DC386B1}"/>
                </a:ext>
              </a:extLst>
            </p:cNvPr>
            <p:cNvSpPr/>
            <p:nvPr/>
          </p:nvSpPr>
          <p:spPr>
            <a:xfrm>
              <a:off x="711201" y="3118981"/>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dụ</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lấy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định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thức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của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ma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trận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a:t>
              </a:r>
            </a:p>
          </p:txBody>
        </p:sp>
      </p:grpSp>
    </p:spTree>
    <p:extLst>
      <p:ext uri="{BB962C8B-B14F-4D97-AF65-F5344CB8AC3E}">
        <p14:creationId xmlns:p14="http://schemas.microsoft.com/office/powerpoint/2010/main" val="1850338275"/>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sp>
        <p:nvSpPr>
          <p:cNvPr id="18" name="직사각형 17">
            <a:extLst>
              <a:ext uri="{FF2B5EF4-FFF2-40B4-BE49-F238E27FC236}">
                <a16:creationId xmlns:a16="http://schemas.microsoft.com/office/drawing/2014/main" id="{17185DFA-CA2B-4CC5-95DE-F04FF32B1DDC}"/>
              </a:ext>
            </a:extLst>
          </p:cNvPr>
          <p:cNvSpPr/>
          <p:nvPr/>
        </p:nvSpPr>
        <p:spPr>
          <a:xfrm>
            <a:off x="546895" y="1523719"/>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Bài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tập</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coding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số</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0101</a:t>
            </a:r>
          </a:p>
        </p:txBody>
      </p:sp>
      <p:grpSp>
        <p:nvGrpSpPr>
          <p:cNvPr id="33" name="그룹 32">
            <a:extLst>
              <a:ext uri="{FF2B5EF4-FFF2-40B4-BE49-F238E27FC236}">
                <a16:creationId xmlns:a16="http://schemas.microsoft.com/office/drawing/2014/main" id="{AA858FDF-5864-495A-B21F-4712BFD6AA5E}"/>
              </a:ext>
            </a:extLst>
          </p:cNvPr>
          <p:cNvGrpSpPr/>
          <p:nvPr/>
        </p:nvGrpSpPr>
        <p:grpSpPr>
          <a:xfrm>
            <a:off x="558798" y="2060849"/>
            <a:ext cx="8797129" cy="3960439"/>
            <a:chOff x="558798" y="2060849"/>
            <a:chExt cx="8797129" cy="3960439"/>
          </a:xfrm>
        </p:grpSpPr>
        <p:sp>
          <p:nvSpPr>
            <p:cNvPr id="34" name="직사각형 33">
              <a:extLst>
                <a:ext uri="{FF2B5EF4-FFF2-40B4-BE49-F238E27FC236}">
                  <a16:creationId xmlns:a16="http://schemas.microsoft.com/office/drawing/2014/main" id="{C6BD7070-4920-443A-8B54-627E9FFDBA09}"/>
                </a:ext>
              </a:extLst>
            </p:cNvPr>
            <p:cNvSpPr/>
            <p:nvPr/>
          </p:nvSpPr>
          <p:spPr>
            <a:xfrm>
              <a:off x="558799" y="2060849"/>
              <a:ext cx="8785225" cy="3960439"/>
            </a:xfrm>
            <a:prstGeom prst="rect">
              <a:avLst/>
            </a:prstGeom>
            <a:solidFill>
              <a:schemeClr val="accent5">
                <a:lumMod val="40000"/>
                <a:lumOff val="60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35" name="그룹 34">
              <a:extLst>
                <a:ext uri="{FF2B5EF4-FFF2-40B4-BE49-F238E27FC236}">
                  <a16:creationId xmlns:a16="http://schemas.microsoft.com/office/drawing/2014/main" id="{CA67FC84-8A45-4AC8-8469-4F811FA8F3C7}"/>
                </a:ext>
              </a:extLst>
            </p:cNvPr>
            <p:cNvGrpSpPr/>
            <p:nvPr/>
          </p:nvGrpSpPr>
          <p:grpSpPr>
            <a:xfrm>
              <a:off x="558798" y="3945816"/>
              <a:ext cx="8797129" cy="576572"/>
              <a:chOff x="4778069" y="4391025"/>
              <a:chExt cx="2349160" cy="431802"/>
            </a:xfrm>
          </p:grpSpPr>
          <p:sp>
            <p:nvSpPr>
              <p:cNvPr id="38" name="직사각형 37">
                <a:extLst>
                  <a:ext uri="{FF2B5EF4-FFF2-40B4-BE49-F238E27FC236}">
                    <a16:creationId xmlns:a16="http://schemas.microsoft.com/office/drawing/2014/main" id="{A13A77AD-3FA4-4CE3-B913-4ECA43FE8F4A}"/>
                  </a:ext>
                </a:extLst>
              </p:cNvPr>
              <p:cNvSpPr/>
              <p:nvPr/>
            </p:nvSpPr>
            <p:spPr>
              <a:xfrm>
                <a:off x="4778069" y="4391025"/>
                <a:ext cx="2349160" cy="43180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lightRig rig="threePt" dir="t"/>
                </a:scene3d>
                <a:sp3d>
                  <a:bevelT w="0" h="6350"/>
                </a:sp3d>
              </a:bodyPr>
              <a:lstStyle/>
              <a:p>
                <a:pPr algn="ctr"/>
                <a:endParaRPr lang="ko-KR" altLang="en-US" sz="2000" dirty="0"/>
              </a:p>
            </p:txBody>
          </p:sp>
          <p:sp>
            <p:nvSpPr>
              <p:cNvPr id="39" name="직사각형 133">
                <a:extLst>
                  <a:ext uri="{FF2B5EF4-FFF2-40B4-BE49-F238E27FC236}">
                    <a16:creationId xmlns:a16="http://schemas.microsoft.com/office/drawing/2014/main" id="{1D83717E-D555-47E5-AE69-B44B70E6AD1A}"/>
                  </a:ext>
                </a:extLst>
              </p:cNvPr>
              <p:cNvSpPr/>
              <p:nvPr/>
            </p:nvSpPr>
            <p:spPr>
              <a:xfrm>
                <a:off x="4852511" y="4491677"/>
                <a:ext cx="2200275" cy="2304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algn="ctr"/>
                <a:r>
                  <a:rPr lang="vi-VN" altLang="ko-KR" sz="2000" dirty="0">
                    <a:solidFill>
                      <a:schemeClr val="bg1"/>
                    </a:solidFill>
                    <a:latin typeface="SamsungOne-700" panose="020B0803030303020204" pitchFamily="34" charset="0"/>
                    <a:ea typeface="SamsungOne-700" panose="020B0803030303020204" pitchFamily="34" charset="0"/>
                    <a:cs typeface="iCiel Samsung Sharp Sans Bold" pitchFamily="2" charset="0"/>
                  </a:rPr>
                  <a:t>Làm theo các bước thực hành trong tệp “ex_0</a:t>
                </a:r>
                <a:r>
                  <a:rPr lang="en-US" altLang="ko-KR" sz="2000" dirty="0">
                    <a:solidFill>
                      <a:schemeClr val="bg1"/>
                    </a:solidFill>
                    <a:latin typeface="SamsungOne-700" panose="020B0803030303020204" pitchFamily="34" charset="0"/>
                    <a:ea typeface="SamsungOne-700" panose="020B0803030303020204" pitchFamily="34" charset="0"/>
                    <a:cs typeface="iCiel Samsung Sharp Sans Bold" pitchFamily="2" charset="0"/>
                  </a:rPr>
                  <a:t>1</a:t>
                </a:r>
                <a:r>
                  <a:rPr lang="vi-VN" altLang="ko-KR" sz="2000" dirty="0">
                    <a:solidFill>
                      <a:schemeClr val="bg1"/>
                    </a:solidFill>
                    <a:latin typeface="SamsungOne-700" panose="020B0803030303020204" pitchFamily="34" charset="0"/>
                    <a:ea typeface="SamsungOne-700" panose="020B0803030303020204" pitchFamily="34" charset="0"/>
                    <a:cs typeface="iCiel Samsung Sharp Sans Bold" pitchFamily="2" charset="0"/>
                  </a:rPr>
                  <a:t>0</a:t>
                </a:r>
                <a:r>
                  <a:rPr lang="en-US" altLang="ko-KR" sz="2000" dirty="0">
                    <a:solidFill>
                      <a:schemeClr val="bg1"/>
                    </a:solidFill>
                    <a:latin typeface="SamsungOne-700" panose="020B0803030303020204" pitchFamily="34" charset="0"/>
                    <a:ea typeface="SamsungOne-700" panose="020B0803030303020204" pitchFamily="34" charset="0"/>
                    <a:cs typeface="iCiel Samsung Sharp Sans Bold" pitchFamily="2" charset="0"/>
                  </a:rPr>
                  <a:t>1</a:t>
                </a:r>
                <a:r>
                  <a:rPr lang="vi-VN" altLang="ko-KR" sz="2000" dirty="0">
                    <a:solidFill>
                      <a:schemeClr val="bg1"/>
                    </a:solidFill>
                    <a:latin typeface="SamsungOne-700" panose="020B0803030303020204" pitchFamily="34" charset="0"/>
                    <a:ea typeface="SamsungOne-700" panose="020B0803030303020204" pitchFamily="34" charset="0"/>
                    <a:cs typeface="iCiel Samsung Sharp Sans Bold" pitchFamily="2" charset="0"/>
                  </a:rPr>
                  <a:t>.ipynb</a:t>
                </a:r>
                <a:endParaRPr lang="ko-KR" altLang="en-US" sz="2000" b="1" dirty="0">
                  <a:solidFill>
                    <a:schemeClr val="bg1"/>
                  </a:solidFill>
                  <a:latin typeface="SamsungOne-700" panose="020B0803030303020204" pitchFamily="34" charset="0"/>
                  <a:ea typeface="Samsung Sharp Sans" pitchFamily="2" charset="0"/>
                  <a:cs typeface="iCiel Samsung Sharp Sans Bold" pitchFamily="2" charset="0"/>
                </a:endParaRPr>
              </a:p>
            </p:txBody>
          </p:sp>
        </p:grpSp>
        <p:pic>
          <p:nvPicPr>
            <p:cNvPr id="37" name="그림 36" descr="텍스트, 클립아트이(가) 표시된 사진&#10;&#10;자동 생성된 설명">
              <a:extLst>
                <a:ext uri="{FF2B5EF4-FFF2-40B4-BE49-F238E27FC236}">
                  <a16:creationId xmlns:a16="http://schemas.microsoft.com/office/drawing/2014/main" id="{00D513DD-ED62-4B10-B6E3-BE93B9555C24}"/>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8593" t="14475" r="51947" b="14299"/>
            <a:stretch/>
          </p:blipFill>
          <p:spPr>
            <a:xfrm>
              <a:off x="4370123" y="2647560"/>
              <a:ext cx="1162577" cy="1174440"/>
            </a:xfrm>
            <a:prstGeom prst="ellipse">
              <a:avLst/>
            </a:prstGeom>
          </p:spPr>
        </p:pic>
      </p:grpSp>
    </p:spTree>
    <p:extLst>
      <p:ext uri="{BB962C8B-B14F-4D97-AF65-F5344CB8AC3E}">
        <p14:creationId xmlns:p14="http://schemas.microsoft.com/office/powerpoint/2010/main" val="2883495498"/>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Phép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sp>
        <p:nvSpPr>
          <p:cNvPr id="18" name="직사각형 17">
            <a:extLst>
              <a:ext uri="{FF2B5EF4-FFF2-40B4-BE49-F238E27FC236}">
                <a16:creationId xmlns:a16="http://schemas.microsoft.com/office/drawing/2014/main" id="{17185DFA-CA2B-4CC5-95DE-F04FF32B1DDC}"/>
              </a:ext>
            </a:extLst>
          </p:cNvPr>
          <p:cNvSpPr/>
          <p:nvPr/>
        </p:nvSpPr>
        <p:spPr>
          <a:xfrm>
            <a:off x="546895" y="1523719"/>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Bài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tập</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coding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số</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0102</a:t>
            </a:r>
          </a:p>
        </p:txBody>
      </p:sp>
      <p:grpSp>
        <p:nvGrpSpPr>
          <p:cNvPr id="33" name="그룹 32">
            <a:extLst>
              <a:ext uri="{FF2B5EF4-FFF2-40B4-BE49-F238E27FC236}">
                <a16:creationId xmlns:a16="http://schemas.microsoft.com/office/drawing/2014/main" id="{AA858FDF-5864-495A-B21F-4712BFD6AA5E}"/>
              </a:ext>
            </a:extLst>
          </p:cNvPr>
          <p:cNvGrpSpPr/>
          <p:nvPr/>
        </p:nvGrpSpPr>
        <p:grpSpPr>
          <a:xfrm>
            <a:off x="558798" y="2060849"/>
            <a:ext cx="8797129" cy="3960439"/>
            <a:chOff x="558798" y="2060849"/>
            <a:chExt cx="8797129" cy="3960439"/>
          </a:xfrm>
        </p:grpSpPr>
        <p:sp>
          <p:nvSpPr>
            <p:cNvPr id="34" name="직사각형 33">
              <a:extLst>
                <a:ext uri="{FF2B5EF4-FFF2-40B4-BE49-F238E27FC236}">
                  <a16:creationId xmlns:a16="http://schemas.microsoft.com/office/drawing/2014/main" id="{C6BD7070-4920-443A-8B54-627E9FFDBA09}"/>
                </a:ext>
              </a:extLst>
            </p:cNvPr>
            <p:cNvSpPr/>
            <p:nvPr/>
          </p:nvSpPr>
          <p:spPr>
            <a:xfrm>
              <a:off x="558799" y="2060849"/>
              <a:ext cx="8785225" cy="3960439"/>
            </a:xfrm>
            <a:prstGeom prst="rect">
              <a:avLst/>
            </a:prstGeom>
            <a:solidFill>
              <a:schemeClr val="accent5">
                <a:lumMod val="40000"/>
                <a:lumOff val="60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35" name="그룹 34">
              <a:extLst>
                <a:ext uri="{FF2B5EF4-FFF2-40B4-BE49-F238E27FC236}">
                  <a16:creationId xmlns:a16="http://schemas.microsoft.com/office/drawing/2014/main" id="{CA67FC84-8A45-4AC8-8469-4F811FA8F3C7}"/>
                </a:ext>
              </a:extLst>
            </p:cNvPr>
            <p:cNvGrpSpPr/>
            <p:nvPr/>
          </p:nvGrpSpPr>
          <p:grpSpPr>
            <a:xfrm>
              <a:off x="558798" y="3945816"/>
              <a:ext cx="8797129" cy="576572"/>
              <a:chOff x="4778069" y="4391025"/>
              <a:chExt cx="2349160" cy="431802"/>
            </a:xfrm>
          </p:grpSpPr>
          <p:sp>
            <p:nvSpPr>
              <p:cNvPr id="38" name="직사각형 37">
                <a:extLst>
                  <a:ext uri="{FF2B5EF4-FFF2-40B4-BE49-F238E27FC236}">
                    <a16:creationId xmlns:a16="http://schemas.microsoft.com/office/drawing/2014/main" id="{A13A77AD-3FA4-4CE3-B913-4ECA43FE8F4A}"/>
                  </a:ext>
                </a:extLst>
              </p:cNvPr>
              <p:cNvSpPr/>
              <p:nvPr/>
            </p:nvSpPr>
            <p:spPr>
              <a:xfrm>
                <a:off x="4778069" y="4391025"/>
                <a:ext cx="2349160" cy="43180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lightRig rig="threePt" dir="t"/>
                </a:scene3d>
                <a:sp3d>
                  <a:bevelT w="0" h="6350"/>
                </a:sp3d>
              </a:bodyPr>
              <a:lstStyle/>
              <a:p>
                <a:pPr algn="ctr"/>
                <a:endParaRPr lang="ko-KR" altLang="en-US" sz="2000" dirty="0"/>
              </a:p>
            </p:txBody>
          </p:sp>
          <p:sp>
            <p:nvSpPr>
              <p:cNvPr id="39" name="직사각형 133">
                <a:extLst>
                  <a:ext uri="{FF2B5EF4-FFF2-40B4-BE49-F238E27FC236}">
                    <a16:creationId xmlns:a16="http://schemas.microsoft.com/office/drawing/2014/main" id="{1D83717E-D555-47E5-AE69-B44B70E6AD1A}"/>
                  </a:ext>
                </a:extLst>
              </p:cNvPr>
              <p:cNvSpPr/>
              <p:nvPr/>
            </p:nvSpPr>
            <p:spPr>
              <a:xfrm>
                <a:off x="4852511" y="4491677"/>
                <a:ext cx="2200275" cy="2304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algn="ctr"/>
                <a:r>
                  <a:rPr lang="vi-VN"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Làm theo các bước thực hành trong tệp “ex_0</a:t>
                </a:r>
                <a:r>
                  <a:rPr lang="en-US"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1</a:t>
                </a:r>
                <a:r>
                  <a:rPr lang="vi-VN"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02.ipynb” </a:t>
                </a:r>
              </a:p>
            </p:txBody>
          </p:sp>
        </p:grpSp>
        <p:pic>
          <p:nvPicPr>
            <p:cNvPr id="37" name="그림 36" descr="텍스트, 클립아트이(가) 표시된 사진&#10;&#10;자동 생성된 설명">
              <a:extLst>
                <a:ext uri="{FF2B5EF4-FFF2-40B4-BE49-F238E27FC236}">
                  <a16:creationId xmlns:a16="http://schemas.microsoft.com/office/drawing/2014/main" id="{00D513DD-ED62-4B10-B6E3-BE93B9555C24}"/>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8593" t="14475" r="51947" b="14299"/>
            <a:stretch/>
          </p:blipFill>
          <p:spPr>
            <a:xfrm>
              <a:off x="4370123" y="2647560"/>
              <a:ext cx="1162577" cy="1174440"/>
            </a:xfrm>
            <a:prstGeom prst="ellipse">
              <a:avLst/>
            </a:prstGeom>
          </p:spPr>
        </p:pic>
      </p:grpSp>
    </p:spTree>
    <p:extLst>
      <p:ext uri="{BB962C8B-B14F-4D97-AF65-F5344CB8AC3E}">
        <p14:creationId xmlns:p14="http://schemas.microsoft.com/office/powerpoint/2010/main" val="288325918"/>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67103CAE-8F82-4BD5-A81B-889421A19C44}"/>
              </a:ext>
            </a:extLst>
          </p:cNvPr>
          <p:cNvGrpSpPr/>
          <p:nvPr/>
        </p:nvGrpSpPr>
        <p:grpSpPr>
          <a:xfrm>
            <a:off x="989683" y="2748696"/>
            <a:ext cx="8354217" cy="3244020"/>
            <a:chOff x="989683" y="2748696"/>
            <a:chExt cx="8354217" cy="3244020"/>
          </a:xfrm>
        </p:grpSpPr>
        <p:sp>
          <p:nvSpPr>
            <p:cNvPr id="19" name="직사각형 133">
              <a:extLst>
                <a:ext uri="{FF2B5EF4-FFF2-40B4-BE49-F238E27FC236}">
                  <a16:creationId xmlns:a16="http://schemas.microsoft.com/office/drawing/2014/main" id="{86DA347F-AA3A-4C85-BA53-489ED1BBA39A}"/>
                </a:ext>
              </a:extLst>
            </p:cNvPr>
            <p:cNvSpPr/>
            <p:nvPr/>
          </p:nvSpPr>
          <p:spPr>
            <a:xfrm>
              <a:off x="990600" y="3133792"/>
              <a:ext cx="8353300" cy="10464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lvl="0" fontAlgn="base" latinLnBrk="1">
                <a:spcBef>
                  <a:spcPct val="0"/>
                </a:spcBef>
                <a:spcAft>
                  <a:spcPct val="0"/>
                </a:spcAft>
                <a:defRPr/>
              </a:pPr>
              <a:r>
                <a:rPr kumimoji="1" lang="vi-VN" altLang="ko-KR" sz="3400" dirty="0">
                  <a:solidFill>
                    <a:prstClr val="black"/>
                  </a:solidFill>
                  <a:latin typeface="iCiel Samsung Sharp Sans Bold" pitchFamily="2" charset="0"/>
                  <a:ea typeface="iCiel Samsung Sharp Sans Bold" pitchFamily="2" charset="0"/>
                  <a:cs typeface="iCiel Samsung Sharp Sans Bold" pitchFamily="2" charset="0"/>
                </a:rPr>
                <a:t>Cấu trúc dữ liệu mảng NumPy cho hiệu suất tính toán tối ưu</a:t>
              </a:r>
              <a:endParaRPr kumimoji="1" lang="en-US" altLang="ko-KR" sz="3400" b="0" i="0" u="none" strike="noStrike" kern="1200" cap="none" spc="0" normalizeH="0" baseline="0" noProof="0" dirty="0">
                <a:ln>
                  <a:noFill/>
                </a:ln>
                <a:solidFill>
                  <a:prstClr val="black"/>
                </a:solidFill>
                <a:effectLst/>
                <a:uLnTx/>
                <a:uFillTx/>
                <a:latin typeface="iCiel Samsung Sharp Sans Bold" pitchFamily="2" charset="0"/>
                <a:ea typeface="iCiel Samsung Sharp Sans Bold" pitchFamily="2" charset="0"/>
                <a:cs typeface="iCiel Samsung Sharp Sans Bold" pitchFamily="2" charset="0"/>
              </a:endParaRPr>
            </a:p>
          </p:txBody>
        </p:sp>
        <p:sp>
          <p:nvSpPr>
            <p:cNvPr id="22" name="직사각형 133">
              <a:extLst>
                <a:ext uri="{FF2B5EF4-FFF2-40B4-BE49-F238E27FC236}">
                  <a16:creationId xmlns:a16="http://schemas.microsoft.com/office/drawing/2014/main" id="{475F72F3-A457-49C1-B859-09245F327721}"/>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marL="0" marR="0" lvl="0" indent="0" algn="l" defTabSz="457063" rtl="0" eaLnBrk="1" fontAlgn="base" latinLnBrk="1" hangingPunct="1">
                <a:lnSpc>
                  <a:spcPct val="100000"/>
                </a:lnSpc>
                <a:spcBef>
                  <a:spcPct val="0"/>
                </a:spcBef>
                <a:spcAft>
                  <a:spcPct val="0"/>
                </a:spcAft>
                <a:buClrTx/>
                <a:buSzTx/>
                <a:buFontTx/>
                <a:buNone/>
                <a:tabLst/>
                <a:defRPr/>
              </a:pPr>
              <a:r>
                <a:rPr kumimoji="1" lang="en-US" altLang="ko-KR" sz="1999" b="0" i="0" u="none" strike="noStrike" kern="1200" cap="none" spc="0" normalizeH="0" baseline="0" noProof="0" dirty="0" err="1">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Bài</a:t>
              </a:r>
              <a:r>
                <a:rPr kumimoji="1" lang="en-US" altLang="ko-KR" sz="1999"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 1. </a:t>
              </a:r>
              <a:endParaRPr kumimoji="1" lang="en-US" altLang="ko-KR" sz="5398"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endParaRPr>
            </a:p>
          </p:txBody>
        </p:sp>
        <p:grpSp>
          <p:nvGrpSpPr>
            <p:cNvPr id="25" name="그룹 24">
              <a:extLst>
                <a:ext uri="{FF2B5EF4-FFF2-40B4-BE49-F238E27FC236}">
                  <a16:creationId xmlns:a16="http://schemas.microsoft.com/office/drawing/2014/main" id="{46E08036-8F3E-486A-B6C8-49F6930AC658}"/>
                </a:ext>
              </a:extLst>
            </p:cNvPr>
            <p:cNvGrpSpPr/>
            <p:nvPr/>
          </p:nvGrpSpPr>
          <p:grpSpPr>
            <a:xfrm>
              <a:off x="1025537" y="4628753"/>
              <a:ext cx="7851751" cy="1363963"/>
              <a:chOff x="1025537" y="4609703"/>
              <a:chExt cx="7851751" cy="1363963"/>
            </a:xfrm>
          </p:grpSpPr>
          <p:sp>
            <p:nvSpPr>
              <p:cNvPr id="31" name="직사각형 30">
                <a:extLst>
                  <a:ext uri="{FF2B5EF4-FFF2-40B4-BE49-F238E27FC236}">
                    <a16:creationId xmlns:a16="http://schemas.microsoft.com/office/drawing/2014/main" id="{28AA8F4B-E0A0-449B-AEBE-4AFFD56BE13C}"/>
                  </a:ext>
                </a:extLst>
              </p:cNvPr>
              <p:cNvSpPr/>
              <p:nvPr/>
            </p:nvSpPr>
            <p:spPr>
              <a:xfrm>
                <a:off x="1025537" y="4609703"/>
                <a:ext cx="3666419" cy="13639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1.1.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Mảng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NumPy</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3"/>
                  </a:buBlip>
                  <a:defRPr/>
                </a:pPr>
                <a:r>
                  <a:rPr kumimoji="1" lang="vi-VN" altLang="ko-KR" sz="1799" dirty="0">
                    <a:solidFill>
                      <a:prstClr val="white">
                        <a:lumMod val="65000"/>
                      </a:prstClr>
                    </a:solidFill>
                    <a:latin typeface="SamsungOne-400" panose="020B0503030303020204" pitchFamily="34" charset="0"/>
                    <a:ea typeface="SamsungOne-400" panose="020B0503030303020204" pitchFamily="34" charset="0"/>
                  </a:rPr>
                  <a:t>1.2. Khái niệm cơ bản về mảng NumPy</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1.3.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Phép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tính</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mảng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NumPy</a:t>
                </a:r>
              </a:p>
            </p:txBody>
          </p:sp>
          <p:sp>
            <p:nvSpPr>
              <p:cNvPr id="32" name="직사각형 31">
                <a:extLst>
                  <a:ext uri="{FF2B5EF4-FFF2-40B4-BE49-F238E27FC236}">
                    <a16:creationId xmlns:a16="http://schemas.microsoft.com/office/drawing/2014/main" id="{3A74E5AB-B7FC-4188-BB1E-85BC77A45DAD}"/>
                  </a:ext>
                </a:extLst>
              </p:cNvPr>
              <p:cNvSpPr/>
              <p:nvPr/>
            </p:nvSpPr>
            <p:spPr>
              <a:xfrm>
                <a:off x="4691956" y="4609703"/>
                <a:ext cx="4185332" cy="6819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marR="0" lvl="0" indent="-176213" defTabSz="914400" fontAlgn="base" latinLnBrk="1">
                  <a:lnSpc>
                    <a:spcPct val="100000"/>
                  </a:lnSpc>
                  <a:spcBef>
                    <a:spcPct val="0"/>
                  </a:spcBef>
                  <a:spcAft>
                    <a:spcPts val="1000"/>
                  </a:spcAft>
                  <a:buClrTx/>
                  <a:buSzPct val="120000"/>
                  <a:buBlip>
                    <a:blip r:embed="rId4"/>
                  </a:buBlip>
                  <a:tabLst/>
                  <a:defRPr/>
                </a:pP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1.4.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Lập</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chỉ</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mục</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và</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cắt</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lát</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NumPy</a:t>
                </a:r>
              </a:p>
              <a:p>
                <a:pPr marL="176213" marR="0" lvl="0" indent="-176213" algn="l" defTabSz="457200" rtl="0" eaLnBrk="1" fontAlgn="auto" latinLnBrk="0" hangingPunct="1">
                  <a:lnSpc>
                    <a:spcPct val="100000"/>
                  </a:lnSpc>
                  <a:spcBef>
                    <a:spcPts val="0"/>
                  </a:spcBef>
                  <a:spcAft>
                    <a:spcPts val="1000"/>
                  </a:spcAft>
                  <a:buClrTx/>
                  <a:buSzPct val="120000"/>
                  <a:buFontTx/>
                  <a:buBlip>
                    <a:blip r:embed="rId3"/>
                  </a:buBlip>
                  <a:tabLst/>
                  <a:defRPr/>
                </a:pP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1.5.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Chuyển</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vị</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mảng</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và</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hoán</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đổi</a:t>
                </a:r>
                <a:r>
                  <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 </a:t>
                </a:r>
                <a:r>
                  <a:rPr kumimoji="1" lang="en-US" altLang="ko-KR" sz="1799" b="0" i="0" u="none" strike="noStrike" kern="1200" cap="none" spc="0" normalizeH="0" baseline="0" noProof="0" dirty="0" err="1">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rPr>
                  <a:t>trục</a:t>
                </a:r>
                <a:endParaRPr kumimoji="1" lang="en-US" altLang="ko-KR" sz="1799" b="0" i="0" u="none" strike="noStrike" kern="1200" cap="none" spc="0" normalizeH="0" baseline="0" noProof="0" dirty="0">
                  <a:ln>
                    <a:noFill/>
                  </a:ln>
                  <a:solidFill>
                    <a:prstClr val="white">
                      <a:lumMod val="65000"/>
                    </a:prstClr>
                  </a:solidFill>
                  <a:effectLst/>
                  <a:uLnTx/>
                  <a:uFillTx/>
                  <a:latin typeface="SamsungOne-400" panose="020B0503030303020204" pitchFamily="34" charset="0"/>
                  <a:ea typeface="SamsungOne-400" panose="020B0503030303020204" pitchFamily="34" charset="0"/>
                  <a:cs typeface="+mn-cs"/>
                </a:endParaRPr>
              </a:p>
            </p:txBody>
          </p:sp>
        </p:grpSp>
      </p:grpSp>
    </p:spTree>
    <p:extLst>
      <p:ext uri="{BB962C8B-B14F-4D97-AF65-F5344CB8AC3E}">
        <p14:creationId xmlns:p14="http://schemas.microsoft.com/office/powerpoint/2010/main" val="1422062145"/>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DB896CD5-A0B0-4F39-9F23-22CE6C96BB3D}"/>
              </a:ext>
            </a:extLst>
          </p:cNvPr>
          <p:cNvSpPr/>
          <p:nvPr/>
        </p:nvSpPr>
        <p:spPr>
          <a:xfrm>
            <a:off x="449998" y="1375101"/>
            <a:ext cx="900498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Lập</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chỉ</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mục</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và</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cắt</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lát</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sp>
        <p:nvSpPr>
          <p:cNvPr id="23" name="Rectangle 12">
            <a:extLst>
              <a:ext uri="{FF2B5EF4-FFF2-40B4-BE49-F238E27FC236}">
                <a16:creationId xmlns:a16="http://schemas.microsoft.com/office/drawing/2014/main" id="{39C1D0BA-7152-4AAC-B295-DCCB5F8378F4}"/>
              </a:ext>
            </a:extLst>
          </p:cNvPr>
          <p:cNvSpPr/>
          <p:nvPr/>
        </p:nvSpPr>
        <p:spPr>
          <a:xfrm>
            <a:off x="711201" y="2303524"/>
            <a:ext cx="8632824" cy="8481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Để chọn một phần tử tại một vị trí cụ thể trong mảng một chiều, vị trí của phần tử phải được chỉ định như hình bên dưới và phần tử trong mảng bắt đầu từ 0.</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Tên mảng[Vị trí]</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1" name="직사각형 10">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2" name="직사각형 11">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13" name="그룹 12">
            <a:extLst>
              <a:ext uri="{FF2B5EF4-FFF2-40B4-BE49-F238E27FC236}">
                <a16:creationId xmlns:a16="http://schemas.microsoft.com/office/drawing/2014/main" id="{7EF0EADC-EDC1-4624-8769-20EBFF9AC9F8}"/>
              </a:ext>
            </a:extLst>
          </p:cNvPr>
          <p:cNvGrpSpPr/>
          <p:nvPr/>
        </p:nvGrpSpPr>
        <p:grpSpPr>
          <a:xfrm>
            <a:off x="2822818" y="3212976"/>
            <a:ext cx="4039590" cy="2427593"/>
            <a:chOff x="3054033" y="3813693"/>
            <a:chExt cx="3794759" cy="2280458"/>
          </a:xfrm>
        </p:grpSpPr>
        <p:sp>
          <p:nvSpPr>
            <p:cNvPr id="14" name="TextBox 13">
              <a:extLst>
                <a:ext uri="{FF2B5EF4-FFF2-40B4-BE49-F238E27FC236}">
                  <a16:creationId xmlns:a16="http://schemas.microsoft.com/office/drawing/2014/main" id="{809B80EA-1E85-448F-9AF5-F70D1ACBDB5E}"/>
                </a:ext>
              </a:extLst>
            </p:cNvPr>
            <p:cNvSpPr txBox="1"/>
            <p:nvPr/>
          </p:nvSpPr>
          <p:spPr>
            <a:xfrm>
              <a:off x="3374725" y="3813693"/>
              <a:ext cx="3153374" cy="398990"/>
            </a:xfrm>
            <a:prstGeom prst="rect">
              <a:avLst/>
            </a:prstGeom>
            <a:noFill/>
            <a:ln w="12700">
              <a:noFill/>
            </a:ln>
          </p:spPr>
          <p:txBody>
            <a:bodyPr wrap="square" rtlCol="0" anchor="ctr">
              <a:spAutoFit/>
              <a:scene3d>
                <a:camera prst="orthographicFront"/>
                <a:lightRig rig="threePt" dir="t"/>
              </a:scene3d>
              <a:sp3d>
                <a:bevelT w="0" h="6350"/>
              </a:sp3d>
            </a:bodyPr>
            <a:lstStyle/>
            <a:p>
              <a:pPr algn="ctr" defTabSz="914400">
                <a:lnSpc>
                  <a:spcPct val="150000"/>
                </a:lnSpc>
              </a:pPr>
              <a:r>
                <a:rPr lang="en-US" sz="1600" dirty="0" err="1">
                  <a:solidFill>
                    <a:srgbClr val="193EB0"/>
                  </a:solidFill>
                  <a:latin typeface="SamsungOne-700" panose="020B0803030303020204" pitchFamily="34" charset="0"/>
                  <a:ea typeface="SamsungOne-700" panose="020B0803030303020204" pitchFamily="34" charset="0"/>
                  <a:cs typeface="Times New Roman" panose="02020603050405020304" pitchFamily="18" charset="0"/>
                </a:rPr>
                <a:t>Lập</a:t>
              </a:r>
              <a:r>
                <a:rPr lang="en-US" sz="1600" dirty="0">
                  <a:solidFill>
                    <a:srgbClr val="193EB0"/>
                  </a:solidFill>
                  <a:latin typeface="SamsungOne-700" panose="020B0803030303020204" pitchFamily="34" charset="0"/>
                  <a:ea typeface="SamsungOne-700" panose="020B0803030303020204" pitchFamily="34" charset="0"/>
                  <a:cs typeface="Times New Roman" panose="02020603050405020304" pitchFamily="18" charset="0"/>
                </a:rPr>
                <a:t> </a:t>
              </a:r>
              <a:r>
                <a:rPr lang="en-US" sz="1600" dirty="0" err="1">
                  <a:solidFill>
                    <a:srgbClr val="193EB0"/>
                  </a:solidFill>
                  <a:latin typeface="SamsungOne-700" panose="020B0803030303020204" pitchFamily="34" charset="0"/>
                  <a:ea typeface="SamsungOne-700" panose="020B0803030303020204" pitchFamily="34" charset="0"/>
                  <a:cs typeface="Times New Roman" panose="02020603050405020304" pitchFamily="18" charset="0"/>
                </a:rPr>
                <a:t>chỉ</a:t>
              </a:r>
              <a:r>
                <a:rPr lang="en-US" sz="1600" dirty="0">
                  <a:solidFill>
                    <a:srgbClr val="193EB0"/>
                  </a:solidFill>
                  <a:latin typeface="SamsungOne-700" panose="020B0803030303020204" pitchFamily="34" charset="0"/>
                  <a:ea typeface="SamsungOne-700" panose="020B0803030303020204" pitchFamily="34" charset="0"/>
                  <a:cs typeface="Times New Roman" panose="02020603050405020304" pitchFamily="18" charset="0"/>
                </a:rPr>
                <a:t> </a:t>
              </a:r>
              <a:r>
                <a:rPr lang="en-US" sz="1600" dirty="0" err="1">
                  <a:solidFill>
                    <a:srgbClr val="193EB0"/>
                  </a:solidFill>
                  <a:latin typeface="SamsungOne-700" panose="020B0803030303020204" pitchFamily="34" charset="0"/>
                  <a:ea typeface="SamsungOne-700" panose="020B0803030303020204" pitchFamily="34" charset="0"/>
                  <a:cs typeface="Times New Roman" panose="02020603050405020304" pitchFamily="18" charset="0"/>
                </a:rPr>
                <a:t>mục</a:t>
              </a:r>
              <a:endParaRPr lang="en-US" sz="1600" dirty="0">
                <a:solidFill>
                  <a:srgbClr val="193EB0"/>
                </a:solidFill>
                <a:latin typeface="SamsungOne-700" panose="020B0803030303020204" pitchFamily="34" charset="0"/>
                <a:ea typeface="SamsungOne-700" panose="020B0803030303020204" pitchFamily="34" charset="0"/>
                <a:cs typeface="Times New Roman" panose="02020603050405020304" pitchFamily="18" charset="0"/>
              </a:endParaRPr>
            </a:p>
          </p:txBody>
        </p:sp>
        <p:grpSp>
          <p:nvGrpSpPr>
            <p:cNvPr id="15" name="Group 11">
              <a:extLst>
                <a:ext uri="{FF2B5EF4-FFF2-40B4-BE49-F238E27FC236}">
                  <a16:creationId xmlns:a16="http://schemas.microsoft.com/office/drawing/2014/main" id="{2E8AEA3F-C970-493A-A9B0-9862F4A0B70C}"/>
                </a:ext>
              </a:extLst>
            </p:cNvPr>
            <p:cNvGrpSpPr/>
            <p:nvPr/>
          </p:nvGrpSpPr>
          <p:grpSpPr>
            <a:xfrm>
              <a:off x="3054033" y="4212692"/>
              <a:ext cx="3794759" cy="1881459"/>
              <a:chOff x="4168140" y="3817523"/>
              <a:chExt cx="3794759" cy="1881459"/>
            </a:xfrm>
          </p:grpSpPr>
          <p:sp>
            <p:nvSpPr>
              <p:cNvPr id="16" name="Down Arrow 2">
                <a:extLst>
                  <a:ext uri="{FF2B5EF4-FFF2-40B4-BE49-F238E27FC236}">
                    <a16:creationId xmlns:a16="http://schemas.microsoft.com/office/drawing/2014/main" id="{CB133DBD-C04E-4B0A-85FF-D5B53D9D4F27}"/>
                  </a:ext>
                </a:extLst>
              </p:cNvPr>
              <p:cNvSpPr/>
              <p:nvPr/>
            </p:nvSpPr>
            <p:spPr>
              <a:xfrm>
                <a:off x="4754880" y="4183441"/>
                <a:ext cx="630936" cy="1452116"/>
              </a:xfrm>
              <a:prstGeom prst="downArrow">
                <a:avLst/>
              </a:prstGeom>
              <a:gradFill>
                <a:gsLst>
                  <a:gs pos="0">
                    <a:schemeClr val="bg1">
                      <a:lumMod val="65000"/>
                      <a:alpha val="0"/>
                    </a:schemeClr>
                  </a:gs>
                  <a:gs pos="100000">
                    <a:schemeClr val="bg1">
                      <a:lumMod val="6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scene3d>
                  <a:camera prst="orthographicFront"/>
                  <a:lightRig rig="threePt" dir="t"/>
                </a:scene3d>
                <a:sp3d>
                  <a:bevelT w="0" h="6350"/>
                </a:sp3d>
              </a:bodyPr>
              <a:lstStyle/>
              <a:p>
                <a:pPr algn="ctr"/>
                <a:endParaRPr lang="en-US" dirty="0"/>
              </a:p>
            </p:txBody>
          </p:sp>
          <p:sp>
            <p:nvSpPr>
              <p:cNvPr id="17" name="TextBox 16">
                <a:extLst>
                  <a:ext uri="{FF2B5EF4-FFF2-40B4-BE49-F238E27FC236}">
                    <a16:creationId xmlns:a16="http://schemas.microsoft.com/office/drawing/2014/main" id="{2A8239F9-1E73-44B2-8CA4-2EF43C5D752A}"/>
                  </a:ext>
                </a:extLst>
              </p:cNvPr>
              <p:cNvSpPr txBox="1"/>
              <p:nvPr/>
            </p:nvSpPr>
            <p:spPr>
              <a:xfrm>
                <a:off x="4864608" y="4193712"/>
                <a:ext cx="411480" cy="1387790"/>
              </a:xfrm>
              <a:prstGeom prst="rect">
                <a:avLst/>
              </a:prstGeom>
              <a:noFill/>
            </p:spPr>
            <p:txBody>
              <a:bodyPr wrap="square" rtlCol="0">
                <a:spAutoFit/>
                <a:scene3d>
                  <a:camera prst="orthographicFront"/>
                  <a:lightRig rig="threePt" dir="t"/>
                </a:scene3d>
                <a:sp3d>
                  <a:bevelT w="0" h="6350"/>
                </a:sp3d>
              </a:bodyPr>
              <a:lstStyle/>
              <a:p>
                <a:pPr algn="ctr" defTabSz="914400">
                  <a:lnSpc>
                    <a:spcPct val="150000"/>
                  </a:lnSpc>
                </a:pPr>
                <a:r>
                  <a:rPr lang="en-US" sz="1200" dirty="0">
                    <a:latin typeface="SamsungOne-400" panose="020B0503030303020204" pitchFamily="34" charset="0"/>
                    <a:ea typeface="SamsungOne-400" panose="020B0503030303020204" pitchFamily="34" charset="0"/>
                    <a:cs typeface="Times New Roman" panose="02020603050405020304" pitchFamily="18" charset="0"/>
                  </a:rPr>
                  <a:t>0</a:t>
                </a:r>
              </a:p>
              <a:p>
                <a:pPr algn="ctr" defTabSz="914400">
                  <a:lnSpc>
                    <a:spcPct val="150000"/>
                  </a:lnSpc>
                </a:pPr>
                <a:r>
                  <a:rPr lang="en-US" sz="1200" dirty="0">
                    <a:latin typeface="SamsungOne-400" panose="020B0503030303020204" pitchFamily="34" charset="0"/>
                    <a:ea typeface="SamsungOne-400" panose="020B0503030303020204" pitchFamily="34" charset="0"/>
                    <a:cs typeface="Times New Roman" panose="02020603050405020304" pitchFamily="18" charset="0"/>
                  </a:rPr>
                  <a:t>1</a:t>
                </a:r>
              </a:p>
              <a:p>
                <a:pPr algn="ctr" defTabSz="914400">
                  <a:lnSpc>
                    <a:spcPct val="150000"/>
                  </a:lnSpc>
                </a:pPr>
                <a:r>
                  <a:rPr lang="en-US" sz="1200" dirty="0">
                    <a:latin typeface="SamsungOne-400" panose="020B0503030303020204" pitchFamily="34" charset="0"/>
                    <a:ea typeface="SamsungOne-400" panose="020B0503030303020204" pitchFamily="34" charset="0"/>
                    <a:cs typeface="Times New Roman" panose="02020603050405020304" pitchFamily="18" charset="0"/>
                  </a:rPr>
                  <a:t>2</a:t>
                </a:r>
              </a:p>
              <a:p>
                <a:pPr algn="ctr" defTabSz="914400">
                  <a:lnSpc>
                    <a:spcPct val="150000"/>
                  </a:lnSpc>
                </a:pPr>
                <a:r>
                  <a:rPr lang="en-US" sz="1200" dirty="0">
                    <a:latin typeface="SamsungOne-400" panose="020B0503030303020204" pitchFamily="34" charset="0"/>
                    <a:ea typeface="SamsungOne-400" panose="020B0503030303020204" pitchFamily="34" charset="0"/>
                    <a:cs typeface="Times New Roman" panose="02020603050405020304" pitchFamily="18" charset="0"/>
                  </a:rPr>
                  <a:t>3</a:t>
                </a:r>
              </a:p>
              <a:p>
                <a:pPr algn="ctr" defTabSz="914400">
                  <a:lnSpc>
                    <a:spcPct val="150000"/>
                  </a:lnSpc>
                </a:pPr>
                <a:r>
                  <a:rPr lang="en-US" sz="1200" dirty="0">
                    <a:latin typeface="SamsungOne-400" panose="020B0503030303020204" pitchFamily="34" charset="0"/>
                    <a:ea typeface="SamsungOne-400" panose="020B0503030303020204" pitchFamily="34" charset="0"/>
                    <a:cs typeface="Times New Roman" panose="02020603050405020304" pitchFamily="18" charset="0"/>
                  </a:rPr>
                  <a:t>4</a:t>
                </a:r>
              </a:p>
            </p:txBody>
          </p:sp>
          <p:sp>
            <p:nvSpPr>
              <p:cNvPr id="18" name="TextBox 17">
                <a:extLst>
                  <a:ext uri="{FF2B5EF4-FFF2-40B4-BE49-F238E27FC236}">
                    <a16:creationId xmlns:a16="http://schemas.microsoft.com/office/drawing/2014/main" id="{0C0CA075-762F-4319-84D6-908E178655E8}"/>
                  </a:ext>
                </a:extLst>
              </p:cNvPr>
              <p:cNvSpPr txBox="1"/>
              <p:nvPr/>
            </p:nvSpPr>
            <p:spPr>
              <a:xfrm>
                <a:off x="4168140" y="3817523"/>
                <a:ext cx="1804416" cy="289123"/>
              </a:xfrm>
              <a:prstGeom prst="rect">
                <a:avLst/>
              </a:prstGeom>
              <a:noFill/>
            </p:spPr>
            <p:txBody>
              <a:bodyPr wrap="square" rtlCol="0">
                <a:spAutoFit/>
                <a:scene3d>
                  <a:camera prst="orthographicFront"/>
                  <a:lightRig rig="threePt" dir="t"/>
                </a:scene3d>
                <a:sp3d>
                  <a:bevelT w="0" h="6350"/>
                </a:sp3d>
              </a:bodyPr>
              <a:lstStyle/>
              <a:p>
                <a:pPr algn="ctr" defTabSz="914400"/>
                <a:r>
                  <a:rPr lang="en-US" sz="1400" dirty="0" err="1">
                    <a:solidFill>
                      <a:srgbClr val="FF0000"/>
                    </a:solidFill>
                    <a:latin typeface="SamsungOne-700" panose="020B0803030303020204" pitchFamily="34" charset="0"/>
                    <a:ea typeface="SamsungOne-700" panose="020B0803030303020204" pitchFamily="34" charset="0"/>
                    <a:cs typeface="Times New Roman" panose="02020603050405020304" pitchFamily="18" charset="0"/>
                  </a:rPr>
                  <a:t>Đầu</a:t>
                </a:r>
                <a:r>
                  <a:rPr lang="en-US" sz="1400" dirty="0">
                    <a:solidFill>
                      <a:srgbClr val="FF0000"/>
                    </a:solidFill>
                    <a:latin typeface="SamsungOne-700" panose="020B0803030303020204" pitchFamily="34" charset="0"/>
                    <a:ea typeface="SamsungOne-700" panose="020B0803030303020204" pitchFamily="34" charset="0"/>
                    <a:cs typeface="Times New Roman" panose="02020603050405020304" pitchFamily="18" charset="0"/>
                  </a:rPr>
                  <a:t> </a:t>
                </a:r>
                <a:r>
                  <a:rPr lang="en-US" sz="1400" dirty="0" err="1">
                    <a:solidFill>
                      <a:srgbClr val="FF0000"/>
                    </a:solidFill>
                    <a:latin typeface="SamsungOne-700" panose="020B0803030303020204" pitchFamily="34" charset="0"/>
                    <a:ea typeface="SamsungOne-700" panose="020B0803030303020204" pitchFamily="34" charset="0"/>
                    <a:cs typeface="Times New Roman" panose="02020603050405020304" pitchFamily="18" charset="0"/>
                  </a:rPr>
                  <a:t>tiên</a:t>
                </a:r>
                <a:endParaRPr lang="en-US" sz="1400" dirty="0">
                  <a:solidFill>
                    <a:srgbClr val="FF0000"/>
                  </a:solidFill>
                  <a:latin typeface="SamsungOne-700" panose="020B0803030303020204" pitchFamily="34" charset="0"/>
                  <a:ea typeface="SamsungOne-700" panose="020B0803030303020204" pitchFamily="34" charset="0"/>
                  <a:cs typeface="Times New Roman" panose="02020603050405020304" pitchFamily="18" charset="0"/>
                </a:endParaRPr>
              </a:p>
            </p:txBody>
          </p:sp>
          <p:sp>
            <p:nvSpPr>
              <p:cNvPr id="19" name="TextBox 18">
                <a:extLst>
                  <a:ext uri="{FF2B5EF4-FFF2-40B4-BE49-F238E27FC236}">
                    <a16:creationId xmlns:a16="http://schemas.microsoft.com/office/drawing/2014/main" id="{2BCC6794-BF11-455B-ACF5-EBE08C1B4574}"/>
                  </a:ext>
                </a:extLst>
              </p:cNvPr>
              <p:cNvSpPr txBox="1"/>
              <p:nvPr/>
            </p:nvSpPr>
            <p:spPr>
              <a:xfrm>
                <a:off x="6158483" y="5409859"/>
                <a:ext cx="1804416" cy="289123"/>
              </a:xfrm>
              <a:prstGeom prst="rect">
                <a:avLst/>
              </a:prstGeom>
              <a:noFill/>
            </p:spPr>
            <p:txBody>
              <a:bodyPr wrap="square" rtlCol="0">
                <a:spAutoFit/>
                <a:scene3d>
                  <a:camera prst="orthographicFront"/>
                  <a:lightRig rig="threePt" dir="t"/>
                </a:scene3d>
                <a:sp3d>
                  <a:bevelT w="0" h="6350"/>
                </a:sp3d>
              </a:bodyPr>
              <a:lstStyle/>
              <a:p>
                <a:pPr algn="ctr" defTabSz="914400"/>
                <a:r>
                  <a:rPr lang="en-US" sz="1400" dirty="0" err="1">
                    <a:solidFill>
                      <a:srgbClr val="FF0000"/>
                    </a:solidFill>
                    <a:latin typeface="SamsungOne-700" panose="020B0803030303020204" pitchFamily="34" charset="0"/>
                    <a:ea typeface="SamsungOne-700" panose="020B0803030303020204" pitchFamily="34" charset="0"/>
                    <a:cs typeface="Times New Roman" panose="02020603050405020304" pitchFamily="18" charset="0"/>
                  </a:rPr>
                  <a:t>Cuối</a:t>
                </a:r>
                <a:r>
                  <a:rPr lang="en-US" sz="1400" dirty="0">
                    <a:solidFill>
                      <a:srgbClr val="FF0000"/>
                    </a:solidFill>
                    <a:latin typeface="SamsungOne-700" panose="020B0803030303020204" pitchFamily="34" charset="0"/>
                    <a:ea typeface="SamsungOne-700" panose="020B0803030303020204" pitchFamily="34" charset="0"/>
                    <a:cs typeface="Times New Roman" panose="02020603050405020304" pitchFamily="18" charset="0"/>
                  </a:rPr>
                  <a:t> </a:t>
                </a:r>
                <a:r>
                  <a:rPr lang="en-US" sz="1400" dirty="0" err="1">
                    <a:solidFill>
                      <a:srgbClr val="FF0000"/>
                    </a:solidFill>
                    <a:latin typeface="SamsungOne-700" panose="020B0803030303020204" pitchFamily="34" charset="0"/>
                    <a:ea typeface="SamsungOne-700" panose="020B0803030303020204" pitchFamily="34" charset="0"/>
                    <a:cs typeface="Times New Roman" panose="02020603050405020304" pitchFamily="18" charset="0"/>
                  </a:rPr>
                  <a:t>cùng</a:t>
                </a:r>
                <a:endParaRPr lang="en-US" sz="1400" dirty="0">
                  <a:solidFill>
                    <a:srgbClr val="FF0000"/>
                  </a:solidFill>
                  <a:latin typeface="SamsungOne-700" panose="020B0803030303020204" pitchFamily="34" charset="0"/>
                  <a:ea typeface="SamsungOne-700" panose="020B0803030303020204" pitchFamily="34" charset="0"/>
                  <a:cs typeface="Times New Roman" panose="02020603050405020304" pitchFamily="18" charset="0"/>
                </a:endParaRPr>
              </a:p>
            </p:txBody>
          </p:sp>
          <p:sp>
            <p:nvSpPr>
              <p:cNvPr id="20" name="Down Arrow 13">
                <a:extLst>
                  <a:ext uri="{FF2B5EF4-FFF2-40B4-BE49-F238E27FC236}">
                    <a16:creationId xmlns:a16="http://schemas.microsoft.com/office/drawing/2014/main" id="{021710B6-BDBA-45F6-AD3C-CA0E602E87C7}"/>
                  </a:ext>
                </a:extLst>
              </p:cNvPr>
              <p:cNvSpPr/>
              <p:nvPr/>
            </p:nvSpPr>
            <p:spPr>
              <a:xfrm rot="10800000">
                <a:off x="6745223" y="3850251"/>
                <a:ext cx="630936" cy="1576306"/>
              </a:xfrm>
              <a:prstGeom prst="downArrow">
                <a:avLst/>
              </a:prstGeom>
              <a:gradFill>
                <a:gsLst>
                  <a:gs pos="0">
                    <a:schemeClr val="bg1">
                      <a:lumMod val="65000"/>
                      <a:alpha val="0"/>
                    </a:schemeClr>
                  </a:gs>
                  <a:gs pos="100000">
                    <a:schemeClr val="bg1">
                      <a:lumMod val="6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scene3d>
                  <a:camera prst="orthographicFront"/>
                  <a:lightRig rig="threePt" dir="t"/>
                </a:scene3d>
                <a:sp3d>
                  <a:bevelT w="0" h="6350"/>
                </a:sp3d>
              </a:bodyPr>
              <a:lstStyle/>
              <a:p>
                <a:pPr algn="ctr"/>
                <a:endParaRPr lang="en-US" dirty="0"/>
              </a:p>
            </p:txBody>
          </p:sp>
          <p:sp>
            <p:nvSpPr>
              <p:cNvPr id="21" name="TextBox 20">
                <a:extLst>
                  <a:ext uri="{FF2B5EF4-FFF2-40B4-BE49-F238E27FC236}">
                    <a16:creationId xmlns:a16="http://schemas.microsoft.com/office/drawing/2014/main" id="{D3087386-E9A4-4CD0-BC79-65C188162AD2}"/>
                  </a:ext>
                </a:extLst>
              </p:cNvPr>
              <p:cNvSpPr txBox="1"/>
              <p:nvPr/>
            </p:nvSpPr>
            <p:spPr>
              <a:xfrm>
                <a:off x="6854951" y="3850251"/>
                <a:ext cx="411480" cy="1387790"/>
              </a:xfrm>
              <a:prstGeom prst="rect">
                <a:avLst/>
              </a:prstGeom>
              <a:noFill/>
            </p:spPr>
            <p:txBody>
              <a:bodyPr wrap="square" rtlCol="0">
                <a:spAutoFit/>
                <a:scene3d>
                  <a:camera prst="orthographicFront"/>
                  <a:lightRig rig="threePt" dir="t"/>
                </a:scene3d>
                <a:sp3d>
                  <a:bevelT w="0" h="6350"/>
                </a:sp3d>
              </a:bodyPr>
              <a:lstStyle/>
              <a:p>
                <a:pPr algn="ctr" defTabSz="914400">
                  <a:lnSpc>
                    <a:spcPct val="150000"/>
                  </a:lnSpc>
                </a:pPr>
                <a:r>
                  <a:rPr lang="en-US" sz="1200" dirty="0">
                    <a:latin typeface="SamsungOne-400" panose="020B0503030303020204" pitchFamily="34" charset="0"/>
                    <a:ea typeface="SamsungOne-400" panose="020B0503030303020204" pitchFamily="34" charset="0"/>
                    <a:cs typeface="Times New Roman" panose="02020603050405020304" pitchFamily="18" charset="0"/>
                  </a:rPr>
                  <a:t>-5</a:t>
                </a:r>
              </a:p>
              <a:p>
                <a:pPr algn="ctr" defTabSz="914400">
                  <a:lnSpc>
                    <a:spcPct val="150000"/>
                  </a:lnSpc>
                </a:pPr>
                <a:r>
                  <a:rPr lang="en-US" sz="1200" dirty="0">
                    <a:latin typeface="SamsungOne-400" panose="020B0503030303020204" pitchFamily="34" charset="0"/>
                    <a:ea typeface="SamsungOne-400" panose="020B0503030303020204" pitchFamily="34" charset="0"/>
                    <a:cs typeface="Times New Roman" panose="02020603050405020304" pitchFamily="18" charset="0"/>
                  </a:rPr>
                  <a:t>-4</a:t>
                </a:r>
              </a:p>
              <a:p>
                <a:pPr algn="ctr" defTabSz="914400">
                  <a:lnSpc>
                    <a:spcPct val="150000"/>
                  </a:lnSpc>
                </a:pPr>
                <a:r>
                  <a:rPr lang="en-US" sz="1200" dirty="0">
                    <a:latin typeface="SamsungOne-400" panose="020B0503030303020204" pitchFamily="34" charset="0"/>
                    <a:ea typeface="SamsungOne-400" panose="020B0503030303020204" pitchFamily="34" charset="0"/>
                    <a:cs typeface="Times New Roman" panose="02020603050405020304" pitchFamily="18" charset="0"/>
                  </a:rPr>
                  <a:t>-3</a:t>
                </a:r>
              </a:p>
              <a:p>
                <a:pPr algn="ctr" defTabSz="914400">
                  <a:lnSpc>
                    <a:spcPct val="150000"/>
                  </a:lnSpc>
                </a:pPr>
                <a:r>
                  <a:rPr lang="en-US" sz="1200" dirty="0">
                    <a:latin typeface="SamsungOne-400" panose="020B0503030303020204" pitchFamily="34" charset="0"/>
                    <a:ea typeface="SamsungOne-400" panose="020B0503030303020204" pitchFamily="34" charset="0"/>
                    <a:cs typeface="Times New Roman" panose="02020603050405020304" pitchFamily="18" charset="0"/>
                  </a:rPr>
                  <a:t>-2</a:t>
                </a:r>
              </a:p>
              <a:p>
                <a:pPr algn="ctr" defTabSz="914400">
                  <a:lnSpc>
                    <a:spcPct val="150000"/>
                  </a:lnSpc>
                </a:pPr>
                <a:r>
                  <a:rPr lang="en-US" sz="1200" dirty="0">
                    <a:latin typeface="SamsungOne-400" panose="020B0503030303020204" pitchFamily="34" charset="0"/>
                    <a:ea typeface="SamsungOne-400" panose="020B0503030303020204" pitchFamily="34" charset="0"/>
                    <a:cs typeface="Times New Roman" panose="02020603050405020304" pitchFamily="18" charset="0"/>
                  </a:rPr>
                  <a:t>-1</a:t>
                </a:r>
              </a:p>
            </p:txBody>
          </p:sp>
        </p:grpSp>
      </p:grpSp>
      <p:sp>
        <p:nvSpPr>
          <p:cNvPr id="35" name="직사각형 34">
            <a:extLst>
              <a:ext uri="{FF2B5EF4-FFF2-40B4-BE49-F238E27FC236}">
                <a16:creationId xmlns:a16="http://schemas.microsoft.com/office/drawing/2014/main" id="{C61303DA-D85B-4345-806F-3AA828D61EA0}"/>
              </a:ext>
            </a:extLst>
          </p:cNvPr>
          <p:cNvSpPr/>
          <p:nvPr/>
        </p:nvSpPr>
        <p:spPr>
          <a:xfrm>
            <a:off x="580388" y="1867087"/>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Chọn các phần tử trong một mảng bằng cách chỉ định vị trí hoặc điều kiện của một mảng được gọi là lập chỉ mục và chọn các phần tử trong một mảng bằng cách chỉ định một phạm vi được gọi là cắt.</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3742132283"/>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E527C766-BA1D-45AD-9DE0-1484DED2EB7F}"/>
              </a:ext>
            </a:extLst>
          </p:cNvPr>
          <p:cNvGrpSpPr/>
          <p:nvPr/>
        </p:nvGrpSpPr>
        <p:grpSpPr>
          <a:xfrm>
            <a:off x="558396" y="2060848"/>
            <a:ext cx="8782051" cy="2367135"/>
            <a:chOff x="558396" y="2204865"/>
            <a:chExt cx="8782051" cy="2367135"/>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2204865"/>
              <a:ext cx="8782050" cy="236713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420" r="18954"/>
            <a:stretch/>
          </p:blipFill>
          <p:spPr>
            <a:xfrm>
              <a:off x="638175" y="2267582"/>
              <a:ext cx="8702272" cy="2169530"/>
            </a:xfrm>
            <a:prstGeom prst="rect">
              <a:avLst/>
            </a:prstGeom>
          </p:spPr>
        </p:pic>
      </p:grpSp>
      <p:grpSp>
        <p:nvGrpSpPr>
          <p:cNvPr id="11" name="그룹 10">
            <a:extLst>
              <a:ext uri="{FF2B5EF4-FFF2-40B4-BE49-F238E27FC236}">
                <a16:creationId xmlns:a16="http://schemas.microsoft.com/office/drawing/2014/main" id="{B29DEFDF-36DB-4BB5-8BEE-6331CC7CFB20}"/>
              </a:ext>
            </a:extLst>
          </p:cNvPr>
          <p:cNvGrpSpPr/>
          <p:nvPr/>
        </p:nvGrpSpPr>
        <p:grpSpPr>
          <a:xfrm>
            <a:off x="580388" y="1413381"/>
            <a:ext cx="8887612" cy="599957"/>
            <a:chOff x="580388" y="1413381"/>
            <a:chExt cx="8887612" cy="599957"/>
          </a:xfrm>
        </p:grpSpPr>
        <p:sp>
          <p:nvSpPr>
            <p:cNvPr id="12" name="직사각형 11">
              <a:extLst>
                <a:ext uri="{FF2B5EF4-FFF2-40B4-BE49-F238E27FC236}">
                  <a16:creationId xmlns:a16="http://schemas.microsoft.com/office/drawing/2014/main" id="{A77FF1F1-4DC7-4805-913E-60FD16898D51}"/>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Lập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ko-KR" altLang="en-US" sz="1400" dirty="0">
                <a:solidFill>
                  <a:schemeClr val="tx1"/>
                </a:solidFill>
                <a:latin typeface="SamsungOne-400" panose="020B0503030303020204" pitchFamily="34" charset="0"/>
              </a:endParaRPr>
            </a:p>
          </p:txBody>
        </p:sp>
        <p:sp>
          <p:nvSpPr>
            <p:cNvPr id="13" name="Rectangle 12">
              <a:extLst>
                <a:ext uri="{FF2B5EF4-FFF2-40B4-BE49-F238E27FC236}">
                  <a16:creationId xmlns:a16="http://schemas.microsoft.com/office/drawing/2014/main" id="{20EE7A4E-79CE-4778-8085-0609E35CD188}"/>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Lập chỉ mục mảng một chiều giống như lập chỉ mục danh sách Python.</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417686039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5" name="그룹 4">
            <a:extLst>
              <a:ext uri="{FF2B5EF4-FFF2-40B4-BE49-F238E27FC236}">
                <a16:creationId xmlns:a16="http://schemas.microsoft.com/office/drawing/2014/main" id="{FD15E310-4654-45AF-92C2-8C9F4792968F}"/>
              </a:ext>
            </a:extLst>
          </p:cNvPr>
          <p:cNvGrpSpPr/>
          <p:nvPr/>
        </p:nvGrpSpPr>
        <p:grpSpPr>
          <a:xfrm>
            <a:off x="557644" y="2060848"/>
            <a:ext cx="8782802" cy="2385788"/>
            <a:chOff x="557644" y="2204865"/>
            <a:chExt cx="8782802" cy="2385788"/>
          </a:xfrm>
        </p:grpSpPr>
        <p:grpSp>
          <p:nvGrpSpPr>
            <p:cNvPr id="12" name="그룹 11"/>
            <p:cNvGrpSpPr/>
            <p:nvPr/>
          </p:nvGrpSpPr>
          <p:grpSpPr>
            <a:xfrm>
              <a:off x="557644" y="3879199"/>
              <a:ext cx="8782050" cy="711454"/>
              <a:chOff x="557644" y="5085182"/>
              <a:chExt cx="8782050" cy="711454"/>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2"/>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0" name="TextBox 19">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thể</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truy</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cập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chiều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cụ</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thể</a:t>
                </a:r>
                <a:r>
                  <a:rPr lang="en-US" altLang="ko-KR" sz="1300" dirty="0">
                    <a:solidFill>
                      <a:prstClr val="black">
                        <a:lumMod val="85000"/>
                        <a:lumOff val="15000"/>
                      </a:prstClr>
                    </a:solidFill>
                    <a:latin typeface="SamsungOne-400" panose="020B0503030303020204" pitchFamily="34" charset="0"/>
                  </a:rPr>
                  <a:t>.</a:t>
                </a:r>
              </a:p>
            </p:txBody>
          </p:sp>
        </p:grpSp>
        <p:grpSp>
          <p:nvGrpSpPr>
            <p:cNvPr id="3" name="그룹 2">
              <a:extLst>
                <a:ext uri="{FF2B5EF4-FFF2-40B4-BE49-F238E27FC236}">
                  <a16:creationId xmlns:a16="http://schemas.microsoft.com/office/drawing/2014/main" id="{D0F891E3-5333-497B-BB8A-39B828171FA1}"/>
                </a:ext>
              </a:extLst>
            </p:cNvPr>
            <p:cNvGrpSpPr/>
            <p:nvPr/>
          </p:nvGrpSpPr>
          <p:grpSpPr>
            <a:xfrm>
              <a:off x="558396" y="2204865"/>
              <a:ext cx="8782050" cy="1567035"/>
              <a:chOff x="558396" y="2204865"/>
              <a:chExt cx="8782050" cy="1567035"/>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2204865"/>
                <a:ext cx="8782050" cy="156703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l="1371" r="18763"/>
              <a:stretch/>
            </p:blipFill>
            <p:spPr>
              <a:xfrm>
                <a:off x="637406" y="2233111"/>
                <a:ext cx="8702288" cy="1474396"/>
              </a:xfrm>
              <a:prstGeom prst="rect">
                <a:avLst/>
              </a:prstGeom>
            </p:spPr>
          </p:pic>
        </p:grpSp>
      </p:grpSp>
      <p:grpSp>
        <p:nvGrpSpPr>
          <p:cNvPr id="21" name="그룹 20">
            <a:extLst>
              <a:ext uri="{FF2B5EF4-FFF2-40B4-BE49-F238E27FC236}">
                <a16:creationId xmlns:a16="http://schemas.microsoft.com/office/drawing/2014/main" id="{37E649AC-74C7-4016-B40B-782DBDD37035}"/>
              </a:ext>
            </a:extLst>
          </p:cNvPr>
          <p:cNvGrpSpPr/>
          <p:nvPr/>
        </p:nvGrpSpPr>
        <p:grpSpPr>
          <a:xfrm>
            <a:off x="580388" y="1413381"/>
            <a:ext cx="8887612" cy="599957"/>
            <a:chOff x="580388" y="1413381"/>
            <a:chExt cx="8887612" cy="599957"/>
          </a:xfrm>
        </p:grpSpPr>
        <p:sp>
          <p:nvSpPr>
            <p:cNvPr id="22" name="직사각형 21">
              <a:extLst>
                <a:ext uri="{FF2B5EF4-FFF2-40B4-BE49-F238E27FC236}">
                  <a16:creationId xmlns:a16="http://schemas.microsoft.com/office/drawing/2014/main" id="{762CDFC4-DCF0-4FF3-9BE4-0211AB93D1D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Lập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ko-KR" altLang="en-US" sz="1400" dirty="0">
                <a:solidFill>
                  <a:schemeClr val="tx1"/>
                </a:solidFill>
                <a:latin typeface="SamsungOne-400" panose="020B0503030303020204" pitchFamily="34" charset="0"/>
              </a:endParaRPr>
            </a:p>
          </p:txBody>
        </p:sp>
        <p:sp>
          <p:nvSpPr>
            <p:cNvPr id="23" name="Rectangle 12">
              <a:extLst>
                <a:ext uri="{FF2B5EF4-FFF2-40B4-BE49-F238E27FC236}">
                  <a16:creationId xmlns:a16="http://schemas.microsoft.com/office/drawing/2014/main" id="{54C1566D-1EC5-4BB5-942B-F35EA371B1A7}"/>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Mảng nhiều chiều cũng có thể được tiếp cận giống như lập chỉ mục danh sách.</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3399616953"/>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BC8A490B-A811-4D39-963A-215C306F3055}"/>
              </a:ext>
            </a:extLst>
          </p:cNvPr>
          <p:cNvGrpSpPr/>
          <p:nvPr/>
        </p:nvGrpSpPr>
        <p:grpSpPr>
          <a:xfrm>
            <a:off x="558396" y="2795786"/>
            <a:ext cx="8782050" cy="777230"/>
            <a:chOff x="558396" y="2737496"/>
            <a:chExt cx="8782050" cy="777230"/>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2737496"/>
              <a:ext cx="8782050" cy="77723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669" r="21724"/>
            <a:stretch/>
          </p:blipFill>
          <p:spPr>
            <a:xfrm>
              <a:off x="600075" y="2763010"/>
              <a:ext cx="8740371" cy="737998"/>
            </a:xfrm>
            <a:prstGeom prst="rect">
              <a:avLst/>
            </a:prstGeom>
          </p:spPr>
        </p:pic>
      </p:grpSp>
      <p:grpSp>
        <p:nvGrpSpPr>
          <p:cNvPr id="11" name="그룹 10">
            <a:extLst>
              <a:ext uri="{FF2B5EF4-FFF2-40B4-BE49-F238E27FC236}">
                <a16:creationId xmlns:a16="http://schemas.microsoft.com/office/drawing/2014/main" id="{B681D2EF-1CBB-49FB-8718-79459B824750}"/>
              </a:ext>
            </a:extLst>
          </p:cNvPr>
          <p:cNvGrpSpPr/>
          <p:nvPr/>
        </p:nvGrpSpPr>
        <p:grpSpPr>
          <a:xfrm>
            <a:off x="580388" y="1413381"/>
            <a:ext cx="8887612" cy="1302714"/>
            <a:chOff x="580388" y="1413381"/>
            <a:chExt cx="8887612" cy="1302714"/>
          </a:xfrm>
        </p:grpSpPr>
        <p:sp>
          <p:nvSpPr>
            <p:cNvPr id="12" name="직사각형 11">
              <a:extLst>
                <a:ext uri="{FF2B5EF4-FFF2-40B4-BE49-F238E27FC236}">
                  <a16:creationId xmlns:a16="http://schemas.microsoft.com/office/drawing/2014/main" id="{6E4D48FF-153E-40A1-9D9C-24AAC14BD9C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Lập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ko-KR" altLang="en-US" sz="1400" dirty="0">
                <a:solidFill>
                  <a:schemeClr val="tx1"/>
                </a:solidFill>
                <a:latin typeface="SamsungOne-400" panose="020B0503030303020204" pitchFamily="34" charset="0"/>
              </a:endParaRPr>
            </a:p>
          </p:txBody>
        </p:sp>
        <p:sp>
          <p:nvSpPr>
            <p:cNvPr id="13" name="Rectangle 12">
              <a:extLst>
                <a:ext uri="{FF2B5EF4-FFF2-40B4-BE49-F238E27FC236}">
                  <a16:creationId xmlns:a16="http://schemas.microsoft.com/office/drawing/2014/main" id="{942C48C6-B1D9-47DD-8A07-9D53A935C837}"/>
                </a:ext>
              </a:extLst>
            </p:cNvPr>
            <p:cNvSpPr/>
            <p:nvPr/>
          </p:nvSpPr>
          <p:spPr>
            <a:xfrm>
              <a:off x="711201" y="1667877"/>
              <a:ext cx="8632824" cy="10482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Không giống như lập chỉ mục danh sách, kích thước có thể được chia thành dấu phẩy (,) và được tiếp cận trong một mảng nhiều chiều. Kích thước được chia bởi dấu phẩy được gọi là một trục. Vì b là mảng hai chiều nên ta có thể coi nó như một ma trận. Các giá trị trong cột 1 và 2 có thể được truy cập như trong trang trước.</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Nó cũng có thể được tiếp cận như hình dưới đây.</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173660459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2" name="그룹 1">
            <a:extLst>
              <a:ext uri="{FF2B5EF4-FFF2-40B4-BE49-F238E27FC236}">
                <a16:creationId xmlns:a16="http://schemas.microsoft.com/office/drawing/2014/main" id="{63B54039-0E57-4221-9235-4D4266908031}"/>
              </a:ext>
            </a:extLst>
          </p:cNvPr>
          <p:cNvGrpSpPr/>
          <p:nvPr/>
        </p:nvGrpSpPr>
        <p:grpSpPr>
          <a:xfrm>
            <a:off x="558396" y="2246904"/>
            <a:ext cx="8782050" cy="2210796"/>
            <a:chOff x="558396" y="2246904"/>
            <a:chExt cx="8782050" cy="2210796"/>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396" y="2246904"/>
              <a:ext cx="8782050" cy="221079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2097" r="18557"/>
            <a:stretch/>
          </p:blipFill>
          <p:spPr>
            <a:xfrm>
              <a:off x="709414" y="2318976"/>
              <a:ext cx="8631032" cy="2046127"/>
            </a:xfrm>
            <a:prstGeom prst="rect">
              <a:avLst/>
            </a:prstGeom>
          </p:spPr>
        </p:pic>
      </p:grpSp>
      <p:grpSp>
        <p:nvGrpSpPr>
          <p:cNvPr id="11" name="그룹 10">
            <a:extLst>
              <a:ext uri="{FF2B5EF4-FFF2-40B4-BE49-F238E27FC236}">
                <a16:creationId xmlns:a16="http://schemas.microsoft.com/office/drawing/2014/main" id="{A0F9B744-9FB5-4CA4-ACD5-BE694D0ED298}"/>
              </a:ext>
            </a:extLst>
          </p:cNvPr>
          <p:cNvGrpSpPr/>
          <p:nvPr/>
        </p:nvGrpSpPr>
        <p:grpSpPr>
          <a:xfrm>
            <a:off x="580388" y="1413381"/>
            <a:ext cx="8887612" cy="599957"/>
            <a:chOff x="580388" y="1413381"/>
            <a:chExt cx="8887612" cy="599957"/>
          </a:xfrm>
        </p:grpSpPr>
        <p:sp>
          <p:nvSpPr>
            <p:cNvPr id="12" name="직사각형 11">
              <a:extLst>
                <a:ext uri="{FF2B5EF4-FFF2-40B4-BE49-F238E27FC236}">
                  <a16:creationId xmlns:a16="http://schemas.microsoft.com/office/drawing/2014/main" id="{C744FFF5-A83E-4CF2-8900-6B14EB48C44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Lập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ko-KR" altLang="en-US" sz="1400" dirty="0">
                <a:solidFill>
                  <a:schemeClr val="tx1"/>
                </a:solidFill>
                <a:latin typeface="SamsungOne-400" panose="020B0503030303020204" pitchFamily="34" charset="0"/>
              </a:endParaRPr>
            </a:p>
          </p:txBody>
        </p:sp>
        <p:sp>
          <p:nvSpPr>
            <p:cNvPr id="13" name="Rectangle 12">
              <a:extLst>
                <a:ext uri="{FF2B5EF4-FFF2-40B4-BE49-F238E27FC236}">
                  <a16:creationId xmlns:a16="http://schemas.microsoft.com/office/drawing/2014/main" id="{EFAB3FCE-9513-43CD-B9BF-4001F264802C}"/>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Không chỉ có thể nhập các phần tử của mảng mà giá trị của chỉ mục tương ứng có thể được thay đổi như sau.</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2442204901"/>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13" name="그룹 12"/>
          <p:cNvGrpSpPr/>
          <p:nvPr/>
        </p:nvGrpSpPr>
        <p:grpSpPr>
          <a:xfrm>
            <a:off x="557644" y="3961631"/>
            <a:ext cx="8782050" cy="711454"/>
            <a:chOff x="557644" y="5085182"/>
            <a:chExt cx="8782050" cy="711454"/>
          </a:xfrm>
        </p:grpSpPr>
        <p:sp>
          <p:nvSpPr>
            <p:cNvPr id="17" name="모서리가 둥근 직사각형 4">
              <a:extLst>
                <a:ext uri="{FF2B5EF4-FFF2-40B4-BE49-F238E27FC236}">
                  <a16:creationId xmlns:a16="http://schemas.microsoft.com/office/drawing/2014/main" id="{C3569CBD-5212-483A-A582-6794A42BDB63}"/>
                </a:ext>
              </a:extLst>
            </p:cNvPr>
            <p:cNvSpPr/>
            <p:nvPr/>
          </p:nvSpPr>
          <p:spPr>
            <a:xfrm>
              <a:off x="557644" y="5085182"/>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8"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1" name="TextBox 20">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Các phần tử 10, 30, 40 nằm ở vị trí 1, 3, 4 được lấy từ mảng một chiều a1.</a:t>
              </a:r>
              <a:endParaRPr lang="en-US" altLang="ko-KR" sz="1300" dirty="0">
                <a:solidFill>
                  <a:prstClr val="black">
                    <a:lumMod val="85000"/>
                    <a:lumOff val="15000"/>
                  </a:prstClr>
                </a:solidFill>
                <a:latin typeface="SamsungOne-400" panose="020B0503030303020204" pitchFamily="34" charset="0"/>
              </a:endParaRPr>
            </a:p>
          </p:txBody>
        </p:sp>
      </p:grpSp>
      <p:grpSp>
        <p:nvGrpSpPr>
          <p:cNvPr id="3" name="그룹 2">
            <a:extLst>
              <a:ext uri="{FF2B5EF4-FFF2-40B4-BE49-F238E27FC236}">
                <a16:creationId xmlns:a16="http://schemas.microsoft.com/office/drawing/2014/main" id="{55000FE9-4FF5-4078-8FC8-E486ECB8BF0A}"/>
              </a:ext>
            </a:extLst>
          </p:cNvPr>
          <p:cNvGrpSpPr/>
          <p:nvPr/>
        </p:nvGrpSpPr>
        <p:grpSpPr>
          <a:xfrm>
            <a:off x="558396" y="2996952"/>
            <a:ext cx="8782050" cy="864096"/>
            <a:chOff x="558396" y="3068960"/>
            <a:chExt cx="8782050" cy="864096"/>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3068960"/>
              <a:ext cx="8782050" cy="86409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474" r="21394"/>
            <a:stretch/>
          </p:blipFill>
          <p:spPr>
            <a:xfrm>
              <a:off x="676275" y="3097695"/>
              <a:ext cx="8663419" cy="759930"/>
            </a:xfrm>
            <a:prstGeom prst="rect">
              <a:avLst/>
            </a:prstGeom>
          </p:spPr>
        </p:pic>
        <p:sp>
          <p:nvSpPr>
            <p:cNvPr id="4" name="직사각형 3"/>
            <p:cNvSpPr/>
            <p:nvPr/>
          </p:nvSpPr>
          <p:spPr>
            <a:xfrm>
              <a:off x="2396325" y="3264919"/>
              <a:ext cx="5480850" cy="211706"/>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2" name="그룹 21">
            <a:extLst>
              <a:ext uri="{FF2B5EF4-FFF2-40B4-BE49-F238E27FC236}">
                <a16:creationId xmlns:a16="http://schemas.microsoft.com/office/drawing/2014/main" id="{3742BAC0-DA4A-458F-BA82-97EA02FA7C64}"/>
              </a:ext>
            </a:extLst>
          </p:cNvPr>
          <p:cNvGrpSpPr/>
          <p:nvPr/>
        </p:nvGrpSpPr>
        <p:grpSpPr>
          <a:xfrm>
            <a:off x="580388" y="1413381"/>
            <a:ext cx="8887612" cy="1507898"/>
            <a:chOff x="580388" y="1413381"/>
            <a:chExt cx="8887612" cy="1507898"/>
          </a:xfrm>
        </p:grpSpPr>
        <p:sp>
          <p:nvSpPr>
            <p:cNvPr id="23" name="직사각형 22">
              <a:extLst>
                <a:ext uri="{FF2B5EF4-FFF2-40B4-BE49-F238E27FC236}">
                  <a16:creationId xmlns:a16="http://schemas.microsoft.com/office/drawing/2014/main" id="{5AF88C5D-27B2-4F08-A075-AF713B0E019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Lập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ko-KR" altLang="en-US" sz="1400" dirty="0">
                <a:solidFill>
                  <a:schemeClr val="tx1"/>
                </a:solidFill>
                <a:latin typeface="SamsungOne-400" panose="020B0503030303020204" pitchFamily="34" charset="0"/>
              </a:endParaRPr>
            </a:p>
          </p:txBody>
        </p:sp>
        <p:sp>
          <p:nvSpPr>
            <p:cNvPr id="24" name="Rectangle 12">
              <a:extLst>
                <a:ext uri="{FF2B5EF4-FFF2-40B4-BE49-F238E27FC236}">
                  <a16:creationId xmlns:a16="http://schemas.microsoft.com/office/drawing/2014/main" id="{A51D1E40-1866-4819-9EFC-DD16902C5383}"/>
                </a:ext>
              </a:extLst>
            </p:cNvPr>
            <p:cNvSpPr/>
            <p:nvPr/>
          </p:nvSpPr>
          <p:spPr>
            <a:xfrm>
              <a:off x="711201" y="1667877"/>
              <a:ext cx="8632824" cy="12534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Để chọn nhiều phần tử từ mảng một chiều, lưu trữ chúng như sau.</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Dấu ngoặc ngoài là dấu ngoặc để lập chỉ mục và dấu ngoặc trong là dấu ngoặc cho danh sách.</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Tên mảng [[]]</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Tên mảng [[vị trí 1, vị trí 2, ..., vị trí n]]</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4047796554"/>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4" name="그룹 3">
            <a:extLst>
              <a:ext uri="{FF2B5EF4-FFF2-40B4-BE49-F238E27FC236}">
                <a16:creationId xmlns:a16="http://schemas.microsoft.com/office/drawing/2014/main" id="{D0850746-79AC-4899-8AD6-F00B35A1BE84}"/>
              </a:ext>
            </a:extLst>
          </p:cNvPr>
          <p:cNvGrpSpPr/>
          <p:nvPr/>
        </p:nvGrpSpPr>
        <p:grpSpPr>
          <a:xfrm>
            <a:off x="558396" y="3429000"/>
            <a:ext cx="8782051" cy="1237686"/>
            <a:chOff x="558396" y="3677214"/>
            <a:chExt cx="8782051" cy="1237686"/>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3677214"/>
              <a:ext cx="8782050" cy="123768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370" r="20545"/>
            <a:stretch/>
          </p:blipFill>
          <p:spPr>
            <a:xfrm>
              <a:off x="665981" y="3712840"/>
              <a:ext cx="8674466" cy="1156320"/>
            </a:xfrm>
            <a:prstGeom prst="rect">
              <a:avLst/>
            </a:prstGeom>
          </p:spPr>
        </p:pic>
      </p:grpSp>
      <p:grpSp>
        <p:nvGrpSpPr>
          <p:cNvPr id="13" name="그룹 12">
            <a:extLst>
              <a:ext uri="{FF2B5EF4-FFF2-40B4-BE49-F238E27FC236}">
                <a16:creationId xmlns:a16="http://schemas.microsoft.com/office/drawing/2014/main" id="{E2B9A2F4-681A-4114-9F2B-220DCE43A2C6}"/>
              </a:ext>
            </a:extLst>
          </p:cNvPr>
          <p:cNvGrpSpPr/>
          <p:nvPr/>
        </p:nvGrpSpPr>
        <p:grpSpPr>
          <a:xfrm>
            <a:off x="580388" y="1413381"/>
            <a:ext cx="8887612" cy="1908007"/>
            <a:chOff x="580388" y="1413381"/>
            <a:chExt cx="8887612" cy="1908007"/>
          </a:xfrm>
        </p:grpSpPr>
        <p:sp>
          <p:nvSpPr>
            <p:cNvPr id="17" name="직사각형 16">
              <a:extLst>
                <a:ext uri="{FF2B5EF4-FFF2-40B4-BE49-F238E27FC236}">
                  <a16:creationId xmlns:a16="http://schemas.microsoft.com/office/drawing/2014/main" id="{BA242121-D0A1-4CB5-8984-547E33D4B3C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Lập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ko-KR" altLang="en-US" sz="1400" dirty="0">
                <a:solidFill>
                  <a:schemeClr val="tx1"/>
                </a:solidFill>
                <a:latin typeface="SamsungOne-400" panose="020B0503030303020204" pitchFamily="34" charset="0"/>
              </a:endParaRPr>
            </a:p>
          </p:txBody>
        </p:sp>
        <p:sp>
          <p:nvSpPr>
            <p:cNvPr id="18" name="Rectangle 12">
              <a:extLst>
                <a:ext uri="{FF2B5EF4-FFF2-40B4-BE49-F238E27FC236}">
                  <a16:creationId xmlns:a16="http://schemas.microsoft.com/office/drawing/2014/main" id="{4B2BEBB2-1314-4A12-8E44-21AA46E3E655}"/>
                </a:ext>
              </a:extLst>
            </p:cNvPr>
            <p:cNvSpPr/>
            <p:nvPr/>
          </p:nvSpPr>
          <p:spPr>
            <a:xfrm>
              <a:off x="711201" y="1667877"/>
              <a:ext cx="8632824" cy="165351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Để chọn một phần tử tại một vị trí cụ thể trong mảng hai chiều, hãy chỉ định vị trí của các hàng và cột như sau.</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Tên mảng [vị trí hàng, vị trí cột]</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Nếu chỉ nhập tên mảng [row_position] mà không có “column_position” thì toàn bộ hàng được chỉ định sẽ được chọn.</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Hiển thị bên dưới, là một phương pháp chọn nhập một phần tử cụ thể bằng cách lập chỉ mục trong một mảng hai chiều.</a:t>
              </a:r>
              <a:endParaRPr lang="en-US" altLang="ko-KR" sz="1300" dirty="0">
                <a:solidFill>
                  <a:srgbClr val="FF0000"/>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1004688851"/>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5" name="그룹 4">
            <a:extLst>
              <a:ext uri="{FF2B5EF4-FFF2-40B4-BE49-F238E27FC236}">
                <a16:creationId xmlns:a16="http://schemas.microsoft.com/office/drawing/2014/main" id="{5822EA53-CE5F-414B-953A-78BD81524903}"/>
              </a:ext>
            </a:extLst>
          </p:cNvPr>
          <p:cNvGrpSpPr/>
          <p:nvPr/>
        </p:nvGrpSpPr>
        <p:grpSpPr>
          <a:xfrm>
            <a:off x="558396" y="2260389"/>
            <a:ext cx="8782050" cy="827621"/>
            <a:chOff x="558396" y="2115604"/>
            <a:chExt cx="8782050" cy="827621"/>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2115604"/>
              <a:ext cx="8782050" cy="82762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371" r="25409"/>
            <a:stretch/>
          </p:blipFill>
          <p:spPr>
            <a:xfrm>
              <a:off x="656455" y="2139445"/>
              <a:ext cx="8683991" cy="775974"/>
            </a:xfrm>
            <a:prstGeom prst="rect">
              <a:avLst/>
            </a:prstGeom>
          </p:spPr>
        </p:pic>
      </p:grpSp>
      <p:grpSp>
        <p:nvGrpSpPr>
          <p:cNvPr id="6" name="그룹 5">
            <a:extLst>
              <a:ext uri="{FF2B5EF4-FFF2-40B4-BE49-F238E27FC236}">
                <a16:creationId xmlns:a16="http://schemas.microsoft.com/office/drawing/2014/main" id="{4E6299E8-F038-4EBB-BA7A-4303BAE8B137}"/>
              </a:ext>
            </a:extLst>
          </p:cNvPr>
          <p:cNvGrpSpPr/>
          <p:nvPr/>
        </p:nvGrpSpPr>
        <p:grpSpPr>
          <a:xfrm>
            <a:off x="558924" y="3802361"/>
            <a:ext cx="8782050" cy="1296144"/>
            <a:chOff x="558924" y="4149080"/>
            <a:chExt cx="8782050" cy="1296144"/>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4149080"/>
              <a:ext cx="8782050" cy="129614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l="1371" r="21605"/>
            <a:stretch/>
          </p:blipFill>
          <p:spPr>
            <a:xfrm>
              <a:off x="665981" y="4192600"/>
              <a:ext cx="8674466" cy="1180616"/>
            </a:xfrm>
            <a:prstGeom prst="rect">
              <a:avLst/>
            </a:prstGeom>
          </p:spPr>
        </p:pic>
      </p:grpSp>
      <p:sp>
        <p:nvSpPr>
          <p:cNvPr id="17" name="Rectangle 12">
            <a:extLst>
              <a:ext uri="{FF2B5EF4-FFF2-40B4-BE49-F238E27FC236}">
                <a16:creationId xmlns:a16="http://schemas.microsoft.com/office/drawing/2014/main" id="{39C1D0BA-7152-4AAC-B295-DCCB5F8378F4}"/>
              </a:ext>
            </a:extLst>
          </p:cNvPr>
          <p:cNvSpPr/>
          <p:nvPr/>
        </p:nvSpPr>
        <p:spPr>
          <a:xfrm>
            <a:off x="711201" y="3224475"/>
            <a:ext cx="8632824"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Như hình bên dưới, bạn cũng có thể thay đổi giá trị sau khi chọn một phần tử bằng cách chỉ định vị trí các hàng và cột của mảng hai chiều.</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18" name="그룹 17">
            <a:extLst>
              <a:ext uri="{FF2B5EF4-FFF2-40B4-BE49-F238E27FC236}">
                <a16:creationId xmlns:a16="http://schemas.microsoft.com/office/drawing/2014/main" id="{399A0F19-ECC8-4BC5-8693-DFC844A409CB}"/>
              </a:ext>
            </a:extLst>
          </p:cNvPr>
          <p:cNvGrpSpPr/>
          <p:nvPr/>
        </p:nvGrpSpPr>
        <p:grpSpPr>
          <a:xfrm>
            <a:off x="580388" y="1413381"/>
            <a:ext cx="8887612" cy="599957"/>
            <a:chOff x="580388" y="1413381"/>
            <a:chExt cx="8887612" cy="599957"/>
          </a:xfrm>
        </p:grpSpPr>
        <p:sp>
          <p:nvSpPr>
            <p:cNvPr id="20" name="직사각형 19">
              <a:extLst>
                <a:ext uri="{FF2B5EF4-FFF2-40B4-BE49-F238E27FC236}">
                  <a16:creationId xmlns:a16="http://schemas.microsoft.com/office/drawing/2014/main" id="{0EF17BF5-189D-4443-AD97-E10E2FDAEA4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Lập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ko-KR" altLang="en-US" sz="1400" dirty="0">
                <a:solidFill>
                  <a:schemeClr val="tx1"/>
                </a:solidFill>
                <a:latin typeface="SamsungOne-400" panose="020B0503030303020204" pitchFamily="34" charset="0"/>
              </a:endParaRPr>
            </a:p>
          </p:txBody>
        </p:sp>
        <p:sp>
          <p:nvSpPr>
            <p:cNvPr id="21" name="Rectangle 12">
              <a:extLst>
                <a:ext uri="{FF2B5EF4-FFF2-40B4-BE49-F238E27FC236}">
                  <a16:creationId xmlns:a16="http://schemas.microsoft.com/office/drawing/2014/main" id="{5266F322-CE1D-4AD2-B32B-04105D4E7308}"/>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Trong mảng hai chiều a2, phần tử có vị trí_hàng bằng 0 và vị trí_cột bằng 2 được chọn và nhập như sau.</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3460163880"/>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2" name="그룹 1">
            <a:extLst>
              <a:ext uri="{FF2B5EF4-FFF2-40B4-BE49-F238E27FC236}">
                <a16:creationId xmlns:a16="http://schemas.microsoft.com/office/drawing/2014/main" id="{B98C709A-1F0B-429C-845A-CAB9C489EB75}"/>
              </a:ext>
            </a:extLst>
          </p:cNvPr>
          <p:cNvGrpSpPr/>
          <p:nvPr/>
        </p:nvGrpSpPr>
        <p:grpSpPr>
          <a:xfrm>
            <a:off x="558396" y="2060848"/>
            <a:ext cx="8782050" cy="864096"/>
            <a:chOff x="558396" y="2115604"/>
            <a:chExt cx="8782050" cy="864096"/>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396" y="2115604"/>
              <a:ext cx="8782050" cy="86409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091" r="27085"/>
            <a:stretch/>
          </p:blipFill>
          <p:spPr>
            <a:xfrm>
              <a:off x="628649" y="2158091"/>
              <a:ext cx="8711797" cy="784566"/>
            </a:xfrm>
            <a:prstGeom prst="rect">
              <a:avLst/>
            </a:prstGeom>
          </p:spPr>
        </p:pic>
      </p:grpSp>
      <p:grpSp>
        <p:nvGrpSpPr>
          <p:cNvPr id="4" name="그룹 3">
            <a:extLst>
              <a:ext uri="{FF2B5EF4-FFF2-40B4-BE49-F238E27FC236}">
                <a16:creationId xmlns:a16="http://schemas.microsoft.com/office/drawing/2014/main" id="{24ABC86A-C9A1-4B41-BC13-3A5800B24335}"/>
              </a:ext>
            </a:extLst>
          </p:cNvPr>
          <p:cNvGrpSpPr/>
          <p:nvPr/>
        </p:nvGrpSpPr>
        <p:grpSpPr>
          <a:xfrm>
            <a:off x="558924" y="3506882"/>
            <a:ext cx="8782050" cy="1296144"/>
            <a:chOff x="558924" y="3506882"/>
            <a:chExt cx="8782050" cy="1296144"/>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3506882"/>
              <a:ext cx="8782050" cy="129614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5" name="그림 4"/>
            <p:cNvPicPr>
              <a:picLocks noChangeAspect="1"/>
            </p:cNvPicPr>
            <p:nvPr/>
          </p:nvPicPr>
          <p:blipFill rotWithShape="1">
            <a:blip r:embed="rId4"/>
            <a:srcRect l="1371" r="26019"/>
            <a:stretch/>
          </p:blipFill>
          <p:spPr>
            <a:xfrm>
              <a:off x="656455" y="3567046"/>
              <a:ext cx="8683991" cy="1235980"/>
            </a:xfrm>
            <a:prstGeom prst="rect">
              <a:avLst/>
            </a:prstGeom>
          </p:spPr>
        </p:pic>
      </p:grpSp>
      <p:sp>
        <p:nvSpPr>
          <p:cNvPr id="17" name="Rectangle 12">
            <a:extLst>
              <a:ext uri="{FF2B5EF4-FFF2-40B4-BE49-F238E27FC236}">
                <a16:creationId xmlns:a16="http://schemas.microsoft.com/office/drawing/2014/main" id="{39C1D0BA-7152-4AAC-B295-DCCB5F8378F4}"/>
              </a:ext>
            </a:extLst>
          </p:cNvPr>
          <p:cNvSpPr/>
          <p:nvPr/>
        </p:nvSpPr>
        <p:spPr>
          <a:xfrm>
            <a:off x="711201" y="310759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Toàn bộ hàng cũng có thể thay đổi bằng cách chỉ định một hàng cụ thể trong mảng hai chiều như hình bên dưới.</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nvGrpSpPr>
          <p:cNvPr id="18" name="그룹 17">
            <a:extLst>
              <a:ext uri="{FF2B5EF4-FFF2-40B4-BE49-F238E27FC236}">
                <a16:creationId xmlns:a16="http://schemas.microsoft.com/office/drawing/2014/main" id="{87F456E7-1FA8-4D9B-ADA0-059EEA5D1C11}"/>
              </a:ext>
            </a:extLst>
          </p:cNvPr>
          <p:cNvGrpSpPr/>
          <p:nvPr/>
        </p:nvGrpSpPr>
        <p:grpSpPr>
          <a:xfrm>
            <a:off x="580388" y="1413381"/>
            <a:ext cx="8887612" cy="599957"/>
            <a:chOff x="580388" y="1413381"/>
            <a:chExt cx="8887612" cy="599957"/>
          </a:xfrm>
        </p:grpSpPr>
        <p:sp>
          <p:nvSpPr>
            <p:cNvPr id="20" name="직사각형 19">
              <a:extLst>
                <a:ext uri="{FF2B5EF4-FFF2-40B4-BE49-F238E27FC236}">
                  <a16:creationId xmlns:a16="http://schemas.microsoft.com/office/drawing/2014/main" id="{14D612DB-3744-42D3-A242-446CC2544FC0}"/>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Lập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ko-KR" altLang="en-US" sz="1400" dirty="0">
                <a:solidFill>
                  <a:schemeClr val="tx1"/>
                </a:solidFill>
                <a:latin typeface="SamsungOne-400" panose="020B0503030303020204" pitchFamily="34" charset="0"/>
              </a:endParaRPr>
            </a:p>
          </p:txBody>
        </p:sp>
        <p:sp>
          <p:nvSpPr>
            <p:cNvPr id="21" name="Rectangle 12">
              <a:extLst>
                <a:ext uri="{FF2B5EF4-FFF2-40B4-BE49-F238E27FC236}">
                  <a16:creationId xmlns:a16="http://schemas.microsoft.com/office/drawing/2014/main" id="{B7E79D45-6757-4FE2-8F1C-84B44BC10674}"/>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Phương pháp lấy toàn bộ hàng bằng cách chỉ định “row_position” trong mảng hai chiều được hiển thị bên dưới.</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1705618236"/>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17" name="그룹 16"/>
          <p:cNvGrpSpPr/>
          <p:nvPr/>
        </p:nvGrpSpPr>
        <p:grpSpPr>
          <a:xfrm>
            <a:off x="557644" y="5041751"/>
            <a:ext cx="8782050" cy="711454"/>
            <a:chOff x="557644" y="5085182"/>
            <a:chExt cx="8782050" cy="711454"/>
          </a:xfrm>
        </p:grpSpPr>
        <p:sp>
          <p:nvSpPr>
            <p:cNvPr id="18" name="모서리가 둥근 직사각형 4">
              <a:extLst>
                <a:ext uri="{FF2B5EF4-FFF2-40B4-BE49-F238E27FC236}">
                  <a16:creationId xmlns:a16="http://schemas.microsoft.com/office/drawing/2014/main" id="{C3569CBD-5212-483A-A582-6794A42BDB63}"/>
                </a:ext>
              </a:extLst>
            </p:cNvPr>
            <p:cNvSpPr/>
            <p:nvPr/>
          </p:nvSpPr>
          <p:spPr>
            <a:xfrm>
              <a:off x="557644" y="5085182"/>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0"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2" name="TextBox 21">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Nếu bạn chọn hàng đầu tiên từ [10, 20, 30] và cột từ [45, 55, 65], thì 10 và 55 sẽ được trả về.</a:t>
              </a:r>
              <a:endParaRPr lang="en-US" altLang="ko-KR" sz="1300" dirty="0">
                <a:solidFill>
                  <a:prstClr val="black">
                    <a:lumMod val="85000"/>
                    <a:lumOff val="15000"/>
                  </a:prstClr>
                </a:solidFill>
                <a:latin typeface="SamsungOne-400" panose="020B0503030303020204" pitchFamily="34" charset="0"/>
              </a:endParaRPr>
            </a:p>
          </p:txBody>
        </p:sp>
      </p:grpSp>
      <p:grpSp>
        <p:nvGrpSpPr>
          <p:cNvPr id="23" name="그룹 22">
            <a:extLst>
              <a:ext uri="{FF2B5EF4-FFF2-40B4-BE49-F238E27FC236}">
                <a16:creationId xmlns:a16="http://schemas.microsoft.com/office/drawing/2014/main" id="{B7559185-24F1-4E92-80E5-C9BC12FE70D7}"/>
              </a:ext>
            </a:extLst>
          </p:cNvPr>
          <p:cNvGrpSpPr/>
          <p:nvPr/>
        </p:nvGrpSpPr>
        <p:grpSpPr>
          <a:xfrm>
            <a:off x="580388" y="1413381"/>
            <a:ext cx="8887612" cy="1405306"/>
            <a:chOff x="580388" y="1413381"/>
            <a:chExt cx="8887612" cy="1405306"/>
          </a:xfrm>
        </p:grpSpPr>
        <p:sp>
          <p:nvSpPr>
            <p:cNvPr id="24" name="직사각형 23">
              <a:extLst>
                <a:ext uri="{FF2B5EF4-FFF2-40B4-BE49-F238E27FC236}">
                  <a16:creationId xmlns:a16="http://schemas.microsoft.com/office/drawing/2014/main" id="{1B7B79C2-F9B7-4853-AFF9-1F025270CA9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Lập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ko-KR" altLang="en-US" sz="1400" dirty="0">
                <a:solidFill>
                  <a:schemeClr val="tx1"/>
                </a:solidFill>
                <a:latin typeface="SamsungOne-400" panose="020B0503030303020204" pitchFamily="34" charset="0"/>
              </a:endParaRPr>
            </a:p>
          </p:txBody>
        </p:sp>
        <p:sp>
          <p:nvSpPr>
            <p:cNvPr id="25" name="Rectangle 12">
              <a:extLst>
                <a:ext uri="{FF2B5EF4-FFF2-40B4-BE49-F238E27FC236}">
                  <a16:creationId xmlns:a16="http://schemas.microsoft.com/office/drawing/2014/main" id="{4230BEA9-C52D-4AD9-9456-353FCAF10760}"/>
                </a:ext>
              </a:extLst>
            </p:cNvPr>
            <p:cNvSpPr/>
            <p:nvPr/>
          </p:nvSpPr>
          <p:spPr>
            <a:xfrm>
              <a:off x="711201" y="1667877"/>
              <a:ext cx="8632824" cy="11508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Để chọn một số phần tử trong mảng hai chiều, hãy làm như sau.</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Tên mảng [[vị trí hàng 1, vị trí hàng 2, …, vị trí h</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àng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n],[vị trí_cột n], vị trí cột 2, …, vị trí cột n]]</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Sau đây là một ví dụ về việc chọn nhiều phần tử bằng cách chỉ định vị trí của các hàng và cột trong một mảng hai chiều.</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grpSp>
        <p:nvGrpSpPr>
          <p:cNvPr id="6" name="그룹 5">
            <a:extLst>
              <a:ext uri="{FF2B5EF4-FFF2-40B4-BE49-F238E27FC236}">
                <a16:creationId xmlns:a16="http://schemas.microsoft.com/office/drawing/2014/main" id="{156CB7FC-2B37-4AB8-874C-C3434C12A172}"/>
              </a:ext>
            </a:extLst>
          </p:cNvPr>
          <p:cNvGrpSpPr/>
          <p:nvPr/>
        </p:nvGrpSpPr>
        <p:grpSpPr>
          <a:xfrm>
            <a:off x="558924" y="3053790"/>
            <a:ext cx="8785101" cy="1880160"/>
            <a:chOff x="558924" y="3053790"/>
            <a:chExt cx="8785101" cy="1880160"/>
          </a:xfrm>
        </p:grpSpPr>
        <p:grpSp>
          <p:nvGrpSpPr>
            <p:cNvPr id="4" name="그룹 3">
              <a:extLst>
                <a:ext uri="{FF2B5EF4-FFF2-40B4-BE49-F238E27FC236}">
                  <a16:creationId xmlns:a16="http://schemas.microsoft.com/office/drawing/2014/main" id="{6307E5B9-B133-4BE9-ABAD-FB7624A76EEF}"/>
                </a:ext>
              </a:extLst>
            </p:cNvPr>
            <p:cNvGrpSpPr/>
            <p:nvPr/>
          </p:nvGrpSpPr>
          <p:grpSpPr>
            <a:xfrm>
              <a:off x="558924" y="3053790"/>
              <a:ext cx="8782050" cy="1880160"/>
              <a:chOff x="558924" y="3053790"/>
              <a:chExt cx="8782050" cy="1880160"/>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3053790"/>
                <a:ext cx="8782050" cy="188016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5"/>
              <a:srcRect l="1182" r="22406" b="6703"/>
              <a:stretch/>
            </p:blipFill>
            <p:spPr>
              <a:xfrm>
                <a:off x="711201" y="3072940"/>
                <a:ext cx="8628493" cy="1746710"/>
              </a:xfrm>
              <a:prstGeom prst="rect">
                <a:avLst/>
              </a:prstGeom>
            </p:spPr>
          </p:pic>
        </p:grpSp>
        <p:sp>
          <p:nvSpPr>
            <p:cNvPr id="5" name="직사각형 4">
              <a:extLst>
                <a:ext uri="{FF2B5EF4-FFF2-40B4-BE49-F238E27FC236}">
                  <a16:creationId xmlns:a16="http://schemas.microsoft.com/office/drawing/2014/main" id="{A5294411-B344-4F6A-98C3-30F06E2D32B3}"/>
                </a:ext>
              </a:extLst>
            </p:cNvPr>
            <p:cNvSpPr/>
            <p:nvPr/>
          </p:nvSpPr>
          <p:spPr>
            <a:xfrm>
              <a:off x="2791172" y="4260596"/>
              <a:ext cx="6552853" cy="254254"/>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Tree>
    <p:extLst>
      <p:ext uri="{BB962C8B-B14F-4D97-AF65-F5344CB8AC3E}">
        <p14:creationId xmlns:p14="http://schemas.microsoft.com/office/powerpoint/2010/main" val="1388274057"/>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5" name="그룹 4">
            <a:extLst>
              <a:ext uri="{FF2B5EF4-FFF2-40B4-BE49-F238E27FC236}">
                <a16:creationId xmlns:a16="http://schemas.microsoft.com/office/drawing/2014/main" id="{88B8B6AF-5B67-4487-88DD-DF078302361C}"/>
              </a:ext>
            </a:extLst>
          </p:cNvPr>
          <p:cNvGrpSpPr/>
          <p:nvPr/>
        </p:nvGrpSpPr>
        <p:grpSpPr>
          <a:xfrm>
            <a:off x="557644" y="4164528"/>
            <a:ext cx="8782050" cy="1215511"/>
            <a:chOff x="557644" y="4445737"/>
            <a:chExt cx="8782050" cy="1215511"/>
          </a:xfrm>
        </p:grpSpPr>
        <p:grpSp>
          <p:nvGrpSpPr>
            <p:cNvPr id="17" name="그룹 16"/>
            <p:cNvGrpSpPr/>
            <p:nvPr/>
          </p:nvGrpSpPr>
          <p:grpSpPr>
            <a:xfrm>
              <a:off x="557644" y="4445737"/>
              <a:ext cx="8782050" cy="1215511"/>
              <a:chOff x="557644" y="5085181"/>
              <a:chExt cx="8782050" cy="1215511"/>
            </a:xfrm>
          </p:grpSpPr>
          <p:sp>
            <p:nvSpPr>
              <p:cNvPr id="18"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121551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0"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19</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2" name="TextBox 21">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Chỉ những phần tử đáp ứng các điều kiện của “a&gt;3” mới được trả về.</a:t>
                </a:r>
                <a:endParaRPr lang="en-US" altLang="ko-KR" sz="1300" dirty="0">
                  <a:solidFill>
                    <a:prstClr val="black">
                      <a:lumMod val="85000"/>
                      <a:lumOff val="15000"/>
                    </a:prstClr>
                  </a:solidFill>
                  <a:latin typeface="SamsungOne-400" panose="020B0503030303020204" pitchFamily="34" charset="0"/>
                </a:endParaRPr>
              </a:p>
            </p:txBody>
          </p:sp>
        </p:grpSp>
        <p:pic>
          <p:nvPicPr>
            <p:cNvPr id="2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59810" y="5079038"/>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4" name="TextBox 23">
              <a:extLst>
                <a:ext uri="{FF2B5EF4-FFF2-40B4-BE49-F238E27FC236}">
                  <a16:creationId xmlns:a16="http://schemas.microsoft.com/office/drawing/2014/main" id="{EE836FE5-4E63-409C-97E4-2898B8159708}"/>
                </a:ext>
              </a:extLst>
            </p:cNvPr>
            <p:cNvSpPr txBox="1"/>
            <p:nvPr/>
          </p:nvSpPr>
          <p:spPr>
            <a:xfrm>
              <a:off x="918591" y="5056306"/>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5" name="TextBox 24">
              <a:extLst>
                <a:ext uri="{FF2B5EF4-FFF2-40B4-BE49-F238E27FC236}">
                  <a16:creationId xmlns:a16="http://schemas.microsoft.com/office/drawing/2014/main" id="{0800EE66-B78E-4CCD-A49E-31BBE412C7F6}"/>
                </a:ext>
              </a:extLst>
            </p:cNvPr>
            <p:cNvSpPr txBox="1"/>
            <p:nvPr/>
          </p:nvSpPr>
          <p:spPr>
            <a:xfrm>
              <a:off x="1019231" y="5391200"/>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Chỉ các số chẵn được trả về.</a:t>
              </a:r>
              <a:endParaRPr lang="en-US" altLang="ko-KR" sz="1300" dirty="0">
                <a:solidFill>
                  <a:prstClr val="black">
                    <a:lumMod val="85000"/>
                    <a:lumOff val="15000"/>
                  </a:prstClr>
                </a:solidFill>
                <a:latin typeface="SamsungOne-400" panose="020B0503030303020204" pitchFamily="34" charset="0"/>
              </a:endParaRPr>
            </a:p>
          </p:txBody>
        </p:sp>
      </p:grpSp>
      <p:grpSp>
        <p:nvGrpSpPr>
          <p:cNvPr id="4" name="그룹 3">
            <a:extLst>
              <a:ext uri="{FF2B5EF4-FFF2-40B4-BE49-F238E27FC236}">
                <a16:creationId xmlns:a16="http://schemas.microsoft.com/office/drawing/2014/main" id="{9DFAE2BD-B8DF-424C-904F-0BCFB4337497}"/>
              </a:ext>
            </a:extLst>
          </p:cNvPr>
          <p:cNvGrpSpPr/>
          <p:nvPr/>
        </p:nvGrpSpPr>
        <p:grpSpPr>
          <a:xfrm>
            <a:off x="558924" y="2060848"/>
            <a:ext cx="8782050" cy="1995661"/>
            <a:chOff x="558924" y="2204864"/>
            <a:chExt cx="8782050" cy="1995661"/>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2204864"/>
              <a:ext cx="8782050" cy="199566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371" r="17093"/>
            <a:stretch/>
          </p:blipFill>
          <p:spPr>
            <a:xfrm>
              <a:off x="675505" y="2221573"/>
              <a:ext cx="8664189" cy="1967197"/>
            </a:xfrm>
            <a:prstGeom prst="rect">
              <a:avLst/>
            </a:prstGeom>
          </p:spPr>
        </p:pic>
      </p:grpSp>
      <p:grpSp>
        <p:nvGrpSpPr>
          <p:cNvPr id="26" name="그룹 25">
            <a:extLst>
              <a:ext uri="{FF2B5EF4-FFF2-40B4-BE49-F238E27FC236}">
                <a16:creationId xmlns:a16="http://schemas.microsoft.com/office/drawing/2014/main" id="{49272D56-9539-4555-ADDF-D92A9A0A9F76}"/>
              </a:ext>
            </a:extLst>
          </p:cNvPr>
          <p:cNvGrpSpPr/>
          <p:nvPr/>
        </p:nvGrpSpPr>
        <p:grpSpPr>
          <a:xfrm>
            <a:off x="580388" y="1413381"/>
            <a:ext cx="8887612" cy="599957"/>
            <a:chOff x="580388" y="1413381"/>
            <a:chExt cx="8887612" cy="599957"/>
          </a:xfrm>
        </p:grpSpPr>
        <p:sp>
          <p:nvSpPr>
            <p:cNvPr id="27" name="직사각형 26">
              <a:extLst>
                <a:ext uri="{FF2B5EF4-FFF2-40B4-BE49-F238E27FC236}">
                  <a16:creationId xmlns:a16="http://schemas.microsoft.com/office/drawing/2014/main" id="{21D87A2E-EDAE-4D9F-BEF3-6A8878FD66C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Chọn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điều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kiện</a:t>
              </a:r>
              <a:r>
                <a:rPr lang="en-US" altLang="ko-KR" sz="1400" dirty="0">
                  <a:solidFill>
                    <a:schemeClr val="tx1"/>
                  </a:solidFill>
                  <a:latin typeface="SamsungOne-400" panose="020B0503030303020204" pitchFamily="34" charset="0"/>
                  <a:ea typeface="SamsungOne-400" panose="020B0503030303020204" pitchFamily="34" charset="0"/>
                </a:rPr>
                <a:t>.</a:t>
              </a:r>
              <a:endParaRPr lang="ko-KR" altLang="en-US" sz="1400" dirty="0">
                <a:solidFill>
                  <a:schemeClr val="tx1"/>
                </a:solidFill>
                <a:latin typeface="SamsungOne-400" panose="020B0503030303020204" pitchFamily="34" charset="0"/>
              </a:endParaRPr>
            </a:p>
          </p:txBody>
        </p:sp>
        <p:sp>
          <p:nvSpPr>
            <p:cNvPr id="28" name="Rectangle 12">
              <a:extLst>
                <a:ext uri="{FF2B5EF4-FFF2-40B4-BE49-F238E27FC236}">
                  <a16:creationId xmlns:a16="http://schemas.microsoft.com/office/drawing/2014/main" id="{0A3E3BE7-E450-48B9-A488-14D783A6BA8D}"/>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mảng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Điều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kiện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spTree>
    <p:extLst>
      <p:ext uri="{BB962C8B-B14F-4D97-AF65-F5344CB8AC3E}">
        <p14:creationId xmlns:p14="http://schemas.microsoft.com/office/powerpoint/2010/main" val="315274375"/>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DB896CD5-A0B0-4F39-9F23-22CE6C96BB3D}"/>
              </a:ext>
            </a:extLst>
          </p:cNvPr>
          <p:cNvSpPr/>
          <p:nvPr/>
        </p:nvSpPr>
        <p:spPr>
          <a:xfrm>
            <a:off x="449998" y="1375101"/>
            <a:ext cx="900498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Cắt</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mảng</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sp>
        <p:nvSpPr>
          <p:cNvPr id="23" name="Rectangle 12">
            <a:extLst>
              <a:ext uri="{FF2B5EF4-FFF2-40B4-BE49-F238E27FC236}">
                <a16:creationId xmlns:a16="http://schemas.microsoft.com/office/drawing/2014/main" id="{39C1D0BA-7152-4AAC-B295-DCCB5F8378F4}"/>
              </a:ext>
            </a:extLst>
          </p:cNvPr>
          <p:cNvSpPr/>
          <p:nvPr/>
        </p:nvSpPr>
        <p:spPr>
          <a:xfrm>
            <a:off x="711201" y="2089402"/>
            <a:ext cx="8632824" cy="13508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Đối với mảng một chiều, việc cắt lát xác định vị trí của phần đầu và phần cuối như hình bên dưới.</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Mảng[vị</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trí</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_</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bắt đầu]:vị</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trí</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_</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kết thúc]</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Nếu vị trí bắt đầu không được chỉ định, thì vị trí bắt đầu trở thành 0 và phạm vi trở thành “0 đến vị trí kết thúc -1.” Nếu vị trí kết thúc không được chỉ định, thì “vị trí kết thúc” trở thành độ dài của mảng và phạm vi trở thành “vị trí bắt đầu đến cuối mảng”.</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1" name="직사각형 10">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2" name="직사각형 11">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149718C4-8371-400F-8362-A3094D6B568B}"/>
              </a:ext>
            </a:extLst>
          </p:cNvPr>
          <p:cNvGrpSpPr/>
          <p:nvPr/>
        </p:nvGrpSpPr>
        <p:grpSpPr>
          <a:xfrm>
            <a:off x="560387" y="3501008"/>
            <a:ext cx="8782050" cy="1093093"/>
            <a:chOff x="558924" y="3717032"/>
            <a:chExt cx="8782050" cy="1093093"/>
          </a:xfrm>
        </p:grpSpPr>
        <p:sp>
          <p:nvSpPr>
            <p:cNvPr id="22" name="모서리가 둥근 직사각형 4">
              <a:extLst>
                <a:ext uri="{FF2B5EF4-FFF2-40B4-BE49-F238E27FC236}">
                  <a16:creationId xmlns:a16="http://schemas.microsoft.com/office/drawing/2014/main" id="{A36E3BA1-83BF-4EF9-8B22-BB45DE7AA1FC}"/>
                </a:ext>
              </a:extLst>
            </p:cNvPr>
            <p:cNvSpPr/>
            <p:nvPr/>
          </p:nvSpPr>
          <p:spPr>
            <a:xfrm>
              <a:off x="558924" y="3717032"/>
              <a:ext cx="8782050" cy="109309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187" r="19654"/>
            <a:stretch/>
          </p:blipFill>
          <p:spPr>
            <a:xfrm>
              <a:off x="657225" y="3739648"/>
              <a:ext cx="8683749" cy="1035822"/>
            </a:xfrm>
            <a:prstGeom prst="rect">
              <a:avLst/>
            </a:prstGeom>
          </p:spPr>
        </p:pic>
      </p:grpSp>
      <p:sp>
        <p:nvSpPr>
          <p:cNvPr id="13" name="직사각형 12">
            <a:extLst>
              <a:ext uri="{FF2B5EF4-FFF2-40B4-BE49-F238E27FC236}">
                <a16:creationId xmlns:a16="http://schemas.microsoft.com/office/drawing/2014/main" id="{E1AA32DA-A295-4F78-9DC5-7921E0065104}"/>
              </a:ext>
            </a:extLst>
          </p:cNvPr>
          <p:cNvSpPr/>
          <p:nvPr/>
        </p:nvSpPr>
        <p:spPr>
          <a:xfrm>
            <a:off x="595528" y="1744433"/>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Thay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vì</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chọn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phần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thông</a:t>
            </a:r>
            <a:r>
              <a:rPr lang="en-US" altLang="ko-KR" sz="1400" dirty="0">
                <a:solidFill>
                  <a:schemeClr val="tx1"/>
                </a:solidFill>
                <a:latin typeface="SamsungOne-400" panose="020B0503030303020204" pitchFamily="34" charset="0"/>
                <a:ea typeface="SamsungOne-400" panose="020B0503030303020204" pitchFamily="34" charset="0"/>
              </a:rPr>
              <a:t> qua </a:t>
            </a:r>
            <a:r>
              <a:rPr lang="en-US" altLang="ko-KR" sz="1400" dirty="0" err="1">
                <a:solidFill>
                  <a:schemeClr val="tx1"/>
                </a:solidFill>
                <a:latin typeface="SamsungOne-400" panose="020B0503030303020204" pitchFamily="34" charset="0"/>
                <a:ea typeface="SamsungOne-400" panose="020B0503030303020204" pitchFamily="34" charset="0"/>
              </a:rPr>
              <a:t>lập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cắt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lát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sẽ</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chọn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phần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của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phạm</a:t>
            </a:r>
            <a:r>
              <a:rPr lang="en-US" altLang="ko-KR" sz="1400" dirty="0">
                <a:solidFill>
                  <a:schemeClr val="tx1"/>
                </a:solidFill>
                <a:latin typeface="SamsungOne-400" panose="020B0503030303020204" pitchFamily="34" charset="0"/>
                <a:ea typeface="SamsungOne-400" panose="020B0503030303020204" pitchFamily="34" charset="0"/>
              </a:rPr>
              <a:t> vi.</a:t>
            </a:r>
          </a:p>
        </p:txBody>
      </p:sp>
    </p:spTree>
    <p:extLst>
      <p:ext uri="{BB962C8B-B14F-4D97-AF65-F5344CB8AC3E}">
        <p14:creationId xmlns:p14="http://schemas.microsoft.com/office/powerpoint/2010/main" val="2457018729"/>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DCB8CD7B-773F-4EAB-B3D0-A2AF97E4411C}"/>
              </a:ext>
            </a:extLst>
          </p:cNvPr>
          <p:cNvGrpSpPr/>
          <p:nvPr/>
        </p:nvGrpSpPr>
        <p:grpSpPr>
          <a:xfrm>
            <a:off x="558924" y="2250579"/>
            <a:ext cx="8782050" cy="1538461"/>
            <a:chOff x="558924" y="2204864"/>
            <a:chExt cx="8782050" cy="1538461"/>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2204864"/>
              <a:ext cx="8782050" cy="153846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19444"/>
            <a:stretch/>
          </p:blipFill>
          <p:spPr>
            <a:xfrm>
              <a:off x="594143" y="2226436"/>
              <a:ext cx="8746831" cy="1469264"/>
            </a:xfrm>
            <a:prstGeom prst="rect">
              <a:avLst/>
            </a:prstGeom>
          </p:spPr>
        </p:pic>
      </p:grpSp>
      <p:grpSp>
        <p:nvGrpSpPr>
          <p:cNvPr id="11" name="그룹 10">
            <a:extLst>
              <a:ext uri="{FF2B5EF4-FFF2-40B4-BE49-F238E27FC236}">
                <a16:creationId xmlns:a16="http://schemas.microsoft.com/office/drawing/2014/main" id="{1A0F3510-064C-43BF-BADB-11D5201F07C7}"/>
              </a:ext>
            </a:extLst>
          </p:cNvPr>
          <p:cNvGrpSpPr/>
          <p:nvPr/>
        </p:nvGrpSpPr>
        <p:grpSpPr>
          <a:xfrm>
            <a:off x="580388" y="1413381"/>
            <a:ext cx="8887612" cy="800012"/>
            <a:chOff x="580388" y="1413381"/>
            <a:chExt cx="8887612" cy="800012"/>
          </a:xfrm>
        </p:grpSpPr>
        <p:sp>
          <p:nvSpPr>
            <p:cNvPr id="12" name="직사각형 11">
              <a:extLst>
                <a:ext uri="{FF2B5EF4-FFF2-40B4-BE49-F238E27FC236}">
                  <a16:creationId xmlns:a16="http://schemas.microsoft.com/office/drawing/2014/main" id="{1BCA495D-A3B4-43A7-B23F-FF78BB64B9D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Cắt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lát</a:t>
              </a:r>
              <a:endParaRPr lang="ko-KR" altLang="en-US" sz="1400" dirty="0">
                <a:solidFill>
                  <a:schemeClr val="tx1"/>
                </a:solidFill>
                <a:latin typeface="SamsungOne-400" panose="020B0503030303020204" pitchFamily="34" charset="0"/>
              </a:endParaRPr>
            </a:p>
          </p:txBody>
        </p:sp>
        <p:sp>
          <p:nvSpPr>
            <p:cNvPr id="17" name="Rectangle 12">
              <a:extLst>
                <a:ext uri="{FF2B5EF4-FFF2-40B4-BE49-F238E27FC236}">
                  <a16:creationId xmlns:a16="http://schemas.microsoft.com/office/drawing/2014/main" id="{2C24831A-2BBD-4085-B364-2277BF087095}"/>
                </a:ext>
              </a:extLst>
            </p:cNvPr>
            <p:cNvSpPr/>
            <p:nvPr/>
          </p:nvSpPr>
          <p:spPr>
            <a:xfrm>
              <a:off x="711201" y="1667877"/>
              <a:ext cx="8632824"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Trong mảng một chiều, việc cắt được thực hiện mà không chỉ định "vị trí_bắt đầu" và "vị trí_kết thúc", như minh họa bên dưới.</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184802950"/>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2" name="그룹 1">
            <a:extLst>
              <a:ext uri="{FF2B5EF4-FFF2-40B4-BE49-F238E27FC236}">
                <a16:creationId xmlns:a16="http://schemas.microsoft.com/office/drawing/2014/main" id="{6437A9D4-E8F5-4E11-A817-CFA21F9F31C7}"/>
              </a:ext>
            </a:extLst>
          </p:cNvPr>
          <p:cNvGrpSpPr/>
          <p:nvPr/>
        </p:nvGrpSpPr>
        <p:grpSpPr>
          <a:xfrm>
            <a:off x="558924" y="2060848"/>
            <a:ext cx="8782050" cy="1538461"/>
            <a:chOff x="558924" y="2204864"/>
            <a:chExt cx="8782050" cy="1538461"/>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2204864"/>
              <a:ext cx="8782050" cy="153846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22580"/>
            <a:stretch/>
          </p:blipFill>
          <p:spPr>
            <a:xfrm>
              <a:off x="587376" y="2239362"/>
              <a:ext cx="8752318" cy="1437288"/>
            </a:xfrm>
            <a:prstGeom prst="rect">
              <a:avLst/>
            </a:prstGeom>
          </p:spPr>
        </p:pic>
      </p:grpSp>
      <p:grpSp>
        <p:nvGrpSpPr>
          <p:cNvPr id="18" name="그룹 17"/>
          <p:cNvGrpSpPr/>
          <p:nvPr/>
        </p:nvGrpSpPr>
        <p:grpSpPr>
          <a:xfrm>
            <a:off x="557644" y="5214863"/>
            <a:ext cx="8782050" cy="725791"/>
            <a:chOff x="557644" y="5085181"/>
            <a:chExt cx="8782050" cy="725791"/>
          </a:xfrm>
        </p:grpSpPr>
        <p:sp>
          <p:nvSpPr>
            <p:cNvPr id="20"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2579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1"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3" name="TextBox 22">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Chọn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từ</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đầu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đến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dòng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thứ</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hai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“arr2d”</a:t>
              </a:r>
            </a:p>
          </p:txBody>
        </p:sp>
      </p:grpSp>
      <p:grpSp>
        <p:nvGrpSpPr>
          <p:cNvPr id="6" name="그룹 5">
            <a:extLst>
              <a:ext uri="{FF2B5EF4-FFF2-40B4-BE49-F238E27FC236}">
                <a16:creationId xmlns:a16="http://schemas.microsoft.com/office/drawing/2014/main" id="{9C82505D-4E6C-4998-84F2-E4E9CD5ADA72}"/>
              </a:ext>
            </a:extLst>
          </p:cNvPr>
          <p:cNvGrpSpPr/>
          <p:nvPr/>
        </p:nvGrpSpPr>
        <p:grpSpPr>
          <a:xfrm>
            <a:off x="558924" y="4077072"/>
            <a:ext cx="8782050" cy="1061535"/>
            <a:chOff x="558924" y="4221088"/>
            <a:chExt cx="8782050" cy="1061535"/>
          </a:xfrm>
        </p:grpSpPr>
        <p:sp>
          <p:nvSpPr>
            <p:cNvPr id="17" name="모서리가 둥근 직사각형 4">
              <a:extLst>
                <a:ext uri="{FF2B5EF4-FFF2-40B4-BE49-F238E27FC236}">
                  <a16:creationId xmlns:a16="http://schemas.microsoft.com/office/drawing/2014/main" id="{A36E3BA1-83BF-4EF9-8B22-BB45DE7AA1FC}"/>
                </a:ext>
              </a:extLst>
            </p:cNvPr>
            <p:cNvSpPr/>
            <p:nvPr/>
          </p:nvSpPr>
          <p:spPr>
            <a:xfrm>
              <a:off x="558924" y="4221088"/>
              <a:ext cx="8782050" cy="106153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5"/>
            <a:srcRect r="22941"/>
            <a:stretch/>
          </p:blipFill>
          <p:spPr>
            <a:xfrm>
              <a:off x="577851" y="4265506"/>
              <a:ext cx="8761843" cy="963719"/>
            </a:xfrm>
            <a:prstGeom prst="rect">
              <a:avLst/>
            </a:prstGeom>
          </p:spPr>
        </p:pic>
        <p:sp>
          <p:nvSpPr>
            <p:cNvPr id="5" name="직사각형 4"/>
            <p:cNvSpPr/>
            <p:nvPr/>
          </p:nvSpPr>
          <p:spPr>
            <a:xfrm>
              <a:off x="2338932" y="4408655"/>
              <a:ext cx="3738017" cy="239545"/>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4" name="그룹 23">
            <a:extLst>
              <a:ext uri="{FF2B5EF4-FFF2-40B4-BE49-F238E27FC236}">
                <a16:creationId xmlns:a16="http://schemas.microsoft.com/office/drawing/2014/main" id="{3439DAEE-D4F6-4B11-A4C4-A0186BB5049D}"/>
              </a:ext>
            </a:extLst>
          </p:cNvPr>
          <p:cNvGrpSpPr/>
          <p:nvPr/>
        </p:nvGrpSpPr>
        <p:grpSpPr>
          <a:xfrm>
            <a:off x="580388" y="1413381"/>
            <a:ext cx="8887612" cy="599957"/>
            <a:chOff x="580388" y="1413381"/>
            <a:chExt cx="8887612" cy="599957"/>
          </a:xfrm>
        </p:grpSpPr>
        <p:sp>
          <p:nvSpPr>
            <p:cNvPr id="25" name="직사각형 24">
              <a:extLst>
                <a:ext uri="{FF2B5EF4-FFF2-40B4-BE49-F238E27FC236}">
                  <a16:creationId xmlns:a16="http://schemas.microsoft.com/office/drawing/2014/main" id="{EABEBA2D-CF6D-47A8-9F33-16C3865DC59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en-US" altLang="ko-KR" sz="1400" dirty="0" err="1">
                  <a:solidFill>
                    <a:schemeClr val="tx1"/>
                  </a:solidFill>
                  <a:latin typeface="SamsungOne-400" panose="020B0503030303020204" pitchFamily="34" charset="0"/>
                  <a:ea typeface="SamsungOne-400" panose="020B0503030303020204" pitchFamily="34" charset="0"/>
                </a:rPr>
                <a:t>Cắt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lát</a:t>
              </a:r>
              <a:endParaRPr lang="ko-KR" altLang="en-US" sz="1400" dirty="0">
                <a:solidFill>
                  <a:schemeClr val="tx1"/>
                </a:solidFill>
                <a:latin typeface="SamsungOne-400" panose="020B0503030303020204" pitchFamily="34" charset="0"/>
              </a:endParaRPr>
            </a:p>
          </p:txBody>
        </p:sp>
        <p:sp>
          <p:nvSpPr>
            <p:cNvPr id="26" name="Rectangle 12">
              <a:extLst>
                <a:ext uri="{FF2B5EF4-FFF2-40B4-BE49-F238E27FC236}">
                  <a16:creationId xmlns:a16="http://schemas.microsoft.com/office/drawing/2014/main" id="{92B27420-3C4E-42A5-82B8-E2DF0616831E}"/>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Bây giờ, hãy xem xét trường hợp của mảng hai chiều.</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
        <p:nvSpPr>
          <p:cNvPr id="27" name="Rectangle 12">
            <a:extLst>
              <a:ext uri="{FF2B5EF4-FFF2-40B4-BE49-F238E27FC236}">
                <a16:creationId xmlns:a16="http://schemas.microsoft.com/office/drawing/2014/main" id="{F21E22CD-4F9D-4AEC-9376-7F7A874AA523}"/>
              </a:ext>
            </a:extLst>
          </p:cNvPr>
          <p:cNvSpPr/>
          <p:nvPr/>
        </p:nvSpPr>
        <p:spPr>
          <a:xfrm>
            <a:off x="711201" y="3714239"/>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Hãy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cắt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mảng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spTree>
    <p:extLst>
      <p:ext uri="{BB962C8B-B14F-4D97-AF65-F5344CB8AC3E}">
        <p14:creationId xmlns:p14="http://schemas.microsoft.com/office/powerpoint/2010/main" val="3047227340"/>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2">
            <a:extLst>
              <a:ext uri="{FF2B5EF4-FFF2-40B4-BE49-F238E27FC236}">
                <a16:creationId xmlns:a16="http://schemas.microsoft.com/office/drawing/2014/main" id="{39C1D0BA-7152-4AAC-B295-DCCB5F8378F4}"/>
              </a:ext>
            </a:extLst>
          </p:cNvPr>
          <p:cNvSpPr/>
          <p:nvPr/>
        </p:nvSpPr>
        <p:spPr>
          <a:xfrm>
            <a:off x="707782" y="3121378"/>
            <a:ext cx="8632824" cy="8481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Cắt lát như được hiển thị ở trên luôn cung cấp chế độ xem mảng theo cùng một chiều. Một chỉ mục số nguyên và một lát có thể được sử dụng cùng nhau để có được một lát có kích thước thấp hơn.</a:t>
            </a:r>
          </a:p>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Ví dụ: nếu bạn chỉ muốn chọn hai cột đầu tiên trong hàng thứ hai, hãy thực hiện như sau.</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3" name="그룹 2">
            <a:extLst>
              <a:ext uri="{FF2B5EF4-FFF2-40B4-BE49-F238E27FC236}">
                <a16:creationId xmlns:a16="http://schemas.microsoft.com/office/drawing/2014/main" id="{D4FD9EBD-DE68-47D2-9516-9096CDF3C856}"/>
              </a:ext>
            </a:extLst>
          </p:cNvPr>
          <p:cNvGrpSpPr/>
          <p:nvPr/>
        </p:nvGrpSpPr>
        <p:grpSpPr>
          <a:xfrm>
            <a:off x="558924" y="2060848"/>
            <a:ext cx="8782050" cy="938386"/>
            <a:chOff x="558924" y="2204864"/>
            <a:chExt cx="8782050" cy="938386"/>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2204864"/>
              <a:ext cx="8782050" cy="93838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21582"/>
            <a:stretch/>
          </p:blipFill>
          <p:spPr>
            <a:xfrm>
              <a:off x="587376" y="2245416"/>
              <a:ext cx="8753598" cy="821634"/>
            </a:xfrm>
            <a:prstGeom prst="rect">
              <a:avLst/>
            </a:prstGeom>
          </p:spPr>
        </p:pic>
      </p:grpSp>
      <p:grpSp>
        <p:nvGrpSpPr>
          <p:cNvPr id="4" name="그룹 3">
            <a:extLst>
              <a:ext uri="{FF2B5EF4-FFF2-40B4-BE49-F238E27FC236}">
                <a16:creationId xmlns:a16="http://schemas.microsoft.com/office/drawing/2014/main" id="{C55F11C2-86FF-4F32-B1B1-2AC56A50AA62}"/>
              </a:ext>
            </a:extLst>
          </p:cNvPr>
          <p:cNvGrpSpPr/>
          <p:nvPr/>
        </p:nvGrpSpPr>
        <p:grpSpPr>
          <a:xfrm>
            <a:off x="558924" y="4005064"/>
            <a:ext cx="8782050" cy="793674"/>
            <a:chOff x="558924" y="4269214"/>
            <a:chExt cx="8782050" cy="793674"/>
          </a:xfrm>
        </p:grpSpPr>
        <p:sp>
          <p:nvSpPr>
            <p:cNvPr id="17" name="모서리가 둥근 직사각형 4">
              <a:extLst>
                <a:ext uri="{FF2B5EF4-FFF2-40B4-BE49-F238E27FC236}">
                  <a16:creationId xmlns:a16="http://schemas.microsoft.com/office/drawing/2014/main" id="{A36E3BA1-83BF-4EF9-8B22-BB45DE7AA1FC}"/>
                </a:ext>
              </a:extLst>
            </p:cNvPr>
            <p:cNvSpPr/>
            <p:nvPr/>
          </p:nvSpPr>
          <p:spPr>
            <a:xfrm>
              <a:off x="558924" y="4269214"/>
              <a:ext cx="8782050" cy="79367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sp>
          <p:nvSpPr>
            <p:cNvPr id="5" name="직사각형 4"/>
            <p:cNvSpPr/>
            <p:nvPr/>
          </p:nvSpPr>
          <p:spPr>
            <a:xfrm>
              <a:off x="2215108" y="4465805"/>
              <a:ext cx="3456384" cy="187331"/>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6" name="그림 5"/>
            <p:cNvPicPr>
              <a:picLocks noChangeAspect="1"/>
            </p:cNvPicPr>
            <p:nvPr/>
          </p:nvPicPr>
          <p:blipFill rotWithShape="1">
            <a:blip r:embed="rId4"/>
            <a:srcRect t="10733" r="25676" b="-1"/>
            <a:stretch/>
          </p:blipFill>
          <p:spPr>
            <a:xfrm>
              <a:off x="577851" y="4333083"/>
              <a:ext cx="8762755" cy="704237"/>
            </a:xfrm>
            <a:prstGeom prst="rect">
              <a:avLst/>
            </a:prstGeom>
          </p:spPr>
        </p:pic>
      </p:grpSp>
      <p:grpSp>
        <p:nvGrpSpPr>
          <p:cNvPr id="18" name="그룹 17">
            <a:extLst>
              <a:ext uri="{FF2B5EF4-FFF2-40B4-BE49-F238E27FC236}">
                <a16:creationId xmlns:a16="http://schemas.microsoft.com/office/drawing/2014/main" id="{4A96F802-DED0-4230-BE3A-C35C2FA28050}"/>
              </a:ext>
            </a:extLst>
          </p:cNvPr>
          <p:cNvGrpSpPr/>
          <p:nvPr/>
        </p:nvGrpSpPr>
        <p:grpSpPr>
          <a:xfrm>
            <a:off x="580388" y="1413381"/>
            <a:ext cx="8887612" cy="599957"/>
            <a:chOff x="580388" y="1413381"/>
            <a:chExt cx="8887612" cy="599957"/>
          </a:xfrm>
        </p:grpSpPr>
        <p:sp>
          <p:nvSpPr>
            <p:cNvPr id="20" name="직사각형 19">
              <a:extLst>
                <a:ext uri="{FF2B5EF4-FFF2-40B4-BE49-F238E27FC236}">
                  <a16:creationId xmlns:a16="http://schemas.microsoft.com/office/drawing/2014/main" id="{67DDFD89-AC94-493E-A4B6-9FCD976F66E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Cắt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lát</a:t>
              </a:r>
              <a:endParaRPr lang="ko-KR" altLang="en-US" sz="1400" dirty="0">
                <a:solidFill>
                  <a:schemeClr val="tx1"/>
                </a:solidFill>
                <a:latin typeface="SamsungOne-400" panose="020B0503030303020204" pitchFamily="34" charset="0"/>
              </a:endParaRPr>
            </a:p>
          </p:txBody>
        </p:sp>
        <p:sp>
          <p:nvSpPr>
            <p:cNvPr id="21" name="Rectangle 12">
              <a:extLst>
                <a:ext uri="{FF2B5EF4-FFF2-40B4-BE49-F238E27FC236}">
                  <a16:creationId xmlns:a16="http://schemas.microsoft.com/office/drawing/2014/main" id="{15E5F572-2110-4B1D-A43D-8077EBE49784}"/>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Cũng có thể cắt các mảng nhiều chiều bằng cách vượt qua một số chỉ mục.</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1895348323"/>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2">
            <a:extLst>
              <a:ext uri="{FF2B5EF4-FFF2-40B4-BE49-F238E27FC236}">
                <a16:creationId xmlns:a16="http://schemas.microsoft.com/office/drawing/2014/main" id="{39C1D0BA-7152-4AAC-B295-DCCB5F8378F4}"/>
              </a:ext>
            </a:extLst>
          </p:cNvPr>
          <p:cNvSpPr/>
          <p:nvPr/>
        </p:nvSpPr>
        <p:spPr>
          <a:xfrm>
            <a:off x="707782" y="3083539"/>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Nếu bạn chỉ sử dụng dấu hai chấm, bạn chọn toàn bộ trục, do đó lát cắt của kích thước ban đầu được trả về.</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2" name="그룹 1">
            <a:extLst>
              <a:ext uri="{FF2B5EF4-FFF2-40B4-BE49-F238E27FC236}">
                <a16:creationId xmlns:a16="http://schemas.microsoft.com/office/drawing/2014/main" id="{10E90032-E471-4CE3-9446-002F3FA9989A}"/>
              </a:ext>
            </a:extLst>
          </p:cNvPr>
          <p:cNvGrpSpPr/>
          <p:nvPr/>
        </p:nvGrpSpPr>
        <p:grpSpPr>
          <a:xfrm>
            <a:off x="558924" y="2060848"/>
            <a:ext cx="8782050" cy="843136"/>
            <a:chOff x="558924" y="2204865"/>
            <a:chExt cx="8782050" cy="843136"/>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2204865"/>
              <a:ext cx="8782050" cy="84313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24227"/>
            <a:stretch/>
          </p:blipFill>
          <p:spPr>
            <a:xfrm>
              <a:off x="577851" y="2222807"/>
              <a:ext cx="8763123" cy="739467"/>
            </a:xfrm>
            <a:prstGeom prst="rect">
              <a:avLst/>
            </a:prstGeom>
          </p:spPr>
        </p:pic>
      </p:grpSp>
      <p:grpSp>
        <p:nvGrpSpPr>
          <p:cNvPr id="5" name="그룹 4">
            <a:extLst>
              <a:ext uri="{FF2B5EF4-FFF2-40B4-BE49-F238E27FC236}">
                <a16:creationId xmlns:a16="http://schemas.microsoft.com/office/drawing/2014/main" id="{AC3C8B49-2922-4266-8718-BFBB03EF25F6}"/>
              </a:ext>
            </a:extLst>
          </p:cNvPr>
          <p:cNvGrpSpPr/>
          <p:nvPr/>
        </p:nvGrpSpPr>
        <p:grpSpPr>
          <a:xfrm>
            <a:off x="558924" y="3448250"/>
            <a:ext cx="8782050" cy="1080120"/>
            <a:chOff x="558924" y="3717032"/>
            <a:chExt cx="8782050" cy="1080120"/>
          </a:xfrm>
        </p:grpSpPr>
        <p:sp>
          <p:nvSpPr>
            <p:cNvPr id="17" name="모서리가 둥근 직사각형 4">
              <a:extLst>
                <a:ext uri="{FF2B5EF4-FFF2-40B4-BE49-F238E27FC236}">
                  <a16:creationId xmlns:a16="http://schemas.microsoft.com/office/drawing/2014/main" id="{A36E3BA1-83BF-4EF9-8B22-BB45DE7AA1FC}"/>
                </a:ext>
              </a:extLst>
            </p:cNvPr>
            <p:cNvSpPr/>
            <p:nvPr/>
          </p:nvSpPr>
          <p:spPr>
            <a:xfrm>
              <a:off x="558924" y="3717032"/>
              <a:ext cx="8782050" cy="108012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r="25098"/>
            <a:stretch/>
          </p:blipFill>
          <p:spPr>
            <a:xfrm>
              <a:off x="574432" y="3751484"/>
              <a:ext cx="8766174" cy="991966"/>
            </a:xfrm>
            <a:prstGeom prst="rect">
              <a:avLst/>
            </a:prstGeom>
          </p:spPr>
        </p:pic>
      </p:grpSp>
      <p:grpSp>
        <p:nvGrpSpPr>
          <p:cNvPr id="18" name="그룹 17">
            <a:extLst>
              <a:ext uri="{FF2B5EF4-FFF2-40B4-BE49-F238E27FC236}">
                <a16:creationId xmlns:a16="http://schemas.microsoft.com/office/drawing/2014/main" id="{5E1295B3-0C88-400E-A3E4-7FEF3C11F00F}"/>
              </a:ext>
            </a:extLst>
          </p:cNvPr>
          <p:cNvGrpSpPr/>
          <p:nvPr/>
        </p:nvGrpSpPr>
        <p:grpSpPr>
          <a:xfrm>
            <a:off x="580388" y="1413381"/>
            <a:ext cx="8887612" cy="599957"/>
            <a:chOff x="580388" y="1413381"/>
            <a:chExt cx="8887612" cy="599957"/>
          </a:xfrm>
        </p:grpSpPr>
        <p:sp>
          <p:nvSpPr>
            <p:cNvPr id="20" name="직사각형 19">
              <a:extLst>
                <a:ext uri="{FF2B5EF4-FFF2-40B4-BE49-F238E27FC236}">
                  <a16:creationId xmlns:a16="http://schemas.microsoft.com/office/drawing/2014/main" id="{C0C6EE8C-C900-496D-A39B-0D13D3E36C8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Cắt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lát</a:t>
              </a:r>
              <a:endParaRPr lang="ko-KR" altLang="en-US" sz="1400" dirty="0">
                <a:solidFill>
                  <a:schemeClr val="tx1"/>
                </a:solidFill>
                <a:latin typeface="SamsungOne-400" panose="020B0503030303020204" pitchFamily="34" charset="0"/>
              </a:endParaRPr>
            </a:p>
          </p:txBody>
        </p:sp>
        <p:sp>
          <p:nvSpPr>
            <p:cNvPr id="21" name="Rectangle 12">
              <a:extLst>
                <a:ext uri="{FF2B5EF4-FFF2-40B4-BE49-F238E27FC236}">
                  <a16:creationId xmlns:a16="http://schemas.microsoft.com/office/drawing/2014/main" id="{39A7E6CF-9E70-4707-93AF-B7AF0813DC93}"/>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Nếu bạn chỉ chọn cột thứ ba trong hai hàng đầu tiên, hãy làm như sau.</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23257042"/>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표 3"/>
          <p:cNvGraphicFramePr>
            <a:graphicFrameLocks noGrp="1"/>
          </p:cNvGraphicFramePr>
          <p:nvPr>
            <p:extLst>
              <p:ext uri="{D42A27DB-BD31-4B8C-83A1-F6EECF244321}">
                <p14:modId xmlns:p14="http://schemas.microsoft.com/office/powerpoint/2010/main" val="239197052"/>
              </p:ext>
            </p:extLst>
          </p:nvPr>
        </p:nvGraphicFramePr>
        <p:xfrm>
          <a:off x="1711052" y="1844824"/>
          <a:ext cx="5878854" cy="4372556"/>
        </p:xfrm>
        <a:graphic>
          <a:graphicData uri="http://schemas.openxmlformats.org/drawingml/2006/table">
            <a:tbl>
              <a:tblPr firstRow="1" bandRow="1">
                <a:tableStyleId>{5940675A-B579-460E-94D1-54222C63F5DA}</a:tableStyleId>
              </a:tblPr>
              <a:tblGrid>
                <a:gridCol w="1959618">
                  <a:extLst>
                    <a:ext uri="{9D8B030D-6E8A-4147-A177-3AD203B41FA5}">
                      <a16:colId xmlns:a16="http://schemas.microsoft.com/office/drawing/2014/main" val="20000"/>
                    </a:ext>
                  </a:extLst>
                </a:gridCol>
                <a:gridCol w="1959618">
                  <a:extLst>
                    <a:ext uri="{9D8B030D-6E8A-4147-A177-3AD203B41FA5}">
                      <a16:colId xmlns:a16="http://schemas.microsoft.com/office/drawing/2014/main" val="20001"/>
                    </a:ext>
                  </a:extLst>
                </a:gridCol>
                <a:gridCol w="1959618">
                  <a:extLst>
                    <a:ext uri="{9D8B030D-6E8A-4147-A177-3AD203B41FA5}">
                      <a16:colId xmlns:a16="http://schemas.microsoft.com/office/drawing/2014/main" val="20002"/>
                    </a:ext>
                  </a:extLst>
                </a:gridCol>
              </a:tblGrid>
              <a:tr h="286930">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endParaRPr lang="ko-KR" altLang="en-US" sz="1400" b="0" kern="1200" dirty="0">
                        <a:solidFill>
                          <a:srgbClr val="FF0000"/>
                        </a:soli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1"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Mã</a:t>
                      </a:r>
                      <a:endParaRPr lang="ko-KR" altLang="en-US" sz="1400" b="1"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1"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Hình</a:t>
                      </a:r>
                      <a:r>
                        <a:rPr lang="en-US" altLang="ko-KR" sz="1400" b="1"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1"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thức</a:t>
                      </a:r>
                      <a:r>
                        <a:rPr lang="en-US" altLang="ko-KR" sz="1400" b="1"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1"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Lát</a:t>
                      </a:r>
                      <a:endParaRPr lang="ko-KR" altLang="en-US" sz="1400" b="1"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016939">
                <a:tc>
                  <a:txBody>
                    <a:bodyPr/>
                    <a:lstStyle/>
                    <a:p>
                      <a:pPr algn="ctr" latinLnBrk="1"/>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arr[:2,</a:t>
                      </a:r>
                      <a:r>
                        <a:rPr lang="en-US" altLang="ko-KR"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1:]</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(2,2)</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1016939">
                <a:tc>
                  <a:txBody>
                    <a:bodyPr/>
                    <a:lstStyle/>
                    <a:p>
                      <a:pPr algn="ctr" latinLnBrk="1"/>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arr[2]</a:t>
                      </a:r>
                    </a:p>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arr[2,</a:t>
                      </a:r>
                      <a:r>
                        <a:rPr lang="en-US" altLang="ko-KR"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p>
                    <a:p>
                      <a:pPr algn="ctr" latinLnBrk="1"/>
                      <a:r>
                        <a:rPr lang="en-US" altLang="ko-KR"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arr[2:, :]</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a:t>
                      </a:r>
                    </a:p>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a:t>
                      </a:r>
                    </a:p>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(1,3)</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1016939">
                <a:tc>
                  <a:txBody>
                    <a:bodyPr/>
                    <a:lstStyle/>
                    <a:p>
                      <a:pPr algn="ctr" latinLnBrk="1"/>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arr[:, :2]</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(3,2)</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1016939">
                <a:tc>
                  <a:txBody>
                    <a:bodyPr/>
                    <a:lstStyle/>
                    <a:p>
                      <a:pPr algn="ctr" latinLnBrk="1"/>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arr[1, :2]</a:t>
                      </a:r>
                    </a:p>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arr[1:2, :2]</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a:t>
                      </a:r>
                    </a:p>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(1,2)</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aphicFrame>
        <p:nvGraphicFramePr>
          <p:cNvPr id="3" name="표 2"/>
          <p:cNvGraphicFramePr>
            <a:graphicFrameLocks noGrp="1"/>
          </p:cNvGraphicFramePr>
          <p:nvPr>
            <p:extLst>
              <p:ext uri="{D42A27DB-BD31-4B8C-83A1-F6EECF244321}">
                <p14:modId xmlns:p14="http://schemas.microsoft.com/office/powerpoint/2010/main" val="3626820076"/>
              </p:ext>
            </p:extLst>
          </p:nvPr>
        </p:nvGraphicFramePr>
        <p:xfrm>
          <a:off x="2274214" y="2243374"/>
          <a:ext cx="806718" cy="792087"/>
        </p:xfrm>
        <a:graphic>
          <a:graphicData uri="http://schemas.openxmlformats.org/drawingml/2006/table">
            <a:tbl>
              <a:tblPr firstRow="1" bandRow="1">
                <a:tableStyleId>{2D5ABB26-0587-4C30-8999-92F81FD0307C}</a:tableStyleId>
              </a:tblPr>
              <a:tblGrid>
                <a:gridCol w="268906">
                  <a:extLst>
                    <a:ext uri="{9D8B030D-6E8A-4147-A177-3AD203B41FA5}">
                      <a16:colId xmlns:a16="http://schemas.microsoft.com/office/drawing/2014/main" val="20000"/>
                    </a:ext>
                  </a:extLst>
                </a:gridCol>
                <a:gridCol w="268906">
                  <a:extLst>
                    <a:ext uri="{9D8B030D-6E8A-4147-A177-3AD203B41FA5}">
                      <a16:colId xmlns:a16="http://schemas.microsoft.com/office/drawing/2014/main" val="20001"/>
                    </a:ext>
                  </a:extLst>
                </a:gridCol>
                <a:gridCol w="268906">
                  <a:extLst>
                    <a:ext uri="{9D8B030D-6E8A-4147-A177-3AD203B41FA5}">
                      <a16:colId xmlns:a16="http://schemas.microsoft.com/office/drawing/2014/main" val="20002"/>
                    </a:ext>
                  </a:extLst>
                </a:gridCol>
              </a:tblGrid>
              <a:tr h="264029">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50000"/>
                      </a:schemeClr>
                    </a:solidFill>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50000"/>
                      </a:schemeClr>
                    </a:solidFill>
                  </a:tcPr>
                </a:tc>
                <a:extLst>
                  <a:ext uri="{0D108BD9-81ED-4DB2-BD59-A6C34878D82A}">
                    <a16:rowId xmlns:a16="http://schemas.microsoft.com/office/drawing/2014/main" val="10000"/>
                  </a:ext>
                </a:extLst>
              </a:tr>
              <a:tr h="264029">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50000"/>
                      </a:schemeClr>
                    </a:solidFill>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50000"/>
                      </a:schemeClr>
                    </a:solidFill>
                  </a:tcPr>
                </a:tc>
                <a:extLst>
                  <a:ext uri="{0D108BD9-81ED-4DB2-BD59-A6C34878D82A}">
                    <a16:rowId xmlns:a16="http://schemas.microsoft.com/office/drawing/2014/main" val="10001"/>
                  </a:ext>
                </a:extLst>
              </a:tr>
              <a:tr h="264029">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0" name="표 9"/>
          <p:cNvGraphicFramePr>
            <a:graphicFrameLocks noGrp="1"/>
          </p:cNvGraphicFramePr>
          <p:nvPr>
            <p:extLst>
              <p:ext uri="{D42A27DB-BD31-4B8C-83A1-F6EECF244321}">
                <p14:modId xmlns:p14="http://schemas.microsoft.com/office/powerpoint/2010/main" val="7634353"/>
              </p:ext>
            </p:extLst>
          </p:nvPr>
        </p:nvGraphicFramePr>
        <p:xfrm>
          <a:off x="2274214" y="3276573"/>
          <a:ext cx="806718" cy="792087"/>
        </p:xfrm>
        <a:graphic>
          <a:graphicData uri="http://schemas.openxmlformats.org/drawingml/2006/table">
            <a:tbl>
              <a:tblPr firstRow="1" bandRow="1">
                <a:tableStyleId>{2D5ABB26-0587-4C30-8999-92F81FD0307C}</a:tableStyleId>
              </a:tblPr>
              <a:tblGrid>
                <a:gridCol w="268906">
                  <a:extLst>
                    <a:ext uri="{9D8B030D-6E8A-4147-A177-3AD203B41FA5}">
                      <a16:colId xmlns:a16="http://schemas.microsoft.com/office/drawing/2014/main" val="20000"/>
                    </a:ext>
                  </a:extLst>
                </a:gridCol>
                <a:gridCol w="268906">
                  <a:extLst>
                    <a:ext uri="{9D8B030D-6E8A-4147-A177-3AD203B41FA5}">
                      <a16:colId xmlns:a16="http://schemas.microsoft.com/office/drawing/2014/main" val="20001"/>
                    </a:ext>
                  </a:extLst>
                </a:gridCol>
                <a:gridCol w="268906">
                  <a:extLst>
                    <a:ext uri="{9D8B030D-6E8A-4147-A177-3AD203B41FA5}">
                      <a16:colId xmlns:a16="http://schemas.microsoft.com/office/drawing/2014/main" val="20002"/>
                    </a:ext>
                  </a:extLst>
                </a:gridCol>
              </a:tblGrid>
              <a:tr h="264029">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264029">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264029">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50000"/>
                      </a:schemeClr>
                    </a:solidFill>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50000"/>
                      </a:schemeClr>
                    </a:solidFill>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50000"/>
                      </a:schemeClr>
                    </a:solidFill>
                  </a:tcPr>
                </a:tc>
                <a:extLst>
                  <a:ext uri="{0D108BD9-81ED-4DB2-BD59-A6C34878D82A}">
                    <a16:rowId xmlns:a16="http://schemas.microsoft.com/office/drawing/2014/main" val="10002"/>
                  </a:ext>
                </a:extLst>
              </a:tr>
            </a:tbl>
          </a:graphicData>
        </a:graphic>
      </p:graphicFrame>
      <p:graphicFrame>
        <p:nvGraphicFramePr>
          <p:cNvPr id="11" name="표 10"/>
          <p:cNvGraphicFramePr>
            <a:graphicFrameLocks noGrp="1"/>
          </p:cNvGraphicFramePr>
          <p:nvPr>
            <p:extLst>
              <p:ext uri="{D42A27DB-BD31-4B8C-83A1-F6EECF244321}">
                <p14:modId xmlns:p14="http://schemas.microsoft.com/office/powerpoint/2010/main" val="1728885453"/>
              </p:ext>
            </p:extLst>
          </p:nvPr>
        </p:nvGraphicFramePr>
        <p:xfrm>
          <a:off x="2274214" y="4274630"/>
          <a:ext cx="806718" cy="792087"/>
        </p:xfrm>
        <a:graphic>
          <a:graphicData uri="http://schemas.openxmlformats.org/drawingml/2006/table">
            <a:tbl>
              <a:tblPr firstRow="1" bandRow="1">
                <a:tableStyleId>{2D5ABB26-0587-4C30-8999-92F81FD0307C}</a:tableStyleId>
              </a:tblPr>
              <a:tblGrid>
                <a:gridCol w="268906">
                  <a:extLst>
                    <a:ext uri="{9D8B030D-6E8A-4147-A177-3AD203B41FA5}">
                      <a16:colId xmlns:a16="http://schemas.microsoft.com/office/drawing/2014/main" val="20000"/>
                    </a:ext>
                  </a:extLst>
                </a:gridCol>
                <a:gridCol w="268906">
                  <a:extLst>
                    <a:ext uri="{9D8B030D-6E8A-4147-A177-3AD203B41FA5}">
                      <a16:colId xmlns:a16="http://schemas.microsoft.com/office/drawing/2014/main" val="20001"/>
                    </a:ext>
                  </a:extLst>
                </a:gridCol>
                <a:gridCol w="268906">
                  <a:extLst>
                    <a:ext uri="{9D8B030D-6E8A-4147-A177-3AD203B41FA5}">
                      <a16:colId xmlns:a16="http://schemas.microsoft.com/office/drawing/2014/main" val="20002"/>
                    </a:ext>
                  </a:extLst>
                </a:gridCol>
              </a:tblGrid>
              <a:tr h="264029">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50000"/>
                      </a:schemeClr>
                    </a:solidFill>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50000"/>
                      </a:schemeClr>
                    </a:solidFill>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264029">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50000"/>
                      </a:schemeClr>
                    </a:solidFill>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50000"/>
                      </a:schemeClr>
                    </a:solidFill>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264029">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50000"/>
                      </a:schemeClr>
                    </a:solidFill>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50000"/>
                      </a:schemeClr>
                    </a:solidFill>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2" name="표 11"/>
          <p:cNvGraphicFramePr>
            <a:graphicFrameLocks noGrp="1"/>
          </p:cNvGraphicFramePr>
          <p:nvPr>
            <p:extLst>
              <p:ext uri="{D42A27DB-BD31-4B8C-83A1-F6EECF244321}">
                <p14:modId xmlns:p14="http://schemas.microsoft.com/office/powerpoint/2010/main" val="3575280294"/>
              </p:ext>
            </p:extLst>
          </p:nvPr>
        </p:nvGraphicFramePr>
        <p:xfrm>
          <a:off x="2274214" y="5301208"/>
          <a:ext cx="806718" cy="792087"/>
        </p:xfrm>
        <a:graphic>
          <a:graphicData uri="http://schemas.openxmlformats.org/drawingml/2006/table">
            <a:tbl>
              <a:tblPr firstRow="1" bandRow="1">
                <a:tableStyleId>{2D5ABB26-0587-4C30-8999-92F81FD0307C}</a:tableStyleId>
              </a:tblPr>
              <a:tblGrid>
                <a:gridCol w="268906">
                  <a:extLst>
                    <a:ext uri="{9D8B030D-6E8A-4147-A177-3AD203B41FA5}">
                      <a16:colId xmlns:a16="http://schemas.microsoft.com/office/drawing/2014/main" val="20000"/>
                    </a:ext>
                  </a:extLst>
                </a:gridCol>
                <a:gridCol w="268906">
                  <a:extLst>
                    <a:ext uri="{9D8B030D-6E8A-4147-A177-3AD203B41FA5}">
                      <a16:colId xmlns:a16="http://schemas.microsoft.com/office/drawing/2014/main" val="20001"/>
                    </a:ext>
                  </a:extLst>
                </a:gridCol>
                <a:gridCol w="268906">
                  <a:extLst>
                    <a:ext uri="{9D8B030D-6E8A-4147-A177-3AD203B41FA5}">
                      <a16:colId xmlns:a16="http://schemas.microsoft.com/office/drawing/2014/main" val="20002"/>
                    </a:ext>
                  </a:extLst>
                </a:gridCol>
              </a:tblGrid>
              <a:tr h="264029">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264029">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50000"/>
                      </a:schemeClr>
                    </a:solidFill>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50000"/>
                      </a:schemeClr>
                    </a:solidFill>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264029">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latinLnBrk="1"/>
                      <a:endParaRPr lang="ko-KR" altLang="en-US" sz="1300" dirty="0"/>
                    </a:p>
                  </a:txBody>
                  <a:tcPr marL="64668" marR="64668" marT="32333" marB="32333">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13" name="직사각형 12">
            <a:extLst>
              <a:ext uri="{FF2B5EF4-FFF2-40B4-BE49-F238E27FC236}">
                <a16:creationId xmlns:a16="http://schemas.microsoft.com/office/drawing/2014/main" id="{2EC0CE0D-E984-4831-B7BE-E1D458EF572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Cắt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lát</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298036094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2">
            <a:extLst>
              <a:ext uri="{FF2B5EF4-FFF2-40B4-BE49-F238E27FC236}">
                <a16:creationId xmlns:a16="http://schemas.microsoft.com/office/drawing/2014/main" id="{39C1D0BA-7152-4AAC-B295-DCCB5F8378F4}"/>
              </a:ext>
            </a:extLst>
          </p:cNvPr>
          <p:cNvSpPr/>
          <p:nvPr/>
        </p:nvSpPr>
        <p:spPr>
          <a:xfrm>
            <a:off x="711201" y="3158069"/>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Mảng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Boolean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này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xác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định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xem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“Bob”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có</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trong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mảng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hay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không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4" name="그룹 3">
            <a:extLst>
              <a:ext uri="{FF2B5EF4-FFF2-40B4-BE49-F238E27FC236}">
                <a16:creationId xmlns:a16="http://schemas.microsoft.com/office/drawing/2014/main" id="{5BC75E15-722B-49E4-8CD1-675198F4CB85}"/>
              </a:ext>
            </a:extLst>
          </p:cNvPr>
          <p:cNvGrpSpPr/>
          <p:nvPr/>
        </p:nvGrpSpPr>
        <p:grpSpPr>
          <a:xfrm>
            <a:off x="558924" y="1700808"/>
            <a:ext cx="8782050" cy="1296144"/>
            <a:chOff x="558924" y="1844824"/>
            <a:chExt cx="8782050" cy="1296144"/>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1844824"/>
              <a:ext cx="8782050" cy="129614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370" r="19498"/>
            <a:stretch/>
          </p:blipFill>
          <p:spPr>
            <a:xfrm>
              <a:off x="608831" y="1881381"/>
              <a:ext cx="8732143" cy="1214244"/>
            </a:xfrm>
            <a:prstGeom prst="rect">
              <a:avLst/>
            </a:prstGeom>
          </p:spPr>
        </p:pic>
      </p:grpSp>
      <p:grpSp>
        <p:nvGrpSpPr>
          <p:cNvPr id="3" name="그룹 2">
            <a:extLst>
              <a:ext uri="{FF2B5EF4-FFF2-40B4-BE49-F238E27FC236}">
                <a16:creationId xmlns:a16="http://schemas.microsoft.com/office/drawing/2014/main" id="{1FCFAA75-1492-4671-B032-3058558D1548}"/>
              </a:ext>
            </a:extLst>
          </p:cNvPr>
          <p:cNvGrpSpPr/>
          <p:nvPr/>
        </p:nvGrpSpPr>
        <p:grpSpPr>
          <a:xfrm>
            <a:off x="558924" y="3510533"/>
            <a:ext cx="8782050" cy="816206"/>
            <a:chOff x="558924" y="3573016"/>
            <a:chExt cx="8782050" cy="816206"/>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924" y="3573016"/>
              <a:ext cx="8782050" cy="81620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5" name="그림 4"/>
            <p:cNvPicPr>
              <a:picLocks noChangeAspect="1"/>
            </p:cNvPicPr>
            <p:nvPr/>
          </p:nvPicPr>
          <p:blipFill rotWithShape="1">
            <a:blip r:embed="rId4"/>
            <a:srcRect l="1764" r="20554"/>
            <a:stretch/>
          </p:blipFill>
          <p:spPr>
            <a:xfrm>
              <a:off x="647700" y="3596875"/>
              <a:ext cx="8693274" cy="698899"/>
            </a:xfrm>
            <a:prstGeom prst="rect">
              <a:avLst/>
            </a:prstGeom>
          </p:spPr>
        </p:pic>
      </p:grpSp>
      <p:grpSp>
        <p:nvGrpSpPr>
          <p:cNvPr id="7" name="그룹 6">
            <a:extLst>
              <a:ext uri="{FF2B5EF4-FFF2-40B4-BE49-F238E27FC236}">
                <a16:creationId xmlns:a16="http://schemas.microsoft.com/office/drawing/2014/main" id="{2147F355-3703-4420-B6F5-CFEFC78E1A97}"/>
              </a:ext>
            </a:extLst>
          </p:cNvPr>
          <p:cNvGrpSpPr/>
          <p:nvPr/>
        </p:nvGrpSpPr>
        <p:grpSpPr>
          <a:xfrm>
            <a:off x="558924" y="4835252"/>
            <a:ext cx="8782050" cy="816206"/>
            <a:chOff x="558924" y="4797152"/>
            <a:chExt cx="8782050" cy="816206"/>
          </a:xfrm>
        </p:grpSpPr>
        <p:sp>
          <p:nvSpPr>
            <p:cNvPr id="21" name="모서리가 둥근 직사각형 4">
              <a:extLst>
                <a:ext uri="{FF2B5EF4-FFF2-40B4-BE49-F238E27FC236}">
                  <a16:creationId xmlns:a16="http://schemas.microsoft.com/office/drawing/2014/main" id="{A36E3BA1-83BF-4EF9-8B22-BB45DE7AA1FC}"/>
                </a:ext>
              </a:extLst>
            </p:cNvPr>
            <p:cNvSpPr/>
            <p:nvPr/>
          </p:nvSpPr>
          <p:spPr>
            <a:xfrm>
              <a:off x="558924" y="4797152"/>
              <a:ext cx="8782050" cy="81620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6" name="그림 5"/>
            <p:cNvPicPr>
              <a:picLocks noChangeAspect="1"/>
            </p:cNvPicPr>
            <p:nvPr/>
          </p:nvPicPr>
          <p:blipFill rotWithShape="1">
            <a:blip r:embed="rId5"/>
            <a:srcRect l="2098" r="20513"/>
            <a:stretch/>
          </p:blipFill>
          <p:spPr>
            <a:xfrm>
              <a:off x="666750" y="4860212"/>
              <a:ext cx="8674224" cy="750013"/>
            </a:xfrm>
            <a:prstGeom prst="rect">
              <a:avLst/>
            </a:prstGeom>
          </p:spPr>
        </p:pic>
      </p:grpSp>
      <p:sp>
        <p:nvSpPr>
          <p:cNvPr id="17" name="직사각형 16">
            <a:extLst>
              <a:ext uri="{FF2B5EF4-FFF2-40B4-BE49-F238E27FC236}">
                <a16:creationId xmlns:a16="http://schemas.microsoft.com/office/drawing/2014/main" id="{2A999109-74D5-473C-A62D-251F197A840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en-US" altLang="ko-KR" sz="1400" dirty="0" err="1">
                <a:solidFill>
                  <a:schemeClr val="tx1"/>
                </a:solidFill>
                <a:latin typeface="SamsungOne-400" panose="020B0503030303020204" pitchFamily="34" charset="0"/>
                <a:ea typeface="SamsungOne-400" panose="020B0503030303020204" pitchFamily="34" charset="0"/>
              </a:rPr>
              <a:t>Chọn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trong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Giá</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trị</a:t>
            </a:r>
            <a:r>
              <a:rPr lang="en-US" altLang="ko-KR" sz="1400" dirty="0">
                <a:solidFill>
                  <a:schemeClr val="tx1"/>
                </a:solidFill>
                <a:latin typeface="SamsungOne-400" panose="020B0503030303020204" pitchFamily="34" charset="0"/>
                <a:ea typeface="SamsungOne-400" panose="020B0503030303020204" pitchFamily="34" charset="0"/>
              </a:rPr>
              <a:t> Boolean</a:t>
            </a:r>
            <a:endParaRPr lang="ko-KR" altLang="en-US" sz="1400" dirty="0">
              <a:solidFill>
                <a:schemeClr val="tx1"/>
              </a:solidFill>
              <a:latin typeface="SamsungOne-400" panose="020B0503030303020204" pitchFamily="34" charset="0"/>
            </a:endParaRPr>
          </a:p>
        </p:txBody>
      </p:sp>
      <p:sp>
        <p:nvSpPr>
          <p:cNvPr id="22" name="Rectangle 12">
            <a:extLst>
              <a:ext uri="{FF2B5EF4-FFF2-40B4-BE49-F238E27FC236}">
                <a16:creationId xmlns:a16="http://schemas.microsoft.com/office/drawing/2014/main" id="{62984FF8-A927-4881-B56A-653FCA58B6AB}"/>
              </a:ext>
            </a:extLst>
          </p:cNvPr>
          <p:cNvSpPr/>
          <p:nvPr/>
        </p:nvSpPr>
        <p:spPr>
          <a:xfrm>
            <a:off x="711201" y="4485334"/>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Bằng cách lập chỉ mục trong điều kiện này, chỉ những người có tên là "Bob" mới có thể được trả về.</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2417104731"/>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DB896CD5-A0B0-4F39-9F23-22CE6C96BB3D}"/>
              </a:ext>
            </a:extLst>
          </p:cNvPr>
          <p:cNvSpPr/>
          <p:nvPr/>
        </p:nvSpPr>
        <p:spPr>
          <a:xfrm>
            <a:off x="449998" y="1375101"/>
            <a:ext cx="900498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vi-VN"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Lập chỉ mục ưa thích</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1" name="직사각형 10">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2" name="직사각형 11">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2" name="그룹 1">
            <a:extLst>
              <a:ext uri="{FF2B5EF4-FFF2-40B4-BE49-F238E27FC236}">
                <a16:creationId xmlns:a16="http://schemas.microsoft.com/office/drawing/2014/main" id="{3661D34A-E23D-4892-B442-535466294D21}"/>
              </a:ext>
            </a:extLst>
          </p:cNvPr>
          <p:cNvGrpSpPr/>
          <p:nvPr/>
        </p:nvGrpSpPr>
        <p:grpSpPr>
          <a:xfrm>
            <a:off x="558924" y="2177302"/>
            <a:ext cx="8782050" cy="4118301"/>
            <a:chOff x="558924" y="2263027"/>
            <a:chExt cx="8782050" cy="4118301"/>
          </a:xfrm>
        </p:grpSpPr>
        <p:sp>
          <p:nvSpPr>
            <p:cNvPr id="22" name="모서리가 둥근 직사각형 4">
              <a:extLst>
                <a:ext uri="{FF2B5EF4-FFF2-40B4-BE49-F238E27FC236}">
                  <a16:creationId xmlns:a16="http://schemas.microsoft.com/office/drawing/2014/main" id="{A36E3BA1-83BF-4EF9-8B22-BB45DE7AA1FC}"/>
                </a:ext>
              </a:extLst>
            </p:cNvPr>
            <p:cNvSpPr/>
            <p:nvPr/>
          </p:nvSpPr>
          <p:spPr>
            <a:xfrm>
              <a:off x="558924" y="2263027"/>
              <a:ext cx="8782050" cy="411830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2088" r="14290"/>
            <a:stretch/>
          </p:blipFill>
          <p:spPr>
            <a:xfrm>
              <a:off x="728463" y="2308068"/>
              <a:ext cx="8610972" cy="4050103"/>
            </a:xfrm>
            <a:prstGeom prst="rect">
              <a:avLst/>
            </a:prstGeom>
          </p:spPr>
        </p:pic>
      </p:grpSp>
      <p:sp>
        <p:nvSpPr>
          <p:cNvPr id="13" name="직사각형 12">
            <a:extLst>
              <a:ext uri="{FF2B5EF4-FFF2-40B4-BE49-F238E27FC236}">
                <a16:creationId xmlns:a16="http://schemas.microsoft.com/office/drawing/2014/main" id="{F4C5D3EA-7D6D-405D-9A28-6AE3F3FF821D}"/>
              </a:ext>
            </a:extLst>
          </p:cNvPr>
          <p:cNvSpPr/>
          <p:nvPr/>
        </p:nvSpPr>
        <p:spPr>
          <a:xfrm>
            <a:off x="580388" y="1879997"/>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Trả</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về</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có</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hình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dạng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không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cần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khởi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Xem</a:t>
            </a:r>
            <a:r>
              <a:rPr lang="en-US" altLang="ko-KR" sz="1400" dirty="0">
                <a:solidFill>
                  <a:schemeClr val="tx1"/>
                </a:solidFill>
                <a:latin typeface="SamsungOne-400" panose="020B0503030303020204" pitchFamily="34" charset="0"/>
                <a:ea typeface="SamsungOne-400" panose="020B0503030303020204" pitchFamily="34" charset="0"/>
              </a:rPr>
              <a:t>  help(</a:t>
            </a:r>
            <a:r>
              <a:rPr lang="en-US" altLang="ko-KR" sz="1400" dirty="0" err="1">
                <a:solidFill>
                  <a:schemeClr val="tx1"/>
                </a:solidFill>
                <a:latin typeface="SamsungOne-400" panose="020B0503030303020204" pitchFamily="34" charset="0"/>
                <a:ea typeface="SamsungOne-400" panose="020B0503030303020204" pitchFamily="34" charset="0"/>
              </a:rPr>
              <a:t>np.empty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để</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thêm</a:t>
            </a:r>
            <a:r>
              <a:rPr lang="en-US" altLang="ko-KR" sz="1400" dirty="0">
                <a:solidFill>
                  <a:schemeClr val="tx1"/>
                </a:solidFill>
                <a:latin typeface="SamsungOne-400" panose="020B0503030303020204" pitchFamily="34" charset="0"/>
                <a:ea typeface="SamsungOne-400" panose="020B0503030303020204" pitchFamily="34" charset="0"/>
              </a:rPr>
              <a:t> chi </a:t>
            </a:r>
            <a:r>
              <a:rPr lang="en-US" altLang="ko-KR" sz="1400" dirty="0" err="1">
                <a:solidFill>
                  <a:schemeClr val="tx1"/>
                </a:solidFill>
                <a:latin typeface="SamsungOne-400" panose="020B0503030303020204" pitchFamily="34" charset="0"/>
                <a:ea typeface="SamsungOne-400" panose="020B0503030303020204" pitchFamily="34" charset="0"/>
              </a:rPr>
              <a:t>tiết</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extLst>
      <p:ext uri="{BB962C8B-B14F-4D97-AF65-F5344CB8AC3E}">
        <p14:creationId xmlns:p14="http://schemas.microsoft.com/office/powerpoint/2010/main" val="572892034"/>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2">
            <a:extLst>
              <a:ext uri="{FF2B5EF4-FFF2-40B4-BE49-F238E27FC236}">
                <a16:creationId xmlns:a16="http://schemas.microsoft.com/office/drawing/2014/main" id="{39C1D0BA-7152-4AAC-B295-DCCB5F8378F4}"/>
              </a:ext>
            </a:extLst>
          </p:cNvPr>
          <p:cNvSpPr/>
          <p:nvPr/>
        </p:nvSpPr>
        <p:spPr>
          <a:xfrm>
            <a:off x="711201" y="3329278"/>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Nếu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dụng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số</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âm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làm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hãy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chọn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từ</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cuối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2" name="그룹 1">
            <a:extLst>
              <a:ext uri="{FF2B5EF4-FFF2-40B4-BE49-F238E27FC236}">
                <a16:creationId xmlns:a16="http://schemas.microsoft.com/office/drawing/2014/main" id="{2BA8327C-6510-48C6-9EB4-E9A3F8013357}"/>
              </a:ext>
            </a:extLst>
          </p:cNvPr>
          <p:cNvGrpSpPr/>
          <p:nvPr/>
        </p:nvGrpSpPr>
        <p:grpSpPr>
          <a:xfrm>
            <a:off x="558924" y="2045990"/>
            <a:ext cx="8782050" cy="1157461"/>
            <a:chOff x="558924" y="2204864"/>
            <a:chExt cx="8782050" cy="1157461"/>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924" y="2204864"/>
              <a:ext cx="8782050" cy="115746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860" r="19969"/>
            <a:stretch/>
          </p:blipFill>
          <p:spPr>
            <a:xfrm>
              <a:off x="638174" y="2231634"/>
              <a:ext cx="8702800" cy="1092591"/>
            </a:xfrm>
            <a:prstGeom prst="rect">
              <a:avLst/>
            </a:prstGeom>
          </p:spPr>
        </p:pic>
      </p:grpSp>
      <p:grpSp>
        <p:nvGrpSpPr>
          <p:cNvPr id="5" name="그룹 4">
            <a:extLst>
              <a:ext uri="{FF2B5EF4-FFF2-40B4-BE49-F238E27FC236}">
                <a16:creationId xmlns:a16="http://schemas.microsoft.com/office/drawing/2014/main" id="{9812F67B-1F73-4429-8841-CC45765F38BA}"/>
              </a:ext>
            </a:extLst>
          </p:cNvPr>
          <p:cNvGrpSpPr/>
          <p:nvPr/>
        </p:nvGrpSpPr>
        <p:grpSpPr>
          <a:xfrm>
            <a:off x="558924" y="3697982"/>
            <a:ext cx="8782051" cy="943744"/>
            <a:chOff x="558924" y="3933056"/>
            <a:chExt cx="8782051" cy="943744"/>
          </a:xfrm>
        </p:grpSpPr>
        <p:sp>
          <p:nvSpPr>
            <p:cNvPr id="17" name="모서리가 둥근 직사각형 4">
              <a:extLst>
                <a:ext uri="{FF2B5EF4-FFF2-40B4-BE49-F238E27FC236}">
                  <a16:creationId xmlns:a16="http://schemas.microsoft.com/office/drawing/2014/main" id="{A36E3BA1-83BF-4EF9-8B22-BB45DE7AA1FC}"/>
                </a:ext>
              </a:extLst>
            </p:cNvPr>
            <p:cNvSpPr/>
            <p:nvPr/>
          </p:nvSpPr>
          <p:spPr>
            <a:xfrm>
              <a:off x="558924" y="3933056"/>
              <a:ext cx="8782050" cy="94374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l="1860" t="-1" r="22692" b="38661"/>
            <a:stretch/>
          </p:blipFill>
          <p:spPr>
            <a:xfrm>
              <a:off x="657225" y="3981766"/>
              <a:ext cx="8683750" cy="818834"/>
            </a:xfrm>
            <a:prstGeom prst="rect">
              <a:avLst/>
            </a:prstGeom>
          </p:spPr>
        </p:pic>
      </p:grpSp>
      <p:grpSp>
        <p:nvGrpSpPr>
          <p:cNvPr id="13" name="그룹 12">
            <a:extLst>
              <a:ext uri="{FF2B5EF4-FFF2-40B4-BE49-F238E27FC236}">
                <a16:creationId xmlns:a16="http://schemas.microsoft.com/office/drawing/2014/main" id="{51C41110-CE66-453F-9A8F-CDDF40CF1AA1}"/>
              </a:ext>
            </a:extLst>
          </p:cNvPr>
          <p:cNvGrpSpPr/>
          <p:nvPr/>
        </p:nvGrpSpPr>
        <p:grpSpPr>
          <a:xfrm>
            <a:off x="580388" y="1413381"/>
            <a:ext cx="8887612" cy="599957"/>
            <a:chOff x="580388" y="1413381"/>
            <a:chExt cx="8887612" cy="599957"/>
          </a:xfrm>
        </p:grpSpPr>
        <p:sp>
          <p:nvSpPr>
            <p:cNvPr id="18" name="직사각형 17">
              <a:extLst>
                <a:ext uri="{FF2B5EF4-FFF2-40B4-BE49-F238E27FC236}">
                  <a16:creationId xmlns:a16="http://schemas.microsoft.com/office/drawing/2014/main" id="{DC86DD8C-BB9F-4CE9-B7FB-A47B2399324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Lập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ưa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thích</a:t>
              </a:r>
              <a:endParaRPr lang="ko-KR" altLang="en-US" sz="1400" dirty="0">
                <a:solidFill>
                  <a:schemeClr val="tx1"/>
                </a:solidFill>
                <a:latin typeface="SamsungOne-400" panose="020B0503030303020204" pitchFamily="34" charset="0"/>
              </a:endParaRPr>
            </a:p>
          </p:txBody>
        </p:sp>
        <p:sp>
          <p:nvSpPr>
            <p:cNvPr id="21" name="Rectangle 12">
              <a:extLst>
                <a:ext uri="{FF2B5EF4-FFF2-40B4-BE49-F238E27FC236}">
                  <a16:creationId xmlns:a16="http://schemas.microsoft.com/office/drawing/2014/main" id="{77B9AF49-5871-4ADD-95C0-64C4E030DDA2}"/>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Chọn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theo</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thứ</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tự</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cụ</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thể</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có</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thể</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bỏ</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qua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ndarrray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hoặc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danh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sách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chứa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thứ</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tự</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mong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muốn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spTree>
    <p:extLst>
      <p:ext uri="{BB962C8B-B14F-4D97-AF65-F5344CB8AC3E}">
        <p14:creationId xmlns:p14="http://schemas.microsoft.com/office/powerpoint/2010/main" val="2770784150"/>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11" name="그룹 10">
            <a:extLst>
              <a:ext uri="{FF2B5EF4-FFF2-40B4-BE49-F238E27FC236}">
                <a16:creationId xmlns:a16="http://schemas.microsoft.com/office/drawing/2014/main" id="{21AF4532-4F3F-4044-98BE-D74866D7463B}"/>
              </a:ext>
            </a:extLst>
          </p:cNvPr>
          <p:cNvGrpSpPr/>
          <p:nvPr/>
        </p:nvGrpSpPr>
        <p:grpSpPr>
          <a:xfrm>
            <a:off x="580388" y="1413381"/>
            <a:ext cx="8887612" cy="599957"/>
            <a:chOff x="580388" y="1413381"/>
            <a:chExt cx="8887612" cy="599957"/>
          </a:xfrm>
        </p:grpSpPr>
        <p:sp>
          <p:nvSpPr>
            <p:cNvPr id="12" name="직사각형 11">
              <a:extLst>
                <a:ext uri="{FF2B5EF4-FFF2-40B4-BE49-F238E27FC236}">
                  <a16:creationId xmlns:a16="http://schemas.microsoft.com/office/drawing/2014/main" id="{1462A982-0D94-414F-9159-E84F65ECBD8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Lập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ưa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thích</a:t>
              </a:r>
              <a:endParaRPr lang="ko-KR" altLang="en-US" sz="1400" dirty="0">
                <a:solidFill>
                  <a:schemeClr val="tx1"/>
                </a:solidFill>
                <a:latin typeface="SamsungOne-400" panose="020B0503030303020204" pitchFamily="34" charset="0"/>
              </a:endParaRPr>
            </a:p>
          </p:txBody>
        </p:sp>
        <p:sp>
          <p:nvSpPr>
            <p:cNvPr id="13" name="Rectangle 12">
              <a:extLst>
                <a:ext uri="{FF2B5EF4-FFF2-40B4-BE49-F238E27FC236}">
                  <a16:creationId xmlns:a16="http://schemas.microsoft.com/office/drawing/2014/main" id="{91BCB31D-FCF3-4E7D-B5B6-4512EC6D846A}"/>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Để lập chỉ mục các giá trị chỉ là bội số của 5, mảng Boolean cho điều kiện có thể được đưa vào biến và thu được.</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8" name="그룹 7"/>
          <p:cNvGrpSpPr/>
          <p:nvPr/>
        </p:nvGrpSpPr>
        <p:grpSpPr>
          <a:xfrm>
            <a:off x="558924" y="2263759"/>
            <a:ext cx="8782050" cy="1739281"/>
            <a:chOff x="558924" y="2263759"/>
            <a:chExt cx="8782050" cy="1739281"/>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924" y="2263759"/>
              <a:ext cx="8782050" cy="173928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7" name="그룹 6"/>
            <p:cNvGrpSpPr/>
            <p:nvPr/>
          </p:nvGrpSpPr>
          <p:grpSpPr>
            <a:xfrm>
              <a:off x="651252" y="2366762"/>
              <a:ext cx="8689722" cy="1607822"/>
              <a:chOff x="651252" y="2418080"/>
              <a:chExt cx="8689722" cy="1607822"/>
            </a:xfrm>
          </p:grpSpPr>
          <p:pic>
            <p:nvPicPr>
              <p:cNvPr id="2" name="그림 1"/>
              <p:cNvPicPr>
                <a:picLocks noChangeAspect="1"/>
              </p:cNvPicPr>
              <p:nvPr/>
            </p:nvPicPr>
            <p:blipFill rotWithShape="1">
              <a:blip r:embed="rId4"/>
              <a:srcRect l="2027" r="19536"/>
              <a:stretch/>
            </p:blipFill>
            <p:spPr>
              <a:xfrm>
                <a:off x="652263" y="2815231"/>
                <a:ext cx="8688711" cy="1210671"/>
              </a:xfrm>
              <a:prstGeom prst="rect">
                <a:avLst/>
              </a:prstGeom>
            </p:spPr>
          </p:pic>
          <p:pic>
            <p:nvPicPr>
              <p:cNvPr id="5" name="그림 4"/>
              <p:cNvPicPr>
                <a:picLocks noChangeAspect="1"/>
              </p:cNvPicPr>
              <p:nvPr/>
            </p:nvPicPr>
            <p:blipFill rotWithShape="1">
              <a:blip r:embed="rId5"/>
              <a:srcRect l="4694" r="18813"/>
              <a:stretch/>
            </p:blipFill>
            <p:spPr>
              <a:xfrm>
                <a:off x="651252" y="2418080"/>
                <a:ext cx="8689722" cy="457264"/>
              </a:xfrm>
              <a:prstGeom prst="rect">
                <a:avLst/>
              </a:prstGeom>
            </p:spPr>
          </p:pic>
        </p:grpSp>
      </p:grpSp>
    </p:spTree>
    <p:extLst>
      <p:ext uri="{BB962C8B-B14F-4D97-AF65-F5344CB8AC3E}">
        <p14:creationId xmlns:p14="http://schemas.microsoft.com/office/powerpoint/2010/main" val="2355533964"/>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5" name="직사각형 1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marL="0" marR="0" lvl="0" indent="0" algn="l" defTabSz="457187" rtl="0" eaLnBrk="1" fontAlgn="auto" latinLnBrk="0" hangingPunct="1">
                <a:lnSpc>
                  <a:spcPct val="100000"/>
                </a:lnSpc>
                <a:spcBef>
                  <a:spcPts val="0"/>
                </a:spcBef>
                <a:spcAft>
                  <a:spcPts val="0"/>
                </a:spcAft>
                <a:buClrTx/>
                <a:buSzTx/>
                <a:buFontTx/>
                <a:buNone/>
                <a:tabLst/>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Lập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chỉ</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mục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cắt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lát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NumPy</a:t>
              </a:r>
            </a:p>
          </p:txBody>
        </p:sp>
        <p:sp>
          <p:nvSpPr>
            <p:cNvPr id="16" name="직사각형 1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5" name="그룹 4">
            <a:extLst>
              <a:ext uri="{FF2B5EF4-FFF2-40B4-BE49-F238E27FC236}">
                <a16:creationId xmlns:a16="http://schemas.microsoft.com/office/drawing/2014/main" id="{862135DF-9C63-44BB-BF57-F1C0C9AA7CE6}"/>
              </a:ext>
            </a:extLst>
          </p:cNvPr>
          <p:cNvGrpSpPr/>
          <p:nvPr/>
        </p:nvGrpSpPr>
        <p:grpSpPr>
          <a:xfrm>
            <a:off x="558924" y="2060848"/>
            <a:ext cx="8782051" cy="2232248"/>
            <a:chOff x="558924" y="2204864"/>
            <a:chExt cx="8782051" cy="2232248"/>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924" y="2204864"/>
              <a:ext cx="8782050" cy="223224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855" r="16759"/>
            <a:stretch/>
          </p:blipFill>
          <p:spPr>
            <a:xfrm>
              <a:off x="657225" y="2269735"/>
              <a:ext cx="8683750" cy="2102240"/>
            </a:xfrm>
            <a:prstGeom prst="rect">
              <a:avLst/>
            </a:prstGeom>
          </p:spPr>
        </p:pic>
      </p:grpSp>
      <p:pic>
        <p:nvPicPr>
          <p:cNvPr id="4" name="그림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16161" y="4545682"/>
            <a:ext cx="7267575" cy="971550"/>
          </a:xfrm>
          <a:prstGeom prst="rect">
            <a:avLst/>
          </a:prstGeom>
        </p:spPr>
      </p:pic>
      <p:grpSp>
        <p:nvGrpSpPr>
          <p:cNvPr id="21" name="그룹 20">
            <a:extLst>
              <a:ext uri="{FF2B5EF4-FFF2-40B4-BE49-F238E27FC236}">
                <a16:creationId xmlns:a16="http://schemas.microsoft.com/office/drawing/2014/main" id="{AF831290-A417-4257-BB74-43639EAF1844}"/>
              </a:ext>
            </a:extLst>
          </p:cNvPr>
          <p:cNvGrpSpPr/>
          <p:nvPr/>
        </p:nvGrpSpPr>
        <p:grpSpPr>
          <a:xfrm>
            <a:off x="580388" y="1413381"/>
            <a:ext cx="8887612" cy="599957"/>
            <a:chOff x="580388" y="1413381"/>
            <a:chExt cx="8887612" cy="599957"/>
          </a:xfrm>
        </p:grpSpPr>
        <p:sp>
          <p:nvSpPr>
            <p:cNvPr id="22" name="직사각형 21">
              <a:extLst>
                <a:ext uri="{FF2B5EF4-FFF2-40B4-BE49-F238E27FC236}">
                  <a16:creationId xmlns:a16="http://schemas.microsoft.com/office/drawing/2014/main" id="{97925D7F-AC52-4641-A602-C88D1ACDE520}"/>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Lập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ưa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thích</a:t>
              </a:r>
              <a:endParaRPr lang="ko-KR" altLang="en-US" sz="1400" dirty="0">
                <a:solidFill>
                  <a:schemeClr val="tx1"/>
                </a:solidFill>
                <a:latin typeface="SamsungOne-400" panose="020B0503030303020204" pitchFamily="34" charset="0"/>
              </a:endParaRPr>
            </a:p>
          </p:txBody>
        </p:sp>
        <p:sp>
          <p:nvSpPr>
            <p:cNvPr id="23" name="Rectangle 12">
              <a:extLst>
                <a:ext uri="{FF2B5EF4-FFF2-40B4-BE49-F238E27FC236}">
                  <a16:creationId xmlns:a16="http://schemas.microsoft.com/office/drawing/2014/main" id="{F0D83451-2834-46D1-9D9A-F9AACF486439}"/>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Nó cũng có thể thu được bằng cách kết hợp hai điều kiện.</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1950044129"/>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그룹 18">
            <a:extLst>
              <a:ext uri="{FF2B5EF4-FFF2-40B4-BE49-F238E27FC236}">
                <a16:creationId xmlns:a16="http://schemas.microsoft.com/office/drawing/2014/main" id="{60624387-1F00-4826-84E2-EB843CAED73F}"/>
              </a:ext>
            </a:extLst>
          </p:cNvPr>
          <p:cNvGrpSpPr/>
          <p:nvPr/>
        </p:nvGrpSpPr>
        <p:grpSpPr>
          <a:xfrm>
            <a:off x="989683" y="2748696"/>
            <a:ext cx="8354217" cy="3244020"/>
            <a:chOff x="989683" y="2748696"/>
            <a:chExt cx="8354217" cy="3244020"/>
          </a:xfrm>
        </p:grpSpPr>
        <p:sp>
          <p:nvSpPr>
            <p:cNvPr id="22" name="직사각형 133">
              <a:extLst>
                <a:ext uri="{FF2B5EF4-FFF2-40B4-BE49-F238E27FC236}">
                  <a16:creationId xmlns:a16="http://schemas.microsoft.com/office/drawing/2014/main" id="{6D2E5B5B-64DB-4588-91F0-3EB155275AD7}"/>
                </a:ext>
              </a:extLst>
            </p:cNvPr>
            <p:cNvSpPr/>
            <p:nvPr/>
          </p:nvSpPr>
          <p:spPr>
            <a:xfrm>
              <a:off x="990600" y="3133792"/>
              <a:ext cx="8353300" cy="10464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lvl="0" fontAlgn="base" latinLnBrk="1">
                <a:spcBef>
                  <a:spcPct val="0"/>
                </a:spcBef>
                <a:spcAft>
                  <a:spcPct val="0"/>
                </a:spcAft>
                <a:defRPr/>
              </a:pPr>
              <a:r>
                <a:rPr kumimoji="1" lang="vi-VN" altLang="ko-KR" sz="3400" dirty="0">
                  <a:solidFill>
                    <a:prstClr val="black"/>
                  </a:solidFill>
                  <a:latin typeface="iCiel Samsung Sharp Sans Bold" pitchFamily="2" charset="0"/>
                  <a:ea typeface="iCiel Samsung Sharp Sans Bold" pitchFamily="2" charset="0"/>
                  <a:cs typeface="iCiel Samsung Sharp Sans Bold" pitchFamily="2" charset="0"/>
                </a:rPr>
                <a:t>Cấu trúc dữ liệu mảng NumPy cho hiệu suất tính toán tối ưu</a:t>
              </a:r>
              <a:endParaRPr kumimoji="1" lang="en-US" altLang="ko-KR" sz="3400" b="0" i="0" u="none" strike="noStrike" kern="1200" cap="none" spc="0" normalizeH="0" baseline="0" noProof="0" dirty="0">
                <a:ln>
                  <a:noFill/>
                </a:ln>
                <a:solidFill>
                  <a:prstClr val="black"/>
                </a:solidFill>
                <a:effectLst/>
                <a:uLnTx/>
                <a:uFillTx/>
                <a:latin typeface="iCiel Samsung Sharp Sans Bold" pitchFamily="2" charset="0"/>
                <a:ea typeface="iCiel Samsung Sharp Sans Bold" pitchFamily="2" charset="0"/>
                <a:cs typeface="iCiel Samsung Sharp Sans Bold" pitchFamily="2" charset="0"/>
              </a:endParaRPr>
            </a:p>
          </p:txBody>
        </p:sp>
        <p:sp>
          <p:nvSpPr>
            <p:cNvPr id="25" name="직사각형 133">
              <a:extLst>
                <a:ext uri="{FF2B5EF4-FFF2-40B4-BE49-F238E27FC236}">
                  <a16:creationId xmlns:a16="http://schemas.microsoft.com/office/drawing/2014/main" id="{B2E3FB5F-CE09-4290-BE51-9A41A646FF00}"/>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marL="0" marR="0" lvl="0" indent="0" algn="l" defTabSz="457063" rtl="0" eaLnBrk="1" fontAlgn="base" latinLnBrk="1" hangingPunct="1">
                <a:lnSpc>
                  <a:spcPct val="100000"/>
                </a:lnSpc>
                <a:spcBef>
                  <a:spcPct val="0"/>
                </a:spcBef>
                <a:spcAft>
                  <a:spcPct val="0"/>
                </a:spcAft>
                <a:buClrTx/>
                <a:buSzTx/>
                <a:buFontTx/>
                <a:buNone/>
                <a:tabLst/>
                <a:defRPr/>
              </a:pPr>
              <a:r>
                <a:rPr kumimoji="1" lang="en-US" altLang="ko-KR" sz="1999" b="0" i="0" u="none" strike="noStrike" kern="1200" cap="none" spc="0" normalizeH="0" baseline="0" noProof="0" dirty="0" err="1">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Bài</a:t>
              </a:r>
              <a:r>
                <a:rPr kumimoji="1" lang="en-US" altLang="ko-KR" sz="1999"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 1. </a:t>
              </a:r>
              <a:endParaRPr kumimoji="1" lang="en-US" altLang="ko-KR" sz="5398"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endParaRPr>
            </a:p>
          </p:txBody>
        </p:sp>
        <p:grpSp>
          <p:nvGrpSpPr>
            <p:cNvPr id="31" name="그룹 30">
              <a:extLst>
                <a:ext uri="{FF2B5EF4-FFF2-40B4-BE49-F238E27FC236}">
                  <a16:creationId xmlns:a16="http://schemas.microsoft.com/office/drawing/2014/main" id="{C9A2F499-446B-4F80-B7BC-D9875A43DB84}"/>
                </a:ext>
              </a:extLst>
            </p:cNvPr>
            <p:cNvGrpSpPr/>
            <p:nvPr/>
          </p:nvGrpSpPr>
          <p:grpSpPr>
            <a:xfrm>
              <a:off x="1025537" y="4628753"/>
              <a:ext cx="7851751" cy="1363963"/>
              <a:chOff x="1025537" y="4609703"/>
              <a:chExt cx="7851751" cy="1363963"/>
            </a:xfrm>
          </p:grpSpPr>
          <p:sp>
            <p:nvSpPr>
              <p:cNvPr id="32" name="직사각형 31">
                <a:extLst>
                  <a:ext uri="{FF2B5EF4-FFF2-40B4-BE49-F238E27FC236}">
                    <a16:creationId xmlns:a16="http://schemas.microsoft.com/office/drawing/2014/main" id="{21DE85FD-5895-4DD6-8412-9C03CF5A5CDF}"/>
                  </a:ext>
                </a:extLst>
              </p:cNvPr>
              <p:cNvSpPr/>
              <p:nvPr/>
            </p:nvSpPr>
            <p:spPr>
              <a:xfrm>
                <a:off x="1025537" y="4609703"/>
                <a:ext cx="3666419" cy="13639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1.1.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Mảng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NumPy</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3"/>
                  </a:buBlip>
                  <a:defRPr/>
                </a:pPr>
                <a:r>
                  <a:rPr kumimoji="1" lang="vi-VN" altLang="ko-KR" sz="1799" dirty="0">
                    <a:solidFill>
                      <a:prstClr val="white">
                        <a:lumMod val="65000"/>
                      </a:prstClr>
                    </a:solidFill>
                    <a:latin typeface="SamsungOne-400" panose="020B0503030303020204" pitchFamily="34" charset="0"/>
                    <a:ea typeface="SamsungOne-400" panose="020B0503030303020204" pitchFamily="34" charset="0"/>
                  </a:rPr>
                  <a:t>1.2. Khái niệm cơ bản về mảng NumPy</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1.3.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Phép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tính</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mảng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NumPy</a:t>
                </a:r>
              </a:p>
            </p:txBody>
          </p:sp>
          <p:sp>
            <p:nvSpPr>
              <p:cNvPr id="33" name="직사각형 32">
                <a:extLst>
                  <a:ext uri="{FF2B5EF4-FFF2-40B4-BE49-F238E27FC236}">
                    <a16:creationId xmlns:a16="http://schemas.microsoft.com/office/drawing/2014/main" id="{29BEAD2A-F0E7-48BB-844C-4629766CA97F}"/>
                  </a:ext>
                </a:extLst>
              </p:cNvPr>
              <p:cNvSpPr/>
              <p:nvPr/>
            </p:nvSpPr>
            <p:spPr>
              <a:xfrm>
                <a:off x="4691956" y="4609703"/>
                <a:ext cx="4185332" cy="6819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marR="0" lvl="0" indent="-176213" fontAlgn="base">
                  <a:lnSpc>
                    <a:spcPct val="100000"/>
                  </a:lnSpc>
                  <a:spcBef>
                    <a:spcPct val="0"/>
                  </a:spcBef>
                  <a:spcAft>
                    <a:spcPts val="1000"/>
                  </a:spcAft>
                  <a:buClrTx/>
                  <a:buSzPct val="120000"/>
                  <a:buBlip>
                    <a:blip r:embed="rId3"/>
                  </a:buBlip>
                  <a:tabLst/>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1.4.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Lập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chỉ</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mục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cắt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lát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NumPy</a:t>
                </a:r>
              </a:p>
              <a:p>
                <a:pPr marL="176213" indent="-176213" defTabSz="914400" fontAlgn="base" latinLnBrk="1">
                  <a:spcBef>
                    <a:spcPct val="0"/>
                  </a:spcBef>
                  <a:spcAft>
                    <a:spcPts val="1000"/>
                  </a:spcAft>
                  <a:buSzPct val="120000"/>
                  <a:buBlip>
                    <a:blip r:embed="rId4"/>
                  </a:buBlip>
                  <a:defRPr/>
                </a:pP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1.5.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Chuyển</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vị</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mảng</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và</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hoán</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đổi</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trục</a:t>
                </a:r>
                <a:endPar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endParaRPr>
              </a:p>
            </p:txBody>
          </p:sp>
        </p:grpSp>
      </p:grpSp>
    </p:spTree>
    <p:extLst>
      <p:ext uri="{BB962C8B-B14F-4D97-AF65-F5344CB8AC3E}">
        <p14:creationId xmlns:p14="http://schemas.microsoft.com/office/powerpoint/2010/main" val="3643235369"/>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Chuyển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hoán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đổi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trục</a:t>
              </a:r>
              <a:endPar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sp>
        <p:nvSpPr>
          <p:cNvPr id="18" name="직사각형 17">
            <a:extLst>
              <a:ext uri="{FF2B5EF4-FFF2-40B4-BE49-F238E27FC236}">
                <a16:creationId xmlns:a16="http://schemas.microsoft.com/office/drawing/2014/main" id="{01EEF320-460B-4AD9-8F41-CC83E11518BC}"/>
              </a:ext>
            </a:extLst>
          </p:cNvPr>
          <p:cNvSpPr/>
          <p:nvPr/>
        </p:nvSpPr>
        <p:spPr>
          <a:xfrm>
            <a:off x="449998" y="1375101"/>
            <a:ext cx="900498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cs typeface="iCiel Samsung Sharp Sans Bold" pitchFamily="2" charset="0"/>
              </a:rPr>
              <a:t>Chuyển</a:t>
            </a:r>
            <a:r>
              <a:rPr lang="en-US" altLang="ko-KR" sz="2400" dirty="0">
                <a:solidFill>
                  <a:schemeClr val="tx1">
                    <a:lumMod val="95000"/>
                    <a:lumOff val="5000"/>
                  </a:schemeClr>
                </a:solidFill>
                <a:latin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cs typeface="iCiel Samsung Sharp Sans Bold" pitchFamily="2" charset="0"/>
              </a:rPr>
              <a:t>vị</a:t>
            </a:r>
            <a:r>
              <a:rPr lang="en-US" altLang="ko-KR" sz="2400" dirty="0">
                <a:solidFill>
                  <a:schemeClr val="tx1">
                    <a:lumMod val="95000"/>
                    <a:lumOff val="5000"/>
                  </a:schemeClr>
                </a:solidFill>
                <a:latin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cs typeface="iCiel Samsung Sharp Sans Bold" pitchFamily="2" charset="0"/>
              </a:rPr>
              <a:t>mảng</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4" name="그룹 3">
            <a:extLst>
              <a:ext uri="{FF2B5EF4-FFF2-40B4-BE49-F238E27FC236}">
                <a16:creationId xmlns:a16="http://schemas.microsoft.com/office/drawing/2014/main" id="{AD8ACBEA-25E2-403C-B591-61FCCE2EE641}"/>
              </a:ext>
            </a:extLst>
          </p:cNvPr>
          <p:cNvGrpSpPr/>
          <p:nvPr/>
        </p:nvGrpSpPr>
        <p:grpSpPr>
          <a:xfrm>
            <a:off x="557644" y="2420888"/>
            <a:ext cx="8782050" cy="1038541"/>
            <a:chOff x="557644" y="2479101"/>
            <a:chExt cx="8782050" cy="1038541"/>
          </a:xfrm>
        </p:grpSpPr>
        <p:sp>
          <p:nvSpPr>
            <p:cNvPr id="29" name="모서리가 둥근 직사각형 4">
              <a:extLst>
                <a:ext uri="{FF2B5EF4-FFF2-40B4-BE49-F238E27FC236}">
                  <a16:creationId xmlns:a16="http://schemas.microsoft.com/office/drawing/2014/main" id="{5D87548C-37A0-4C5A-90FC-607E60799A1E}"/>
                </a:ext>
              </a:extLst>
            </p:cNvPr>
            <p:cNvSpPr/>
            <p:nvPr/>
          </p:nvSpPr>
          <p:spPr>
            <a:xfrm>
              <a:off x="557644" y="2479101"/>
              <a:ext cx="8782050" cy="103854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SamsungOne-400" panose="020B0503030303020204" pitchFamily="34" charset="0"/>
                <a:ea typeface="맑은 고딕" panose="020B0503020000020004" pitchFamily="50" charset="-127"/>
                <a:cs typeface="+mn-cs"/>
              </a:endParaRPr>
            </a:p>
          </p:txBody>
        </p:sp>
        <p:pic>
          <p:nvPicPr>
            <p:cNvPr id="3" name="그림 2"/>
            <p:cNvPicPr>
              <a:picLocks noChangeAspect="1"/>
            </p:cNvPicPr>
            <p:nvPr/>
          </p:nvPicPr>
          <p:blipFill rotWithShape="1">
            <a:blip r:embed="rId3"/>
            <a:srcRect l="2230" r="16488"/>
            <a:stretch/>
          </p:blipFill>
          <p:spPr>
            <a:xfrm>
              <a:off x="606490" y="2510438"/>
              <a:ext cx="8733204" cy="990569"/>
            </a:xfrm>
            <a:prstGeom prst="rect">
              <a:avLst/>
            </a:prstGeom>
          </p:spPr>
        </p:pic>
      </p:grpSp>
      <p:sp>
        <p:nvSpPr>
          <p:cNvPr id="12" name="직사각형 11">
            <a:extLst>
              <a:ext uri="{FF2B5EF4-FFF2-40B4-BE49-F238E27FC236}">
                <a16:creationId xmlns:a16="http://schemas.microsoft.com/office/drawing/2014/main" id="{1EA6680B-1605-46E2-8D43-8EFE9B3CB4ED}"/>
              </a:ext>
            </a:extLst>
          </p:cNvPr>
          <p:cNvSpPr/>
          <p:nvPr/>
        </p:nvSpPr>
        <p:spPr>
          <a:xfrm>
            <a:off x="580388" y="1879997"/>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Chuyển vị mảng là một hàm đặc biệt trả về một dạng xem trong đó hình dạng của dữ liệu đã thay đổi mà không cần sao chép dữ liệu. ndarray có một phương thức transpons và một thuộc tính đặc biệt có tên là T.</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3658767858"/>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Chuyển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hoán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đổi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trục</a:t>
              </a:r>
              <a:endPar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4" name="그룹 3">
            <a:extLst>
              <a:ext uri="{FF2B5EF4-FFF2-40B4-BE49-F238E27FC236}">
                <a16:creationId xmlns:a16="http://schemas.microsoft.com/office/drawing/2014/main" id="{9B33753C-63E7-4ED7-B08C-1A272C8E72FC}"/>
              </a:ext>
            </a:extLst>
          </p:cNvPr>
          <p:cNvGrpSpPr/>
          <p:nvPr/>
        </p:nvGrpSpPr>
        <p:grpSpPr>
          <a:xfrm>
            <a:off x="558924" y="2244013"/>
            <a:ext cx="8782050" cy="4083969"/>
            <a:chOff x="558924" y="2204864"/>
            <a:chExt cx="8782050" cy="4083969"/>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924" y="2204864"/>
              <a:ext cx="8782050" cy="408396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2428" r="10124"/>
            <a:stretch/>
          </p:blipFill>
          <p:spPr>
            <a:xfrm>
              <a:off x="681134" y="2236933"/>
              <a:ext cx="8659839" cy="4005306"/>
            </a:xfrm>
            <a:prstGeom prst="rect">
              <a:avLst/>
            </a:prstGeom>
          </p:spPr>
        </p:pic>
      </p:grpSp>
      <p:grpSp>
        <p:nvGrpSpPr>
          <p:cNvPr id="14" name="그룹 13">
            <a:extLst>
              <a:ext uri="{FF2B5EF4-FFF2-40B4-BE49-F238E27FC236}">
                <a16:creationId xmlns:a16="http://schemas.microsoft.com/office/drawing/2014/main" id="{EDFC78F5-194A-4B24-AC24-40C2A0DE5A9E}"/>
              </a:ext>
            </a:extLst>
          </p:cNvPr>
          <p:cNvGrpSpPr/>
          <p:nvPr/>
        </p:nvGrpSpPr>
        <p:grpSpPr>
          <a:xfrm>
            <a:off x="580388" y="1413381"/>
            <a:ext cx="8887612" cy="1000067"/>
            <a:chOff x="580388" y="1413381"/>
            <a:chExt cx="8887612" cy="1000067"/>
          </a:xfrm>
        </p:grpSpPr>
        <p:sp>
          <p:nvSpPr>
            <p:cNvPr id="15" name="직사각형 14">
              <a:extLst>
                <a:ext uri="{FF2B5EF4-FFF2-40B4-BE49-F238E27FC236}">
                  <a16:creationId xmlns:a16="http://schemas.microsoft.com/office/drawing/2014/main" id="{2EA7222A-5B79-43B7-9D0D-827CC8F48B9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endParaRPr lang="ko-KR" altLang="en-US" sz="1400" dirty="0">
                <a:solidFill>
                  <a:schemeClr val="tx1"/>
                </a:solidFill>
                <a:latin typeface="SamsungOne-400" panose="020B0503030303020204" pitchFamily="34" charset="0"/>
              </a:endParaRPr>
            </a:p>
          </p:txBody>
        </p:sp>
        <p:sp>
          <p:nvSpPr>
            <p:cNvPr id="16" name="Rectangle 12">
              <a:extLst>
                <a:ext uri="{FF2B5EF4-FFF2-40B4-BE49-F238E27FC236}">
                  <a16:creationId xmlns:a16="http://schemas.microsoft.com/office/drawing/2014/main" id="{17002459-0A56-4A81-88CC-71A1C0EB8AD1}"/>
                </a:ext>
              </a:extLst>
            </p:cNvPr>
            <p:cNvSpPr/>
            <p:nvPr/>
          </p:nvSpPr>
          <p:spPr>
            <a:xfrm>
              <a:off x="711201" y="1667877"/>
              <a:ext cx="8632824" cy="7455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Hoán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vị</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 có thể thay đổi thứ tự chiều của ndarray. T có thể được sử dụng để đảo ngược thứ tự của tất cả các kích thước bằng chuyển vị. Đây cũng là một chức năng được sử dụng thường xuyên, vì vậy nó đã được tạo thành một chức năng phím tắt.</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301577211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Chuyển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hoán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đổi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trục</a:t>
              </a:r>
              <a:endPar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4" name="그룹 3">
            <a:extLst>
              <a:ext uri="{FF2B5EF4-FFF2-40B4-BE49-F238E27FC236}">
                <a16:creationId xmlns:a16="http://schemas.microsoft.com/office/drawing/2014/main" id="{6406245D-D12F-4677-BD7A-351C48C49371}"/>
              </a:ext>
            </a:extLst>
          </p:cNvPr>
          <p:cNvGrpSpPr/>
          <p:nvPr/>
        </p:nvGrpSpPr>
        <p:grpSpPr>
          <a:xfrm>
            <a:off x="558924" y="3076455"/>
            <a:ext cx="8782050" cy="3158250"/>
            <a:chOff x="558924" y="3057793"/>
            <a:chExt cx="8782050" cy="3158250"/>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924" y="3057793"/>
              <a:ext cx="8782050" cy="315825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425" r="14281"/>
            <a:stretch/>
          </p:blipFill>
          <p:spPr>
            <a:xfrm>
              <a:off x="580571" y="3085784"/>
              <a:ext cx="8760403" cy="3025767"/>
            </a:xfrm>
            <a:prstGeom prst="rect">
              <a:avLst/>
            </a:prstGeom>
          </p:spPr>
        </p:pic>
      </p:grpSp>
      <p:grpSp>
        <p:nvGrpSpPr>
          <p:cNvPr id="14" name="그룹 13">
            <a:extLst>
              <a:ext uri="{FF2B5EF4-FFF2-40B4-BE49-F238E27FC236}">
                <a16:creationId xmlns:a16="http://schemas.microsoft.com/office/drawing/2014/main" id="{F820EA80-E778-4ABF-A62D-9BB81CEFB0F7}"/>
              </a:ext>
            </a:extLst>
          </p:cNvPr>
          <p:cNvGrpSpPr/>
          <p:nvPr/>
        </p:nvGrpSpPr>
        <p:grpSpPr>
          <a:xfrm>
            <a:off x="580388" y="1413381"/>
            <a:ext cx="8887612" cy="1405306"/>
            <a:chOff x="580388" y="1413381"/>
            <a:chExt cx="8887612" cy="1405306"/>
          </a:xfrm>
        </p:grpSpPr>
        <p:sp>
          <p:nvSpPr>
            <p:cNvPr id="15" name="직사각형 14">
              <a:extLst>
                <a:ext uri="{FF2B5EF4-FFF2-40B4-BE49-F238E27FC236}">
                  <a16:creationId xmlns:a16="http://schemas.microsoft.com/office/drawing/2014/main" id="{ECFA0865-202B-405E-A6AD-B530C2295809}"/>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endParaRPr lang="ko-KR" altLang="en-US" sz="1400" dirty="0">
                <a:solidFill>
                  <a:schemeClr val="tx1"/>
                </a:solidFill>
                <a:latin typeface="SamsungOne-400" panose="020B0503030303020204" pitchFamily="34" charset="0"/>
              </a:endParaRPr>
            </a:p>
          </p:txBody>
        </p:sp>
        <p:sp>
          <p:nvSpPr>
            <p:cNvPr id="16" name="Rectangle 12">
              <a:extLst>
                <a:ext uri="{FF2B5EF4-FFF2-40B4-BE49-F238E27FC236}">
                  <a16:creationId xmlns:a16="http://schemas.microsoft.com/office/drawing/2014/main" id="{7457044F-2A40-4A01-8417-166CF3488B04}"/>
                </a:ext>
              </a:extLst>
            </p:cNvPr>
            <p:cNvSpPr/>
            <p:nvPr/>
          </p:nvSpPr>
          <p:spPr>
            <a:xfrm>
              <a:off x="711201" y="1667877"/>
              <a:ext cx="8632824" cy="11508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Đại số tuyến tính, chẳng hạn như phép nhân, phép chia, định thức và ma trận vuông của ma trận, là một phần quan trọng của thư viện xử lý mảng.</a:t>
              </a:r>
            </a:p>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Nhân hai mảng hai chiều với toán tử * sẽ ra tích của từng phần tử tương ứng, không phải phép nhân của ma trận.</a:t>
              </a:r>
            </a:p>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Phép nhân ma trận được tính bằng hàm dấu chấm trong không gian tên NumPy cũng như phương thức mảng.</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1520409313"/>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Chuyển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hoán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đổi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trục</a:t>
              </a:r>
              <a:endPar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4" name="그룹 3">
            <a:extLst>
              <a:ext uri="{FF2B5EF4-FFF2-40B4-BE49-F238E27FC236}">
                <a16:creationId xmlns:a16="http://schemas.microsoft.com/office/drawing/2014/main" id="{82366D1B-C602-4A43-B1A0-1EB05BE01A33}"/>
              </a:ext>
            </a:extLst>
          </p:cNvPr>
          <p:cNvGrpSpPr/>
          <p:nvPr/>
        </p:nvGrpSpPr>
        <p:grpSpPr>
          <a:xfrm>
            <a:off x="558924" y="2060848"/>
            <a:ext cx="8782050" cy="1076875"/>
            <a:chOff x="558924" y="2132856"/>
            <a:chExt cx="8782050" cy="1076875"/>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924" y="2132856"/>
              <a:ext cx="8782050" cy="107687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370" r="15546"/>
            <a:stretch/>
          </p:blipFill>
          <p:spPr>
            <a:xfrm>
              <a:off x="595029" y="2183566"/>
              <a:ext cx="8745945" cy="923528"/>
            </a:xfrm>
            <a:prstGeom prst="rect">
              <a:avLst/>
            </a:prstGeom>
          </p:spPr>
        </p:pic>
      </p:grpSp>
      <p:grpSp>
        <p:nvGrpSpPr>
          <p:cNvPr id="14" name="그룹 13">
            <a:extLst>
              <a:ext uri="{FF2B5EF4-FFF2-40B4-BE49-F238E27FC236}">
                <a16:creationId xmlns:a16="http://schemas.microsoft.com/office/drawing/2014/main" id="{81A29A9C-CCF5-43C0-A146-AE33A66C2F5F}"/>
              </a:ext>
            </a:extLst>
          </p:cNvPr>
          <p:cNvGrpSpPr/>
          <p:nvPr/>
        </p:nvGrpSpPr>
        <p:grpSpPr>
          <a:xfrm>
            <a:off x="580388" y="1413381"/>
            <a:ext cx="8887612" cy="599957"/>
            <a:chOff x="580388" y="1413381"/>
            <a:chExt cx="8887612" cy="599957"/>
          </a:xfrm>
        </p:grpSpPr>
        <p:sp>
          <p:nvSpPr>
            <p:cNvPr id="15" name="직사각형 14">
              <a:extLst>
                <a:ext uri="{FF2B5EF4-FFF2-40B4-BE49-F238E27FC236}">
                  <a16:creationId xmlns:a16="http://schemas.microsoft.com/office/drawing/2014/main" id="{C1CA0846-21DA-4D2B-9595-8BBB17EA3D94}"/>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endParaRPr lang="ko-KR" altLang="en-US" sz="1400" dirty="0">
                <a:solidFill>
                  <a:schemeClr val="tx1"/>
                </a:solidFill>
                <a:latin typeface="SamsungOne-400" panose="020B0503030303020204" pitchFamily="34" charset="0"/>
              </a:endParaRPr>
            </a:p>
          </p:txBody>
        </p:sp>
        <p:sp>
          <p:nvSpPr>
            <p:cNvPr id="16" name="Rectangle 12">
              <a:extLst>
                <a:ext uri="{FF2B5EF4-FFF2-40B4-BE49-F238E27FC236}">
                  <a16:creationId xmlns:a16="http://schemas.microsoft.com/office/drawing/2014/main" id="{A08723AD-8D1A-47CA-A912-3F648505B846}"/>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Nó thường được sử dụng trong tính toán ma trận và np.dot cũng được sử dụng để tìm phần bên trong của ma trận.</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1386443564"/>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Chuyển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hoán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đổi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trục</a:t>
              </a:r>
              <a:endPar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4" name="그룹 3">
            <a:extLst>
              <a:ext uri="{FF2B5EF4-FFF2-40B4-BE49-F238E27FC236}">
                <a16:creationId xmlns:a16="http://schemas.microsoft.com/office/drawing/2014/main" id="{740D2BA3-2D0A-4B28-8602-5EC624D7D508}"/>
              </a:ext>
            </a:extLst>
          </p:cNvPr>
          <p:cNvGrpSpPr/>
          <p:nvPr/>
        </p:nvGrpSpPr>
        <p:grpSpPr>
          <a:xfrm>
            <a:off x="558924" y="2046269"/>
            <a:ext cx="8782050" cy="4261225"/>
            <a:chOff x="558924" y="2046269"/>
            <a:chExt cx="8782050" cy="4261225"/>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924" y="2046269"/>
              <a:ext cx="8782050" cy="426122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14281"/>
            <a:stretch/>
          </p:blipFill>
          <p:spPr>
            <a:xfrm>
              <a:off x="645887" y="2114194"/>
              <a:ext cx="8695087" cy="4159923"/>
            </a:xfrm>
            <a:prstGeom prst="rect">
              <a:avLst/>
            </a:prstGeom>
          </p:spPr>
        </p:pic>
      </p:grpSp>
      <p:grpSp>
        <p:nvGrpSpPr>
          <p:cNvPr id="14" name="그룹 13">
            <a:extLst>
              <a:ext uri="{FF2B5EF4-FFF2-40B4-BE49-F238E27FC236}">
                <a16:creationId xmlns:a16="http://schemas.microsoft.com/office/drawing/2014/main" id="{C8CECC29-4B56-4C76-AEFD-1C047508B7C0}"/>
              </a:ext>
            </a:extLst>
          </p:cNvPr>
          <p:cNvGrpSpPr/>
          <p:nvPr/>
        </p:nvGrpSpPr>
        <p:grpSpPr>
          <a:xfrm>
            <a:off x="580388" y="1413381"/>
            <a:ext cx="8887612" cy="599957"/>
            <a:chOff x="580388" y="1413381"/>
            <a:chExt cx="8887612" cy="599957"/>
          </a:xfrm>
        </p:grpSpPr>
        <p:sp>
          <p:nvSpPr>
            <p:cNvPr id="15" name="직사각형 14">
              <a:extLst>
                <a:ext uri="{FF2B5EF4-FFF2-40B4-BE49-F238E27FC236}">
                  <a16:creationId xmlns:a16="http://schemas.microsoft.com/office/drawing/2014/main" id="{7C6E7F4C-570A-40E2-A94B-0A0913BDC40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endParaRPr lang="ko-KR" altLang="en-US" sz="1400" dirty="0">
                <a:solidFill>
                  <a:schemeClr val="tx1"/>
                </a:solidFill>
                <a:latin typeface="SamsungOne-400" panose="020B0503030303020204" pitchFamily="34" charset="0"/>
              </a:endParaRPr>
            </a:p>
          </p:txBody>
        </p:sp>
        <p:sp>
          <p:nvSpPr>
            <p:cNvPr id="16" name="Rectangle 12">
              <a:extLst>
                <a:ext uri="{FF2B5EF4-FFF2-40B4-BE49-F238E27FC236}">
                  <a16:creationId xmlns:a16="http://schemas.microsoft.com/office/drawing/2014/main" id="{3A522FCB-DC08-4FD4-8901-DCDFE1F303B4}"/>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Đầu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tiên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hãy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định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hình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3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4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trong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2D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thành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4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3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spTree>
    <p:extLst>
      <p:ext uri="{BB962C8B-B14F-4D97-AF65-F5344CB8AC3E}">
        <p14:creationId xmlns:p14="http://schemas.microsoft.com/office/powerpoint/2010/main" val="1855511228"/>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Chuyển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hoán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đổi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trục</a:t>
              </a:r>
              <a:endPar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14" name="그룹 13"/>
          <p:cNvGrpSpPr/>
          <p:nvPr/>
        </p:nvGrpSpPr>
        <p:grpSpPr>
          <a:xfrm>
            <a:off x="558924" y="4311712"/>
            <a:ext cx="8782050" cy="725791"/>
            <a:chOff x="557644" y="5085181"/>
            <a:chExt cx="8782050" cy="725791"/>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2579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1" name="TextBox 20">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Trang thứ hai, hàng thứ hai, hàng thứ tư.</a:t>
              </a:r>
              <a:endParaRPr lang="en-US" altLang="ko-KR" sz="1300" dirty="0">
                <a:solidFill>
                  <a:prstClr val="black">
                    <a:lumMod val="85000"/>
                    <a:lumOff val="15000"/>
                  </a:prstClr>
                </a:solidFill>
                <a:latin typeface="SamsungOne-400" panose="020B0503030303020204" pitchFamily="34" charset="0"/>
              </a:endParaRPr>
            </a:p>
          </p:txBody>
        </p:sp>
      </p:grpSp>
      <p:grpSp>
        <p:nvGrpSpPr>
          <p:cNvPr id="6" name="그룹 5">
            <a:extLst>
              <a:ext uri="{FF2B5EF4-FFF2-40B4-BE49-F238E27FC236}">
                <a16:creationId xmlns:a16="http://schemas.microsoft.com/office/drawing/2014/main" id="{6936FB7D-2C9D-4708-AAF1-5761B9982EA5}"/>
              </a:ext>
            </a:extLst>
          </p:cNvPr>
          <p:cNvGrpSpPr/>
          <p:nvPr/>
        </p:nvGrpSpPr>
        <p:grpSpPr>
          <a:xfrm>
            <a:off x="558924" y="2405535"/>
            <a:ext cx="8782050" cy="1815553"/>
            <a:chOff x="558924" y="2405535"/>
            <a:chExt cx="8782050" cy="1815553"/>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924" y="2405535"/>
              <a:ext cx="8782050" cy="181555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18609"/>
            <a:stretch/>
          </p:blipFill>
          <p:spPr>
            <a:xfrm>
              <a:off x="571242" y="2428540"/>
              <a:ext cx="8769732" cy="1658267"/>
            </a:xfrm>
            <a:prstGeom prst="rect">
              <a:avLst/>
            </a:prstGeom>
          </p:spPr>
        </p:pic>
        <p:sp>
          <p:nvSpPr>
            <p:cNvPr id="4" name="직사각형 3"/>
            <p:cNvSpPr/>
            <p:nvPr/>
          </p:nvSpPr>
          <p:spPr>
            <a:xfrm>
              <a:off x="4227274" y="2596953"/>
              <a:ext cx="1109835" cy="202231"/>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2" name="그룹 21">
            <a:extLst>
              <a:ext uri="{FF2B5EF4-FFF2-40B4-BE49-F238E27FC236}">
                <a16:creationId xmlns:a16="http://schemas.microsoft.com/office/drawing/2014/main" id="{48F2B9B1-CFDA-415D-85BB-0E975ADE2F1A}"/>
              </a:ext>
            </a:extLst>
          </p:cNvPr>
          <p:cNvGrpSpPr/>
          <p:nvPr/>
        </p:nvGrpSpPr>
        <p:grpSpPr>
          <a:xfrm>
            <a:off x="580388" y="1413381"/>
            <a:ext cx="8887612" cy="902604"/>
            <a:chOff x="580388" y="1413381"/>
            <a:chExt cx="8887612" cy="902604"/>
          </a:xfrm>
        </p:grpSpPr>
        <p:sp>
          <p:nvSpPr>
            <p:cNvPr id="23" name="직사각형 22">
              <a:extLst>
                <a:ext uri="{FF2B5EF4-FFF2-40B4-BE49-F238E27FC236}">
                  <a16:creationId xmlns:a16="http://schemas.microsoft.com/office/drawing/2014/main" id="{A323A49E-1272-4F43-B958-86F29FA420B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endParaRPr lang="ko-KR" altLang="en-US" sz="1400" dirty="0">
                <a:solidFill>
                  <a:schemeClr val="tx1"/>
                </a:solidFill>
                <a:latin typeface="SamsungOne-400" panose="020B0503030303020204" pitchFamily="34" charset="0"/>
              </a:endParaRPr>
            </a:p>
          </p:txBody>
        </p:sp>
        <p:sp>
          <p:nvSpPr>
            <p:cNvPr id="24" name="Rectangle 12">
              <a:extLst>
                <a:ext uri="{FF2B5EF4-FFF2-40B4-BE49-F238E27FC236}">
                  <a16:creationId xmlns:a16="http://schemas.microsoft.com/office/drawing/2014/main" id="{92E5B3BD-B998-49F0-AD52-C2F15A2294B5}"/>
                </a:ext>
              </a:extLst>
            </p:cNvPr>
            <p:cNvSpPr/>
            <p:nvPr/>
          </p:nvSpPr>
          <p:spPr>
            <a:xfrm>
              <a:off x="711201" y="1667877"/>
              <a:ext cx="8632824" cy="6481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Lần này, hãy thử với mảng ba chiều.</a:t>
              </a:r>
            </a:p>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Ngay cả trong một mảng ba chiều, phương thức hoán chuyển nhận số trục của bộ dữ liệu và thay thế nó.</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1818830825"/>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Chuyển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hoán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đổi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trục</a:t>
              </a:r>
              <a:endPar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14" name="그룹 13"/>
          <p:cNvGrpSpPr/>
          <p:nvPr/>
        </p:nvGrpSpPr>
        <p:grpSpPr>
          <a:xfrm>
            <a:off x="558924" y="5583529"/>
            <a:ext cx="8782050" cy="725791"/>
            <a:chOff x="557644" y="5085181"/>
            <a:chExt cx="8782050" cy="725791"/>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2579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1" name="TextBox 20">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Thứ tự của trục thứ nhất và trục thứ hai đã bị đảo ngược và trục cuối cùng vẫn giữ nguyên.</a:t>
              </a:r>
              <a:endParaRPr lang="en-US" altLang="ko-KR"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F53EC11E-E50F-4FA7-8427-D9C08953CC1F}"/>
              </a:ext>
            </a:extLst>
          </p:cNvPr>
          <p:cNvGrpSpPr/>
          <p:nvPr/>
        </p:nvGrpSpPr>
        <p:grpSpPr>
          <a:xfrm>
            <a:off x="558924" y="1770748"/>
            <a:ext cx="8782050" cy="3765961"/>
            <a:chOff x="558924" y="1770748"/>
            <a:chExt cx="8782050" cy="3765961"/>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924" y="1770748"/>
              <a:ext cx="8782050" cy="376596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3062"/>
            <a:stretch/>
          </p:blipFill>
          <p:spPr>
            <a:xfrm>
              <a:off x="600215" y="1807029"/>
              <a:ext cx="8728457" cy="3688701"/>
            </a:xfrm>
            <a:prstGeom prst="rect">
              <a:avLst/>
            </a:prstGeom>
          </p:spPr>
        </p:pic>
      </p:grpSp>
      <p:sp>
        <p:nvSpPr>
          <p:cNvPr id="19" name="직사각형 18">
            <a:extLst>
              <a:ext uri="{FF2B5EF4-FFF2-40B4-BE49-F238E27FC236}">
                <a16:creationId xmlns:a16="http://schemas.microsoft.com/office/drawing/2014/main" id="{8B016725-4A74-4506-9FEF-9A8325DFAB1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2702503893"/>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Chuyển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hoán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đổi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trục</a:t>
              </a:r>
              <a:endPar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2" name="그룹 1">
            <a:extLst>
              <a:ext uri="{FF2B5EF4-FFF2-40B4-BE49-F238E27FC236}">
                <a16:creationId xmlns:a16="http://schemas.microsoft.com/office/drawing/2014/main" id="{86454362-5CF3-470A-9FE6-529D3E388F84}"/>
              </a:ext>
            </a:extLst>
          </p:cNvPr>
          <p:cNvGrpSpPr/>
          <p:nvPr/>
        </p:nvGrpSpPr>
        <p:grpSpPr>
          <a:xfrm>
            <a:off x="558924" y="2102888"/>
            <a:ext cx="8783125" cy="3943349"/>
            <a:chOff x="558924" y="2102888"/>
            <a:chExt cx="8783125" cy="3943349"/>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924" y="2102888"/>
              <a:ext cx="8782050" cy="394334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14281"/>
            <a:stretch/>
          </p:blipFill>
          <p:spPr>
            <a:xfrm>
              <a:off x="608565" y="2141588"/>
              <a:ext cx="8733484" cy="3885988"/>
            </a:xfrm>
            <a:prstGeom prst="rect">
              <a:avLst/>
            </a:prstGeom>
          </p:spPr>
        </p:pic>
      </p:grpSp>
      <p:grpSp>
        <p:nvGrpSpPr>
          <p:cNvPr id="18" name="그룹 17">
            <a:extLst>
              <a:ext uri="{FF2B5EF4-FFF2-40B4-BE49-F238E27FC236}">
                <a16:creationId xmlns:a16="http://schemas.microsoft.com/office/drawing/2014/main" id="{A661D495-57EC-4238-80AE-8DFB15EF6AFB}"/>
              </a:ext>
            </a:extLst>
          </p:cNvPr>
          <p:cNvGrpSpPr/>
          <p:nvPr/>
        </p:nvGrpSpPr>
        <p:grpSpPr>
          <a:xfrm>
            <a:off x="580388" y="1413381"/>
            <a:ext cx="8887612" cy="599957"/>
            <a:chOff x="580388" y="1413381"/>
            <a:chExt cx="8887612" cy="599957"/>
          </a:xfrm>
        </p:grpSpPr>
        <p:sp>
          <p:nvSpPr>
            <p:cNvPr id="21" name="직사각형 20">
              <a:extLst>
                <a:ext uri="{FF2B5EF4-FFF2-40B4-BE49-F238E27FC236}">
                  <a16:creationId xmlns:a16="http://schemas.microsoft.com/office/drawing/2014/main" id="{A3A7048B-543F-4FAB-B55B-106C0F8C600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endParaRPr lang="ko-KR" altLang="en-US" sz="1400" dirty="0">
                <a:solidFill>
                  <a:schemeClr val="tx1"/>
                </a:solidFill>
                <a:latin typeface="SamsungOne-400" panose="020B0503030303020204" pitchFamily="34" charset="0"/>
              </a:endParaRPr>
            </a:p>
          </p:txBody>
        </p:sp>
        <p:sp>
          <p:nvSpPr>
            <p:cNvPr id="22" name="Rectangle 12">
              <a:extLst>
                <a:ext uri="{FF2B5EF4-FFF2-40B4-BE49-F238E27FC236}">
                  <a16:creationId xmlns:a16="http://schemas.microsoft.com/office/drawing/2014/main" id="{49E1120D-54FD-4662-A6DE-FEA79A9546B9}"/>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Có một phương thức gọi là hoán đổi trong ndarray, phương thức này nhận hai số trục và đảo ngược mảng.</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2730546669"/>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Chuyển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hoán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đổi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trục</a:t>
              </a:r>
              <a:endPar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grpSp>
        <p:nvGrpSpPr>
          <p:cNvPr id="4" name="그룹 3">
            <a:extLst>
              <a:ext uri="{FF2B5EF4-FFF2-40B4-BE49-F238E27FC236}">
                <a16:creationId xmlns:a16="http://schemas.microsoft.com/office/drawing/2014/main" id="{61A8D547-5144-4370-A07F-90ABCB60E4A9}"/>
              </a:ext>
            </a:extLst>
          </p:cNvPr>
          <p:cNvGrpSpPr/>
          <p:nvPr/>
        </p:nvGrpSpPr>
        <p:grpSpPr>
          <a:xfrm>
            <a:off x="558924" y="1770748"/>
            <a:ext cx="8782050" cy="2954396"/>
            <a:chOff x="558924" y="1770748"/>
            <a:chExt cx="8782050" cy="2954396"/>
          </a:xfrm>
        </p:grpSpPr>
        <p:sp>
          <p:nvSpPr>
            <p:cNvPr id="20" name="모서리가 둥근 직사각형 4">
              <a:extLst>
                <a:ext uri="{FF2B5EF4-FFF2-40B4-BE49-F238E27FC236}">
                  <a16:creationId xmlns:a16="http://schemas.microsoft.com/office/drawing/2014/main" id="{A36E3BA1-83BF-4EF9-8B22-BB45DE7AA1FC}"/>
                </a:ext>
              </a:extLst>
            </p:cNvPr>
            <p:cNvSpPr/>
            <p:nvPr/>
          </p:nvSpPr>
          <p:spPr>
            <a:xfrm>
              <a:off x="558924" y="1770748"/>
              <a:ext cx="8782050" cy="295439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14290"/>
            <a:stretch/>
          </p:blipFill>
          <p:spPr>
            <a:xfrm>
              <a:off x="581554" y="1851518"/>
              <a:ext cx="8759420" cy="2729813"/>
            </a:xfrm>
            <a:prstGeom prst="rect">
              <a:avLst/>
            </a:prstGeom>
          </p:spPr>
        </p:pic>
      </p:grpSp>
      <p:sp>
        <p:nvSpPr>
          <p:cNvPr id="11" name="직사각형 10">
            <a:extLst>
              <a:ext uri="{FF2B5EF4-FFF2-40B4-BE49-F238E27FC236}">
                <a16:creationId xmlns:a16="http://schemas.microsoft.com/office/drawing/2014/main" id="{BE0BE9DE-06AF-48F8-8CB0-54A3BF7BA74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endParaRPr lang="ko-KR" altLang="en-US" sz="1400" dirty="0">
              <a:solidFill>
                <a:schemeClr val="tx1"/>
              </a:solidFill>
              <a:latin typeface="SamsungOne-400" panose="020B0503030303020204" pitchFamily="34" charset="0"/>
            </a:endParaRPr>
          </a:p>
        </p:txBody>
      </p:sp>
    </p:spTree>
    <p:extLst>
      <p:ext uri="{BB962C8B-B14F-4D97-AF65-F5344CB8AC3E}">
        <p14:creationId xmlns:p14="http://schemas.microsoft.com/office/powerpoint/2010/main" val="3635168039"/>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1.5.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Chuyển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mảng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hoán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đổi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trục</a:t>
              </a:r>
              <a:endPar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01</a:t>
              </a:r>
            </a:p>
          </p:txBody>
        </p:sp>
      </p:grpSp>
      <p:sp>
        <p:nvSpPr>
          <p:cNvPr id="18" name="직사각형 17">
            <a:extLst>
              <a:ext uri="{FF2B5EF4-FFF2-40B4-BE49-F238E27FC236}">
                <a16:creationId xmlns:a16="http://schemas.microsoft.com/office/drawing/2014/main" id="{17185DFA-CA2B-4CC5-95DE-F04FF32B1DDC}"/>
              </a:ext>
            </a:extLst>
          </p:cNvPr>
          <p:cNvSpPr/>
          <p:nvPr/>
        </p:nvSpPr>
        <p:spPr>
          <a:xfrm>
            <a:off x="546895" y="1523719"/>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Bài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tập</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coding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số</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0103</a:t>
            </a:r>
          </a:p>
        </p:txBody>
      </p:sp>
      <p:grpSp>
        <p:nvGrpSpPr>
          <p:cNvPr id="33" name="그룹 32">
            <a:extLst>
              <a:ext uri="{FF2B5EF4-FFF2-40B4-BE49-F238E27FC236}">
                <a16:creationId xmlns:a16="http://schemas.microsoft.com/office/drawing/2014/main" id="{AA858FDF-5864-495A-B21F-4712BFD6AA5E}"/>
              </a:ext>
            </a:extLst>
          </p:cNvPr>
          <p:cNvGrpSpPr/>
          <p:nvPr/>
        </p:nvGrpSpPr>
        <p:grpSpPr>
          <a:xfrm>
            <a:off x="558798" y="2060849"/>
            <a:ext cx="8797129" cy="3960439"/>
            <a:chOff x="558798" y="2060849"/>
            <a:chExt cx="8797129" cy="3960439"/>
          </a:xfrm>
        </p:grpSpPr>
        <p:sp>
          <p:nvSpPr>
            <p:cNvPr id="34" name="직사각형 33">
              <a:extLst>
                <a:ext uri="{FF2B5EF4-FFF2-40B4-BE49-F238E27FC236}">
                  <a16:creationId xmlns:a16="http://schemas.microsoft.com/office/drawing/2014/main" id="{C6BD7070-4920-443A-8B54-627E9FFDBA09}"/>
                </a:ext>
              </a:extLst>
            </p:cNvPr>
            <p:cNvSpPr/>
            <p:nvPr/>
          </p:nvSpPr>
          <p:spPr>
            <a:xfrm>
              <a:off x="558799" y="2060849"/>
              <a:ext cx="8785225" cy="3960439"/>
            </a:xfrm>
            <a:prstGeom prst="rect">
              <a:avLst/>
            </a:prstGeom>
            <a:solidFill>
              <a:schemeClr val="accent5">
                <a:lumMod val="40000"/>
                <a:lumOff val="60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35" name="그룹 34">
              <a:extLst>
                <a:ext uri="{FF2B5EF4-FFF2-40B4-BE49-F238E27FC236}">
                  <a16:creationId xmlns:a16="http://schemas.microsoft.com/office/drawing/2014/main" id="{CA67FC84-8A45-4AC8-8469-4F811FA8F3C7}"/>
                </a:ext>
              </a:extLst>
            </p:cNvPr>
            <p:cNvGrpSpPr/>
            <p:nvPr/>
          </p:nvGrpSpPr>
          <p:grpSpPr>
            <a:xfrm>
              <a:off x="558798" y="3945816"/>
              <a:ext cx="8797129" cy="576572"/>
              <a:chOff x="4778069" y="4391025"/>
              <a:chExt cx="2349160" cy="431802"/>
            </a:xfrm>
          </p:grpSpPr>
          <p:sp>
            <p:nvSpPr>
              <p:cNvPr id="38" name="직사각형 37">
                <a:extLst>
                  <a:ext uri="{FF2B5EF4-FFF2-40B4-BE49-F238E27FC236}">
                    <a16:creationId xmlns:a16="http://schemas.microsoft.com/office/drawing/2014/main" id="{A13A77AD-3FA4-4CE3-B913-4ECA43FE8F4A}"/>
                  </a:ext>
                </a:extLst>
              </p:cNvPr>
              <p:cNvSpPr/>
              <p:nvPr/>
            </p:nvSpPr>
            <p:spPr>
              <a:xfrm>
                <a:off x="4778069" y="4391025"/>
                <a:ext cx="2349160" cy="43180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lightRig rig="threePt" dir="t"/>
                </a:scene3d>
                <a:sp3d>
                  <a:bevelT w="0" h="6350"/>
                </a:sp3d>
              </a:bodyPr>
              <a:lstStyle/>
              <a:p>
                <a:pPr algn="ctr"/>
                <a:endParaRPr lang="ko-KR" altLang="en-US" sz="2000" dirty="0"/>
              </a:p>
            </p:txBody>
          </p:sp>
          <p:sp>
            <p:nvSpPr>
              <p:cNvPr id="39" name="직사각형 133">
                <a:extLst>
                  <a:ext uri="{FF2B5EF4-FFF2-40B4-BE49-F238E27FC236}">
                    <a16:creationId xmlns:a16="http://schemas.microsoft.com/office/drawing/2014/main" id="{1D83717E-D555-47E5-AE69-B44B70E6AD1A}"/>
                  </a:ext>
                </a:extLst>
              </p:cNvPr>
              <p:cNvSpPr/>
              <p:nvPr/>
            </p:nvSpPr>
            <p:spPr>
              <a:xfrm>
                <a:off x="4852511" y="4491677"/>
                <a:ext cx="2200275" cy="2304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algn="ctr"/>
                <a:r>
                  <a:rPr lang="vi-VN"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Làm theo các bước thực hành trong tệp “ex_0</a:t>
                </a:r>
                <a:r>
                  <a:rPr lang="en-US"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1</a:t>
                </a:r>
                <a:r>
                  <a:rPr lang="vi-VN"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0</a:t>
                </a:r>
                <a:r>
                  <a:rPr lang="en-US"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3</a:t>
                </a:r>
                <a:r>
                  <a:rPr lang="vi-VN"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.ipynb” </a:t>
                </a:r>
              </a:p>
            </p:txBody>
          </p:sp>
        </p:grpSp>
        <p:pic>
          <p:nvPicPr>
            <p:cNvPr id="37" name="그림 36" descr="텍스트, 클립아트이(가) 표시된 사진&#10;&#10;자동 생성된 설명">
              <a:extLst>
                <a:ext uri="{FF2B5EF4-FFF2-40B4-BE49-F238E27FC236}">
                  <a16:creationId xmlns:a16="http://schemas.microsoft.com/office/drawing/2014/main" id="{00D513DD-ED62-4B10-B6E3-BE93B9555C24}"/>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8593" t="14475" r="51947" b="14299"/>
            <a:stretch/>
          </p:blipFill>
          <p:spPr>
            <a:xfrm>
              <a:off x="4370123" y="2647560"/>
              <a:ext cx="1162577" cy="1174440"/>
            </a:xfrm>
            <a:prstGeom prst="ellipse">
              <a:avLst/>
            </a:prstGeom>
          </p:spPr>
        </p:pic>
      </p:grpSp>
    </p:spTree>
    <p:extLst>
      <p:ext uri="{BB962C8B-B14F-4D97-AF65-F5344CB8AC3E}">
        <p14:creationId xmlns:p14="http://schemas.microsoft.com/office/powerpoint/2010/main" val="2308920211"/>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C2AA5626-1534-41DA-BA4E-67D4571B34A9}"/>
              </a:ext>
            </a:extLst>
          </p:cNvPr>
          <p:cNvGrpSpPr/>
          <p:nvPr/>
        </p:nvGrpSpPr>
        <p:grpSpPr>
          <a:xfrm>
            <a:off x="989683" y="2748696"/>
            <a:ext cx="8354217" cy="3401514"/>
            <a:chOff x="989683" y="2748696"/>
            <a:chExt cx="8354217" cy="3401514"/>
          </a:xfrm>
        </p:grpSpPr>
        <p:sp>
          <p:nvSpPr>
            <p:cNvPr id="22" name="직사각형 133">
              <a:extLst>
                <a:ext uri="{FF2B5EF4-FFF2-40B4-BE49-F238E27FC236}">
                  <a16:creationId xmlns:a16="http://schemas.microsoft.com/office/drawing/2014/main" id="{9242843F-6CE4-4D3F-84E3-07D1852FEAB8}"/>
                </a:ext>
              </a:extLst>
            </p:cNvPr>
            <p:cNvSpPr/>
            <p:nvPr/>
          </p:nvSpPr>
          <p:spPr>
            <a:xfrm>
              <a:off x="990600" y="3133792"/>
              <a:ext cx="8353300" cy="10464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fontAlgn="base" latinLnBrk="1">
                <a:spcBef>
                  <a:spcPct val="0"/>
                </a:spcBef>
                <a:spcAft>
                  <a:spcPct val="0"/>
                </a:spcAft>
                <a:defRPr/>
              </a:pPr>
              <a:r>
                <a:rPr kumimoji="1" lang="vi-VN" altLang="ko-KR" sz="3400" dirty="0">
                  <a:solidFill>
                    <a:prstClr val="black"/>
                  </a:solidFill>
                  <a:latin typeface="iCiel Samsung Sharp Sans Bold" pitchFamily="2" charset="0"/>
                  <a:ea typeface="iCiel Samsung Sharp Sans Bold" pitchFamily="2" charset="0"/>
                  <a:cs typeface="iCiel Samsung Sharp Sans Bold" pitchFamily="2" charset="0"/>
                </a:rPr>
                <a:t>Khám phá dữ liệu tối ưu thông qua Pandas</a:t>
              </a:r>
              <a:endParaRPr kumimoji="1" lang="ko-KR" altLang="en-US" sz="3400" dirty="0">
                <a:solidFill>
                  <a:prstClr val="black"/>
                </a:solidFill>
                <a:latin typeface="iCiel Samsung Sharp Sans Bold" pitchFamily="2" charset="0"/>
                <a:cs typeface="iCiel Samsung Sharp Sans Bold" pitchFamily="2" charset="0"/>
              </a:endParaRPr>
            </a:p>
          </p:txBody>
        </p:sp>
        <p:sp>
          <p:nvSpPr>
            <p:cNvPr id="25" name="직사각형 133">
              <a:extLst>
                <a:ext uri="{FF2B5EF4-FFF2-40B4-BE49-F238E27FC236}">
                  <a16:creationId xmlns:a16="http://schemas.microsoft.com/office/drawing/2014/main" id="{93785E26-3326-4DAA-B476-C12B794F303F}"/>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marL="0" marR="0" lvl="0" indent="0" algn="l" defTabSz="457063" rtl="0" eaLnBrk="1" fontAlgn="base" latinLnBrk="1" hangingPunct="1">
                <a:lnSpc>
                  <a:spcPct val="100000"/>
                </a:lnSpc>
                <a:spcBef>
                  <a:spcPct val="0"/>
                </a:spcBef>
                <a:spcAft>
                  <a:spcPct val="0"/>
                </a:spcAft>
                <a:buClrTx/>
                <a:buSzTx/>
                <a:buFontTx/>
                <a:buNone/>
                <a:tabLst/>
                <a:defRPr/>
              </a:pPr>
              <a:r>
                <a:rPr kumimoji="1" lang="en-US" altLang="ko-KR" sz="1999" b="0" i="0" u="none" strike="noStrike" kern="1200" cap="none" spc="0" normalizeH="0" baseline="0" noProof="0" dirty="0" err="1">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Bài</a:t>
              </a:r>
              <a:r>
                <a:rPr kumimoji="1" lang="en-US" altLang="ko-KR" sz="1999"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 2. </a:t>
              </a:r>
              <a:endParaRPr kumimoji="1" lang="en-US" altLang="ko-KR" sz="5398"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endParaRPr>
            </a:p>
          </p:txBody>
        </p:sp>
        <p:grpSp>
          <p:nvGrpSpPr>
            <p:cNvPr id="31" name="그룹 30">
              <a:extLst>
                <a:ext uri="{FF2B5EF4-FFF2-40B4-BE49-F238E27FC236}">
                  <a16:creationId xmlns:a16="http://schemas.microsoft.com/office/drawing/2014/main" id="{E9D1F461-F2BB-4004-8CE5-E8AE484340E1}"/>
                </a:ext>
              </a:extLst>
            </p:cNvPr>
            <p:cNvGrpSpPr/>
            <p:nvPr/>
          </p:nvGrpSpPr>
          <p:grpSpPr>
            <a:xfrm>
              <a:off x="1025537" y="4509120"/>
              <a:ext cx="8297776" cy="1641090"/>
              <a:chOff x="1025537" y="4609703"/>
              <a:chExt cx="8297776" cy="1641090"/>
            </a:xfrm>
          </p:grpSpPr>
          <p:sp>
            <p:nvSpPr>
              <p:cNvPr id="32" name="직사각형 31">
                <a:extLst>
                  <a:ext uri="{FF2B5EF4-FFF2-40B4-BE49-F238E27FC236}">
                    <a16:creationId xmlns:a16="http://schemas.microsoft.com/office/drawing/2014/main" id="{2BCC8184-A1E3-4399-83D7-18B4753C0091}"/>
                  </a:ext>
                </a:extLst>
              </p:cNvPr>
              <p:cNvSpPr/>
              <p:nvPr/>
            </p:nvSpPr>
            <p:spPr>
              <a:xfrm>
                <a:off x="1025537" y="4609703"/>
                <a:ext cx="4112444" cy="16410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defTabSz="914400" fontAlgn="base" latinLnBrk="1">
                  <a:spcBef>
                    <a:spcPct val="0"/>
                  </a:spcBef>
                  <a:spcAft>
                    <a:spcPts val="1000"/>
                  </a:spcAft>
                  <a:buSzPct val="120000"/>
                  <a:buBlip>
                    <a:blip r:embed="rId3"/>
                  </a:buBlip>
                  <a:defRPr/>
                </a:pPr>
                <a:r>
                  <a:rPr kumimoji="1" lang="vi-VN" altLang="ko-KR" dirty="0">
                    <a:solidFill>
                      <a:prstClr val="black">
                        <a:lumMod val="75000"/>
                        <a:lumOff val="25000"/>
                      </a:prstClr>
                    </a:solidFill>
                    <a:latin typeface="SamsungOne-700" panose="020B0803030303020204" pitchFamily="34" charset="0"/>
                    <a:ea typeface="SamsungOne-700" panose="020B0803030303020204" pitchFamily="34" charset="0"/>
                  </a:rPr>
                  <a:t>2.1. Pipeline: Cấu trúc dữ liệu theo loại dữ liệu</a:t>
                </a:r>
                <a:endPar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endParaRPr>
              </a:p>
              <a:p>
                <a:pPr marL="176213" indent="-176213" fontAlgn="base">
                  <a:spcBef>
                    <a:spcPct val="0"/>
                  </a:spcBef>
                  <a:spcAft>
                    <a:spcPts val="1000"/>
                  </a:spcAft>
                  <a:buSzPct val="120000"/>
                  <a:buBlip>
                    <a:blip r:embed="rId4"/>
                  </a:buBlip>
                  <a:defRPr/>
                </a:pPr>
                <a:r>
                  <a:rPr kumimoji="1" lang="pt-BR" altLang="ko-KR" sz="1799" dirty="0">
                    <a:solidFill>
                      <a:prstClr val="white">
                        <a:lumMod val="65000"/>
                      </a:prstClr>
                    </a:solidFill>
                    <a:latin typeface="SamsungOne-400" panose="020B0503030303020204" pitchFamily="34" charset="0"/>
                    <a:ea typeface="SamsungOne-400" panose="020B0503030303020204" pitchFamily="34" charset="0"/>
                  </a:rPr>
                  <a:t>2.2. Pandas Series và DataFrames</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2.3.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Hợp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nhất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liên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kết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các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DataFrame</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33" name="직사각형 32">
                <a:extLst>
                  <a:ext uri="{FF2B5EF4-FFF2-40B4-BE49-F238E27FC236}">
                    <a16:creationId xmlns:a16="http://schemas.microsoft.com/office/drawing/2014/main" id="{A9BD437C-C13F-4F2B-B721-FCFA983DC83B}"/>
                  </a:ext>
                </a:extLst>
              </p:cNvPr>
              <p:cNvSpPr/>
              <p:nvPr/>
            </p:nvSpPr>
            <p:spPr>
              <a:xfrm>
                <a:off x="5137981" y="4609703"/>
                <a:ext cx="4185332" cy="15125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fontAlgn="base">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2.4.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Sắp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xếp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DataFrame</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Chỉ</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mục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cấp</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2.5.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Kiểm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các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đặc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điểm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của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thông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qua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thống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kê</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mô</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tả</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mẫu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endParaRPr kumimoji="1" lang="ko-KR" altLang="en-US" sz="1799" dirty="0">
                  <a:solidFill>
                    <a:prstClr val="white">
                      <a:lumMod val="65000"/>
                    </a:prstClr>
                  </a:solidFill>
                  <a:latin typeface="SamsungOne-400" panose="020B0503030303020204" pitchFamily="34" charset="0"/>
                  <a:ea typeface="SamsungOne-400" panose="020B0503030303020204" pitchFamily="34" charset="0"/>
                </a:endParaRPr>
              </a:p>
            </p:txBody>
          </p:sp>
        </p:grpSp>
      </p:grpSp>
    </p:spTree>
    <p:extLst>
      <p:ext uri="{BB962C8B-B14F-4D97-AF65-F5344CB8AC3E}">
        <p14:creationId xmlns:p14="http://schemas.microsoft.com/office/powerpoint/2010/main" val="3628016646"/>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그룹 2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3" name="직사각형 2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2.1. Pipeline: Cấu trúc dữ liệu theo loại dữ liệu</a:t>
              </a:r>
              <a:endParaRPr lang="ko-KR" altLang="en-US" dirty="0">
                <a:solidFill>
                  <a:prstClr val="white"/>
                </a:solidFill>
                <a:latin typeface="iCiel Samsung Sharp Sans Medium" pitchFamily="2" charset="0"/>
                <a:cs typeface="iCiel Samsung Sharp Sans Medium" pitchFamily="2" charset="0"/>
              </a:endParaRPr>
            </a:p>
          </p:txBody>
        </p:sp>
        <p:sp>
          <p:nvSpPr>
            <p:cNvPr id="24" name="직사각형 2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9" name="그룹 8">
            <a:extLst>
              <a:ext uri="{FF2B5EF4-FFF2-40B4-BE49-F238E27FC236}">
                <a16:creationId xmlns:a16="http://schemas.microsoft.com/office/drawing/2014/main" id="{EE5A546D-4A57-47A0-9997-FB47811E1709}"/>
              </a:ext>
            </a:extLst>
          </p:cNvPr>
          <p:cNvGrpSpPr/>
          <p:nvPr/>
        </p:nvGrpSpPr>
        <p:grpSpPr>
          <a:xfrm>
            <a:off x="580388" y="1916832"/>
            <a:ext cx="8887612" cy="2308117"/>
            <a:chOff x="580388" y="1413381"/>
            <a:chExt cx="8887612" cy="2308117"/>
          </a:xfrm>
        </p:grpSpPr>
        <p:sp>
          <p:nvSpPr>
            <p:cNvPr id="10" name="직사각형 9">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Góc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độ</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cấu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trúc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của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endParaRPr lang="ko-KR" altLang="en-US" sz="1400" dirty="0">
                <a:solidFill>
                  <a:schemeClr val="tx1"/>
                </a:solidFill>
                <a:latin typeface="SamsungOne-400" panose="020B0503030303020204" pitchFamily="34" charset="0"/>
              </a:endParaRPr>
            </a:p>
          </p:txBody>
        </p:sp>
        <p:sp>
          <p:nvSpPr>
            <p:cNvPr id="11" name="Rectangle 12">
              <a:extLst>
                <a:ext uri="{FF2B5EF4-FFF2-40B4-BE49-F238E27FC236}">
                  <a16:creationId xmlns:a16="http://schemas.microsoft.com/office/drawing/2014/main" id="{A565D94B-402B-4972-AFFC-93522B4F8711}"/>
                </a:ext>
              </a:extLst>
            </p:cNvPr>
            <p:cNvSpPr/>
            <p:nvPr/>
          </p:nvSpPr>
          <p:spPr>
            <a:xfrm>
              <a:off x="711201" y="1667877"/>
              <a:ext cx="8632824" cy="20536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Dữ liệu được thu thập, từ góc độ cấu trúc (cấu trúc lược đồ hoặc khả năng tính toán), có thể được chia thành ba loại: dữ liệu có cấu trúc, dữ liệu phi cấu trúc và dữ liệu bán cấu trúc.</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a:p>
              <a:pPr marL="354013" lvl="1" indent="-176213">
                <a:spcAft>
                  <a:spcPts val="800"/>
                </a:spcAft>
                <a:buClr>
                  <a:srgbClr val="193EB0"/>
                </a:buClr>
                <a:buFont typeface="Arial" panose="020B0604020202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Dữ liệu có cấu trúc đề cập đến dữ liệu có dạng (form) lược đồ có cấu trúc và được lưu trữ trong các trường cố định như RDB và bảng tính, đồng thời nhất quán về giá trị và định dạng.</a:t>
              </a:r>
            </a:p>
            <a:p>
              <a:pPr marL="354013" lvl="1" indent="-176213">
                <a:spcAft>
                  <a:spcPts val="800"/>
                </a:spcAft>
                <a:buClr>
                  <a:srgbClr val="193EB0"/>
                </a:buClr>
                <a:buFont typeface="Arial" panose="020B0604020202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Dữ liệu phi cấu trúc đề cập đến dữ liệu không có cấu trúc lược đồ và không được lưu trữ trong các trường cố định như dữ liệu từ mạng xã hội, bảng thông báo web và NoSQL.</a:t>
              </a:r>
            </a:p>
            <a:p>
              <a:pPr marL="354013" lvl="1" indent="-176213">
                <a:spcAft>
                  <a:spcPts val="800"/>
                </a:spcAft>
                <a:buClr>
                  <a:srgbClr val="193EB0"/>
                </a:buClr>
                <a:buFont typeface="Arial" panose="020B0604020202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Dữ liệu Bán cấu trúc đề cập đến dữ liệu có cấu trúc lược đồ (formal) và chứa siêu dữ liệu như XML, HTML, nhật ký web, nhật ký hệ thống và cảnh báo, đồng thời không nhất quán về giá trị và định dạng.</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
        <p:nvSpPr>
          <p:cNvPr id="8" name="직사각형 7">
            <a:extLst>
              <a:ext uri="{FF2B5EF4-FFF2-40B4-BE49-F238E27FC236}">
                <a16:creationId xmlns:a16="http://schemas.microsoft.com/office/drawing/2014/main" id="{58B1BC1D-DFB7-4482-BA23-F01AD71B1BBE}"/>
              </a:ext>
            </a:extLst>
          </p:cNvPr>
          <p:cNvSpPr/>
          <p:nvPr/>
        </p:nvSpPr>
        <p:spPr>
          <a:xfrm>
            <a:off x="444580" y="1360864"/>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Pipeline</a:t>
            </a:r>
          </a:p>
        </p:txBody>
      </p:sp>
    </p:spTree>
    <p:extLst>
      <p:ext uri="{BB962C8B-B14F-4D97-AF65-F5344CB8AC3E}">
        <p14:creationId xmlns:p14="http://schemas.microsoft.com/office/powerpoint/2010/main" val="1289401205"/>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그룹 8">
            <a:extLst>
              <a:ext uri="{FF2B5EF4-FFF2-40B4-BE49-F238E27FC236}">
                <a16:creationId xmlns:a16="http://schemas.microsoft.com/office/drawing/2014/main" id="{C463AB2E-5B86-4907-8D1C-84F247828FC5}"/>
              </a:ext>
            </a:extLst>
          </p:cNvPr>
          <p:cNvGrpSpPr/>
          <p:nvPr/>
        </p:nvGrpSpPr>
        <p:grpSpPr>
          <a:xfrm>
            <a:off x="560959" y="2564904"/>
            <a:ext cx="8782050" cy="3646048"/>
            <a:chOff x="558800" y="2432140"/>
            <a:chExt cx="8782050" cy="3646048"/>
          </a:xfrm>
        </p:grpSpPr>
        <p:sp>
          <p:nvSpPr>
            <p:cNvPr id="10" name="모서리가 둥근 직사각형 41">
              <a:extLst>
                <a:ext uri="{FF2B5EF4-FFF2-40B4-BE49-F238E27FC236}">
                  <a16:creationId xmlns:a16="http://schemas.microsoft.com/office/drawing/2014/main" id="{F9140C23-63A7-4F7A-875F-3E83D098455E}"/>
                </a:ext>
              </a:extLst>
            </p:cNvPr>
            <p:cNvSpPr/>
            <p:nvPr/>
          </p:nvSpPr>
          <p:spPr>
            <a:xfrm>
              <a:off x="558800" y="2432140"/>
              <a:ext cx="8782050" cy="364604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1" name="그룹 10">
              <a:extLst>
                <a:ext uri="{FF2B5EF4-FFF2-40B4-BE49-F238E27FC236}">
                  <a16:creationId xmlns:a16="http://schemas.microsoft.com/office/drawing/2014/main" id="{04934D64-FC63-468C-8D80-4356A4961140}"/>
                </a:ext>
              </a:extLst>
            </p:cNvPr>
            <p:cNvGrpSpPr/>
            <p:nvPr/>
          </p:nvGrpSpPr>
          <p:grpSpPr>
            <a:xfrm>
              <a:off x="1421433" y="2575505"/>
              <a:ext cx="7250869" cy="3438236"/>
              <a:chOff x="990972" y="2323746"/>
              <a:chExt cx="7676302" cy="3639971"/>
            </a:xfrm>
          </p:grpSpPr>
          <p:grpSp>
            <p:nvGrpSpPr>
              <p:cNvPr id="14" name="그룹 13"/>
              <p:cNvGrpSpPr/>
              <p:nvPr/>
            </p:nvGrpSpPr>
            <p:grpSpPr>
              <a:xfrm>
                <a:off x="990972" y="2323746"/>
                <a:ext cx="7676302" cy="3639971"/>
                <a:chOff x="251520" y="1583504"/>
                <a:chExt cx="8841620" cy="4692213"/>
              </a:xfrm>
            </p:grpSpPr>
            <p:sp>
              <p:nvSpPr>
                <p:cNvPr id="16" name="직사각형 15"/>
                <p:cNvSpPr/>
                <p:nvPr/>
              </p:nvSpPr>
              <p:spPr>
                <a:xfrm>
                  <a:off x="2839993" y="3102304"/>
                  <a:ext cx="1573562" cy="2727670"/>
                </a:xfrm>
                <a:prstGeom prst="rect">
                  <a:avLst/>
                </a:prstGeom>
                <a:ln>
                  <a:prstDash val="sysDot"/>
                </a:ln>
              </p:spPr>
              <p:style>
                <a:lnRef idx="2">
                  <a:schemeClr val="accent6"/>
                </a:lnRef>
                <a:fillRef idx="1">
                  <a:schemeClr val="lt1"/>
                </a:fillRef>
                <a:effectRef idx="0">
                  <a:schemeClr val="accent6"/>
                </a:effectRef>
                <a:fontRef idx="minor">
                  <a:schemeClr val="dk1"/>
                </a:fontRef>
              </p:style>
              <p:txBody>
                <a:bodyPr rtlCol="0" anchor="ctr"/>
                <a:lstStyle>
                  <a:defPPr>
                    <a:defRPr lang="ko-KR"/>
                  </a:defPPr>
                  <a:lvl1pPr marL="0" algn="l" defTabSz="914400" rtl="0" eaLnBrk="1" latinLnBrk="1" hangingPunct="1">
                    <a:defRPr sz="1800" kern="1200">
                      <a:solidFill>
                        <a:schemeClr val="dk1"/>
                      </a:solidFill>
                      <a:latin typeface="+mn-lt"/>
                      <a:ea typeface="+mn-ea"/>
                      <a:cs typeface="+mn-cs"/>
                    </a:defRPr>
                  </a:lvl1pPr>
                  <a:lvl2pPr marL="457200" algn="l" defTabSz="914400" rtl="0" eaLnBrk="1" latinLnBrk="1" hangingPunct="1">
                    <a:defRPr sz="1800" kern="1200">
                      <a:solidFill>
                        <a:schemeClr val="dk1"/>
                      </a:solidFill>
                      <a:latin typeface="+mn-lt"/>
                      <a:ea typeface="+mn-ea"/>
                      <a:cs typeface="+mn-cs"/>
                    </a:defRPr>
                  </a:lvl2pPr>
                  <a:lvl3pPr marL="914400" algn="l" defTabSz="914400" rtl="0" eaLnBrk="1" latinLnBrk="1" hangingPunct="1">
                    <a:defRPr sz="1800" kern="1200">
                      <a:solidFill>
                        <a:schemeClr val="dk1"/>
                      </a:solidFill>
                      <a:latin typeface="+mn-lt"/>
                      <a:ea typeface="+mn-ea"/>
                      <a:cs typeface="+mn-cs"/>
                    </a:defRPr>
                  </a:lvl3pPr>
                  <a:lvl4pPr marL="1371600" algn="l" defTabSz="914400" rtl="0" eaLnBrk="1" latinLnBrk="1" hangingPunct="1">
                    <a:defRPr sz="1800" kern="1200">
                      <a:solidFill>
                        <a:schemeClr val="dk1"/>
                      </a:solidFill>
                      <a:latin typeface="+mn-lt"/>
                      <a:ea typeface="+mn-ea"/>
                      <a:cs typeface="+mn-cs"/>
                    </a:defRPr>
                  </a:lvl4pPr>
                  <a:lvl5pPr marL="1828800" algn="l" defTabSz="914400" rtl="0" eaLnBrk="1" latinLnBrk="1" hangingPunct="1">
                    <a:defRPr sz="1800" kern="1200">
                      <a:solidFill>
                        <a:schemeClr val="dk1"/>
                      </a:solidFill>
                      <a:latin typeface="+mn-lt"/>
                      <a:ea typeface="+mn-ea"/>
                      <a:cs typeface="+mn-cs"/>
                    </a:defRPr>
                  </a:lvl5pPr>
                  <a:lvl6pPr marL="2286000" algn="l" defTabSz="914400" rtl="0" eaLnBrk="1" latinLnBrk="1" hangingPunct="1">
                    <a:defRPr sz="1800" kern="1200">
                      <a:solidFill>
                        <a:schemeClr val="dk1"/>
                      </a:solidFill>
                      <a:latin typeface="+mn-lt"/>
                      <a:ea typeface="+mn-ea"/>
                      <a:cs typeface="+mn-cs"/>
                    </a:defRPr>
                  </a:lvl6pPr>
                  <a:lvl7pPr marL="2743200" algn="l" defTabSz="914400" rtl="0" eaLnBrk="1" latinLnBrk="1" hangingPunct="1">
                    <a:defRPr sz="1800" kern="1200">
                      <a:solidFill>
                        <a:schemeClr val="dk1"/>
                      </a:solidFill>
                      <a:latin typeface="+mn-lt"/>
                      <a:ea typeface="+mn-ea"/>
                      <a:cs typeface="+mn-cs"/>
                    </a:defRPr>
                  </a:lvl7pPr>
                  <a:lvl8pPr marL="3200400" algn="l" defTabSz="914400" rtl="0" eaLnBrk="1" latinLnBrk="1" hangingPunct="1">
                    <a:defRPr sz="1800" kern="1200">
                      <a:solidFill>
                        <a:schemeClr val="dk1"/>
                      </a:solidFill>
                      <a:latin typeface="+mn-lt"/>
                      <a:ea typeface="+mn-ea"/>
                      <a:cs typeface="+mn-cs"/>
                    </a:defRPr>
                  </a:lvl8pPr>
                  <a:lvl9pPr marL="3657600" algn="l" defTabSz="914400" rtl="0" eaLnBrk="1" latinLnBrk="1" hangingPunct="1">
                    <a:defRPr sz="1800" kern="1200">
                      <a:solidFill>
                        <a:schemeClr val="dk1"/>
                      </a:solidFill>
                      <a:latin typeface="+mn-lt"/>
                      <a:ea typeface="+mn-ea"/>
                      <a:cs typeface="+mn-cs"/>
                    </a:defRPr>
                  </a:lvl9pPr>
                </a:lstStyle>
                <a:p>
                  <a:pPr algn="ctr"/>
                  <a:endParaRPr lang="ko-KR" altLang="en-US" sz="1400" dirty="0"/>
                </a:p>
              </p:txBody>
            </p:sp>
            <p:sp>
              <p:nvSpPr>
                <p:cNvPr id="18" name="직사각형 17"/>
                <p:cNvSpPr/>
                <p:nvPr/>
              </p:nvSpPr>
              <p:spPr>
                <a:xfrm>
                  <a:off x="2828709" y="2175080"/>
                  <a:ext cx="1573563" cy="799192"/>
                </a:xfrm>
                <a:prstGeom prst="rect">
                  <a:avLst/>
                </a:prstGeom>
                <a:ln>
                  <a:prstDash val="sysDot"/>
                </a:ln>
              </p:spPr>
              <p:style>
                <a:lnRef idx="2">
                  <a:schemeClr val="accent6"/>
                </a:lnRef>
                <a:fillRef idx="1">
                  <a:schemeClr val="lt1"/>
                </a:fillRef>
                <a:effectRef idx="0">
                  <a:schemeClr val="accent6"/>
                </a:effectRef>
                <a:fontRef idx="minor">
                  <a:schemeClr val="dk1"/>
                </a:fontRef>
              </p:style>
              <p:txBody>
                <a:bodyPr rtlCol="0" anchor="ctr"/>
                <a:lstStyle>
                  <a:defPPr>
                    <a:defRPr lang="ko-KR"/>
                  </a:defPPr>
                  <a:lvl1pPr marL="0" algn="l" defTabSz="914400" rtl="0" eaLnBrk="1" latinLnBrk="1" hangingPunct="1">
                    <a:defRPr sz="1800" kern="1200">
                      <a:solidFill>
                        <a:schemeClr val="dk1"/>
                      </a:solidFill>
                      <a:latin typeface="+mn-lt"/>
                      <a:ea typeface="+mn-ea"/>
                      <a:cs typeface="+mn-cs"/>
                    </a:defRPr>
                  </a:lvl1pPr>
                  <a:lvl2pPr marL="457200" algn="l" defTabSz="914400" rtl="0" eaLnBrk="1" latinLnBrk="1" hangingPunct="1">
                    <a:defRPr sz="1800" kern="1200">
                      <a:solidFill>
                        <a:schemeClr val="dk1"/>
                      </a:solidFill>
                      <a:latin typeface="+mn-lt"/>
                      <a:ea typeface="+mn-ea"/>
                      <a:cs typeface="+mn-cs"/>
                    </a:defRPr>
                  </a:lvl2pPr>
                  <a:lvl3pPr marL="914400" algn="l" defTabSz="914400" rtl="0" eaLnBrk="1" latinLnBrk="1" hangingPunct="1">
                    <a:defRPr sz="1800" kern="1200">
                      <a:solidFill>
                        <a:schemeClr val="dk1"/>
                      </a:solidFill>
                      <a:latin typeface="+mn-lt"/>
                      <a:ea typeface="+mn-ea"/>
                      <a:cs typeface="+mn-cs"/>
                    </a:defRPr>
                  </a:lvl3pPr>
                  <a:lvl4pPr marL="1371600" algn="l" defTabSz="914400" rtl="0" eaLnBrk="1" latinLnBrk="1" hangingPunct="1">
                    <a:defRPr sz="1800" kern="1200">
                      <a:solidFill>
                        <a:schemeClr val="dk1"/>
                      </a:solidFill>
                      <a:latin typeface="+mn-lt"/>
                      <a:ea typeface="+mn-ea"/>
                      <a:cs typeface="+mn-cs"/>
                    </a:defRPr>
                  </a:lvl4pPr>
                  <a:lvl5pPr marL="1828800" algn="l" defTabSz="914400" rtl="0" eaLnBrk="1" latinLnBrk="1" hangingPunct="1">
                    <a:defRPr sz="1800" kern="1200">
                      <a:solidFill>
                        <a:schemeClr val="dk1"/>
                      </a:solidFill>
                      <a:latin typeface="+mn-lt"/>
                      <a:ea typeface="+mn-ea"/>
                      <a:cs typeface="+mn-cs"/>
                    </a:defRPr>
                  </a:lvl5pPr>
                  <a:lvl6pPr marL="2286000" algn="l" defTabSz="914400" rtl="0" eaLnBrk="1" latinLnBrk="1" hangingPunct="1">
                    <a:defRPr sz="1800" kern="1200">
                      <a:solidFill>
                        <a:schemeClr val="dk1"/>
                      </a:solidFill>
                      <a:latin typeface="+mn-lt"/>
                      <a:ea typeface="+mn-ea"/>
                      <a:cs typeface="+mn-cs"/>
                    </a:defRPr>
                  </a:lvl6pPr>
                  <a:lvl7pPr marL="2743200" algn="l" defTabSz="914400" rtl="0" eaLnBrk="1" latinLnBrk="1" hangingPunct="1">
                    <a:defRPr sz="1800" kern="1200">
                      <a:solidFill>
                        <a:schemeClr val="dk1"/>
                      </a:solidFill>
                      <a:latin typeface="+mn-lt"/>
                      <a:ea typeface="+mn-ea"/>
                      <a:cs typeface="+mn-cs"/>
                    </a:defRPr>
                  </a:lvl7pPr>
                  <a:lvl8pPr marL="3200400" algn="l" defTabSz="914400" rtl="0" eaLnBrk="1" latinLnBrk="1" hangingPunct="1">
                    <a:defRPr sz="1800" kern="1200">
                      <a:solidFill>
                        <a:schemeClr val="dk1"/>
                      </a:solidFill>
                      <a:latin typeface="+mn-lt"/>
                      <a:ea typeface="+mn-ea"/>
                      <a:cs typeface="+mn-cs"/>
                    </a:defRPr>
                  </a:lvl8pPr>
                  <a:lvl9pPr marL="3657600" algn="l" defTabSz="914400" rtl="0" eaLnBrk="1" latinLnBrk="1" hangingPunct="1">
                    <a:defRPr sz="1800" kern="1200">
                      <a:solidFill>
                        <a:schemeClr val="dk1"/>
                      </a:solidFill>
                      <a:latin typeface="+mn-lt"/>
                      <a:ea typeface="+mn-ea"/>
                      <a:cs typeface="+mn-cs"/>
                    </a:defRPr>
                  </a:lvl9pPr>
                </a:lstStyle>
                <a:p>
                  <a:pPr algn="ctr"/>
                  <a:endParaRPr lang="ko-KR" altLang="en-US" sz="1400" dirty="0"/>
                </a:p>
              </p:txBody>
            </p:sp>
            <p:sp>
              <p:nvSpPr>
                <p:cNvPr id="20" name="모서리가 둥근 직사각형 19"/>
                <p:cNvSpPr/>
                <p:nvPr/>
              </p:nvSpPr>
              <p:spPr>
                <a:xfrm>
                  <a:off x="503548" y="2348880"/>
                  <a:ext cx="1224136" cy="432048"/>
                </a:xfrm>
                <a:prstGeom prst="roundRect">
                  <a:avLst/>
                </a:prstGeom>
                <a:ln>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defPPr>
                    <a:defRPr lang="ko-KR"/>
                  </a:defPPr>
                  <a:lvl1pPr marL="0" algn="l" defTabSz="914400" rtl="0" eaLnBrk="1" latinLnBrk="1" hangingPunct="1">
                    <a:defRPr sz="1800" kern="1200">
                      <a:solidFill>
                        <a:schemeClr val="dk1"/>
                      </a:solidFill>
                      <a:latin typeface="+mn-lt"/>
                      <a:ea typeface="+mn-ea"/>
                      <a:cs typeface="+mn-cs"/>
                    </a:defRPr>
                  </a:lvl1pPr>
                  <a:lvl2pPr marL="457200" algn="l" defTabSz="914400" rtl="0" eaLnBrk="1" latinLnBrk="1" hangingPunct="1">
                    <a:defRPr sz="1800" kern="1200">
                      <a:solidFill>
                        <a:schemeClr val="dk1"/>
                      </a:solidFill>
                      <a:latin typeface="+mn-lt"/>
                      <a:ea typeface="+mn-ea"/>
                      <a:cs typeface="+mn-cs"/>
                    </a:defRPr>
                  </a:lvl2pPr>
                  <a:lvl3pPr marL="914400" algn="l" defTabSz="914400" rtl="0" eaLnBrk="1" latinLnBrk="1" hangingPunct="1">
                    <a:defRPr sz="1800" kern="1200">
                      <a:solidFill>
                        <a:schemeClr val="dk1"/>
                      </a:solidFill>
                      <a:latin typeface="+mn-lt"/>
                      <a:ea typeface="+mn-ea"/>
                      <a:cs typeface="+mn-cs"/>
                    </a:defRPr>
                  </a:lvl3pPr>
                  <a:lvl4pPr marL="1371600" algn="l" defTabSz="914400" rtl="0" eaLnBrk="1" latinLnBrk="1" hangingPunct="1">
                    <a:defRPr sz="1800" kern="1200">
                      <a:solidFill>
                        <a:schemeClr val="dk1"/>
                      </a:solidFill>
                      <a:latin typeface="+mn-lt"/>
                      <a:ea typeface="+mn-ea"/>
                      <a:cs typeface="+mn-cs"/>
                    </a:defRPr>
                  </a:lvl4pPr>
                  <a:lvl5pPr marL="1828800" algn="l" defTabSz="914400" rtl="0" eaLnBrk="1" latinLnBrk="1" hangingPunct="1">
                    <a:defRPr sz="1800" kern="1200">
                      <a:solidFill>
                        <a:schemeClr val="dk1"/>
                      </a:solidFill>
                      <a:latin typeface="+mn-lt"/>
                      <a:ea typeface="+mn-ea"/>
                      <a:cs typeface="+mn-cs"/>
                    </a:defRPr>
                  </a:lvl5pPr>
                  <a:lvl6pPr marL="2286000" algn="l" defTabSz="914400" rtl="0" eaLnBrk="1" latinLnBrk="1" hangingPunct="1">
                    <a:defRPr sz="1800" kern="1200">
                      <a:solidFill>
                        <a:schemeClr val="dk1"/>
                      </a:solidFill>
                      <a:latin typeface="+mn-lt"/>
                      <a:ea typeface="+mn-ea"/>
                      <a:cs typeface="+mn-cs"/>
                    </a:defRPr>
                  </a:lvl6pPr>
                  <a:lvl7pPr marL="2743200" algn="l" defTabSz="914400" rtl="0" eaLnBrk="1" latinLnBrk="1" hangingPunct="1">
                    <a:defRPr sz="1800" kern="1200">
                      <a:solidFill>
                        <a:schemeClr val="dk1"/>
                      </a:solidFill>
                      <a:latin typeface="+mn-lt"/>
                      <a:ea typeface="+mn-ea"/>
                      <a:cs typeface="+mn-cs"/>
                    </a:defRPr>
                  </a:lvl7pPr>
                  <a:lvl8pPr marL="3200400" algn="l" defTabSz="914400" rtl="0" eaLnBrk="1" latinLnBrk="1" hangingPunct="1">
                    <a:defRPr sz="1800" kern="1200">
                      <a:solidFill>
                        <a:schemeClr val="dk1"/>
                      </a:solidFill>
                      <a:latin typeface="+mn-lt"/>
                      <a:ea typeface="+mn-ea"/>
                      <a:cs typeface="+mn-cs"/>
                    </a:defRPr>
                  </a:lvl8pPr>
                  <a:lvl9pPr marL="3657600" algn="l" defTabSz="914400" rtl="0" eaLnBrk="1" latinLnBrk="1" hangingPunct="1">
                    <a:defRPr sz="1800" kern="1200">
                      <a:solidFill>
                        <a:schemeClr val="dk1"/>
                      </a:solidFill>
                      <a:latin typeface="+mn-lt"/>
                      <a:ea typeface="+mn-ea"/>
                      <a:cs typeface="+mn-cs"/>
                    </a:defRPr>
                  </a:lvl9pPr>
                </a:lstStyle>
                <a:p>
                  <a:pPr algn="ctr"/>
                  <a:r>
                    <a:rPr lang="en-US" altLang="ko-KR" sz="1400" dirty="0">
                      <a:latin typeface="SamsungOne-400" panose="020B0503030303020204" pitchFamily="34" charset="0"/>
                    </a:rPr>
                    <a:t>Internet</a:t>
                  </a:r>
                  <a:endParaRPr lang="ko-KR" altLang="en-US" sz="1400" dirty="0">
                    <a:latin typeface="SamsungOne-400" panose="020B0503030303020204" pitchFamily="34" charset="0"/>
                  </a:endParaRPr>
                </a:p>
              </p:txBody>
            </p:sp>
            <p:sp>
              <p:nvSpPr>
                <p:cNvPr id="21" name="모서리가 둥근 직사각형 20"/>
                <p:cNvSpPr/>
                <p:nvPr/>
              </p:nvSpPr>
              <p:spPr>
                <a:xfrm>
                  <a:off x="503548" y="3573016"/>
                  <a:ext cx="1224136" cy="432048"/>
                </a:xfrm>
                <a:prstGeom prst="roundRect">
                  <a:avLst/>
                </a:prstGeom>
                <a:ln>
                  <a:solidFill>
                    <a:srgbClr val="00B050"/>
                  </a:solidFill>
                </a:ln>
              </p:spPr>
              <p:style>
                <a:lnRef idx="2">
                  <a:schemeClr val="accent6"/>
                </a:lnRef>
                <a:fillRef idx="1">
                  <a:schemeClr val="lt1"/>
                </a:fillRef>
                <a:effectRef idx="0">
                  <a:schemeClr val="accent6"/>
                </a:effectRef>
                <a:fontRef idx="minor">
                  <a:schemeClr val="dk1"/>
                </a:fontRef>
              </p:style>
              <p:txBody>
                <a:bodyPr rtlCol="0" anchor="ctr"/>
                <a:lstStyle>
                  <a:defPPr>
                    <a:defRPr lang="ko-KR"/>
                  </a:defPPr>
                  <a:lvl1pPr marL="0" algn="l" defTabSz="914400" rtl="0" eaLnBrk="1" latinLnBrk="1" hangingPunct="1">
                    <a:defRPr sz="1800" kern="1200">
                      <a:solidFill>
                        <a:schemeClr val="dk1"/>
                      </a:solidFill>
                      <a:latin typeface="+mn-lt"/>
                      <a:ea typeface="+mn-ea"/>
                      <a:cs typeface="+mn-cs"/>
                    </a:defRPr>
                  </a:lvl1pPr>
                  <a:lvl2pPr marL="457200" algn="l" defTabSz="914400" rtl="0" eaLnBrk="1" latinLnBrk="1" hangingPunct="1">
                    <a:defRPr sz="1800" kern="1200">
                      <a:solidFill>
                        <a:schemeClr val="dk1"/>
                      </a:solidFill>
                      <a:latin typeface="+mn-lt"/>
                      <a:ea typeface="+mn-ea"/>
                      <a:cs typeface="+mn-cs"/>
                    </a:defRPr>
                  </a:lvl2pPr>
                  <a:lvl3pPr marL="914400" algn="l" defTabSz="914400" rtl="0" eaLnBrk="1" latinLnBrk="1" hangingPunct="1">
                    <a:defRPr sz="1800" kern="1200">
                      <a:solidFill>
                        <a:schemeClr val="dk1"/>
                      </a:solidFill>
                      <a:latin typeface="+mn-lt"/>
                      <a:ea typeface="+mn-ea"/>
                      <a:cs typeface="+mn-cs"/>
                    </a:defRPr>
                  </a:lvl3pPr>
                  <a:lvl4pPr marL="1371600" algn="l" defTabSz="914400" rtl="0" eaLnBrk="1" latinLnBrk="1" hangingPunct="1">
                    <a:defRPr sz="1800" kern="1200">
                      <a:solidFill>
                        <a:schemeClr val="dk1"/>
                      </a:solidFill>
                      <a:latin typeface="+mn-lt"/>
                      <a:ea typeface="+mn-ea"/>
                      <a:cs typeface="+mn-cs"/>
                    </a:defRPr>
                  </a:lvl4pPr>
                  <a:lvl5pPr marL="1828800" algn="l" defTabSz="914400" rtl="0" eaLnBrk="1" latinLnBrk="1" hangingPunct="1">
                    <a:defRPr sz="1800" kern="1200">
                      <a:solidFill>
                        <a:schemeClr val="dk1"/>
                      </a:solidFill>
                      <a:latin typeface="+mn-lt"/>
                      <a:ea typeface="+mn-ea"/>
                      <a:cs typeface="+mn-cs"/>
                    </a:defRPr>
                  </a:lvl5pPr>
                  <a:lvl6pPr marL="2286000" algn="l" defTabSz="914400" rtl="0" eaLnBrk="1" latinLnBrk="1" hangingPunct="1">
                    <a:defRPr sz="1800" kern="1200">
                      <a:solidFill>
                        <a:schemeClr val="dk1"/>
                      </a:solidFill>
                      <a:latin typeface="+mn-lt"/>
                      <a:ea typeface="+mn-ea"/>
                      <a:cs typeface="+mn-cs"/>
                    </a:defRPr>
                  </a:lvl6pPr>
                  <a:lvl7pPr marL="2743200" algn="l" defTabSz="914400" rtl="0" eaLnBrk="1" latinLnBrk="1" hangingPunct="1">
                    <a:defRPr sz="1800" kern="1200">
                      <a:solidFill>
                        <a:schemeClr val="dk1"/>
                      </a:solidFill>
                      <a:latin typeface="+mn-lt"/>
                      <a:ea typeface="+mn-ea"/>
                      <a:cs typeface="+mn-cs"/>
                    </a:defRPr>
                  </a:lvl7pPr>
                  <a:lvl8pPr marL="3200400" algn="l" defTabSz="914400" rtl="0" eaLnBrk="1" latinLnBrk="1" hangingPunct="1">
                    <a:defRPr sz="1800" kern="1200">
                      <a:solidFill>
                        <a:schemeClr val="dk1"/>
                      </a:solidFill>
                      <a:latin typeface="+mn-lt"/>
                      <a:ea typeface="+mn-ea"/>
                      <a:cs typeface="+mn-cs"/>
                    </a:defRPr>
                  </a:lvl8pPr>
                  <a:lvl9pPr marL="3657600" algn="l" defTabSz="914400" rtl="0" eaLnBrk="1" latinLnBrk="1" hangingPunct="1">
                    <a:defRPr sz="1800" kern="1200">
                      <a:solidFill>
                        <a:schemeClr val="dk1"/>
                      </a:solidFill>
                      <a:latin typeface="+mn-lt"/>
                      <a:ea typeface="+mn-ea"/>
                      <a:cs typeface="+mn-cs"/>
                    </a:defRPr>
                  </a:lvl9pPr>
                </a:lstStyle>
                <a:p>
                  <a:pPr algn="ctr"/>
                  <a:r>
                    <a:rPr lang="en-US" altLang="ko-KR" sz="1400" dirty="0" err="1">
                      <a:latin typeface="SamsungOne-400" panose="020B0503030303020204" pitchFamily="34" charset="0"/>
                    </a:rPr>
                    <a:t>Tệp</a:t>
                  </a:r>
                  <a:endParaRPr lang="ko-KR" altLang="en-US" sz="1400" dirty="0">
                    <a:latin typeface="SamsungOne-400" panose="020B0503030303020204" pitchFamily="34" charset="0"/>
                  </a:endParaRPr>
                </a:p>
              </p:txBody>
            </p:sp>
            <p:sp>
              <p:nvSpPr>
                <p:cNvPr id="22" name="모서리가 둥근 직사각형 21"/>
                <p:cNvSpPr/>
                <p:nvPr/>
              </p:nvSpPr>
              <p:spPr>
                <a:xfrm>
                  <a:off x="251520" y="4941168"/>
                  <a:ext cx="1728192" cy="432048"/>
                </a:xfrm>
                <a:prstGeom prst="roundRect">
                  <a:avLst/>
                </a:prstGeom>
                <a:ln>
                  <a:solidFill>
                    <a:srgbClr val="FFB546"/>
                  </a:solidFill>
                </a:ln>
              </p:spPr>
              <p:style>
                <a:lnRef idx="2">
                  <a:schemeClr val="accent6"/>
                </a:lnRef>
                <a:fillRef idx="1">
                  <a:schemeClr val="lt1"/>
                </a:fillRef>
                <a:effectRef idx="0">
                  <a:schemeClr val="accent6"/>
                </a:effectRef>
                <a:fontRef idx="minor">
                  <a:schemeClr val="dk1"/>
                </a:fontRef>
              </p:style>
              <p:txBody>
                <a:bodyPr rtlCol="0" anchor="ctr"/>
                <a:lstStyle>
                  <a:defPPr>
                    <a:defRPr lang="ko-KR"/>
                  </a:defPPr>
                  <a:lvl1pPr marL="0" algn="l" defTabSz="914400" rtl="0" eaLnBrk="1" latinLnBrk="1" hangingPunct="1">
                    <a:defRPr sz="1800" kern="1200">
                      <a:solidFill>
                        <a:schemeClr val="dk1"/>
                      </a:solidFill>
                      <a:latin typeface="+mn-lt"/>
                      <a:ea typeface="+mn-ea"/>
                      <a:cs typeface="+mn-cs"/>
                    </a:defRPr>
                  </a:lvl1pPr>
                  <a:lvl2pPr marL="457200" algn="l" defTabSz="914400" rtl="0" eaLnBrk="1" latinLnBrk="1" hangingPunct="1">
                    <a:defRPr sz="1800" kern="1200">
                      <a:solidFill>
                        <a:schemeClr val="dk1"/>
                      </a:solidFill>
                      <a:latin typeface="+mn-lt"/>
                      <a:ea typeface="+mn-ea"/>
                      <a:cs typeface="+mn-cs"/>
                    </a:defRPr>
                  </a:lvl2pPr>
                  <a:lvl3pPr marL="914400" algn="l" defTabSz="914400" rtl="0" eaLnBrk="1" latinLnBrk="1" hangingPunct="1">
                    <a:defRPr sz="1800" kern="1200">
                      <a:solidFill>
                        <a:schemeClr val="dk1"/>
                      </a:solidFill>
                      <a:latin typeface="+mn-lt"/>
                      <a:ea typeface="+mn-ea"/>
                      <a:cs typeface="+mn-cs"/>
                    </a:defRPr>
                  </a:lvl3pPr>
                  <a:lvl4pPr marL="1371600" algn="l" defTabSz="914400" rtl="0" eaLnBrk="1" latinLnBrk="1" hangingPunct="1">
                    <a:defRPr sz="1800" kern="1200">
                      <a:solidFill>
                        <a:schemeClr val="dk1"/>
                      </a:solidFill>
                      <a:latin typeface="+mn-lt"/>
                      <a:ea typeface="+mn-ea"/>
                      <a:cs typeface="+mn-cs"/>
                    </a:defRPr>
                  </a:lvl4pPr>
                  <a:lvl5pPr marL="1828800" algn="l" defTabSz="914400" rtl="0" eaLnBrk="1" latinLnBrk="1" hangingPunct="1">
                    <a:defRPr sz="1800" kern="1200">
                      <a:solidFill>
                        <a:schemeClr val="dk1"/>
                      </a:solidFill>
                      <a:latin typeface="+mn-lt"/>
                      <a:ea typeface="+mn-ea"/>
                      <a:cs typeface="+mn-cs"/>
                    </a:defRPr>
                  </a:lvl5pPr>
                  <a:lvl6pPr marL="2286000" algn="l" defTabSz="914400" rtl="0" eaLnBrk="1" latinLnBrk="1" hangingPunct="1">
                    <a:defRPr sz="1800" kern="1200">
                      <a:solidFill>
                        <a:schemeClr val="dk1"/>
                      </a:solidFill>
                      <a:latin typeface="+mn-lt"/>
                      <a:ea typeface="+mn-ea"/>
                      <a:cs typeface="+mn-cs"/>
                    </a:defRPr>
                  </a:lvl6pPr>
                  <a:lvl7pPr marL="2743200" algn="l" defTabSz="914400" rtl="0" eaLnBrk="1" latinLnBrk="1" hangingPunct="1">
                    <a:defRPr sz="1800" kern="1200">
                      <a:solidFill>
                        <a:schemeClr val="dk1"/>
                      </a:solidFill>
                      <a:latin typeface="+mn-lt"/>
                      <a:ea typeface="+mn-ea"/>
                      <a:cs typeface="+mn-cs"/>
                    </a:defRPr>
                  </a:lvl7pPr>
                  <a:lvl8pPr marL="3200400" algn="l" defTabSz="914400" rtl="0" eaLnBrk="1" latinLnBrk="1" hangingPunct="1">
                    <a:defRPr sz="1800" kern="1200">
                      <a:solidFill>
                        <a:schemeClr val="dk1"/>
                      </a:solidFill>
                      <a:latin typeface="+mn-lt"/>
                      <a:ea typeface="+mn-ea"/>
                      <a:cs typeface="+mn-cs"/>
                    </a:defRPr>
                  </a:lvl8pPr>
                  <a:lvl9pPr marL="3657600" algn="l" defTabSz="914400" rtl="0" eaLnBrk="1" latinLnBrk="1" hangingPunct="1">
                    <a:defRPr sz="1800" kern="1200">
                      <a:solidFill>
                        <a:schemeClr val="dk1"/>
                      </a:solidFill>
                      <a:latin typeface="+mn-lt"/>
                      <a:ea typeface="+mn-ea"/>
                      <a:cs typeface="+mn-cs"/>
                    </a:defRPr>
                  </a:lvl9pPr>
                </a:lstStyle>
                <a:p>
                  <a:pPr algn="ctr"/>
                  <a:r>
                    <a:rPr lang="en-US" altLang="ko-KR" sz="1200" dirty="0" err="1">
                      <a:latin typeface="SamsungOne-400" panose="020B0503030303020204" pitchFamily="34" charset="0"/>
                    </a:rPr>
                    <a:t>Cơ</a:t>
                  </a:r>
                  <a:r>
                    <a:rPr lang="en-US" altLang="ko-KR" sz="1200" dirty="0">
                      <a:latin typeface="SamsungOne-400" panose="020B0503030303020204" pitchFamily="34" charset="0"/>
                    </a:rPr>
                    <a:t> </a:t>
                  </a:r>
                  <a:r>
                    <a:rPr lang="en-US" altLang="ko-KR" sz="1200" dirty="0" err="1">
                      <a:latin typeface="SamsungOne-400" panose="020B0503030303020204" pitchFamily="34" charset="0"/>
                    </a:rPr>
                    <a:t>sở</a:t>
                  </a:r>
                  <a:r>
                    <a:rPr lang="en-US" altLang="ko-KR" sz="1200" dirty="0">
                      <a:latin typeface="SamsungOne-400" panose="020B0503030303020204" pitchFamily="34" charset="0"/>
                    </a:rPr>
                    <a:t> </a:t>
                  </a:r>
                  <a:r>
                    <a:rPr lang="en-US" altLang="ko-KR" sz="1200" dirty="0" err="1">
                      <a:latin typeface="SamsungOne-400" panose="020B0503030303020204" pitchFamily="34" charset="0"/>
                    </a:rPr>
                    <a:t>dữ</a:t>
                  </a:r>
                  <a:r>
                    <a:rPr lang="en-US" altLang="ko-KR" sz="1200" dirty="0">
                      <a:latin typeface="SamsungOne-400" panose="020B0503030303020204" pitchFamily="34" charset="0"/>
                    </a:rPr>
                    <a:t> </a:t>
                  </a:r>
                  <a:r>
                    <a:rPr lang="en-US" altLang="ko-KR" sz="1200" dirty="0" err="1">
                      <a:latin typeface="SamsungOne-400" panose="020B0503030303020204" pitchFamily="34" charset="0"/>
                    </a:rPr>
                    <a:t>liệu</a:t>
                  </a:r>
                  <a:endParaRPr lang="ko-KR" altLang="en-US" sz="1200" dirty="0">
                    <a:latin typeface="SamsungOne-400" panose="020B0503030303020204" pitchFamily="34" charset="0"/>
                  </a:endParaRPr>
                </a:p>
              </p:txBody>
            </p:sp>
            <p:sp>
              <p:nvSpPr>
                <p:cNvPr id="23" name="TextBox 6"/>
                <p:cNvSpPr txBox="1"/>
                <p:nvPr/>
              </p:nvSpPr>
              <p:spPr>
                <a:xfrm>
                  <a:off x="629562" y="1583504"/>
                  <a:ext cx="972108" cy="420028"/>
                </a:xfrm>
                <a:prstGeom prst="rect">
                  <a:avLst/>
                </a:prstGeom>
                <a:noFill/>
              </p:spPr>
              <p:txBody>
                <a:bodyPr wrap="squar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1400" dirty="0" err="1">
                      <a:latin typeface="SamsungOne-700" panose="020B0803030303020204" pitchFamily="34" charset="0"/>
                    </a:rPr>
                    <a:t>Nguồn</a:t>
                  </a:r>
                  <a:endParaRPr lang="ko-KR" altLang="en-US" sz="1400" dirty="0">
                    <a:latin typeface="SamsungOne-700" panose="020B0803030303020204" pitchFamily="34" charset="0"/>
                  </a:endParaRPr>
                </a:p>
              </p:txBody>
            </p:sp>
            <p:sp>
              <p:nvSpPr>
                <p:cNvPr id="24" name="모서리가 둥근 직사각형 23"/>
                <p:cNvSpPr/>
                <p:nvPr/>
              </p:nvSpPr>
              <p:spPr>
                <a:xfrm>
                  <a:off x="2880145" y="2348880"/>
                  <a:ext cx="1450452" cy="432048"/>
                </a:xfrm>
                <a:prstGeom prst="roundRect">
                  <a:avLst/>
                </a:prstGeom>
                <a:ln>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defPPr>
                    <a:defRPr lang="ko-KR"/>
                  </a:defPPr>
                  <a:lvl1pPr marL="0" algn="l" defTabSz="914400" rtl="0" eaLnBrk="1" latinLnBrk="1" hangingPunct="1">
                    <a:defRPr sz="1800" kern="1200">
                      <a:solidFill>
                        <a:schemeClr val="dk1"/>
                      </a:solidFill>
                      <a:latin typeface="+mn-lt"/>
                      <a:ea typeface="+mn-ea"/>
                      <a:cs typeface="+mn-cs"/>
                    </a:defRPr>
                  </a:lvl1pPr>
                  <a:lvl2pPr marL="457200" algn="l" defTabSz="914400" rtl="0" eaLnBrk="1" latinLnBrk="1" hangingPunct="1">
                    <a:defRPr sz="1800" kern="1200">
                      <a:solidFill>
                        <a:schemeClr val="dk1"/>
                      </a:solidFill>
                      <a:latin typeface="+mn-lt"/>
                      <a:ea typeface="+mn-ea"/>
                      <a:cs typeface="+mn-cs"/>
                    </a:defRPr>
                  </a:lvl2pPr>
                  <a:lvl3pPr marL="914400" algn="l" defTabSz="914400" rtl="0" eaLnBrk="1" latinLnBrk="1" hangingPunct="1">
                    <a:defRPr sz="1800" kern="1200">
                      <a:solidFill>
                        <a:schemeClr val="dk1"/>
                      </a:solidFill>
                      <a:latin typeface="+mn-lt"/>
                      <a:ea typeface="+mn-ea"/>
                      <a:cs typeface="+mn-cs"/>
                    </a:defRPr>
                  </a:lvl3pPr>
                  <a:lvl4pPr marL="1371600" algn="l" defTabSz="914400" rtl="0" eaLnBrk="1" latinLnBrk="1" hangingPunct="1">
                    <a:defRPr sz="1800" kern="1200">
                      <a:solidFill>
                        <a:schemeClr val="dk1"/>
                      </a:solidFill>
                      <a:latin typeface="+mn-lt"/>
                      <a:ea typeface="+mn-ea"/>
                      <a:cs typeface="+mn-cs"/>
                    </a:defRPr>
                  </a:lvl4pPr>
                  <a:lvl5pPr marL="1828800" algn="l" defTabSz="914400" rtl="0" eaLnBrk="1" latinLnBrk="1" hangingPunct="1">
                    <a:defRPr sz="1800" kern="1200">
                      <a:solidFill>
                        <a:schemeClr val="dk1"/>
                      </a:solidFill>
                      <a:latin typeface="+mn-lt"/>
                      <a:ea typeface="+mn-ea"/>
                      <a:cs typeface="+mn-cs"/>
                    </a:defRPr>
                  </a:lvl5pPr>
                  <a:lvl6pPr marL="2286000" algn="l" defTabSz="914400" rtl="0" eaLnBrk="1" latinLnBrk="1" hangingPunct="1">
                    <a:defRPr sz="1800" kern="1200">
                      <a:solidFill>
                        <a:schemeClr val="dk1"/>
                      </a:solidFill>
                      <a:latin typeface="+mn-lt"/>
                      <a:ea typeface="+mn-ea"/>
                      <a:cs typeface="+mn-cs"/>
                    </a:defRPr>
                  </a:lvl6pPr>
                  <a:lvl7pPr marL="2743200" algn="l" defTabSz="914400" rtl="0" eaLnBrk="1" latinLnBrk="1" hangingPunct="1">
                    <a:defRPr sz="1800" kern="1200">
                      <a:solidFill>
                        <a:schemeClr val="dk1"/>
                      </a:solidFill>
                      <a:latin typeface="+mn-lt"/>
                      <a:ea typeface="+mn-ea"/>
                      <a:cs typeface="+mn-cs"/>
                    </a:defRPr>
                  </a:lvl7pPr>
                  <a:lvl8pPr marL="3200400" algn="l" defTabSz="914400" rtl="0" eaLnBrk="1" latinLnBrk="1" hangingPunct="1">
                    <a:defRPr sz="1800" kern="1200">
                      <a:solidFill>
                        <a:schemeClr val="dk1"/>
                      </a:solidFill>
                      <a:latin typeface="+mn-lt"/>
                      <a:ea typeface="+mn-ea"/>
                      <a:cs typeface="+mn-cs"/>
                    </a:defRPr>
                  </a:lvl8pPr>
                  <a:lvl9pPr marL="3657600" algn="l" defTabSz="914400" rtl="0" eaLnBrk="1" latinLnBrk="1" hangingPunct="1">
                    <a:defRPr sz="1800" kern="1200">
                      <a:solidFill>
                        <a:schemeClr val="dk1"/>
                      </a:solidFill>
                      <a:latin typeface="+mn-lt"/>
                      <a:ea typeface="+mn-ea"/>
                      <a:cs typeface="+mn-cs"/>
                    </a:defRPr>
                  </a:lvl9pPr>
                </a:lstStyle>
                <a:p>
                  <a:pPr algn="ctr"/>
                  <a:r>
                    <a:rPr lang="en-US" altLang="ko-KR" sz="1400" dirty="0" err="1">
                      <a:latin typeface="SamsungOne-400" panose="020B0503030303020204" pitchFamily="34" charset="0"/>
                      <a:ea typeface="SamsungOne-400" panose="020B0503030303020204" pitchFamily="34" charset="0"/>
                    </a:rPr>
                    <a:t>văn</a:t>
                  </a:r>
                  <a:r>
                    <a:rPr lang="en-US" altLang="ko-KR" sz="1400" dirty="0">
                      <a:latin typeface="SamsungOne-400" panose="020B0503030303020204" pitchFamily="34" charset="0"/>
                      <a:ea typeface="SamsungOne-400" panose="020B0503030303020204" pitchFamily="34" charset="0"/>
                    </a:rPr>
                    <a:t> </a:t>
                  </a:r>
                  <a:r>
                    <a:rPr lang="en-US" altLang="ko-KR" sz="1400" dirty="0" err="1">
                      <a:latin typeface="SamsungOne-400" panose="020B0503030303020204" pitchFamily="34" charset="0"/>
                      <a:ea typeface="SamsungOne-400" panose="020B0503030303020204" pitchFamily="34" charset="0"/>
                    </a:rPr>
                    <a:t>bản</a:t>
                  </a:r>
                  <a:r>
                    <a:rPr lang="en-US" altLang="ko-KR" sz="1400" dirty="0">
                      <a:latin typeface="SamsungOne-400" panose="020B0503030303020204" pitchFamily="34" charset="0"/>
                      <a:ea typeface="SamsungOne-400" panose="020B0503030303020204" pitchFamily="34" charset="0"/>
                    </a:rPr>
                    <a:t> </a:t>
                  </a:r>
                  <a:r>
                    <a:rPr lang="en-US" altLang="ko-KR" sz="1400" dirty="0" err="1">
                      <a:latin typeface="SamsungOne-400" panose="020B0503030303020204" pitchFamily="34" charset="0"/>
                      <a:ea typeface="SamsungOne-400" panose="020B0503030303020204" pitchFamily="34" charset="0"/>
                    </a:rPr>
                    <a:t>thô</a:t>
                  </a:r>
                  <a:endParaRPr lang="ko-KR" altLang="en-US" sz="1400" dirty="0">
                    <a:latin typeface="SamsungOne-400" panose="020B0503030303020204" pitchFamily="34" charset="0"/>
                  </a:endParaRPr>
                </a:p>
              </p:txBody>
            </p:sp>
            <p:sp>
              <p:nvSpPr>
                <p:cNvPr id="25" name="모서리가 둥근 직사각형 24"/>
                <p:cNvSpPr/>
                <p:nvPr/>
              </p:nvSpPr>
              <p:spPr>
                <a:xfrm>
                  <a:off x="2940739" y="3249372"/>
                  <a:ext cx="1296144" cy="432048"/>
                </a:xfrm>
                <a:prstGeom prst="roundRect">
                  <a:avLst/>
                </a:prstGeom>
                <a:ln>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defPPr>
                    <a:defRPr lang="ko-KR"/>
                  </a:defPPr>
                  <a:lvl1pPr marL="0" algn="l" defTabSz="914400" rtl="0" eaLnBrk="1" latinLnBrk="1" hangingPunct="1">
                    <a:defRPr sz="1800" kern="1200">
                      <a:solidFill>
                        <a:schemeClr val="dk1"/>
                      </a:solidFill>
                      <a:latin typeface="+mn-lt"/>
                      <a:ea typeface="+mn-ea"/>
                      <a:cs typeface="+mn-cs"/>
                    </a:defRPr>
                  </a:lvl1pPr>
                  <a:lvl2pPr marL="457200" algn="l" defTabSz="914400" rtl="0" eaLnBrk="1" latinLnBrk="1" hangingPunct="1">
                    <a:defRPr sz="1800" kern="1200">
                      <a:solidFill>
                        <a:schemeClr val="dk1"/>
                      </a:solidFill>
                      <a:latin typeface="+mn-lt"/>
                      <a:ea typeface="+mn-ea"/>
                      <a:cs typeface="+mn-cs"/>
                    </a:defRPr>
                  </a:lvl2pPr>
                  <a:lvl3pPr marL="914400" algn="l" defTabSz="914400" rtl="0" eaLnBrk="1" latinLnBrk="1" hangingPunct="1">
                    <a:defRPr sz="1800" kern="1200">
                      <a:solidFill>
                        <a:schemeClr val="dk1"/>
                      </a:solidFill>
                      <a:latin typeface="+mn-lt"/>
                      <a:ea typeface="+mn-ea"/>
                      <a:cs typeface="+mn-cs"/>
                    </a:defRPr>
                  </a:lvl3pPr>
                  <a:lvl4pPr marL="1371600" algn="l" defTabSz="914400" rtl="0" eaLnBrk="1" latinLnBrk="1" hangingPunct="1">
                    <a:defRPr sz="1800" kern="1200">
                      <a:solidFill>
                        <a:schemeClr val="dk1"/>
                      </a:solidFill>
                      <a:latin typeface="+mn-lt"/>
                      <a:ea typeface="+mn-ea"/>
                      <a:cs typeface="+mn-cs"/>
                    </a:defRPr>
                  </a:lvl4pPr>
                  <a:lvl5pPr marL="1828800" algn="l" defTabSz="914400" rtl="0" eaLnBrk="1" latinLnBrk="1" hangingPunct="1">
                    <a:defRPr sz="1800" kern="1200">
                      <a:solidFill>
                        <a:schemeClr val="dk1"/>
                      </a:solidFill>
                      <a:latin typeface="+mn-lt"/>
                      <a:ea typeface="+mn-ea"/>
                      <a:cs typeface="+mn-cs"/>
                    </a:defRPr>
                  </a:lvl5pPr>
                  <a:lvl6pPr marL="2286000" algn="l" defTabSz="914400" rtl="0" eaLnBrk="1" latinLnBrk="1" hangingPunct="1">
                    <a:defRPr sz="1800" kern="1200">
                      <a:solidFill>
                        <a:schemeClr val="dk1"/>
                      </a:solidFill>
                      <a:latin typeface="+mn-lt"/>
                      <a:ea typeface="+mn-ea"/>
                      <a:cs typeface="+mn-cs"/>
                    </a:defRPr>
                  </a:lvl6pPr>
                  <a:lvl7pPr marL="2743200" algn="l" defTabSz="914400" rtl="0" eaLnBrk="1" latinLnBrk="1" hangingPunct="1">
                    <a:defRPr sz="1800" kern="1200">
                      <a:solidFill>
                        <a:schemeClr val="dk1"/>
                      </a:solidFill>
                      <a:latin typeface="+mn-lt"/>
                      <a:ea typeface="+mn-ea"/>
                      <a:cs typeface="+mn-cs"/>
                    </a:defRPr>
                  </a:lvl7pPr>
                  <a:lvl8pPr marL="3200400" algn="l" defTabSz="914400" rtl="0" eaLnBrk="1" latinLnBrk="1" hangingPunct="1">
                    <a:defRPr sz="1800" kern="1200">
                      <a:solidFill>
                        <a:schemeClr val="dk1"/>
                      </a:solidFill>
                      <a:latin typeface="+mn-lt"/>
                      <a:ea typeface="+mn-ea"/>
                      <a:cs typeface="+mn-cs"/>
                    </a:defRPr>
                  </a:lvl8pPr>
                  <a:lvl9pPr marL="3657600" algn="l" defTabSz="914400" rtl="0" eaLnBrk="1" latinLnBrk="1" hangingPunct="1">
                    <a:defRPr sz="1800" kern="1200">
                      <a:solidFill>
                        <a:schemeClr val="dk1"/>
                      </a:solidFill>
                      <a:latin typeface="+mn-lt"/>
                      <a:ea typeface="+mn-ea"/>
                      <a:cs typeface="+mn-cs"/>
                    </a:defRPr>
                  </a:lvl9pPr>
                </a:lstStyle>
                <a:p>
                  <a:pPr algn="ctr"/>
                  <a:r>
                    <a:rPr lang="en-US" altLang="ko-KR" sz="1400" dirty="0">
                      <a:latin typeface="SamsungOne-400" panose="020B0503030303020204" pitchFamily="34" charset="0"/>
                      <a:ea typeface="SamsungOne-400" panose="020B0503030303020204" pitchFamily="34" charset="0"/>
                    </a:rPr>
                    <a:t>CSV</a:t>
                  </a:r>
                  <a:endParaRPr lang="ko-KR" altLang="en-US" sz="1400" dirty="0">
                    <a:latin typeface="SamsungOne-400" panose="020B0503030303020204" pitchFamily="34" charset="0"/>
                  </a:endParaRPr>
                </a:p>
              </p:txBody>
            </p:sp>
            <p:sp>
              <p:nvSpPr>
                <p:cNvPr id="26" name="모서리가 둥근 직사각형 25"/>
                <p:cNvSpPr/>
                <p:nvPr/>
              </p:nvSpPr>
              <p:spPr>
                <a:xfrm>
                  <a:off x="2951820" y="3857802"/>
                  <a:ext cx="1296144" cy="432048"/>
                </a:xfrm>
                <a:prstGeom prst="roundRect">
                  <a:avLst/>
                </a:prstGeom>
                <a:ln>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defPPr>
                    <a:defRPr lang="ko-KR"/>
                  </a:defPPr>
                  <a:lvl1pPr marL="0" algn="l" defTabSz="914400" rtl="0" eaLnBrk="1" latinLnBrk="1" hangingPunct="1">
                    <a:defRPr sz="1800" kern="1200">
                      <a:solidFill>
                        <a:schemeClr val="dk1"/>
                      </a:solidFill>
                      <a:latin typeface="+mn-lt"/>
                      <a:ea typeface="+mn-ea"/>
                      <a:cs typeface="+mn-cs"/>
                    </a:defRPr>
                  </a:lvl1pPr>
                  <a:lvl2pPr marL="457200" algn="l" defTabSz="914400" rtl="0" eaLnBrk="1" latinLnBrk="1" hangingPunct="1">
                    <a:defRPr sz="1800" kern="1200">
                      <a:solidFill>
                        <a:schemeClr val="dk1"/>
                      </a:solidFill>
                      <a:latin typeface="+mn-lt"/>
                      <a:ea typeface="+mn-ea"/>
                      <a:cs typeface="+mn-cs"/>
                    </a:defRPr>
                  </a:lvl2pPr>
                  <a:lvl3pPr marL="914400" algn="l" defTabSz="914400" rtl="0" eaLnBrk="1" latinLnBrk="1" hangingPunct="1">
                    <a:defRPr sz="1800" kern="1200">
                      <a:solidFill>
                        <a:schemeClr val="dk1"/>
                      </a:solidFill>
                      <a:latin typeface="+mn-lt"/>
                      <a:ea typeface="+mn-ea"/>
                      <a:cs typeface="+mn-cs"/>
                    </a:defRPr>
                  </a:lvl3pPr>
                  <a:lvl4pPr marL="1371600" algn="l" defTabSz="914400" rtl="0" eaLnBrk="1" latinLnBrk="1" hangingPunct="1">
                    <a:defRPr sz="1800" kern="1200">
                      <a:solidFill>
                        <a:schemeClr val="dk1"/>
                      </a:solidFill>
                      <a:latin typeface="+mn-lt"/>
                      <a:ea typeface="+mn-ea"/>
                      <a:cs typeface="+mn-cs"/>
                    </a:defRPr>
                  </a:lvl4pPr>
                  <a:lvl5pPr marL="1828800" algn="l" defTabSz="914400" rtl="0" eaLnBrk="1" latinLnBrk="1" hangingPunct="1">
                    <a:defRPr sz="1800" kern="1200">
                      <a:solidFill>
                        <a:schemeClr val="dk1"/>
                      </a:solidFill>
                      <a:latin typeface="+mn-lt"/>
                      <a:ea typeface="+mn-ea"/>
                      <a:cs typeface="+mn-cs"/>
                    </a:defRPr>
                  </a:lvl5pPr>
                  <a:lvl6pPr marL="2286000" algn="l" defTabSz="914400" rtl="0" eaLnBrk="1" latinLnBrk="1" hangingPunct="1">
                    <a:defRPr sz="1800" kern="1200">
                      <a:solidFill>
                        <a:schemeClr val="dk1"/>
                      </a:solidFill>
                      <a:latin typeface="+mn-lt"/>
                      <a:ea typeface="+mn-ea"/>
                      <a:cs typeface="+mn-cs"/>
                    </a:defRPr>
                  </a:lvl6pPr>
                  <a:lvl7pPr marL="2743200" algn="l" defTabSz="914400" rtl="0" eaLnBrk="1" latinLnBrk="1" hangingPunct="1">
                    <a:defRPr sz="1800" kern="1200">
                      <a:solidFill>
                        <a:schemeClr val="dk1"/>
                      </a:solidFill>
                      <a:latin typeface="+mn-lt"/>
                      <a:ea typeface="+mn-ea"/>
                      <a:cs typeface="+mn-cs"/>
                    </a:defRPr>
                  </a:lvl7pPr>
                  <a:lvl8pPr marL="3200400" algn="l" defTabSz="914400" rtl="0" eaLnBrk="1" latinLnBrk="1" hangingPunct="1">
                    <a:defRPr sz="1800" kern="1200">
                      <a:solidFill>
                        <a:schemeClr val="dk1"/>
                      </a:solidFill>
                      <a:latin typeface="+mn-lt"/>
                      <a:ea typeface="+mn-ea"/>
                      <a:cs typeface="+mn-cs"/>
                    </a:defRPr>
                  </a:lvl8pPr>
                  <a:lvl9pPr marL="3657600" algn="l" defTabSz="914400" rtl="0" eaLnBrk="1" latinLnBrk="1" hangingPunct="1">
                    <a:defRPr sz="1800" kern="1200">
                      <a:solidFill>
                        <a:schemeClr val="dk1"/>
                      </a:solidFill>
                      <a:latin typeface="+mn-lt"/>
                      <a:ea typeface="+mn-ea"/>
                      <a:cs typeface="+mn-cs"/>
                    </a:defRPr>
                  </a:lvl9pPr>
                </a:lstStyle>
                <a:p>
                  <a:pPr algn="ctr"/>
                  <a:r>
                    <a:rPr lang="en-US" altLang="ko-KR" sz="1200" dirty="0">
                      <a:latin typeface="SamsungOne-400" panose="020B0503030303020204" pitchFamily="34" charset="0"/>
                      <a:ea typeface="SamsungOne-400" panose="020B0503030303020204" pitchFamily="34" charset="0"/>
                    </a:rPr>
                    <a:t>HTML/XML</a:t>
                  </a:r>
                  <a:endParaRPr lang="ko-KR" altLang="en-US" sz="1200" dirty="0">
                    <a:latin typeface="SamsungOne-400" panose="020B0503030303020204" pitchFamily="34" charset="0"/>
                  </a:endParaRPr>
                </a:p>
              </p:txBody>
            </p:sp>
            <p:sp>
              <p:nvSpPr>
                <p:cNvPr id="27" name="모서리가 둥근 직사각형 26"/>
                <p:cNvSpPr/>
                <p:nvPr/>
              </p:nvSpPr>
              <p:spPr>
                <a:xfrm>
                  <a:off x="2951820" y="4524819"/>
                  <a:ext cx="1296144" cy="432048"/>
                </a:xfrm>
                <a:prstGeom prst="roundRect">
                  <a:avLst/>
                </a:prstGeom>
                <a:ln>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defPPr>
                    <a:defRPr lang="ko-KR"/>
                  </a:defPPr>
                  <a:lvl1pPr marL="0" algn="l" defTabSz="914400" rtl="0" eaLnBrk="1" latinLnBrk="1" hangingPunct="1">
                    <a:defRPr sz="1800" kern="1200">
                      <a:solidFill>
                        <a:schemeClr val="dk1"/>
                      </a:solidFill>
                      <a:latin typeface="+mn-lt"/>
                      <a:ea typeface="+mn-ea"/>
                      <a:cs typeface="+mn-cs"/>
                    </a:defRPr>
                  </a:lvl1pPr>
                  <a:lvl2pPr marL="457200" algn="l" defTabSz="914400" rtl="0" eaLnBrk="1" latinLnBrk="1" hangingPunct="1">
                    <a:defRPr sz="1800" kern="1200">
                      <a:solidFill>
                        <a:schemeClr val="dk1"/>
                      </a:solidFill>
                      <a:latin typeface="+mn-lt"/>
                      <a:ea typeface="+mn-ea"/>
                      <a:cs typeface="+mn-cs"/>
                    </a:defRPr>
                  </a:lvl2pPr>
                  <a:lvl3pPr marL="914400" algn="l" defTabSz="914400" rtl="0" eaLnBrk="1" latinLnBrk="1" hangingPunct="1">
                    <a:defRPr sz="1800" kern="1200">
                      <a:solidFill>
                        <a:schemeClr val="dk1"/>
                      </a:solidFill>
                      <a:latin typeface="+mn-lt"/>
                      <a:ea typeface="+mn-ea"/>
                      <a:cs typeface="+mn-cs"/>
                    </a:defRPr>
                  </a:lvl3pPr>
                  <a:lvl4pPr marL="1371600" algn="l" defTabSz="914400" rtl="0" eaLnBrk="1" latinLnBrk="1" hangingPunct="1">
                    <a:defRPr sz="1800" kern="1200">
                      <a:solidFill>
                        <a:schemeClr val="dk1"/>
                      </a:solidFill>
                      <a:latin typeface="+mn-lt"/>
                      <a:ea typeface="+mn-ea"/>
                      <a:cs typeface="+mn-cs"/>
                    </a:defRPr>
                  </a:lvl4pPr>
                  <a:lvl5pPr marL="1828800" algn="l" defTabSz="914400" rtl="0" eaLnBrk="1" latinLnBrk="1" hangingPunct="1">
                    <a:defRPr sz="1800" kern="1200">
                      <a:solidFill>
                        <a:schemeClr val="dk1"/>
                      </a:solidFill>
                      <a:latin typeface="+mn-lt"/>
                      <a:ea typeface="+mn-ea"/>
                      <a:cs typeface="+mn-cs"/>
                    </a:defRPr>
                  </a:lvl5pPr>
                  <a:lvl6pPr marL="2286000" algn="l" defTabSz="914400" rtl="0" eaLnBrk="1" latinLnBrk="1" hangingPunct="1">
                    <a:defRPr sz="1800" kern="1200">
                      <a:solidFill>
                        <a:schemeClr val="dk1"/>
                      </a:solidFill>
                      <a:latin typeface="+mn-lt"/>
                      <a:ea typeface="+mn-ea"/>
                      <a:cs typeface="+mn-cs"/>
                    </a:defRPr>
                  </a:lvl6pPr>
                  <a:lvl7pPr marL="2743200" algn="l" defTabSz="914400" rtl="0" eaLnBrk="1" latinLnBrk="1" hangingPunct="1">
                    <a:defRPr sz="1800" kern="1200">
                      <a:solidFill>
                        <a:schemeClr val="dk1"/>
                      </a:solidFill>
                      <a:latin typeface="+mn-lt"/>
                      <a:ea typeface="+mn-ea"/>
                      <a:cs typeface="+mn-cs"/>
                    </a:defRPr>
                  </a:lvl7pPr>
                  <a:lvl8pPr marL="3200400" algn="l" defTabSz="914400" rtl="0" eaLnBrk="1" latinLnBrk="1" hangingPunct="1">
                    <a:defRPr sz="1800" kern="1200">
                      <a:solidFill>
                        <a:schemeClr val="dk1"/>
                      </a:solidFill>
                      <a:latin typeface="+mn-lt"/>
                      <a:ea typeface="+mn-ea"/>
                      <a:cs typeface="+mn-cs"/>
                    </a:defRPr>
                  </a:lvl8pPr>
                  <a:lvl9pPr marL="3657600" algn="l" defTabSz="914400" rtl="0" eaLnBrk="1" latinLnBrk="1" hangingPunct="1">
                    <a:defRPr sz="1800" kern="1200">
                      <a:solidFill>
                        <a:schemeClr val="dk1"/>
                      </a:solidFill>
                      <a:latin typeface="+mn-lt"/>
                      <a:ea typeface="+mn-ea"/>
                      <a:cs typeface="+mn-cs"/>
                    </a:defRPr>
                  </a:lvl9pPr>
                </a:lstStyle>
                <a:p>
                  <a:pPr algn="ctr"/>
                  <a:r>
                    <a:rPr lang="en-US" altLang="ko-KR" sz="1400" dirty="0">
                      <a:latin typeface="SamsungOne-400" panose="020B0503030303020204" pitchFamily="34" charset="0"/>
                      <a:ea typeface="SamsungOne-400" panose="020B0503030303020204" pitchFamily="34" charset="0"/>
                    </a:rPr>
                    <a:t>JSON</a:t>
                  </a:r>
                  <a:endParaRPr lang="ko-KR" altLang="en-US" sz="1400" dirty="0">
                    <a:latin typeface="SamsungOne-400" panose="020B0503030303020204" pitchFamily="34" charset="0"/>
                  </a:endParaRPr>
                </a:p>
              </p:txBody>
            </p:sp>
            <p:sp>
              <p:nvSpPr>
                <p:cNvPr id="28" name="모서리가 둥근 직사각형 27"/>
                <p:cNvSpPr/>
                <p:nvPr/>
              </p:nvSpPr>
              <p:spPr>
                <a:xfrm>
                  <a:off x="2951820" y="5191836"/>
                  <a:ext cx="1296144" cy="432048"/>
                </a:xfrm>
                <a:prstGeom prst="roundRect">
                  <a:avLst/>
                </a:prstGeom>
                <a:ln>
                  <a:solidFill>
                    <a:schemeClr val="accent1"/>
                  </a:solidFill>
                </a:ln>
              </p:spPr>
              <p:style>
                <a:lnRef idx="2">
                  <a:schemeClr val="accent6"/>
                </a:lnRef>
                <a:fillRef idx="1">
                  <a:schemeClr val="lt1"/>
                </a:fillRef>
                <a:effectRef idx="0">
                  <a:schemeClr val="accent6"/>
                </a:effectRef>
                <a:fontRef idx="minor">
                  <a:schemeClr val="dk1"/>
                </a:fontRef>
              </p:style>
              <p:txBody>
                <a:bodyPr lIns="0" rIns="0" rtlCol="0" anchor="ctr"/>
                <a:lstStyle>
                  <a:defPPr>
                    <a:defRPr lang="ko-KR"/>
                  </a:defPPr>
                  <a:lvl1pPr marL="0" algn="l" defTabSz="914400" rtl="0" eaLnBrk="1" latinLnBrk="1" hangingPunct="1">
                    <a:defRPr sz="1800" kern="1200">
                      <a:solidFill>
                        <a:schemeClr val="dk1"/>
                      </a:solidFill>
                      <a:latin typeface="+mn-lt"/>
                      <a:ea typeface="+mn-ea"/>
                      <a:cs typeface="+mn-cs"/>
                    </a:defRPr>
                  </a:lvl1pPr>
                  <a:lvl2pPr marL="457200" algn="l" defTabSz="914400" rtl="0" eaLnBrk="1" latinLnBrk="1" hangingPunct="1">
                    <a:defRPr sz="1800" kern="1200">
                      <a:solidFill>
                        <a:schemeClr val="dk1"/>
                      </a:solidFill>
                      <a:latin typeface="+mn-lt"/>
                      <a:ea typeface="+mn-ea"/>
                      <a:cs typeface="+mn-cs"/>
                    </a:defRPr>
                  </a:lvl2pPr>
                  <a:lvl3pPr marL="914400" algn="l" defTabSz="914400" rtl="0" eaLnBrk="1" latinLnBrk="1" hangingPunct="1">
                    <a:defRPr sz="1800" kern="1200">
                      <a:solidFill>
                        <a:schemeClr val="dk1"/>
                      </a:solidFill>
                      <a:latin typeface="+mn-lt"/>
                      <a:ea typeface="+mn-ea"/>
                      <a:cs typeface="+mn-cs"/>
                    </a:defRPr>
                  </a:lvl3pPr>
                  <a:lvl4pPr marL="1371600" algn="l" defTabSz="914400" rtl="0" eaLnBrk="1" latinLnBrk="1" hangingPunct="1">
                    <a:defRPr sz="1800" kern="1200">
                      <a:solidFill>
                        <a:schemeClr val="dk1"/>
                      </a:solidFill>
                      <a:latin typeface="+mn-lt"/>
                      <a:ea typeface="+mn-ea"/>
                      <a:cs typeface="+mn-cs"/>
                    </a:defRPr>
                  </a:lvl4pPr>
                  <a:lvl5pPr marL="1828800" algn="l" defTabSz="914400" rtl="0" eaLnBrk="1" latinLnBrk="1" hangingPunct="1">
                    <a:defRPr sz="1800" kern="1200">
                      <a:solidFill>
                        <a:schemeClr val="dk1"/>
                      </a:solidFill>
                      <a:latin typeface="+mn-lt"/>
                      <a:ea typeface="+mn-ea"/>
                      <a:cs typeface="+mn-cs"/>
                    </a:defRPr>
                  </a:lvl5pPr>
                  <a:lvl6pPr marL="2286000" algn="l" defTabSz="914400" rtl="0" eaLnBrk="1" latinLnBrk="1" hangingPunct="1">
                    <a:defRPr sz="1800" kern="1200">
                      <a:solidFill>
                        <a:schemeClr val="dk1"/>
                      </a:solidFill>
                      <a:latin typeface="+mn-lt"/>
                      <a:ea typeface="+mn-ea"/>
                      <a:cs typeface="+mn-cs"/>
                    </a:defRPr>
                  </a:lvl6pPr>
                  <a:lvl7pPr marL="2743200" algn="l" defTabSz="914400" rtl="0" eaLnBrk="1" latinLnBrk="1" hangingPunct="1">
                    <a:defRPr sz="1800" kern="1200">
                      <a:solidFill>
                        <a:schemeClr val="dk1"/>
                      </a:solidFill>
                      <a:latin typeface="+mn-lt"/>
                      <a:ea typeface="+mn-ea"/>
                      <a:cs typeface="+mn-cs"/>
                    </a:defRPr>
                  </a:lvl7pPr>
                  <a:lvl8pPr marL="3200400" algn="l" defTabSz="914400" rtl="0" eaLnBrk="1" latinLnBrk="1" hangingPunct="1">
                    <a:defRPr sz="1800" kern="1200">
                      <a:solidFill>
                        <a:schemeClr val="dk1"/>
                      </a:solidFill>
                      <a:latin typeface="+mn-lt"/>
                      <a:ea typeface="+mn-ea"/>
                      <a:cs typeface="+mn-cs"/>
                    </a:defRPr>
                  </a:lvl8pPr>
                  <a:lvl9pPr marL="3657600" algn="l" defTabSz="914400" rtl="0" eaLnBrk="1" latinLnBrk="1" hangingPunct="1">
                    <a:defRPr sz="1800" kern="1200">
                      <a:solidFill>
                        <a:schemeClr val="dk1"/>
                      </a:solidFill>
                      <a:latin typeface="+mn-lt"/>
                      <a:ea typeface="+mn-ea"/>
                      <a:cs typeface="+mn-cs"/>
                    </a:defRPr>
                  </a:lvl9pPr>
                </a:lstStyle>
                <a:p>
                  <a:pPr algn="ctr"/>
                  <a:r>
                    <a:rPr lang="en-US" altLang="ko-KR" sz="1400" dirty="0" err="1">
                      <a:latin typeface="SamsungOne-400" panose="020B0503030303020204" pitchFamily="34" charset="0"/>
                      <a:ea typeface="SamsungOne-400" panose="020B0503030303020204" pitchFamily="34" charset="0"/>
                    </a:rPr>
                    <a:t>Bảng</a:t>
                  </a:r>
                  <a:r>
                    <a:rPr lang="en-US" altLang="ko-KR" sz="1400" dirty="0">
                      <a:latin typeface="SamsungOne-400" panose="020B0503030303020204" pitchFamily="34" charset="0"/>
                      <a:ea typeface="SamsungOne-400" panose="020B0503030303020204" pitchFamily="34" charset="0"/>
                    </a:rPr>
                    <a:t> </a:t>
                  </a:r>
                  <a:r>
                    <a:rPr lang="en-US" altLang="ko-KR" sz="1400" dirty="0" err="1">
                      <a:latin typeface="SamsungOne-400" panose="020B0503030303020204" pitchFamily="34" charset="0"/>
                      <a:ea typeface="SamsungOne-400" panose="020B0503030303020204" pitchFamily="34" charset="0"/>
                    </a:rPr>
                    <a:t>biểu</a:t>
                  </a:r>
                  <a:endParaRPr lang="ko-KR" altLang="en-US" sz="1400" dirty="0">
                    <a:latin typeface="SamsungOne-400" panose="020B0503030303020204" pitchFamily="34" charset="0"/>
                  </a:endParaRPr>
                </a:p>
              </p:txBody>
            </p:sp>
            <p:sp>
              <p:nvSpPr>
                <p:cNvPr id="29" name="모서리가 둥근 직사각형 28"/>
                <p:cNvSpPr/>
                <p:nvPr/>
              </p:nvSpPr>
              <p:spPr>
                <a:xfrm>
                  <a:off x="5256076" y="2284721"/>
                  <a:ext cx="1872208" cy="432048"/>
                </a:xfrm>
                <a:prstGeom prst="roundRect">
                  <a:avLst/>
                </a:prstGeom>
                <a:ln>
                  <a:solidFill>
                    <a:srgbClr val="FF0000"/>
                  </a:solidFill>
                </a:ln>
              </p:spPr>
              <p:style>
                <a:lnRef idx="2">
                  <a:schemeClr val="accent6"/>
                </a:lnRef>
                <a:fillRef idx="1">
                  <a:schemeClr val="lt1"/>
                </a:fillRef>
                <a:effectRef idx="0">
                  <a:schemeClr val="accent6"/>
                </a:effectRef>
                <a:fontRef idx="minor">
                  <a:schemeClr val="dk1"/>
                </a:fontRef>
              </p:style>
              <p:txBody>
                <a:bodyPr rtlCol="0" anchor="ctr"/>
                <a:lstStyle>
                  <a:defPPr>
                    <a:defRPr lang="ko-KR"/>
                  </a:defPPr>
                  <a:lvl1pPr marL="0" algn="l" defTabSz="914400" rtl="0" eaLnBrk="1" latinLnBrk="1" hangingPunct="1">
                    <a:defRPr sz="1800" kern="1200">
                      <a:solidFill>
                        <a:schemeClr val="dk1"/>
                      </a:solidFill>
                      <a:latin typeface="+mn-lt"/>
                      <a:ea typeface="+mn-ea"/>
                      <a:cs typeface="+mn-cs"/>
                    </a:defRPr>
                  </a:lvl1pPr>
                  <a:lvl2pPr marL="457200" algn="l" defTabSz="914400" rtl="0" eaLnBrk="1" latinLnBrk="1" hangingPunct="1">
                    <a:defRPr sz="1800" kern="1200">
                      <a:solidFill>
                        <a:schemeClr val="dk1"/>
                      </a:solidFill>
                      <a:latin typeface="+mn-lt"/>
                      <a:ea typeface="+mn-ea"/>
                      <a:cs typeface="+mn-cs"/>
                    </a:defRPr>
                  </a:lvl2pPr>
                  <a:lvl3pPr marL="914400" algn="l" defTabSz="914400" rtl="0" eaLnBrk="1" latinLnBrk="1" hangingPunct="1">
                    <a:defRPr sz="1800" kern="1200">
                      <a:solidFill>
                        <a:schemeClr val="dk1"/>
                      </a:solidFill>
                      <a:latin typeface="+mn-lt"/>
                      <a:ea typeface="+mn-ea"/>
                      <a:cs typeface="+mn-cs"/>
                    </a:defRPr>
                  </a:lvl3pPr>
                  <a:lvl4pPr marL="1371600" algn="l" defTabSz="914400" rtl="0" eaLnBrk="1" latinLnBrk="1" hangingPunct="1">
                    <a:defRPr sz="1800" kern="1200">
                      <a:solidFill>
                        <a:schemeClr val="dk1"/>
                      </a:solidFill>
                      <a:latin typeface="+mn-lt"/>
                      <a:ea typeface="+mn-ea"/>
                      <a:cs typeface="+mn-cs"/>
                    </a:defRPr>
                  </a:lvl4pPr>
                  <a:lvl5pPr marL="1828800" algn="l" defTabSz="914400" rtl="0" eaLnBrk="1" latinLnBrk="1" hangingPunct="1">
                    <a:defRPr sz="1800" kern="1200">
                      <a:solidFill>
                        <a:schemeClr val="dk1"/>
                      </a:solidFill>
                      <a:latin typeface="+mn-lt"/>
                      <a:ea typeface="+mn-ea"/>
                      <a:cs typeface="+mn-cs"/>
                    </a:defRPr>
                  </a:lvl5pPr>
                  <a:lvl6pPr marL="2286000" algn="l" defTabSz="914400" rtl="0" eaLnBrk="1" latinLnBrk="1" hangingPunct="1">
                    <a:defRPr sz="1800" kern="1200">
                      <a:solidFill>
                        <a:schemeClr val="dk1"/>
                      </a:solidFill>
                      <a:latin typeface="+mn-lt"/>
                      <a:ea typeface="+mn-ea"/>
                      <a:cs typeface="+mn-cs"/>
                    </a:defRPr>
                  </a:lvl6pPr>
                  <a:lvl7pPr marL="2743200" algn="l" defTabSz="914400" rtl="0" eaLnBrk="1" latinLnBrk="1" hangingPunct="1">
                    <a:defRPr sz="1800" kern="1200">
                      <a:solidFill>
                        <a:schemeClr val="dk1"/>
                      </a:solidFill>
                      <a:latin typeface="+mn-lt"/>
                      <a:ea typeface="+mn-ea"/>
                      <a:cs typeface="+mn-cs"/>
                    </a:defRPr>
                  </a:lvl7pPr>
                  <a:lvl8pPr marL="3200400" algn="l" defTabSz="914400" rtl="0" eaLnBrk="1" latinLnBrk="1" hangingPunct="1">
                    <a:defRPr sz="1800" kern="1200">
                      <a:solidFill>
                        <a:schemeClr val="dk1"/>
                      </a:solidFill>
                      <a:latin typeface="+mn-lt"/>
                      <a:ea typeface="+mn-ea"/>
                      <a:cs typeface="+mn-cs"/>
                    </a:defRPr>
                  </a:lvl8pPr>
                  <a:lvl9pPr marL="3657600" algn="l" defTabSz="914400" rtl="0" eaLnBrk="1" latinLnBrk="1" hangingPunct="1">
                    <a:defRPr sz="1800" kern="1200">
                      <a:solidFill>
                        <a:schemeClr val="dk1"/>
                      </a:solidFill>
                      <a:latin typeface="+mn-lt"/>
                      <a:ea typeface="+mn-ea"/>
                      <a:cs typeface="+mn-cs"/>
                    </a:defRPr>
                  </a:lvl9pPr>
                </a:lstStyle>
                <a:p>
                  <a:pPr algn="ctr"/>
                  <a:r>
                    <a:rPr lang="en-US" altLang="ko-KR" sz="1200" dirty="0">
                      <a:latin typeface="SamsungOne-400" panose="020B0503030303020204" pitchFamily="34" charset="0"/>
                    </a:rPr>
                    <a:t>List, Tuple, Set</a:t>
                  </a:r>
                  <a:endParaRPr lang="ko-KR" altLang="en-US" sz="1200" dirty="0">
                    <a:latin typeface="SamsungOne-400" panose="020B0503030303020204" pitchFamily="34" charset="0"/>
                  </a:endParaRPr>
                </a:p>
              </p:txBody>
            </p:sp>
            <p:sp>
              <p:nvSpPr>
                <p:cNvPr id="30" name="모서리가 둥근 직사각형 29"/>
                <p:cNvSpPr/>
                <p:nvPr/>
              </p:nvSpPr>
              <p:spPr>
                <a:xfrm>
                  <a:off x="5256076" y="3190785"/>
                  <a:ext cx="1872208" cy="432048"/>
                </a:xfrm>
                <a:prstGeom prst="roundRect">
                  <a:avLst/>
                </a:prstGeom>
                <a:ln>
                  <a:solidFill>
                    <a:srgbClr val="FF0000"/>
                  </a:solidFill>
                </a:ln>
              </p:spPr>
              <p:style>
                <a:lnRef idx="2">
                  <a:schemeClr val="accent6"/>
                </a:lnRef>
                <a:fillRef idx="1">
                  <a:schemeClr val="lt1"/>
                </a:fillRef>
                <a:effectRef idx="0">
                  <a:schemeClr val="accent6"/>
                </a:effectRef>
                <a:fontRef idx="minor">
                  <a:schemeClr val="dk1"/>
                </a:fontRef>
              </p:style>
              <p:txBody>
                <a:bodyPr rtlCol="0" anchor="ctr"/>
                <a:lstStyle>
                  <a:defPPr>
                    <a:defRPr lang="ko-KR"/>
                  </a:defPPr>
                  <a:lvl1pPr marL="0" algn="l" defTabSz="914400" rtl="0" eaLnBrk="1" latinLnBrk="1" hangingPunct="1">
                    <a:defRPr sz="1800" kern="1200">
                      <a:solidFill>
                        <a:schemeClr val="dk1"/>
                      </a:solidFill>
                      <a:latin typeface="+mn-lt"/>
                      <a:ea typeface="+mn-ea"/>
                      <a:cs typeface="+mn-cs"/>
                    </a:defRPr>
                  </a:lvl1pPr>
                  <a:lvl2pPr marL="457200" algn="l" defTabSz="914400" rtl="0" eaLnBrk="1" latinLnBrk="1" hangingPunct="1">
                    <a:defRPr sz="1800" kern="1200">
                      <a:solidFill>
                        <a:schemeClr val="dk1"/>
                      </a:solidFill>
                      <a:latin typeface="+mn-lt"/>
                      <a:ea typeface="+mn-ea"/>
                      <a:cs typeface="+mn-cs"/>
                    </a:defRPr>
                  </a:lvl2pPr>
                  <a:lvl3pPr marL="914400" algn="l" defTabSz="914400" rtl="0" eaLnBrk="1" latinLnBrk="1" hangingPunct="1">
                    <a:defRPr sz="1800" kern="1200">
                      <a:solidFill>
                        <a:schemeClr val="dk1"/>
                      </a:solidFill>
                      <a:latin typeface="+mn-lt"/>
                      <a:ea typeface="+mn-ea"/>
                      <a:cs typeface="+mn-cs"/>
                    </a:defRPr>
                  </a:lvl3pPr>
                  <a:lvl4pPr marL="1371600" algn="l" defTabSz="914400" rtl="0" eaLnBrk="1" latinLnBrk="1" hangingPunct="1">
                    <a:defRPr sz="1800" kern="1200">
                      <a:solidFill>
                        <a:schemeClr val="dk1"/>
                      </a:solidFill>
                      <a:latin typeface="+mn-lt"/>
                      <a:ea typeface="+mn-ea"/>
                      <a:cs typeface="+mn-cs"/>
                    </a:defRPr>
                  </a:lvl4pPr>
                  <a:lvl5pPr marL="1828800" algn="l" defTabSz="914400" rtl="0" eaLnBrk="1" latinLnBrk="1" hangingPunct="1">
                    <a:defRPr sz="1800" kern="1200">
                      <a:solidFill>
                        <a:schemeClr val="dk1"/>
                      </a:solidFill>
                      <a:latin typeface="+mn-lt"/>
                      <a:ea typeface="+mn-ea"/>
                      <a:cs typeface="+mn-cs"/>
                    </a:defRPr>
                  </a:lvl5pPr>
                  <a:lvl6pPr marL="2286000" algn="l" defTabSz="914400" rtl="0" eaLnBrk="1" latinLnBrk="1" hangingPunct="1">
                    <a:defRPr sz="1800" kern="1200">
                      <a:solidFill>
                        <a:schemeClr val="dk1"/>
                      </a:solidFill>
                      <a:latin typeface="+mn-lt"/>
                      <a:ea typeface="+mn-ea"/>
                      <a:cs typeface="+mn-cs"/>
                    </a:defRPr>
                  </a:lvl6pPr>
                  <a:lvl7pPr marL="2743200" algn="l" defTabSz="914400" rtl="0" eaLnBrk="1" latinLnBrk="1" hangingPunct="1">
                    <a:defRPr sz="1800" kern="1200">
                      <a:solidFill>
                        <a:schemeClr val="dk1"/>
                      </a:solidFill>
                      <a:latin typeface="+mn-lt"/>
                      <a:ea typeface="+mn-ea"/>
                      <a:cs typeface="+mn-cs"/>
                    </a:defRPr>
                  </a:lvl7pPr>
                  <a:lvl8pPr marL="3200400" algn="l" defTabSz="914400" rtl="0" eaLnBrk="1" latinLnBrk="1" hangingPunct="1">
                    <a:defRPr sz="1800" kern="1200">
                      <a:solidFill>
                        <a:schemeClr val="dk1"/>
                      </a:solidFill>
                      <a:latin typeface="+mn-lt"/>
                      <a:ea typeface="+mn-ea"/>
                      <a:cs typeface="+mn-cs"/>
                    </a:defRPr>
                  </a:lvl8pPr>
                  <a:lvl9pPr marL="3657600" algn="l" defTabSz="914400" rtl="0" eaLnBrk="1" latinLnBrk="1" hangingPunct="1">
                    <a:defRPr sz="1800" kern="1200">
                      <a:solidFill>
                        <a:schemeClr val="dk1"/>
                      </a:solidFill>
                      <a:latin typeface="+mn-lt"/>
                      <a:ea typeface="+mn-ea"/>
                      <a:cs typeface="+mn-cs"/>
                    </a:defRPr>
                  </a:lvl9pPr>
                </a:lstStyle>
                <a:p>
                  <a:pPr algn="ctr"/>
                  <a:r>
                    <a:rPr lang="en-US" altLang="ko-KR" sz="1200" dirty="0" err="1">
                      <a:latin typeface="SamsungOne-400" panose="020B0503030303020204" pitchFamily="34" charset="0"/>
                    </a:rPr>
                    <a:t>Mảng</a:t>
                  </a:r>
                  <a:r>
                    <a:rPr lang="en-US" altLang="ko-KR" sz="1200" dirty="0">
                      <a:latin typeface="SamsungOne-400" panose="020B0503030303020204" pitchFamily="34" charset="0"/>
                    </a:rPr>
                    <a:t>, ma </a:t>
                  </a:r>
                  <a:r>
                    <a:rPr lang="en-US" altLang="ko-KR" sz="1200" dirty="0" err="1">
                      <a:latin typeface="SamsungOne-400" panose="020B0503030303020204" pitchFamily="34" charset="0"/>
                    </a:rPr>
                    <a:t>trận</a:t>
                  </a:r>
                  <a:endParaRPr lang="ko-KR" altLang="en-US" sz="1200" dirty="0">
                    <a:latin typeface="SamsungOne-400" panose="020B0503030303020204" pitchFamily="34" charset="0"/>
                  </a:endParaRPr>
                </a:p>
              </p:txBody>
            </p:sp>
            <p:sp>
              <p:nvSpPr>
                <p:cNvPr id="31" name="모서리가 둥근 직사각형 30"/>
                <p:cNvSpPr/>
                <p:nvPr/>
              </p:nvSpPr>
              <p:spPr>
                <a:xfrm>
                  <a:off x="5256076" y="4047700"/>
                  <a:ext cx="1872208" cy="432048"/>
                </a:xfrm>
                <a:prstGeom prst="roundRect">
                  <a:avLst/>
                </a:prstGeom>
                <a:ln>
                  <a:solidFill>
                    <a:srgbClr val="FF0000"/>
                  </a:solidFill>
                </a:ln>
              </p:spPr>
              <p:style>
                <a:lnRef idx="2">
                  <a:schemeClr val="accent6"/>
                </a:lnRef>
                <a:fillRef idx="1">
                  <a:schemeClr val="lt1"/>
                </a:fillRef>
                <a:effectRef idx="0">
                  <a:schemeClr val="accent6"/>
                </a:effectRef>
                <a:fontRef idx="minor">
                  <a:schemeClr val="dk1"/>
                </a:fontRef>
              </p:style>
              <p:txBody>
                <a:bodyPr rtlCol="0" anchor="ctr"/>
                <a:lstStyle>
                  <a:defPPr>
                    <a:defRPr lang="ko-KR"/>
                  </a:defPPr>
                  <a:lvl1pPr marL="0" algn="l" defTabSz="914400" rtl="0" eaLnBrk="1" latinLnBrk="1" hangingPunct="1">
                    <a:defRPr sz="1800" kern="1200">
                      <a:solidFill>
                        <a:schemeClr val="dk1"/>
                      </a:solidFill>
                      <a:latin typeface="+mn-lt"/>
                      <a:ea typeface="+mn-ea"/>
                      <a:cs typeface="+mn-cs"/>
                    </a:defRPr>
                  </a:lvl1pPr>
                  <a:lvl2pPr marL="457200" algn="l" defTabSz="914400" rtl="0" eaLnBrk="1" latinLnBrk="1" hangingPunct="1">
                    <a:defRPr sz="1800" kern="1200">
                      <a:solidFill>
                        <a:schemeClr val="dk1"/>
                      </a:solidFill>
                      <a:latin typeface="+mn-lt"/>
                      <a:ea typeface="+mn-ea"/>
                      <a:cs typeface="+mn-cs"/>
                    </a:defRPr>
                  </a:lvl2pPr>
                  <a:lvl3pPr marL="914400" algn="l" defTabSz="914400" rtl="0" eaLnBrk="1" latinLnBrk="1" hangingPunct="1">
                    <a:defRPr sz="1800" kern="1200">
                      <a:solidFill>
                        <a:schemeClr val="dk1"/>
                      </a:solidFill>
                      <a:latin typeface="+mn-lt"/>
                      <a:ea typeface="+mn-ea"/>
                      <a:cs typeface="+mn-cs"/>
                    </a:defRPr>
                  </a:lvl3pPr>
                  <a:lvl4pPr marL="1371600" algn="l" defTabSz="914400" rtl="0" eaLnBrk="1" latinLnBrk="1" hangingPunct="1">
                    <a:defRPr sz="1800" kern="1200">
                      <a:solidFill>
                        <a:schemeClr val="dk1"/>
                      </a:solidFill>
                      <a:latin typeface="+mn-lt"/>
                      <a:ea typeface="+mn-ea"/>
                      <a:cs typeface="+mn-cs"/>
                    </a:defRPr>
                  </a:lvl4pPr>
                  <a:lvl5pPr marL="1828800" algn="l" defTabSz="914400" rtl="0" eaLnBrk="1" latinLnBrk="1" hangingPunct="1">
                    <a:defRPr sz="1800" kern="1200">
                      <a:solidFill>
                        <a:schemeClr val="dk1"/>
                      </a:solidFill>
                      <a:latin typeface="+mn-lt"/>
                      <a:ea typeface="+mn-ea"/>
                      <a:cs typeface="+mn-cs"/>
                    </a:defRPr>
                  </a:lvl5pPr>
                  <a:lvl6pPr marL="2286000" algn="l" defTabSz="914400" rtl="0" eaLnBrk="1" latinLnBrk="1" hangingPunct="1">
                    <a:defRPr sz="1800" kern="1200">
                      <a:solidFill>
                        <a:schemeClr val="dk1"/>
                      </a:solidFill>
                      <a:latin typeface="+mn-lt"/>
                      <a:ea typeface="+mn-ea"/>
                      <a:cs typeface="+mn-cs"/>
                    </a:defRPr>
                  </a:lvl6pPr>
                  <a:lvl7pPr marL="2743200" algn="l" defTabSz="914400" rtl="0" eaLnBrk="1" latinLnBrk="1" hangingPunct="1">
                    <a:defRPr sz="1800" kern="1200">
                      <a:solidFill>
                        <a:schemeClr val="dk1"/>
                      </a:solidFill>
                      <a:latin typeface="+mn-lt"/>
                      <a:ea typeface="+mn-ea"/>
                      <a:cs typeface="+mn-cs"/>
                    </a:defRPr>
                  </a:lvl7pPr>
                  <a:lvl8pPr marL="3200400" algn="l" defTabSz="914400" rtl="0" eaLnBrk="1" latinLnBrk="1" hangingPunct="1">
                    <a:defRPr sz="1800" kern="1200">
                      <a:solidFill>
                        <a:schemeClr val="dk1"/>
                      </a:solidFill>
                      <a:latin typeface="+mn-lt"/>
                      <a:ea typeface="+mn-ea"/>
                      <a:cs typeface="+mn-cs"/>
                    </a:defRPr>
                  </a:lvl8pPr>
                  <a:lvl9pPr marL="3657600" algn="l" defTabSz="914400" rtl="0" eaLnBrk="1" latinLnBrk="1" hangingPunct="1">
                    <a:defRPr sz="1800" kern="1200">
                      <a:solidFill>
                        <a:schemeClr val="dk1"/>
                      </a:solidFill>
                      <a:latin typeface="+mn-lt"/>
                      <a:ea typeface="+mn-ea"/>
                      <a:cs typeface="+mn-cs"/>
                    </a:defRPr>
                  </a:lvl9pPr>
                </a:lstStyle>
                <a:p>
                  <a:pPr algn="ctr"/>
                  <a:r>
                    <a:rPr lang="en-US" altLang="ko-KR" sz="1200" dirty="0">
                      <a:latin typeface="SamsungOne-400" panose="020B0503030303020204" pitchFamily="34" charset="0"/>
                    </a:rPr>
                    <a:t>Frame, Series</a:t>
                  </a:r>
                  <a:endParaRPr lang="ko-KR" altLang="en-US" sz="1200" dirty="0">
                    <a:latin typeface="SamsungOne-400" panose="020B0503030303020204" pitchFamily="34" charset="0"/>
                  </a:endParaRPr>
                </a:p>
              </p:txBody>
            </p:sp>
            <p:sp>
              <p:nvSpPr>
                <p:cNvPr id="35" name="모서리가 둥근 직사각형 34"/>
                <p:cNvSpPr/>
                <p:nvPr/>
              </p:nvSpPr>
              <p:spPr>
                <a:xfrm>
                  <a:off x="5256076" y="4904614"/>
                  <a:ext cx="1872209" cy="432048"/>
                </a:xfrm>
                <a:prstGeom prst="roundRect">
                  <a:avLst/>
                </a:prstGeom>
                <a:ln>
                  <a:solidFill>
                    <a:srgbClr val="FF0000"/>
                  </a:solidFill>
                </a:ln>
              </p:spPr>
              <p:style>
                <a:lnRef idx="2">
                  <a:schemeClr val="accent6"/>
                </a:lnRef>
                <a:fillRef idx="1">
                  <a:schemeClr val="lt1"/>
                </a:fillRef>
                <a:effectRef idx="0">
                  <a:schemeClr val="accent6"/>
                </a:effectRef>
                <a:fontRef idx="minor">
                  <a:schemeClr val="dk1"/>
                </a:fontRef>
              </p:style>
              <p:txBody>
                <a:bodyPr rtlCol="0" anchor="ctr"/>
                <a:lstStyle>
                  <a:defPPr>
                    <a:defRPr lang="ko-KR"/>
                  </a:defPPr>
                  <a:lvl1pPr marL="0" algn="l" defTabSz="914400" rtl="0" eaLnBrk="1" latinLnBrk="1" hangingPunct="1">
                    <a:defRPr sz="1800" kern="1200">
                      <a:solidFill>
                        <a:schemeClr val="dk1"/>
                      </a:solidFill>
                      <a:latin typeface="+mn-lt"/>
                      <a:ea typeface="+mn-ea"/>
                      <a:cs typeface="+mn-cs"/>
                    </a:defRPr>
                  </a:lvl1pPr>
                  <a:lvl2pPr marL="457200" algn="l" defTabSz="914400" rtl="0" eaLnBrk="1" latinLnBrk="1" hangingPunct="1">
                    <a:defRPr sz="1800" kern="1200">
                      <a:solidFill>
                        <a:schemeClr val="dk1"/>
                      </a:solidFill>
                      <a:latin typeface="+mn-lt"/>
                      <a:ea typeface="+mn-ea"/>
                      <a:cs typeface="+mn-cs"/>
                    </a:defRPr>
                  </a:lvl2pPr>
                  <a:lvl3pPr marL="914400" algn="l" defTabSz="914400" rtl="0" eaLnBrk="1" latinLnBrk="1" hangingPunct="1">
                    <a:defRPr sz="1800" kern="1200">
                      <a:solidFill>
                        <a:schemeClr val="dk1"/>
                      </a:solidFill>
                      <a:latin typeface="+mn-lt"/>
                      <a:ea typeface="+mn-ea"/>
                      <a:cs typeface="+mn-cs"/>
                    </a:defRPr>
                  </a:lvl3pPr>
                  <a:lvl4pPr marL="1371600" algn="l" defTabSz="914400" rtl="0" eaLnBrk="1" latinLnBrk="1" hangingPunct="1">
                    <a:defRPr sz="1800" kern="1200">
                      <a:solidFill>
                        <a:schemeClr val="dk1"/>
                      </a:solidFill>
                      <a:latin typeface="+mn-lt"/>
                      <a:ea typeface="+mn-ea"/>
                      <a:cs typeface="+mn-cs"/>
                    </a:defRPr>
                  </a:lvl4pPr>
                  <a:lvl5pPr marL="1828800" algn="l" defTabSz="914400" rtl="0" eaLnBrk="1" latinLnBrk="1" hangingPunct="1">
                    <a:defRPr sz="1800" kern="1200">
                      <a:solidFill>
                        <a:schemeClr val="dk1"/>
                      </a:solidFill>
                      <a:latin typeface="+mn-lt"/>
                      <a:ea typeface="+mn-ea"/>
                      <a:cs typeface="+mn-cs"/>
                    </a:defRPr>
                  </a:lvl5pPr>
                  <a:lvl6pPr marL="2286000" algn="l" defTabSz="914400" rtl="0" eaLnBrk="1" latinLnBrk="1" hangingPunct="1">
                    <a:defRPr sz="1800" kern="1200">
                      <a:solidFill>
                        <a:schemeClr val="dk1"/>
                      </a:solidFill>
                      <a:latin typeface="+mn-lt"/>
                      <a:ea typeface="+mn-ea"/>
                      <a:cs typeface="+mn-cs"/>
                    </a:defRPr>
                  </a:lvl6pPr>
                  <a:lvl7pPr marL="2743200" algn="l" defTabSz="914400" rtl="0" eaLnBrk="1" latinLnBrk="1" hangingPunct="1">
                    <a:defRPr sz="1800" kern="1200">
                      <a:solidFill>
                        <a:schemeClr val="dk1"/>
                      </a:solidFill>
                      <a:latin typeface="+mn-lt"/>
                      <a:ea typeface="+mn-ea"/>
                      <a:cs typeface="+mn-cs"/>
                    </a:defRPr>
                  </a:lvl7pPr>
                  <a:lvl8pPr marL="3200400" algn="l" defTabSz="914400" rtl="0" eaLnBrk="1" latinLnBrk="1" hangingPunct="1">
                    <a:defRPr sz="1800" kern="1200">
                      <a:solidFill>
                        <a:schemeClr val="dk1"/>
                      </a:solidFill>
                      <a:latin typeface="+mn-lt"/>
                      <a:ea typeface="+mn-ea"/>
                      <a:cs typeface="+mn-cs"/>
                    </a:defRPr>
                  </a:lvl8pPr>
                  <a:lvl9pPr marL="3657600" algn="l" defTabSz="914400" rtl="0" eaLnBrk="1" latinLnBrk="1" hangingPunct="1">
                    <a:defRPr sz="1800" kern="1200">
                      <a:solidFill>
                        <a:schemeClr val="dk1"/>
                      </a:solidFill>
                      <a:latin typeface="+mn-lt"/>
                      <a:ea typeface="+mn-ea"/>
                      <a:cs typeface="+mn-cs"/>
                    </a:defRPr>
                  </a:lvl9pPr>
                </a:lstStyle>
                <a:p>
                  <a:pPr algn="ctr"/>
                  <a:r>
                    <a:rPr lang="en-US" altLang="ko-KR" sz="1200" dirty="0">
                      <a:latin typeface="SamsungOne-400" panose="020B0503030303020204" pitchFamily="34" charset="0"/>
                    </a:rPr>
                    <a:t>Dictionary</a:t>
                  </a:r>
                  <a:endParaRPr lang="ko-KR" altLang="en-US" sz="1200" dirty="0">
                    <a:latin typeface="SamsungOne-400" panose="020B0503030303020204" pitchFamily="34" charset="0"/>
                  </a:endParaRPr>
                </a:p>
              </p:txBody>
            </p:sp>
            <p:sp>
              <p:nvSpPr>
                <p:cNvPr id="36" name="TextBox 16"/>
                <p:cNvSpPr txBox="1"/>
                <p:nvPr/>
              </p:nvSpPr>
              <p:spPr>
                <a:xfrm>
                  <a:off x="3006545" y="1583504"/>
                  <a:ext cx="1217889" cy="588038"/>
                </a:xfrm>
                <a:prstGeom prst="rect">
                  <a:avLst/>
                </a:prstGeom>
                <a:noFill/>
              </p:spPr>
              <p:txBody>
                <a:bodyPr wrap="squar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1400" dirty="0" err="1">
                      <a:latin typeface="SamsungOne-700" panose="020B0803030303020204" pitchFamily="34" charset="0"/>
                    </a:rPr>
                    <a:t>Định</a:t>
                  </a:r>
                  <a:r>
                    <a:rPr lang="en-US" altLang="ko-KR" sz="1400" dirty="0">
                      <a:latin typeface="SamsungOne-700" panose="020B0803030303020204" pitchFamily="34" charset="0"/>
                    </a:rPr>
                    <a:t> </a:t>
                  </a:r>
                  <a:r>
                    <a:rPr lang="en-US" altLang="ko-KR" sz="1400" dirty="0" err="1">
                      <a:latin typeface="SamsungOne-700" panose="020B0803030303020204" pitchFamily="34" charset="0"/>
                    </a:rPr>
                    <a:t>dạng</a:t>
                  </a:r>
                  <a:endParaRPr lang="en-US" altLang="ko-KR" sz="1400" dirty="0">
                    <a:latin typeface="SamsungOne-700" panose="020B0803030303020204" pitchFamily="34" charset="0"/>
                    <a:ea typeface="SamsungOne-700" panose="020B0803030303020204" pitchFamily="34" charset="0"/>
                  </a:endParaRPr>
                </a:p>
                <a:p>
                  <a:pPr algn="ctr"/>
                  <a:r>
                    <a:rPr lang="en-US" altLang="ko-KR" sz="800" dirty="0">
                      <a:latin typeface="SamsungOne-700" panose="020B0803030303020204" pitchFamily="34" charset="0"/>
                      <a:ea typeface="SamsungOne-700" panose="020B0803030303020204" pitchFamily="34" charset="0"/>
                    </a:rPr>
                    <a:t>(</a:t>
                  </a:r>
                  <a:r>
                    <a:rPr lang="en-US" altLang="ko-KR" sz="800" dirty="0" err="1">
                      <a:latin typeface="SamsungOne-700" panose="020B0803030303020204" pitchFamily="34" charset="0"/>
                      <a:ea typeface="SamsungOne-700" panose="020B0803030303020204" pitchFamily="34" charset="0"/>
                    </a:rPr>
                    <a:t>Không</a:t>
                  </a:r>
                  <a:r>
                    <a:rPr lang="en-US" altLang="ko-KR" sz="800" dirty="0">
                      <a:latin typeface="SamsungOne-700" panose="020B0803030303020204" pitchFamily="34" charset="0"/>
                      <a:ea typeface="SamsungOne-700" panose="020B0803030303020204" pitchFamily="34" charset="0"/>
                    </a:rPr>
                    <a:t> </a:t>
                  </a:r>
                  <a:r>
                    <a:rPr lang="en-US" altLang="ko-KR" sz="800" dirty="0" err="1">
                      <a:latin typeface="SamsungOne-700" panose="020B0803030303020204" pitchFamily="34" charset="0"/>
                      <a:ea typeface="SamsungOne-700" panose="020B0803030303020204" pitchFamily="34" charset="0"/>
                    </a:rPr>
                    <a:t>cấu</a:t>
                  </a:r>
                  <a:r>
                    <a:rPr lang="en-US" altLang="ko-KR" sz="800" dirty="0">
                      <a:latin typeface="SamsungOne-700" panose="020B0803030303020204" pitchFamily="34" charset="0"/>
                      <a:ea typeface="SamsungOne-700" panose="020B0803030303020204" pitchFamily="34" charset="0"/>
                    </a:rPr>
                    <a:t> </a:t>
                  </a:r>
                  <a:r>
                    <a:rPr lang="en-US" altLang="ko-KR" sz="800" dirty="0" err="1">
                      <a:latin typeface="SamsungOne-700" panose="020B0803030303020204" pitchFamily="34" charset="0"/>
                      <a:ea typeface="SamsungOne-700" panose="020B0803030303020204" pitchFamily="34" charset="0"/>
                    </a:rPr>
                    <a:t>trúc</a:t>
                  </a:r>
                  <a:r>
                    <a:rPr lang="en-US" altLang="ko-KR" sz="800" dirty="0">
                      <a:latin typeface="SamsungOne-700" panose="020B0803030303020204" pitchFamily="34" charset="0"/>
                      <a:ea typeface="SamsungOne-700" panose="020B0803030303020204" pitchFamily="34" charset="0"/>
                    </a:rPr>
                    <a:t>)</a:t>
                  </a:r>
                  <a:endParaRPr lang="ko-KR" altLang="en-US" sz="800" dirty="0">
                    <a:latin typeface="SamsungOne-700" panose="020B0803030303020204" pitchFamily="34" charset="0"/>
                  </a:endParaRPr>
                </a:p>
              </p:txBody>
            </p:sp>
            <p:sp>
              <p:nvSpPr>
                <p:cNvPr id="37" name="TextBox 17"/>
                <p:cNvSpPr txBox="1"/>
                <p:nvPr/>
              </p:nvSpPr>
              <p:spPr>
                <a:xfrm>
                  <a:off x="5598113" y="1626273"/>
                  <a:ext cx="972108" cy="420028"/>
                </a:xfrm>
                <a:prstGeom prst="rect">
                  <a:avLst/>
                </a:prstGeom>
                <a:noFill/>
              </p:spPr>
              <p:txBody>
                <a:bodyPr wrap="squar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1400" dirty="0">
                      <a:latin typeface="SamsungOne-700" panose="020B0803030303020204" pitchFamily="34" charset="0"/>
                    </a:rPr>
                    <a:t>Form</a:t>
                  </a:r>
                  <a:endParaRPr lang="ko-KR" altLang="en-US" sz="1400" dirty="0">
                    <a:latin typeface="SamsungOne-700" panose="020B0803030303020204" pitchFamily="34" charset="0"/>
                  </a:endParaRPr>
                </a:p>
              </p:txBody>
            </p:sp>
            <p:sp>
              <p:nvSpPr>
                <p:cNvPr id="38" name="TextBox 18"/>
                <p:cNvSpPr txBox="1"/>
                <p:nvPr/>
              </p:nvSpPr>
              <p:spPr>
                <a:xfrm>
                  <a:off x="7884367" y="1583504"/>
                  <a:ext cx="1208773" cy="420028"/>
                </a:xfrm>
                <a:prstGeom prst="rect">
                  <a:avLst/>
                </a:prstGeom>
                <a:noFill/>
              </p:spPr>
              <p:txBody>
                <a:bodyPr wrap="squar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1400" dirty="0" err="1">
                      <a:latin typeface="SamsungOne-700" panose="020B0803030303020204" pitchFamily="34" charset="0"/>
                    </a:rPr>
                    <a:t>Xử</a:t>
                  </a:r>
                  <a:r>
                    <a:rPr lang="en-US" altLang="ko-KR" sz="1400" dirty="0">
                      <a:latin typeface="SamsungOne-700" panose="020B0803030303020204" pitchFamily="34" charset="0"/>
                    </a:rPr>
                    <a:t> </a:t>
                  </a:r>
                  <a:r>
                    <a:rPr lang="en-US" altLang="ko-KR" sz="1400" dirty="0" err="1">
                      <a:latin typeface="SamsungOne-700" panose="020B0803030303020204" pitchFamily="34" charset="0"/>
                    </a:rPr>
                    <a:t>lý</a:t>
                  </a:r>
                  <a:endParaRPr lang="ko-KR" altLang="en-US" sz="1400" dirty="0">
                    <a:latin typeface="SamsungOne-700" panose="020B0803030303020204" pitchFamily="34" charset="0"/>
                  </a:endParaRPr>
                </a:p>
              </p:txBody>
            </p:sp>
            <p:cxnSp>
              <p:nvCxnSpPr>
                <p:cNvPr id="39" name="직선 화살표 연결선 38"/>
                <p:cNvCxnSpPr>
                  <a:cxnSpLocks/>
                  <a:endCxn id="24" idx="1"/>
                </p:cNvCxnSpPr>
                <p:nvPr/>
              </p:nvCxnSpPr>
              <p:spPr>
                <a:xfrm>
                  <a:off x="1739396" y="2492896"/>
                  <a:ext cx="1140749" cy="72009"/>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0" name="직선 화살표 연결선 39"/>
                <p:cNvCxnSpPr/>
                <p:nvPr/>
              </p:nvCxnSpPr>
              <p:spPr>
                <a:xfrm>
                  <a:off x="1849239" y="2678856"/>
                  <a:ext cx="1091499" cy="78654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1" name="직선 화살표 연결선 40"/>
                <p:cNvCxnSpPr/>
                <p:nvPr/>
              </p:nvCxnSpPr>
              <p:spPr>
                <a:xfrm>
                  <a:off x="1835696" y="2702956"/>
                  <a:ext cx="1116124" cy="137087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2" name="직선 화살표 연결선 41"/>
                <p:cNvCxnSpPr>
                  <a:endCxn id="27" idx="1"/>
                </p:cNvCxnSpPr>
                <p:nvPr/>
              </p:nvCxnSpPr>
              <p:spPr>
                <a:xfrm>
                  <a:off x="1811071" y="2702956"/>
                  <a:ext cx="1140749" cy="2037888"/>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3" name="직선 화살표 연결선 42"/>
                <p:cNvCxnSpPr/>
                <p:nvPr/>
              </p:nvCxnSpPr>
              <p:spPr>
                <a:xfrm flipV="1">
                  <a:off x="1763688" y="2564904"/>
                  <a:ext cx="1188132" cy="1255921"/>
                </a:xfrm>
                <a:prstGeom prst="straightConnector1">
                  <a:avLst/>
                </a:prstGeom>
                <a:ln>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4" name="직선 화살표 연결선 43"/>
                <p:cNvCxnSpPr>
                  <a:stCxn id="21" idx="3"/>
                </p:cNvCxnSpPr>
                <p:nvPr/>
              </p:nvCxnSpPr>
              <p:spPr>
                <a:xfrm flipV="1">
                  <a:off x="1727684" y="3465396"/>
                  <a:ext cx="1213055" cy="323644"/>
                </a:xfrm>
                <a:prstGeom prst="straightConnector1">
                  <a:avLst/>
                </a:prstGeom>
                <a:ln>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5" name="직선 화살표 연결선 44"/>
                <p:cNvCxnSpPr>
                  <a:stCxn id="21" idx="3"/>
                </p:cNvCxnSpPr>
                <p:nvPr/>
              </p:nvCxnSpPr>
              <p:spPr>
                <a:xfrm>
                  <a:off x="1727684" y="3789040"/>
                  <a:ext cx="1224136" cy="284786"/>
                </a:xfrm>
                <a:prstGeom prst="straightConnector1">
                  <a:avLst/>
                </a:prstGeom>
                <a:ln>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6" name="직선 화살표 연결선 45"/>
                <p:cNvCxnSpPr>
                  <a:stCxn id="21" idx="3"/>
                  <a:endCxn id="27" idx="1"/>
                </p:cNvCxnSpPr>
                <p:nvPr/>
              </p:nvCxnSpPr>
              <p:spPr>
                <a:xfrm>
                  <a:off x="1727684" y="3789040"/>
                  <a:ext cx="1224136" cy="951804"/>
                </a:xfrm>
                <a:prstGeom prst="straightConnector1">
                  <a:avLst/>
                </a:prstGeom>
                <a:ln>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7" name="직선 화살표 연결선 46"/>
                <p:cNvCxnSpPr>
                  <a:endCxn id="28" idx="1"/>
                </p:cNvCxnSpPr>
                <p:nvPr/>
              </p:nvCxnSpPr>
              <p:spPr>
                <a:xfrm>
                  <a:off x="2046030" y="5168044"/>
                  <a:ext cx="905790" cy="239817"/>
                </a:xfrm>
                <a:prstGeom prst="straightConnector1">
                  <a:avLst/>
                </a:prstGeom>
                <a:ln>
                  <a:solidFill>
                    <a:srgbClr val="FFB546"/>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8" name="직선 화살표 연결선 47"/>
                <p:cNvCxnSpPr/>
                <p:nvPr/>
              </p:nvCxnSpPr>
              <p:spPr>
                <a:xfrm flipV="1">
                  <a:off x="2046030" y="4740843"/>
                  <a:ext cx="905790" cy="377363"/>
                </a:xfrm>
                <a:prstGeom prst="straightConnector1">
                  <a:avLst/>
                </a:prstGeom>
                <a:ln>
                  <a:solidFill>
                    <a:srgbClr val="FFB546"/>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9" name="직선 화살표 연결선 48"/>
                <p:cNvCxnSpPr>
                  <a:cxnSpLocks/>
                  <a:stCxn id="24" idx="3"/>
                  <a:endCxn id="29" idx="1"/>
                </p:cNvCxnSpPr>
                <p:nvPr/>
              </p:nvCxnSpPr>
              <p:spPr>
                <a:xfrm flipV="1">
                  <a:off x="4330597" y="2500745"/>
                  <a:ext cx="925479" cy="64159"/>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 name="직선 화살표 연결선 49"/>
                <p:cNvCxnSpPr>
                  <a:endCxn id="30" idx="1"/>
                </p:cNvCxnSpPr>
                <p:nvPr/>
              </p:nvCxnSpPr>
              <p:spPr>
                <a:xfrm flipV="1">
                  <a:off x="4236882" y="3406810"/>
                  <a:ext cx="1019195" cy="58586"/>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 name="직선 화살표 연결선 50"/>
                <p:cNvCxnSpPr>
                  <a:endCxn id="30" idx="1"/>
                </p:cNvCxnSpPr>
                <p:nvPr/>
              </p:nvCxnSpPr>
              <p:spPr>
                <a:xfrm flipV="1">
                  <a:off x="4247965" y="3406810"/>
                  <a:ext cx="1008112" cy="1334033"/>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2" name="직선 화살표 연결선 51"/>
                <p:cNvCxnSpPr>
                  <a:endCxn id="31" idx="1"/>
                </p:cNvCxnSpPr>
                <p:nvPr/>
              </p:nvCxnSpPr>
              <p:spPr>
                <a:xfrm>
                  <a:off x="4236882" y="3465395"/>
                  <a:ext cx="1019195" cy="79833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3" name="직선 화살표 연결선 52"/>
                <p:cNvCxnSpPr>
                  <a:endCxn id="35" idx="1"/>
                </p:cNvCxnSpPr>
                <p:nvPr/>
              </p:nvCxnSpPr>
              <p:spPr>
                <a:xfrm>
                  <a:off x="4259045" y="4066333"/>
                  <a:ext cx="997031" cy="1054306"/>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4" name="직선 화살표 연결선 53"/>
                <p:cNvCxnSpPr/>
                <p:nvPr/>
              </p:nvCxnSpPr>
              <p:spPr>
                <a:xfrm>
                  <a:off x="4247964" y="4740843"/>
                  <a:ext cx="1008112" cy="379796"/>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5" name="직선 화살표 연결선 54"/>
                <p:cNvCxnSpPr/>
                <p:nvPr/>
              </p:nvCxnSpPr>
              <p:spPr>
                <a:xfrm flipV="1">
                  <a:off x="4247964" y="3406809"/>
                  <a:ext cx="1008112" cy="2001051"/>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6" name="직선 화살표 연결선 55"/>
                <p:cNvCxnSpPr>
                  <a:stCxn id="28" idx="3"/>
                </p:cNvCxnSpPr>
                <p:nvPr/>
              </p:nvCxnSpPr>
              <p:spPr>
                <a:xfrm flipV="1">
                  <a:off x="4247965" y="4263725"/>
                  <a:ext cx="1008111" cy="1144136"/>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7" name="직선 화살표 연결선 56"/>
                <p:cNvCxnSpPr/>
                <p:nvPr/>
              </p:nvCxnSpPr>
              <p:spPr>
                <a:xfrm>
                  <a:off x="7132100" y="3447362"/>
                  <a:ext cx="1436681" cy="137484"/>
                </a:xfrm>
                <a:prstGeom prst="straightConnector1">
                  <a:avLst/>
                </a:prstGeom>
                <a:ln>
                  <a:solidFill>
                    <a:srgbClr val="FF141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8" name="직선 화살표 연결선 57"/>
                <p:cNvCxnSpPr>
                  <a:endCxn id="15" idx="1"/>
                </p:cNvCxnSpPr>
                <p:nvPr/>
              </p:nvCxnSpPr>
              <p:spPr>
                <a:xfrm>
                  <a:off x="7212047" y="2425248"/>
                  <a:ext cx="1356733" cy="1154082"/>
                </a:xfrm>
                <a:prstGeom prst="straightConnector1">
                  <a:avLst/>
                </a:prstGeom>
                <a:ln>
                  <a:solidFill>
                    <a:srgbClr val="FF141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9" name="직선 화살표 연결선 58"/>
                <p:cNvCxnSpPr>
                  <a:endCxn id="15" idx="1"/>
                </p:cNvCxnSpPr>
                <p:nvPr/>
              </p:nvCxnSpPr>
              <p:spPr>
                <a:xfrm flipV="1">
                  <a:off x="7128284" y="3579330"/>
                  <a:ext cx="1440497" cy="684394"/>
                </a:xfrm>
                <a:prstGeom prst="straightConnector1">
                  <a:avLst/>
                </a:prstGeom>
                <a:ln>
                  <a:solidFill>
                    <a:srgbClr val="FF141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0" name="직선 화살표 연결선 59"/>
                <p:cNvCxnSpPr>
                  <a:endCxn id="15" idx="1"/>
                </p:cNvCxnSpPr>
                <p:nvPr/>
              </p:nvCxnSpPr>
              <p:spPr>
                <a:xfrm flipV="1">
                  <a:off x="7219567" y="3579330"/>
                  <a:ext cx="1349214" cy="1453352"/>
                </a:xfrm>
                <a:prstGeom prst="straightConnector1">
                  <a:avLst/>
                </a:prstGeom>
                <a:ln>
                  <a:solidFill>
                    <a:srgbClr val="FF1414"/>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1" name="TextBox 91"/>
                <p:cNvSpPr txBox="1"/>
                <p:nvPr/>
              </p:nvSpPr>
              <p:spPr>
                <a:xfrm>
                  <a:off x="2919368" y="5897692"/>
                  <a:ext cx="1283381" cy="378025"/>
                </a:xfrm>
                <a:prstGeom prst="rect">
                  <a:avLst/>
                </a:prstGeom>
                <a:noFill/>
              </p:spPr>
              <p:txBody>
                <a:bodyPr wrap="squar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1200" dirty="0" err="1">
                      <a:latin typeface="SamsungOne-400" panose="020B0503030303020204" pitchFamily="34" charset="0"/>
                    </a:rPr>
                    <a:t>Có</a:t>
                  </a:r>
                  <a:r>
                    <a:rPr lang="en-US" altLang="ko-KR" sz="1200" dirty="0">
                      <a:latin typeface="SamsungOne-400" panose="020B0503030303020204" pitchFamily="34" charset="0"/>
                    </a:rPr>
                    <a:t> </a:t>
                  </a:r>
                  <a:r>
                    <a:rPr lang="en-US" altLang="ko-KR" sz="1200" dirty="0" err="1">
                      <a:latin typeface="SamsungOne-400" panose="020B0503030303020204" pitchFamily="34" charset="0"/>
                    </a:rPr>
                    <a:t>cấu</a:t>
                  </a:r>
                  <a:r>
                    <a:rPr lang="en-US" altLang="ko-KR" sz="1200" dirty="0">
                      <a:latin typeface="SamsungOne-400" panose="020B0503030303020204" pitchFamily="34" charset="0"/>
                    </a:rPr>
                    <a:t> </a:t>
                  </a:r>
                  <a:r>
                    <a:rPr lang="en-US" altLang="ko-KR" sz="1200" dirty="0" err="1">
                      <a:latin typeface="SamsungOne-400" panose="020B0503030303020204" pitchFamily="34" charset="0"/>
                    </a:rPr>
                    <a:t>trúc</a:t>
                  </a:r>
                  <a:endParaRPr lang="ko-KR" altLang="en-US" sz="1200" dirty="0">
                    <a:latin typeface="SamsungOne-400" panose="020B0503030303020204" pitchFamily="34" charset="0"/>
                  </a:endParaRPr>
                </a:p>
              </p:txBody>
            </p:sp>
          </p:grpSp>
          <p:sp>
            <p:nvSpPr>
              <p:cNvPr id="15" name="갈매기형 수장 14"/>
              <p:cNvSpPr/>
              <p:nvPr/>
            </p:nvSpPr>
            <p:spPr>
              <a:xfrm>
                <a:off x="8104013" y="3655978"/>
                <a:ext cx="216024" cy="432048"/>
              </a:xfrm>
              <a:prstGeom prst="chevro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dirty="0">
                  <a:solidFill>
                    <a:schemeClr val="tx1"/>
                  </a:solidFill>
                </a:endParaRPr>
              </a:p>
            </p:txBody>
          </p:sp>
        </p:grpSp>
      </p:grpSp>
      <p:grpSp>
        <p:nvGrpSpPr>
          <p:cNvPr id="62" name="그룹 6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63" name="직사각형 6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vi-VN"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2.1. Pipeline: Cấu trúc dữ liệu theo loại dữ liệu</a:t>
              </a:r>
              <a:endParaRPr lang="ko-KR" altLang="en-US" dirty="0">
                <a:solidFill>
                  <a:prstClr val="white"/>
                </a:solidFill>
                <a:latin typeface="iCiel Samsung Sharp Sans Medium" pitchFamily="2" charset="0"/>
                <a:cs typeface="iCiel Samsung Sharp Sans Medium" pitchFamily="2" charset="0"/>
              </a:endParaRPr>
            </a:p>
          </p:txBody>
        </p:sp>
        <p:sp>
          <p:nvSpPr>
            <p:cNvPr id="64" name="직사각형 6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65" name="그룹 64">
            <a:extLst>
              <a:ext uri="{FF2B5EF4-FFF2-40B4-BE49-F238E27FC236}">
                <a16:creationId xmlns:a16="http://schemas.microsoft.com/office/drawing/2014/main" id="{6FD9239D-A7F9-4BA2-BB84-0D3E6A1C26F3}"/>
              </a:ext>
            </a:extLst>
          </p:cNvPr>
          <p:cNvGrpSpPr/>
          <p:nvPr/>
        </p:nvGrpSpPr>
        <p:grpSpPr>
          <a:xfrm>
            <a:off x="580388" y="1413381"/>
            <a:ext cx="8887612" cy="800012"/>
            <a:chOff x="580388" y="1413381"/>
            <a:chExt cx="8887612" cy="800012"/>
          </a:xfrm>
        </p:grpSpPr>
        <p:sp>
          <p:nvSpPr>
            <p:cNvPr id="66" name="직사각형 65">
              <a:extLst>
                <a:ext uri="{FF2B5EF4-FFF2-40B4-BE49-F238E27FC236}">
                  <a16:creationId xmlns:a16="http://schemas.microsoft.com/office/drawing/2014/main" id="{85C3F5A2-1773-41A7-81E2-532A7FDBD32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Pipeline cấu trúc dữ liệu Python</a:t>
              </a:r>
              <a:endParaRPr lang="ko-KR" altLang="en-US" sz="1400" dirty="0">
                <a:solidFill>
                  <a:schemeClr val="tx1"/>
                </a:solidFill>
                <a:latin typeface="SamsungOne-400" panose="020B0503030303020204" pitchFamily="34" charset="0"/>
              </a:endParaRPr>
            </a:p>
          </p:txBody>
        </p:sp>
        <p:sp>
          <p:nvSpPr>
            <p:cNvPr id="67" name="Rectangle 12">
              <a:extLst>
                <a:ext uri="{FF2B5EF4-FFF2-40B4-BE49-F238E27FC236}">
                  <a16:creationId xmlns:a16="http://schemas.microsoft.com/office/drawing/2014/main" id="{080F389D-E6D7-476F-AA83-BA2170017332}"/>
                </a:ext>
              </a:extLst>
            </p:cNvPr>
            <p:cNvSpPr/>
            <p:nvPr/>
          </p:nvSpPr>
          <p:spPr>
            <a:xfrm>
              <a:off x="711201" y="1667877"/>
              <a:ext cx="8632824"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Dữ liệu được thu thập từ nhiều nguồn khác nhau có dạng và tính chất rất đa dạng như trong hình dưới đây, vì vậy, để phân tích cần tích hợp nhiều loại dữ liệu cùng dạng để máy tính có thể hiểu được.</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2989205438"/>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10E1D5-774E-C8B6-9A52-EA21F969DD07}"/>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0AD5C25B-40C0-0EB6-625A-73D566CE24E5}"/>
              </a:ext>
            </a:extLst>
          </p:cNvPr>
          <p:cNvGrpSpPr/>
          <p:nvPr/>
        </p:nvGrpSpPr>
        <p:grpSpPr>
          <a:xfrm>
            <a:off x="989683" y="2748696"/>
            <a:ext cx="8354217" cy="3401514"/>
            <a:chOff x="989683" y="2748696"/>
            <a:chExt cx="8354217" cy="3401514"/>
          </a:xfrm>
        </p:grpSpPr>
        <p:sp>
          <p:nvSpPr>
            <p:cNvPr id="22" name="직사각형 133">
              <a:extLst>
                <a:ext uri="{FF2B5EF4-FFF2-40B4-BE49-F238E27FC236}">
                  <a16:creationId xmlns:a16="http://schemas.microsoft.com/office/drawing/2014/main" id="{8D2F99E6-680C-EDCE-0305-6AB97B398EEA}"/>
                </a:ext>
              </a:extLst>
            </p:cNvPr>
            <p:cNvSpPr/>
            <p:nvPr/>
          </p:nvSpPr>
          <p:spPr>
            <a:xfrm>
              <a:off x="990600" y="3133792"/>
              <a:ext cx="8353300" cy="10464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fontAlgn="base" latinLnBrk="1">
                <a:spcBef>
                  <a:spcPct val="0"/>
                </a:spcBef>
                <a:spcAft>
                  <a:spcPct val="0"/>
                </a:spcAft>
                <a:defRPr/>
              </a:pPr>
              <a:r>
                <a:rPr kumimoji="1" lang="vi-VN" altLang="ko-KR" sz="3400" dirty="0">
                  <a:solidFill>
                    <a:prstClr val="black"/>
                  </a:solidFill>
                  <a:latin typeface="iCiel Samsung Sharp Sans Bold" pitchFamily="2" charset="0"/>
                  <a:ea typeface="iCiel Samsung Sharp Sans Bold" pitchFamily="2" charset="0"/>
                  <a:cs typeface="iCiel Samsung Sharp Sans Bold" pitchFamily="2" charset="0"/>
                </a:rPr>
                <a:t>Khám phá dữ liệu tối ưu thông qua Pandas</a:t>
              </a:r>
              <a:endParaRPr kumimoji="1" lang="ko-KR" altLang="en-US" sz="3400" dirty="0">
                <a:solidFill>
                  <a:prstClr val="black"/>
                </a:solidFill>
                <a:latin typeface="iCiel Samsung Sharp Sans Bold" pitchFamily="2" charset="0"/>
                <a:cs typeface="iCiel Samsung Sharp Sans Bold" pitchFamily="2" charset="0"/>
              </a:endParaRPr>
            </a:p>
          </p:txBody>
        </p:sp>
        <p:sp>
          <p:nvSpPr>
            <p:cNvPr id="25" name="직사각형 133">
              <a:extLst>
                <a:ext uri="{FF2B5EF4-FFF2-40B4-BE49-F238E27FC236}">
                  <a16:creationId xmlns:a16="http://schemas.microsoft.com/office/drawing/2014/main" id="{0A8A77AF-2825-598C-A13C-4BB9CC168CE7}"/>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marL="0" marR="0" lvl="0" indent="0" algn="l" defTabSz="457063" rtl="0" eaLnBrk="1" fontAlgn="base" latinLnBrk="1" hangingPunct="1">
                <a:lnSpc>
                  <a:spcPct val="100000"/>
                </a:lnSpc>
                <a:spcBef>
                  <a:spcPct val="0"/>
                </a:spcBef>
                <a:spcAft>
                  <a:spcPct val="0"/>
                </a:spcAft>
                <a:buClrTx/>
                <a:buSzTx/>
                <a:buFontTx/>
                <a:buNone/>
                <a:tabLst/>
                <a:defRPr/>
              </a:pPr>
              <a:r>
                <a:rPr kumimoji="1" lang="en-US" altLang="ko-KR" sz="1999" b="0" i="0" u="none" strike="noStrike" kern="1200" cap="none" spc="0" normalizeH="0" baseline="0" noProof="0" dirty="0" err="1">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Bài</a:t>
              </a:r>
              <a:r>
                <a:rPr kumimoji="1" lang="en-US" altLang="ko-KR" sz="1999"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 2. </a:t>
              </a:r>
              <a:endParaRPr kumimoji="1" lang="en-US" altLang="ko-KR" sz="5398"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endParaRPr>
            </a:p>
          </p:txBody>
        </p:sp>
        <p:grpSp>
          <p:nvGrpSpPr>
            <p:cNvPr id="31" name="그룹 30">
              <a:extLst>
                <a:ext uri="{FF2B5EF4-FFF2-40B4-BE49-F238E27FC236}">
                  <a16:creationId xmlns:a16="http://schemas.microsoft.com/office/drawing/2014/main" id="{29C6D9F5-47B0-64DE-234A-B012C3EB75B5}"/>
                </a:ext>
              </a:extLst>
            </p:cNvPr>
            <p:cNvGrpSpPr/>
            <p:nvPr/>
          </p:nvGrpSpPr>
          <p:grpSpPr>
            <a:xfrm>
              <a:off x="1025537" y="4509120"/>
              <a:ext cx="8297776" cy="1641090"/>
              <a:chOff x="1025537" y="4609703"/>
              <a:chExt cx="8297776" cy="1641090"/>
            </a:xfrm>
          </p:grpSpPr>
          <p:sp>
            <p:nvSpPr>
              <p:cNvPr id="32" name="직사각형 31">
                <a:extLst>
                  <a:ext uri="{FF2B5EF4-FFF2-40B4-BE49-F238E27FC236}">
                    <a16:creationId xmlns:a16="http://schemas.microsoft.com/office/drawing/2014/main" id="{30323BD3-3529-53F7-3A31-34EA5EC015A2}"/>
                  </a:ext>
                </a:extLst>
              </p:cNvPr>
              <p:cNvSpPr/>
              <p:nvPr/>
            </p:nvSpPr>
            <p:spPr>
              <a:xfrm>
                <a:off x="1025537" y="4609703"/>
                <a:ext cx="4112444" cy="16410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defTabSz="914400" fontAlgn="base" latinLnBrk="1">
                  <a:spcBef>
                    <a:spcPct val="0"/>
                  </a:spcBef>
                  <a:spcAft>
                    <a:spcPts val="1000"/>
                  </a:spcAft>
                  <a:buSzPct val="120000"/>
                  <a:buBlip>
                    <a:blip r:embed="rId3"/>
                  </a:buBlip>
                  <a:defRPr/>
                </a:pPr>
                <a:r>
                  <a:rPr kumimoji="1" lang="vi-VN" altLang="ko-KR" sz="1799" dirty="0">
                    <a:solidFill>
                      <a:prstClr val="white">
                        <a:lumMod val="65000"/>
                      </a:prstClr>
                    </a:solidFill>
                    <a:latin typeface="SamsungOne-400" panose="020B0503030303020204" pitchFamily="34" charset="0"/>
                    <a:ea typeface="SamsungOne-400" panose="020B0503030303020204" pitchFamily="34" charset="0"/>
                  </a:rPr>
                  <a:t>2.1. Pipeline: Cấu trúc dữ liệu theo loại dữ liệu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4"/>
                  </a:buBlip>
                  <a:defRPr/>
                </a:pPr>
                <a:r>
                  <a:rPr kumimoji="1" lang="pt-BR" altLang="ko-KR" dirty="0">
                    <a:solidFill>
                      <a:prstClr val="black">
                        <a:lumMod val="75000"/>
                        <a:lumOff val="25000"/>
                      </a:prstClr>
                    </a:solidFill>
                    <a:latin typeface="SamsungOne-700" panose="020B0803030303020204" pitchFamily="34" charset="0"/>
                    <a:ea typeface="SamsungOne-700" panose="020B0803030303020204" pitchFamily="34" charset="0"/>
                  </a:rPr>
                  <a:t>2.2. Pandas Series </a:t>
                </a:r>
                <a:r>
                  <a:rPr kumimoji="1" lang="pt-BR" altLang="ko-KR" dirty="0" err="1">
                    <a:solidFill>
                      <a:prstClr val="black">
                        <a:lumMod val="75000"/>
                        <a:lumOff val="25000"/>
                      </a:prstClr>
                    </a:solidFill>
                    <a:latin typeface="SamsungOne-700" panose="020B0803030303020204" pitchFamily="34" charset="0"/>
                    <a:ea typeface="SamsungOne-700" panose="020B0803030303020204" pitchFamily="34" charset="0"/>
                  </a:rPr>
                  <a:t>và</a:t>
                </a:r>
                <a:r>
                  <a:rPr kumimoji="1" lang="pt-BR"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pt-BR" altLang="ko-KR" dirty="0" err="1">
                    <a:solidFill>
                      <a:prstClr val="black">
                        <a:lumMod val="75000"/>
                        <a:lumOff val="25000"/>
                      </a:prstClr>
                    </a:solidFill>
                    <a:latin typeface="SamsungOne-700" panose="020B0803030303020204" pitchFamily="34" charset="0"/>
                    <a:ea typeface="SamsungOne-700" panose="020B0803030303020204" pitchFamily="34" charset="0"/>
                  </a:rPr>
                  <a:t>DataFrames</a:t>
                </a:r>
                <a:endPar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endParaRPr>
              </a:p>
              <a:p>
                <a:pPr marL="176213" indent="-176213" fontAlgn="base">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2.3.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Hợp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nhất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liên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kết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các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DataFrame</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33" name="직사각형 32">
                <a:extLst>
                  <a:ext uri="{FF2B5EF4-FFF2-40B4-BE49-F238E27FC236}">
                    <a16:creationId xmlns:a16="http://schemas.microsoft.com/office/drawing/2014/main" id="{1FE32D07-0CF5-DBD6-2D25-53DF03EEF07A}"/>
                  </a:ext>
                </a:extLst>
              </p:cNvPr>
              <p:cNvSpPr/>
              <p:nvPr/>
            </p:nvSpPr>
            <p:spPr>
              <a:xfrm>
                <a:off x="5137981" y="4609703"/>
                <a:ext cx="4185332" cy="15125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fontAlgn="base">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2.4.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Sắp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xếp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DataFrame</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Chỉ</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mục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cấp</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2.5.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Kiểm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các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đặc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điểm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của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thông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qua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thống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kê</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mô</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tả</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mẫu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endParaRPr kumimoji="1" lang="ko-KR" altLang="en-US" sz="1799" dirty="0">
                  <a:solidFill>
                    <a:prstClr val="white">
                      <a:lumMod val="65000"/>
                    </a:prstClr>
                  </a:solidFill>
                  <a:latin typeface="SamsungOne-400" panose="020B0503030303020204" pitchFamily="34" charset="0"/>
                  <a:ea typeface="SamsungOne-400" panose="020B0503030303020204" pitchFamily="34" charset="0"/>
                </a:endParaRPr>
              </a:p>
            </p:txBody>
          </p:sp>
        </p:grpSp>
      </p:grpSp>
    </p:spTree>
    <p:extLst>
      <p:ext uri="{BB962C8B-B14F-4D97-AF65-F5344CB8AC3E}">
        <p14:creationId xmlns:p14="http://schemas.microsoft.com/office/powerpoint/2010/main" val="30556035"/>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직사각형 18">
            <a:extLst>
              <a:ext uri="{FF2B5EF4-FFF2-40B4-BE49-F238E27FC236}">
                <a16:creationId xmlns:a16="http://schemas.microsoft.com/office/drawing/2014/main" id="{58B1BC1D-DFB7-4482-BA23-F01AD71B1BBE}"/>
              </a:ext>
            </a:extLst>
          </p:cNvPr>
          <p:cNvSpPr/>
          <p:nvPr/>
        </p:nvSpPr>
        <p:spPr>
          <a:xfrm>
            <a:off x="444580" y="1360864"/>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Đại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cương</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Pandas</a:t>
            </a:r>
          </a:p>
        </p:txBody>
      </p:sp>
      <p:sp>
        <p:nvSpPr>
          <p:cNvPr id="14" name="직사각형 13"/>
          <p:cNvSpPr/>
          <p:nvPr/>
        </p:nvSpPr>
        <p:spPr>
          <a:xfrm>
            <a:off x="651633" y="2540527"/>
            <a:ext cx="8632825" cy="14534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Thư viện pandas được xây dựng dựa trên NumPy nhưng chuyên dùng để phân tích dữ liệu phức tạp hơn.</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Trong khi NumPy chỉ xử lý cùng một mảng các loại dữ liệu, Pandas có thể xử lý các loại dữ liệu khác nhau.</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Thư viện pandas là một công cụ tối ưu để thu thập và sắp xếp dữ liệu.</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Pandas là một công cụ quan trọng có thể xử lý hầu hết các công việc trong khoa học dữ liệu và rất cần thiết cho nhà khoa học dữ liệu.</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và DataFrames</a:t>
              </a:r>
              <a:endParaRPr lang="ko-KR" altLang="en-US" dirty="0">
                <a:solidFill>
                  <a:prstClr val="white"/>
                </a:solidFill>
                <a:latin typeface="iCiel Samsung Sharp Sans Medium" pitchFamily="2" charset="0"/>
                <a:cs typeface="iCiel Samsung Sharp Sans Medium" pitchFamily="2" charset="0"/>
              </a:endParaRPr>
            </a:p>
          </p:txBody>
        </p:sp>
        <p:sp>
          <p:nvSpPr>
            <p:cNvPr id="11" name="직사각형 10">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16" name="직사각형 15">
            <a:extLst>
              <a:ext uri="{FF2B5EF4-FFF2-40B4-BE49-F238E27FC236}">
                <a16:creationId xmlns:a16="http://schemas.microsoft.com/office/drawing/2014/main" id="{B9911584-7C52-4333-A1B3-5FEE211FBD88}"/>
              </a:ext>
            </a:extLst>
          </p:cNvPr>
          <p:cNvSpPr/>
          <p:nvPr/>
        </p:nvSpPr>
        <p:spPr>
          <a:xfrm>
            <a:off x="524240" y="1870666"/>
            <a:ext cx="8887612" cy="6463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Dạng dữ liệu tối ưu nhất mà con người có thể hiểu được là bảng. Do đó, khả năng xử lý tốt dữ liệu dạng bảng là nền tảng của phân tích. Trong Python, dạng bảng được gọi là DataFrame</a:t>
            </a:r>
            <a:r>
              <a:rPr lang="en-US" altLang="ko-KR" sz="1400" dirty="0">
                <a:solidFill>
                  <a:schemeClr val="tx1"/>
                </a:solidFill>
                <a:latin typeface="SamsungOne-400" panose="020B0503030303020204" pitchFamily="34" charset="0"/>
                <a:ea typeface="SamsungOne-400" panose="020B0503030303020204" pitchFamily="34" charset="0"/>
              </a:rPr>
              <a:t> </a:t>
            </a:r>
            <a:r>
              <a:rPr lang="vi-VN" altLang="ko-KR" sz="1400" dirty="0">
                <a:solidFill>
                  <a:schemeClr val="tx1"/>
                </a:solidFill>
                <a:latin typeface="SamsungOne-400" panose="020B0503030303020204" pitchFamily="34" charset="0"/>
                <a:ea typeface="SamsungOne-400" panose="020B0503030303020204" pitchFamily="34" charset="0"/>
              </a:rPr>
              <a:t>và được triển khai dưới dạng thư viện pandas.</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4247719272"/>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15" name="직사각형 1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10" name="직사각형 9">
            <a:extLst>
              <a:ext uri="{FF2B5EF4-FFF2-40B4-BE49-F238E27FC236}">
                <a16:creationId xmlns:a16="http://schemas.microsoft.com/office/drawing/2014/main" id="{6A013444-2A0B-4C4F-94C5-C314B91A536D}"/>
              </a:ext>
            </a:extLst>
          </p:cNvPr>
          <p:cNvSpPr/>
          <p:nvPr/>
        </p:nvSpPr>
        <p:spPr>
          <a:xfrm>
            <a:off x="651633" y="2109365"/>
            <a:ext cx="8632825" cy="14534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Biểu diễn hiệu quả dựa trên thống kê và tóm tắt dữ liệu thu thập được.</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Căn chỉnh và xử lý dữ liệu để hợp nhất và kết hợp các loại dữ liệu khác nhau.</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Xử lý dữ liệu ví dụ như: thu thập, chuyển đổi và áp dụng các hàm có thể được áp dụng cho toàn bộ gói dữ liệu.</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Vì NumPy là một thư viện dựa trên xử lý dữ liệu số học chung, nên phải sử dụng pandas để xử lý dữ liệu dạng bảng để thống kê hoặc phân tích, Pandas cũng cung cấp khả năng xử lý dữ liệu dạng chuỗi thời gian mà NumPy thiếu.</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1" name="직사각형 10">
            <a:extLst>
              <a:ext uri="{FF2B5EF4-FFF2-40B4-BE49-F238E27FC236}">
                <a16:creationId xmlns:a16="http://schemas.microsoft.com/office/drawing/2014/main" id="{B0445DF1-7EAB-47AD-AA97-03AB43E4E3FE}"/>
              </a:ext>
            </a:extLst>
          </p:cNvPr>
          <p:cNvSpPr/>
          <p:nvPr/>
        </p:nvSpPr>
        <p:spPr>
          <a:xfrm>
            <a:off x="524240" y="1879997"/>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Thư viện cần thiết để phân tích dữ liệu</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직사각형 13">
            <a:extLst>
              <a:ext uri="{FF2B5EF4-FFF2-40B4-BE49-F238E27FC236}">
                <a16:creationId xmlns:a16="http://schemas.microsoft.com/office/drawing/2014/main" id="{26250DD2-810F-4A7F-A5B1-8B5532E8F61D}"/>
              </a:ext>
            </a:extLst>
          </p:cNvPr>
          <p:cNvSpPr/>
          <p:nvPr/>
        </p:nvSpPr>
        <p:spPr>
          <a:xfrm>
            <a:off x="444580" y="1370195"/>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Pandas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để</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phân</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tích</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dữ</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liệu</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spTree>
    <p:extLst>
      <p:ext uri="{BB962C8B-B14F-4D97-AF65-F5344CB8AC3E}">
        <p14:creationId xmlns:p14="http://schemas.microsoft.com/office/powerpoint/2010/main" val="1863420020"/>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2">
            <a:extLst>
              <a:ext uri="{FF2B5EF4-FFF2-40B4-BE49-F238E27FC236}">
                <a16:creationId xmlns:a16="http://schemas.microsoft.com/office/drawing/2014/main" id="{39C1D0BA-7152-4AAC-B295-DCCB5F8378F4}"/>
              </a:ext>
            </a:extLst>
          </p:cNvPr>
          <p:cNvSpPr/>
          <p:nvPr/>
        </p:nvSpPr>
        <p:spPr>
          <a:xfrm>
            <a:off x="711201" y="1672815"/>
            <a:ext cx="8632824" cy="467998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Để tìm hiểu về pandas, điều quan trọng là bạn phải tự làm quen với các cấu trúc dữ liệu Series và DataFrame.</a:t>
            </a: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endParaRPr lang="vi-VN"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Cấu trúc dữ liệu cơ bản của pandas bao gồm Series (1D) và DataFrame (2D). DataFrame là bộ chứa cho Series và Series là bộ chứa cho các giá trị vô hướng (scalar) (0D). Chúng có thể thêm hoặc xóa dữ liệu theo cách thức giống như từ điển.</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65" name="그룹 64">
            <a:extLst>
              <a:ext uri="{FF2B5EF4-FFF2-40B4-BE49-F238E27FC236}">
                <a16:creationId xmlns:a16="http://schemas.microsoft.com/office/drawing/2014/main" id="{FEA084D8-6DDD-46B3-BC94-DCFEA84083F9}"/>
              </a:ext>
            </a:extLst>
          </p:cNvPr>
          <p:cNvGrpSpPr/>
          <p:nvPr/>
        </p:nvGrpSpPr>
        <p:grpSpPr>
          <a:xfrm>
            <a:off x="2261887" y="2070179"/>
            <a:ext cx="5328592" cy="292388"/>
            <a:chOff x="2261887" y="2656373"/>
            <a:chExt cx="5328592" cy="292388"/>
          </a:xfrm>
        </p:grpSpPr>
        <p:sp>
          <p:nvSpPr>
            <p:cNvPr id="66" name="TextBox 65"/>
            <p:cNvSpPr txBox="1"/>
            <p:nvPr/>
          </p:nvSpPr>
          <p:spPr>
            <a:xfrm>
              <a:off x="2261887" y="2656373"/>
              <a:ext cx="792088" cy="292388"/>
            </a:xfrm>
            <a:prstGeom prst="rect">
              <a:avLst/>
            </a:prstGeom>
            <a:noFill/>
          </p:spPr>
          <p:txBody>
            <a:bodyPr wrap="square" rtlCol="0">
              <a:spAutoFit/>
            </a:bodyPr>
            <a:lstStyle/>
            <a:p>
              <a:pPr algn="ct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Series</a:t>
              </a:r>
              <a:endParaRPr lang="ko-KR" altLang="en-US" sz="1300" dirty="0">
                <a:solidFill>
                  <a:schemeClr val="tx1">
                    <a:lumMod val="85000"/>
                    <a:lumOff val="15000"/>
                  </a:schemeClr>
                </a:solidFill>
                <a:latin typeface="SamsungOne-400" panose="020B0503030303020204" pitchFamily="34" charset="0"/>
              </a:endParaRPr>
            </a:p>
          </p:txBody>
        </p:sp>
        <p:sp>
          <p:nvSpPr>
            <p:cNvPr id="67" name="TextBox 66"/>
            <p:cNvSpPr txBox="1"/>
            <p:nvPr/>
          </p:nvSpPr>
          <p:spPr>
            <a:xfrm>
              <a:off x="3774055" y="2656373"/>
              <a:ext cx="792088" cy="292388"/>
            </a:xfrm>
            <a:prstGeom prst="rect">
              <a:avLst/>
            </a:prstGeom>
            <a:noFill/>
          </p:spPr>
          <p:txBody>
            <a:bodyPr wrap="square" rtlCol="0">
              <a:spAutoFit/>
            </a:bodyPr>
            <a:lstStyle/>
            <a:p>
              <a:pPr algn="ct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Series</a:t>
              </a:r>
              <a:endParaRPr lang="ko-KR" altLang="en-US" sz="1300" dirty="0">
                <a:solidFill>
                  <a:schemeClr val="tx1">
                    <a:lumMod val="85000"/>
                    <a:lumOff val="15000"/>
                  </a:schemeClr>
                </a:solidFill>
                <a:latin typeface="SamsungOne-400" panose="020B0503030303020204" pitchFamily="34" charset="0"/>
              </a:endParaRPr>
            </a:p>
          </p:txBody>
        </p:sp>
        <p:sp>
          <p:nvSpPr>
            <p:cNvPr id="68" name="TextBox 67"/>
            <p:cNvSpPr txBox="1"/>
            <p:nvPr/>
          </p:nvSpPr>
          <p:spPr>
            <a:xfrm>
              <a:off x="5286223" y="2656373"/>
              <a:ext cx="792088" cy="292388"/>
            </a:xfrm>
            <a:prstGeom prst="rect">
              <a:avLst/>
            </a:prstGeom>
            <a:noFill/>
          </p:spPr>
          <p:txBody>
            <a:bodyPr wrap="square" rtlCol="0">
              <a:spAutoFit/>
            </a:bodyPr>
            <a:lstStyle/>
            <a:p>
              <a:pPr algn="ct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Series</a:t>
              </a:r>
              <a:endParaRPr lang="ko-KR" altLang="en-US" sz="1300" dirty="0">
                <a:solidFill>
                  <a:schemeClr val="tx1">
                    <a:lumMod val="85000"/>
                    <a:lumOff val="15000"/>
                  </a:schemeClr>
                </a:solidFill>
                <a:latin typeface="SamsungOne-400" panose="020B0503030303020204" pitchFamily="34" charset="0"/>
              </a:endParaRPr>
            </a:p>
          </p:txBody>
        </p:sp>
        <p:sp>
          <p:nvSpPr>
            <p:cNvPr id="69" name="TextBox 68"/>
            <p:cNvSpPr txBox="1"/>
            <p:nvPr/>
          </p:nvSpPr>
          <p:spPr>
            <a:xfrm>
              <a:off x="6798391" y="2656373"/>
              <a:ext cx="792088" cy="292388"/>
            </a:xfrm>
            <a:prstGeom prst="rect">
              <a:avLst/>
            </a:prstGeom>
            <a:noFill/>
          </p:spPr>
          <p:txBody>
            <a:bodyPr wrap="square" rtlCol="0">
              <a:spAutoFit/>
            </a:bodyPr>
            <a:lstStyle/>
            <a:p>
              <a:pPr algn="ct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Series</a:t>
              </a:r>
              <a:endParaRPr lang="ko-KR" altLang="en-US" sz="1300" dirty="0">
                <a:solidFill>
                  <a:schemeClr val="tx1">
                    <a:lumMod val="85000"/>
                    <a:lumOff val="15000"/>
                  </a:schemeClr>
                </a:solidFill>
                <a:latin typeface="SamsungOne-400" panose="020B0503030303020204" pitchFamily="34" charset="0"/>
              </a:endParaRPr>
            </a:p>
          </p:txBody>
        </p:sp>
      </p:grpSp>
      <p:graphicFrame>
        <p:nvGraphicFramePr>
          <p:cNvPr id="70" name="Table 4">
            <a:extLst>
              <a:ext uri="{FF2B5EF4-FFF2-40B4-BE49-F238E27FC236}">
                <a16:creationId xmlns:a16="http://schemas.microsoft.com/office/drawing/2014/main" id="{EED9E90C-2C64-4842-935E-CF44A8576479}"/>
              </a:ext>
            </a:extLst>
          </p:cNvPr>
          <p:cNvGraphicFramePr>
            <a:graphicFrameLocks noGrp="1"/>
          </p:cNvGraphicFramePr>
          <p:nvPr>
            <p:extLst>
              <p:ext uri="{D42A27DB-BD31-4B8C-83A1-F6EECF244321}">
                <p14:modId xmlns:p14="http://schemas.microsoft.com/office/powerpoint/2010/main" val="3578797701"/>
              </p:ext>
            </p:extLst>
          </p:nvPr>
        </p:nvGraphicFramePr>
        <p:xfrm>
          <a:off x="2250267" y="2398042"/>
          <a:ext cx="807287" cy="2375848"/>
        </p:xfrm>
        <a:graphic>
          <a:graphicData uri="http://schemas.openxmlformats.org/drawingml/2006/table">
            <a:tbl>
              <a:tblPr firstRow="1" bandRow="1">
                <a:tableStyleId>{5940675A-B579-460E-94D1-54222C63F5DA}</a:tableStyleId>
              </a:tblPr>
              <a:tblGrid>
                <a:gridCol w="807287">
                  <a:extLst>
                    <a:ext uri="{9D8B030D-6E8A-4147-A177-3AD203B41FA5}">
                      <a16:colId xmlns:a16="http://schemas.microsoft.com/office/drawing/2014/main" val="20000"/>
                    </a:ext>
                  </a:extLst>
                </a:gridCol>
              </a:tblGrid>
              <a:tr h="296981">
                <a:tc>
                  <a:txBody>
                    <a:bodyPr/>
                    <a:lstStyle/>
                    <a:p>
                      <a:pPr algn="ctr"/>
                      <a:r>
                        <a:rPr lang="en-US" sz="13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Giới</a:t>
                      </a:r>
                      <a:r>
                        <a:rPr lang="en-US" sz="13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tính</a:t>
                      </a:r>
                      <a:endParaRPr lang="en-US" sz="13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193EB0"/>
                    </a:solidFill>
                  </a:tcPr>
                </a:tc>
                <a:extLst>
                  <a:ext uri="{0D108BD9-81ED-4DB2-BD59-A6C34878D82A}">
                    <a16:rowId xmlns:a16="http://schemas.microsoft.com/office/drawing/2014/main" val="10000"/>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96981">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Nữ</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9698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29698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Nữ</a:t>
                      </a:r>
                      <a:endPar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296981">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Nữ</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9698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Nữ</a:t>
                      </a:r>
                      <a:endPar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9698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Nữ</a:t>
                      </a:r>
                      <a:endPar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bl>
          </a:graphicData>
        </a:graphic>
      </p:graphicFrame>
      <p:graphicFrame>
        <p:nvGraphicFramePr>
          <p:cNvPr id="71" name="Table 4">
            <a:extLst>
              <a:ext uri="{FF2B5EF4-FFF2-40B4-BE49-F238E27FC236}">
                <a16:creationId xmlns:a16="http://schemas.microsoft.com/office/drawing/2014/main" id="{EED9E90C-2C64-4842-935E-CF44A8576479}"/>
              </a:ext>
            </a:extLst>
          </p:cNvPr>
          <p:cNvGraphicFramePr>
            <a:graphicFrameLocks noGrp="1"/>
          </p:cNvGraphicFramePr>
          <p:nvPr>
            <p:extLst>
              <p:ext uri="{D42A27DB-BD31-4B8C-83A1-F6EECF244321}">
                <p14:modId xmlns:p14="http://schemas.microsoft.com/office/powerpoint/2010/main" val="448037889"/>
              </p:ext>
            </p:extLst>
          </p:nvPr>
        </p:nvGraphicFramePr>
        <p:xfrm>
          <a:off x="3821673" y="2398450"/>
          <a:ext cx="850019" cy="2375848"/>
        </p:xfrm>
        <a:graphic>
          <a:graphicData uri="http://schemas.openxmlformats.org/drawingml/2006/table">
            <a:tbl>
              <a:tblPr firstRow="1" bandRow="1">
                <a:tableStyleId>{5940675A-B579-460E-94D1-54222C63F5DA}</a:tableStyleId>
              </a:tblPr>
              <a:tblGrid>
                <a:gridCol w="850019">
                  <a:extLst>
                    <a:ext uri="{9D8B030D-6E8A-4147-A177-3AD203B41FA5}">
                      <a16:colId xmlns:a16="http://schemas.microsoft.com/office/drawing/2014/main" val="20000"/>
                    </a:ext>
                  </a:extLst>
                </a:gridCol>
              </a:tblGrid>
              <a:tr h="296981">
                <a:tc>
                  <a:txBody>
                    <a:bodyPr/>
                    <a:lstStyle/>
                    <a:p>
                      <a:pPr algn="ctr"/>
                      <a:r>
                        <a:rPr lang="en-US" sz="13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Nhóm</a:t>
                      </a:r>
                      <a:r>
                        <a:rPr lang="en-US" sz="13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baseline="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máu</a:t>
                      </a:r>
                      <a:endParaRPr lang="en-US" sz="13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solidFill>
                      <a:srgbClr val="FFB546"/>
                    </a:solidFill>
                  </a:tcPr>
                </a:tc>
                <a:extLst>
                  <a:ext uri="{0D108BD9-81ED-4DB2-BD59-A6C34878D82A}">
                    <a16:rowId xmlns:a16="http://schemas.microsoft.com/office/drawing/2014/main" val="10000"/>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96981">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9698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29698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296981">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9698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9698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bl>
          </a:graphicData>
        </a:graphic>
      </p:graphicFrame>
      <p:graphicFrame>
        <p:nvGraphicFramePr>
          <p:cNvPr id="72" name="Table 4">
            <a:extLst>
              <a:ext uri="{FF2B5EF4-FFF2-40B4-BE49-F238E27FC236}">
                <a16:creationId xmlns:a16="http://schemas.microsoft.com/office/drawing/2014/main" id="{EED9E90C-2C64-4842-935E-CF44A8576479}"/>
              </a:ext>
            </a:extLst>
          </p:cNvPr>
          <p:cNvGraphicFramePr>
            <a:graphicFrameLocks noGrp="1"/>
          </p:cNvGraphicFramePr>
          <p:nvPr>
            <p:extLst>
              <p:ext uri="{D42A27DB-BD31-4B8C-83A1-F6EECF244321}">
                <p14:modId xmlns:p14="http://schemas.microsoft.com/office/powerpoint/2010/main" val="625455884"/>
              </p:ext>
            </p:extLst>
          </p:nvPr>
        </p:nvGraphicFramePr>
        <p:xfrm>
          <a:off x="5326652" y="2398646"/>
          <a:ext cx="744975" cy="2375848"/>
        </p:xfrm>
        <a:graphic>
          <a:graphicData uri="http://schemas.openxmlformats.org/drawingml/2006/table">
            <a:tbl>
              <a:tblPr firstRow="1" bandRow="1">
                <a:tableStyleId>{5940675A-B579-460E-94D1-54222C63F5DA}</a:tableStyleId>
              </a:tblPr>
              <a:tblGrid>
                <a:gridCol w="744975">
                  <a:extLst>
                    <a:ext uri="{9D8B030D-6E8A-4147-A177-3AD203B41FA5}">
                      <a16:colId xmlns:a16="http://schemas.microsoft.com/office/drawing/2014/main" val="20000"/>
                    </a:ext>
                  </a:extLst>
                </a:gridCol>
              </a:tblGrid>
              <a:tr h="296981">
                <a:tc>
                  <a:txBody>
                    <a:bodyPr/>
                    <a:lstStyle/>
                    <a:p>
                      <a:pPr algn="ctr"/>
                      <a:r>
                        <a:rPr lang="en-US" sz="13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Chiều</a:t>
                      </a:r>
                      <a:r>
                        <a:rPr lang="en-US" sz="13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cao</a:t>
                      </a:r>
                      <a:endParaRPr lang="en-US" sz="13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96981">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22</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9698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29698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9698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9698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bl>
          </a:graphicData>
        </a:graphic>
      </p:graphicFrame>
      <p:graphicFrame>
        <p:nvGraphicFramePr>
          <p:cNvPr id="73" name="Table 4">
            <a:extLst>
              <a:ext uri="{FF2B5EF4-FFF2-40B4-BE49-F238E27FC236}">
                <a16:creationId xmlns:a16="http://schemas.microsoft.com/office/drawing/2014/main" id="{EED9E90C-2C64-4842-935E-CF44A8576479}"/>
              </a:ext>
            </a:extLst>
          </p:cNvPr>
          <p:cNvGraphicFramePr>
            <a:graphicFrameLocks noGrp="1"/>
          </p:cNvGraphicFramePr>
          <p:nvPr>
            <p:extLst>
              <p:ext uri="{D42A27DB-BD31-4B8C-83A1-F6EECF244321}">
                <p14:modId xmlns:p14="http://schemas.microsoft.com/office/powerpoint/2010/main" val="3852081399"/>
              </p:ext>
            </p:extLst>
          </p:nvPr>
        </p:nvGraphicFramePr>
        <p:xfrm>
          <a:off x="6827434" y="2398042"/>
          <a:ext cx="778346" cy="2375848"/>
        </p:xfrm>
        <a:graphic>
          <a:graphicData uri="http://schemas.openxmlformats.org/drawingml/2006/table">
            <a:tbl>
              <a:tblPr firstRow="1" bandRow="1">
                <a:tableStyleId>{5940675A-B579-460E-94D1-54222C63F5DA}</a:tableStyleId>
              </a:tblPr>
              <a:tblGrid>
                <a:gridCol w="778346">
                  <a:extLst>
                    <a:ext uri="{9D8B030D-6E8A-4147-A177-3AD203B41FA5}">
                      <a16:colId xmlns:a16="http://schemas.microsoft.com/office/drawing/2014/main" val="20000"/>
                    </a:ext>
                  </a:extLst>
                </a:gridCol>
              </a:tblGrid>
              <a:tr h="296981">
                <a:tc>
                  <a:txBody>
                    <a:bodyPr/>
                    <a:lstStyle/>
                    <a:p>
                      <a:pPr algn="ctr"/>
                      <a:r>
                        <a:rPr lang="en-US" sz="13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Câ</a:t>
                      </a:r>
                      <a:r>
                        <a:rPr lang="en-US" sz="1300" b="0" kern="1200" baseline="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a:t>
                      </a:r>
                      <a:r>
                        <a:rPr lang="en-US" sz="13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baseline="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nặng</a:t>
                      </a:r>
                      <a:endParaRPr lang="en-US" sz="13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solidFill>
                      <a:srgbClr val="FF4337"/>
                    </a:solidFill>
                  </a:tcPr>
                </a:tc>
                <a:extLst>
                  <a:ext uri="{0D108BD9-81ED-4DB2-BD59-A6C34878D82A}">
                    <a16:rowId xmlns:a16="http://schemas.microsoft.com/office/drawing/2014/main" val="10000"/>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68.2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96981">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53</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9698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80.1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29698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85.7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49.5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9698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52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9698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45.3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bl>
          </a:graphicData>
        </a:graphic>
      </p:graphicFrame>
      <p:sp>
        <p:nvSpPr>
          <p:cNvPr id="74" name="덧셈 기호 73"/>
          <p:cNvSpPr/>
          <p:nvPr/>
        </p:nvSpPr>
        <p:spPr>
          <a:xfrm>
            <a:off x="3249183" y="3427275"/>
            <a:ext cx="321066" cy="321066"/>
          </a:xfrm>
          <a:prstGeom prst="mathPlus">
            <a:avLst>
              <a:gd name="adj1" fmla="val 16102"/>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75" name="왼쪽 중괄호 74"/>
          <p:cNvSpPr/>
          <p:nvPr/>
        </p:nvSpPr>
        <p:spPr>
          <a:xfrm rot="16200000">
            <a:off x="4782057" y="2771901"/>
            <a:ext cx="338710" cy="4595002"/>
          </a:xfrm>
          <a:prstGeom prst="leftBrace">
            <a:avLst>
              <a:gd name="adj1" fmla="val 68325"/>
              <a:gd name="adj2" fmla="val 50166"/>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000" dirty="0"/>
          </a:p>
        </p:txBody>
      </p:sp>
      <p:sp>
        <p:nvSpPr>
          <p:cNvPr id="76" name="TextBox 75"/>
          <p:cNvSpPr txBox="1"/>
          <p:nvPr/>
        </p:nvSpPr>
        <p:spPr>
          <a:xfrm>
            <a:off x="4350003" y="5286837"/>
            <a:ext cx="1224544" cy="292388"/>
          </a:xfrm>
          <a:prstGeom prst="rect">
            <a:avLst/>
          </a:prstGeom>
          <a:noFill/>
        </p:spPr>
        <p:txBody>
          <a:bodyPr wrap="square" rtlCol="0">
            <a:spAutoFit/>
          </a:bodyPr>
          <a:lstStyle/>
          <a:p>
            <a:pPr algn="ct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DataFrame</a:t>
            </a:r>
            <a:endParaRPr lang="ko-KR" altLang="en-US" sz="1300" dirty="0">
              <a:solidFill>
                <a:schemeClr val="tx1">
                  <a:lumMod val="85000"/>
                  <a:lumOff val="15000"/>
                </a:schemeClr>
              </a:solidFill>
              <a:latin typeface="SamsungOne-400" panose="020B0503030303020204" pitchFamily="34" charset="0"/>
            </a:endParaRPr>
          </a:p>
        </p:txBody>
      </p:sp>
      <p:sp>
        <p:nvSpPr>
          <p:cNvPr id="77" name="덧셈 기호 4">
            <a:extLst>
              <a:ext uri="{FF2B5EF4-FFF2-40B4-BE49-F238E27FC236}">
                <a16:creationId xmlns:a16="http://schemas.microsoft.com/office/drawing/2014/main" id="{E6BA8B43-3B9B-40D1-B0DE-714120EC4EAB}"/>
              </a:ext>
            </a:extLst>
          </p:cNvPr>
          <p:cNvSpPr/>
          <p:nvPr/>
        </p:nvSpPr>
        <p:spPr>
          <a:xfrm>
            <a:off x="4813957" y="3427275"/>
            <a:ext cx="321066" cy="321066"/>
          </a:xfrm>
          <a:prstGeom prst="mathPlus">
            <a:avLst>
              <a:gd name="adj1" fmla="val 16102"/>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78" name="덧셈 기호 4">
            <a:extLst>
              <a:ext uri="{FF2B5EF4-FFF2-40B4-BE49-F238E27FC236}">
                <a16:creationId xmlns:a16="http://schemas.microsoft.com/office/drawing/2014/main" id="{36332F09-947A-46E9-B4A4-092917CB0438}"/>
              </a:ext>
            </a:extLst>
          </p:cNvPr>
          <p:cNvSpPr/>
          <p:nvPr/>
        </p:nvSpPr>
        <p:spPr>
          <a:xfrm>
            <a:off x="6288997" y="3427275"/>
            <a:ext cx="321066" cy="321066"/>
          </a:xfrm>
          <a:prstGeom prst="mathPlus">
            <a:avLst>
              <a:gd name="adj1" fmla="val 16102"/>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grpSp>
        <p:nvGrpSpPr>
          <p:cNvPr id="79" name="그룹 7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80" name="직사각형 7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81" name="직사각형 80">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26" name="직사각형 25">
            <a:extLst>
              <a:ext uri="{FF2B5EF4-FFF2-40B4-BE49-F238E27FC236}">
                <a16:creationId xmlns:a16="http://schemas.microsoft.com/office/drawing/2014/main" id="{3EDD0A7B-B482-4860-AD51-52AEAA49EA4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Về</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cấu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trúc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pandas:</a:t>
            </a:r>
          </a:p>
        </p:txBody>
      </p:sp>
    </p:spTree>
    <p:extLst>
      <p:ext uri="{BB962C8B-B14F-4D97-AF65-F5344CB8AC3E}">
        <p14:creationId xmlns:p14="http://schemas.microsoft.com/office/powerpoint/2010/main" val="648298064"/>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직사각형 18">
            <a:extLst>
              <a:ext uri="{FF2B5EF4-FFF2-40B4-BE49-F238E27FC236}">
                <a16:creationId xmlns:a16="http://schemas.microsoft.com/office/drawing/2014/main" id="{58B1BC1D-DFB7-4482-BA23-F01AD71B1BBE}"/>
              </a:ext>
            </a:extLst>
          </p:cNvPr>
          <p:cNvSpPr/>
          <p:nvPr/>
        </p:nvSpPr>
        <p:spPr>
          <a:xfrm>
            <a:off x="444580" y="1360864"/>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Series</a:t>
            </a:r>
          </a:p>
        </p:txBody>
      </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15" name="직사각형 1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3" name="그룹 2">
            <a:extLst>
              <a:ext uri="{FF2B5EF4-FFF2-40B4-BE49-F238E27FC236}">
                <a16:creationId xmlns:a16="http://schemas.microsoft.com/office/drawing/2014/main" id="{AC7B1D63-ED62-4022-B7F1-8D47F0EE431F}"/>
              </a:ext>
            </a:extLst>
          </p:cNvPr>
          <p:cNvGrpSpPr/>
          <p:nvPr/>
        </p:nvGrpSpPr>
        <p:grpSpPr>
          <a:xfrm>
            <a:off x="524240" y="1870666"/>
            <a:ext cx="8887612" cy="2611091"/>
            <a:chOff x="524240" y="1870666"/>
            <a:chExt cx="8887612" cy="2611091"/>
          </a:xfrm>
        </p:grpSpPr>
        <p:sp>
          <p:nvSpPr>
            <p:cNvPr id="21" name="직사각형 20">
              <a:extLst>
                <a:ext uri="{FF2B5EF4-FFF2-40B4-BE49-F238E27FC236}">
                  <a16:creationId xmlns:a16="http://schemas.microsoft.com/office/drawing/2014/main" id="{0EAADE14-A9CF-4F9E-A727-79B03A18EB74}"/>
                </a:ext>
              </a:extLst>
            </p:cNvPr>
            <p:cNvSpPr/>
            <p:nvPr/>
          </p:nvSpPr>
          <p:spPr>
            <a:xfrm>
              <a:off x="651633" y="2120359"/>
              <a:ext cx="8632825" cy="23613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Vì là mảng nên tất cả các phần tử trong series phải thuộc 1 kiểu dữ liệu.</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series đơn giản có thể được tạo từ các chuỗi như list, tuple và mảng.</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Từ ' series' là số ít VÀ cả số nhiều. Nó có nguồn gốc Latinh là 'serere' có nghĩa là tham gia hoặc kết nối.</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Giá trị mặc định của series là một chỉ mục số nguyên. Nhãn của mục đầu tiên là 0, nhãn của mục thứ hai là 1 và nó tăng theo cách này.</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Giá trị thuộc tính của series là danh sách tất cả các giá trị trong series.</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Giá trị thuộc tính của chỉ mục có nghĩa là chỉ mục của một series.</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Giá trị thuộc tính của index.values là một mảng gồm tất cả các giá trị của chỉ mục.</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22" name="직사각형 21">
              <a:extLst>
                <a:ext uri="{FF2B5EF4-FFF2-40B4-BE49-F238E27FC236}">
                  <a16:creationId xmlns:a16="http://schemas.microsoft.com/office/drawing/2014/main" id="{50E3A15A-9606-4813-BDE1-1EAB2A513AB4}"/>
                </a:ext>
              </a:extLst>
            </p:cNvPr>
            <p:cNvSpPr/>
            <p:nvPr/>
          </p:nvSpPr>
          <p:spPr>
            <a:xfrm>
              <a:off x="524240" y="1870666"/>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a:solidFill>
                    <a:schemeClr val="tx1"/>
                  </a:solidFill>
                  <a:latin typeface="SamsungOne-400" panose="020B0503030303020204" pitchFamily="34" charset="0"/>
                  <a:ea typeface="SamsungOne-400" panose="020B0503030303020204" pitchFamily="34" charset="0"/>
                </a:rPr>
                <a:t>Series</a:t>
              </a:r>
              <a:r>
                <a:rPr lang="vi-VN" altLang="ko-KR" sz="1400" dirty="0">
                  <a:solidFill>
                    <a:schemeClr val="tx1"/>
                  </a:solidFill>
                  <a:latin typeface="SamsungOne-400" panose="020B0503030303020204" pitchFamily="34" charset="0"/>
                  <a:ea typeface="SamsungOne-400" panose="020B0503030303020204" pitchFamily="34" charset="0"/>
                </a:rPr>
                <a:t> là một dạng của mảng một chiều được liệt kê theo trình tự.</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2647086344"/>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2">
            <a:extLst>
              <a:ext uri="{FF2B5EF4-FFF2-40B4-BE49-F238E27FC236}">
                <a16:creationId xmlns:a16="http://schemas.microsoft.com/office/drawing/2014/main" id="{39C1D0BA-7152-4AAC-B295-DCCB5F8378F4}"/>
              </a:ext>
            </a:extLst>
          </p:cNvPr>
          <p:cNvSpPr/>
          <p:nvPr/>
        </p:nvSpPr>
        <p:spPr>
          <a:xfrm>
            <a:off x="711201" y="2350370"/>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Tạo</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từ</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list</a:t>
            </a:r>
          </a:p>
        </p:txBody>
      </p:sp>
      <p:grpSp>
        <p:nvGrpSpPr>
          <p:cNvPr id="79" name="그룹 7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80" name="직사각형 7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81" name="직사각형 80">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4" name="그룹 3">
            <a:extLst>
              <a:ext uri="{FF2B5EF4-FFF2-40B4-BE49-F238E27FC236}">
                <a16:creationId xmlns:a16="http://schemas.microsoft.com/office/drawing/2014/main" id="{6C7C46AA-9910-45D7-A455-E0EA35D33F41}"/>
              </a:ext>
            </a:extLst>
          </p:cNvPr>
          <p:cNvGrpSpPr/>
          <p:nvPr/>
        </p:nvGrpSpPr>
        <p:grpSpPr>
          <a:xfrm>
            <a:off x="558924" y="1728801"/>
            <a:ext cx="8782050" cy="497160"/>
            <a:chOff x="558924" y="1844824"/>
            <a:chExt cx="8782050" cy="497160"/>
          </a:xfrm>
        </p:grpSpPr>
        <p:sp>
          <p:nvSpPr>
            <p:cNvPr id="24" name="모서리가 둥근 직사각형 4">
              <a:extLst>
                <a:ext uri="{FF2B5EF4-FFF2-40B4-BE49-F238E27FC236}">
                  <a16:creationId xmlns:a16="http://schemas.microsoft.com/office/drawing/2014/main" id="{A36E3BA1-83BF-4EF9-8B22-BB45DE7AA1FC}"/>
                </a:ext>
              </a:extLst>
            </p:cNvPr>
            <p:cNvSpPr/>
            <p:nvPr/>
          </p:nvSpPr>
          <p:spPr>
            <a:xfrm>
              <a:off x="558924" y="1844824"/>
              <a:ext cx="8782050" cy="49716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770" t="8195" r="18462" b="3815"/>
            <a:stretch/>
          </p:blipFill>
          <p:spPr>
            <a:xfrm>
              <a:off x="578498" y="1894114"/>
              <a:ext cx="8762476" cy="402432"/>
            </a:xfrm>
            <a:prstGeom prst="rect">
              <a:avLst/>
            </a:prstGeom>
          </p:spPr>
        </p:pic>
      </p:grpSp>
      <p:grpSp>
        <p:nvGrpSpPr>
          <p:cNvPr id="5" name="그룹 4">
            <a:extLst>
              <a:ext uri="{FF2B5EF4-FFF2-40B4-BE49-F238E27FC236}">
                <a16:creationId xmlns:a16="http://schemas.microsoft.com/office/drawing/2014/main" id="{03D06BA0-C52B-4C69-B0BF-EA94261ECF13}"/>
              </a:ext>
            </a:extLst>
          </p:cNvPr>
          <p:cNvGrpSpPr/>
          <p:nvPr/>
        </p:nvGrpSpPr>
        <p:grpSpPr>
          <a:xfrm>
            <a:off x="558924" y="2699685"/>
            <a:ext cx="8782051" cy="1656184"/>
            <a:chOff x="558924" y="2996952"/>
            <a:chExt cx="8782051" cy="1656184"/>
          </a:xfrm>
        </p:grpSpPr>
        <p:sp>
          <p:nvSpPr>
            <p:cNvPr id="25" name="모서리가 둥근 직사각형 4">
              <a:extLst>
                <a:ext uri="{FF2B5EF4-FFF2-40B4-BE49-F238E27FC236}">
                  <a16:creationId xmlns:a16="http://schemas.microsoft.com/office/drawing/2014/main" id="{A36E3BA1-83BF-4EF9-8B22-BB45DE7AA1FC}"/>
                </a:ext>
              </a:extLst>
            </p:cNvPr>
            <p:cNvSpPr/>
            <p:nvPr/>
          </p:nvSpPr>
          <p:spPr>
            <a:xfrm>
              <a:off x="558924" y="2996952"/>
              <a:ext cx="8782050" cy="165618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674" r="18909"/>
            <a:stretch/>
          </p:blipFill>
          <p:spPr>
            <a:xfrm>
              <a:off x="625151" y="3037384"/>
              <a:ext cx="8715824" cy="1566663"/>
            </a:xfrm>
            <a:prstGeom prst="rect">
              <a:avLst/>
            </a:prstGeom>
          </p:spPr>
        </p:pic>
      </p:grpSp>
      <p:sp>
        <p:nvSpPr>
          <p:cNvPr id="13" name="직사각형 12">
            <a:extLst>
              <a:ext uri="{FF2B5EF4-FFF2-40B4-BE49-F238E27FC236}">
                <a16:creationId xmlns:a16="http://schemas.microsoft.com/office/drawing/2014/main" id="{E29D82DB-616D-44E1-9270-16BD9F0617C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Cách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vi-VN" altLang="ko-KR" sz="1400" dirty="0">
                <a:solidFill>
                  <a:prstClr val="black">
                    <a:lumMod val="85000"/>
                    <a:lumOff val="15000"/>
                  </a:prstClr>
                </a:solidFill>
                <a:latin typeface="SamsungOne-400" panose="020B0503030303020204" pitchFamily="34" charset="0"/>
                <a:ea typeface="SamsungOne-400" panose="020B0503030303020204" pitchFamily="34" charset="0"/>
              </a:rPr>
              <a:t>series</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944425613"/>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2">
            <a:extLst>
              <a:ext uri="{FF2B5EF4-FFF2-40B4-BE49-F238E27FC236}">
                <a16:creationId xmlns:a16="http://schemas.microsoft.com/office/drawing/2014/main" id="{39C1D0BA-7152-4AAC-B295-DCCB5F8378F4}"/>
              </a:ext>
            </a:extLst>
          </p:cNvPr>
          <p:cNvSpPr/>
          <p:nvPr/>
        </p:nvSpPr>
        <p:spPr>
          <a:xfrm>
            <a:off x="711201" y="2436760"/>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Tạo</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từ</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mảng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NumPy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Xem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help(</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pd.Series</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để</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thêm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chi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tiết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nvGrpSpPr>
          <p:cNvPr id="2" name="그룹 1">
            <a:extLst>
              <a:ext uri="{FF2B5EF4-FFF2-40B4-BE49-F238E27FC236}">
                <a16:creationId xmlns:a16="http://schemas.microsoft.com/office/drawing/2014/main" id="{167E5428-981C-4B43-86E7-09E3D58CC2DF}"/>
              </a:ext>
            </a:extLst>
          </p:cNvPr>
          <p:cNvGrpSpPr/>
          <p:nvPr/>
        </p:nvGrpSpPr>
        <p:grpSpPr>
          <a:xfrm>
            <a:off x="558924" y="1747464"/>
            <a:ext cx="8782051" cy="529206"/>
            <a:chOff x="558924" y="1844825"/>
            <a:chExt cx="8782051" cy="529206"/>
          </a:xfrm>
        </p:grpSpPr>
        <p:sp>
          <p:nvSpPr>
            <p:cNvPr id="24" name="모서리가 둥근 직사각형 4">
              <a:extLst>
                <a:ext uri="{FF2B5EF4-FFF2-40B4-BE49-F238E27FC236}">
                  <a16:creationId xmlns:a16="http://schemas.microsoft.com/office/drawing/2014/main" id="{A36E3BA1-83BF-4EF9-8B22-BB45DE7AA1FC}"/>
                </a:ext>
              </a:extLst>
            </p:cNvPr>
            <p:cNvSpPr/>
            <p:nvPr/>
          </p:nvSpPr>
          <p:spPr>
            <a:xfrm>
              <a:off x="558924" y="1844825"/>
              <a:ext cx="8782050" cy="52920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3"/>
            <a:srcRect l="2052" t="11946" r="18235"/>
            <a:stretch/>
          </p:blipFill>
          <p:spPr>
            <a:xfrm>
              <a:off x="625151" y="1898168"/>
              <a:ext cx="8715824" cy="443814"/>
            </a:xfrm>
            <a:prstGeom prst="rect">
              <a:avLst/>
            </a:prstGeom>
          </p:spPr>
        </p:pic>
      </p:grpSp>
      <p:grpSp>
        <p:nvGrpSpPr>
          <p:cNvPr id="3" name="그룹 2">
            <a:extLst>
              <a:ext uri="{FF2B5EF4-FFF2-40B4-BE49-F238E27FC236}">
                <a16:creationId xmlns:a16="http://schemas.microsoft.com/office/drawing/2014/main" id="{88F9CBD3-1D17-4EF5-9A38-97F29331E3BB}"/>
              </a:ext>
            </a:extLst>
          </p:cNvPr>
          <p:cNvGrpSpPr/>
          <p:nvPr/>
        </p:nvGrpSpPr>
        <p:grpSpPr>
          <a:xfrm>
            <a:off x="558924" y="2791476"/>
            <a:ext cx="8782050" cy="1789652"/>
            <a:chOff x="558924" y="2996952"/>
            <a:chExt cx="8782050" cy="1789652"/>
          </a:xfrm>
        </p:grpSpPr>
        <p:sp>
          <p:nvSpPr>
            <p:cNvPr id="14" name="모서리가 둥근 직사각형 4">
              <a:extLst>
                <a:ext uri="{FF2B5EF4-FFF2-40B4-BE49-F238E27FC236}">
                  <a16:creationId xmlns:a16="http://schemas.microsoft.com/office/drawing/2014/main" id="{A36E3BA1-83BF-4EF9-8B22-BB45DE7AA1FC}"/>
                </a:ext>
              </a:extLst>
            </p:cNvPr>
            <p:cNvSpPr/>
            <p:nvPr/>
          </p:nvSpPr>
          <p:spPr>
            <a:xfrm>
              <a:off x="558924" y="2996952"/>
              <a:ext cx="8782050" cy="178965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5" name="그림 4"/>
            <p:cNvPicPr>
              <a:picLocks noChangeAspect="1"/>
            </p:cNvPicPr>
            <p:nvPr/>
          </p:nvPicPr>
          <p:blipFill rotWithShape="1">
            <a:blip r:embed="rId4"/>
            <a:srcRect l="2097" r="21193"/>
            <a:stretch/>
          </p:blipFill>
          <p:spPr>
            <a:xfrm>
              <a:off x="667037" y="3062495"/>
              <a:ext cx="8673937" cy="1656184"/>
            </a:xfrm>
            <a:prstGeom prst="rect">
              <a:avLst/>
            </a:prstGeom>
          </p:spPr>
        </p:pic>
      </p:grpSp>
      <p:sp>
        <p:nvSpPr>
          <p:cNvPr id="13" name="직사각형 12">
            <a:extLst>
              <a:ext uri="{FF2B5EF4-FFF2-40B4-BE49-F238E27FC236}">
                <a16:creationId xmlns:a16="http://schemas.microsoft.com/office/drawing/2014/main" id="{51613210-C6B8-4FC3-9D1B-155EAB357AE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Cách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vi-VN" altLang="ko-KR" sz="1400" dirty="0">
                <a:solidFill>
                  <a:prstClr val="black">
                    <a:lumMod val="85000"/>
                    <a:lumOff val="15000"/>
                  </a:prstClr>
                </a:solidFill>
                <a:latin typeface="SamsungOne-400" panose="020B0503030303020204" pitchFamily="34" charset="0"/>
                <a:ea typeface="SamsungOne-400" panose="020B0503030303020204" pitchFamily="34" charset="0"/>
              </a:rPr>
              <a:t>series</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6" name="그룹 78">
            <a:extLst>
              <a:ext uri="{FF2B5EF4-FFF2-40B4-BE49-F238E27FC236}">
                <a16:creationId xmlns:a16="http://schemas.microsoft.com/office/drawing/2014/main" id="{99D3B150-754B-538C-035D-2AD3CA3F3B6E}"/>
              </a:ext>
            </a:extLst>
          </p:cNvPr>
          <p:cNvGrpSpPr/>
          <p:nvPr/>
        </p:nvGrpSpPr>
        <p:grpSpPr>
          <a:xfrm>
            <a:off x="450000" y="450000"/>
            <a:ext cx="9018000" cy="276999"/>
            <a:chOff x="450000" y="450000"/>
            <a:chExt cx="9018000" cy="276999"/>
          </a:xfrm>
        </p:grpSpPr>
        <p:sp>
          <p:nvSpPr>
            <p:cNvPr id="7" name="직사각형 79">
              <a:extLst>
                <a:ext uri="{FF2B5EF4-FFF2-40B4-BE49-F238E27FC236}">
                  <a16:creationId xmlns:a16="http://schemas.microsoft.com/office/drawing/2014/main" id="{61A8ACD9-FD97-1F07-FADD-C7D8E2EEB523}"/>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8" name="직사각형 80">
              <a:extLst>
                <a:ext uri="{FF2B5EF4-FFF2-40B4-BE49-F238E27FC236}">
                  <a16:creationId xmlns:a16="http://schemas.microsoft.com/office/drawing/2014/main" id="{6542C5B6-9DD4-D0A9-C03B-51A92A5AEB72}"/>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839293322"/>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그룹 12">
            <a:extLst>
              <a:ext uri="{FF2B5EF4-FFF2-40B4-BE49-F238E27FC236}">
                <a16:creationId xmlns:a16="http://schemas.microsoft.com/office/drawing/2014/main" id="{E53371C3-8732-457C-9C1C-26300CFC8D5C}"/>
              </a:ext>
            </a:extLst>
          </p:cNvPr>
          <p:cNvGrpSpPr/>
          <p:nvPr/>
        </p:nvGrpSpPr>
        <p:grpSpPr>
          <a:xfrm>
            <a:off x="580388" y="1413381"/>
            <a:ext cx="8887612" cy="599957"/>
            <a:chOff x="580388" y="1413381"/>
            <a:chExt cx="8887612" cy="599957"/>
          </a:xfrm>
        </p:grpSpPr>
        <p:sp>
          <p:nvSpPr>
            <p:cNvPr id="15" name="직사각형 14">
              <a:extLst>
                <a:ext uri="{FF2B5EF4-FFF2-40B4-BE49-F238E27FC236}">
                  <a16:creationId xmlns:a16="http://schemas.microsoft.com/office/drawing/2014/main" id="{AFACF473-2A8D-411E-A3C3-6C3BE7E0225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Cách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vi-VN" altLang="ko-KR" sz="1400" dirty="0">
                  <a:solidFill>
                    <a:prstClr val="black">
                      <a:lumMod val="85000"/>
                      <a:lumOff val="15000"/>
                    </a:prstClr>
                  </a:solidFill>
                  <a:latin typeface="SamsungOne-400" panose="020B0503030303020204" pitchFamily="34" charset="0"/>
                  <a:ea typeface="SamsungOne-400" panose="020B0503030303020204" pitchFamily="34" charset="0"/>
                </a:rPr>
                <a:t>series</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6" name="Rectangle 12">
              <a:extLst>
                <a:ext uri="{FF2B5EF4-FFF2-40B4-BE49-F238E27FC236}">
                  <a16:creationId xmlns:a16="http://schemas.microsoft.com/office/drawing/2014/main" id="{B415C32B-46DD-43EF-8F22-3EC6581C640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series</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 cũng có thể được tạo với giá trị giống mảng, Iterable, dict hoặc scalar.</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17" name="그룹 16">
            <a:extLst>
              <a:ext uri="{FF2B5EF4-FFF2-40B4-BE49-F238E27FC236}">
                <a16:creationId xmlns:a16="http://schemas.microsoft.com/office/drawing/2014/main" id="{B42E67F3-E763-41D5-94B0-73EF1FA579BA}"/>
              </a:ext>
            </a:extLst>
          </p:cNvPr>
          <p:cNvGrpSpPr/>
          <p:nvPr/>
        </p:nvGrpSpPr>
        <p:grpSpPr>
          <a:xfrm>
            <a:off x="558924" y="3423289"/>
            <a:ext cx="8782050" cy="725791"/>
            <a:chOff x="557644" y="5085181"/>
            <a:chExt cx="8782050" cy="725791"/>
          </a:xfrm>
        </p:grpSpPr>
        <p:sp>
          <p:nvSpPr>
            <p:cNvPr id="18" name="모서리가 둥근 직사각형 4">
              <a:extLst>
                <a:ext uri="{FF2B5EF4-FFF2-40B4-BE49-F238E27FC236}">
                  <a16:creationId xmlns:a16="http://schemas.microsoft.com/office/drawing/2014/main" id="{3778203A-E807-4DF2-A04B-3DB512D4C5BC}"/>
                </a:ext>
              </a:extLst>
            </p:cNvPr>
            <p:cNvSpPr/>
            <p:nvPr/>
          </p:nvSpPr>
          <p:spPr>
            <a:xfrm>
              <a:off x="557644" y="5085181"/>
              <a:ext cx="8782050" cy="72579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0" name="Picture 2" descr="Byte - Free electronics icons">
              <a:extLst>
                <a:ext uri="{FF2B5EF4-FFF2-40B4-BE49-F238E27FC236}">
                  <a16:creationId xmlns:a16="http://schemas.microsoft.com/office/drawing/2014/main" id="{0A2B332D-17A1-449B-A9F0-9C7DFD64E64F}"/>
                </a:ext>
              </a:extLst>
            </p:cNvPr>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42947B43-2368-47B1-BE0F-CB909476DAB2}"/>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06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2" name="TextBox 21">
              <a:extLst>
                <a:ext uri="{FF2B5EF4-FFF2-40B4-BE49-F238E27FC236}">
                  <a16:creationId xmlns:a16="http://schemas.microsoft.com/office/drawing/2014/main" id="{AFA4E00A-5840-4701-A9B2-B5B3CE4B79E4}"/>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Chúng</a:t>
              </a:r>
              <a:r>
                <a:rPr lang="en-US" altLang="ko-KR" sz="1300" dirty="0">
                  <a:solidFill>
                    <a:prstClr val="black">
                      <a:lumMod val="85000"/>
                      <a:lumOff val="15000"/>
                    </a:prstClr>
                  </a:solidFill>
                  <a:latin typeface="SamsungOne-400" panose="020B0503030303020204" pitchFamily="34" charset="0"/>
                </a:rPr>
                <a:t> ta </a:t>
              </a:r>
              <a:r>
                <a:rPr lang="en-US" altLang="ko-KR" sz="1300" dirty="0" err="1">
                  <a:solidFill>
                    <a:prstClr val="black">
                      <a:lumMod val="85000"/>
                      <a:lumOff val="15000"/>
                    </a:prstClr>
                  </a:solidFill>
                  <a:latin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thể</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biết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rằng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kiểu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series</a:t>
              </a:r>
              <a:r>
                <a:rPr lang="en-US" altLang="ko-KR" sz="1300" dirty="0">
                  <a:solidFill>
                    <a:prstClr val="black">
                      <a:lumMod val="85000"/>
                      <a:lumOff val="15000"/>
                    </a:prstClr>
                  </a:solidFill>
                  <a:latin typeface="SamsungOne-400" panose="020B0503030303020204" pitchFamily="34" charset="0"/>
                </a:rPr>
                <a:t>.</a:t>
              </a:r>
            </a:p>
          </p:txBody>
        </p:sp>
      </p:grpSp>
      <p:grpSp>
        <p:nvGrpSpPr>
          <p:cNvPr id="7" name="그룹 6">
            <a:extLst>
              <a:ext uri="{FF2B5EF4-FFF2-40B4-BE49-F238E27FC236}">
                <a16:creationId xmlns:a16="http://schemas.microsoft.com/office/drawing/2014/main" id="{D2C0AEFD-E387-4E67-8F4E-FAFDDFAA2B0E}"/>
              </a:ext>
            </a:extLst>
          </p:cNvPr>
          <p:cNvGrpSpPr/>
          <p:nvPr/>
        </p:nvGrpSpPr>
        <p:grpSpPr>
          <a:xfrm>
            <a:off x="558924" y="2060848"/>
            <a:ext cx="8782050" cy="1263487"/>
            <a:chOff x="558924" y="2060848"/>
            <a:chExt cx="8782050" cy="1263487"/>
          </a:xfrm>
        </p:grpSpPr>
        <p:grpSp>
          <p:nvGrpSpPr>
            <p:cNvPr id="5" name="그룹 4">
              <a:extLst>
                <a:ext uri="{FF2B5EF4-FFF2-40B4-BE49-F238E27FC236}">
                  <a16:creationId xmlns:a16="http://schemas.microsoft.com/office/drawing/2014/main" id="{25AC5124-8132-4BC9-913B-75E4F5CC9780}"/>
                </a:ext>
              </a:extLst>
            </p:cNvPr>
            <p:cNvGrpSpPr/>
            <p:nvPr/>
          </p:nvGrpSpPr>
          <p:grpSpPr>
            <a:xfrm>
              <a:off x="558924" y="2060848"/>
              <a:ext cx="8782050" cy="1263487"/>
              <a:chOff x="558924" y="2132856"/>
              <a:chExt cx="8782050" cy="1263487"/>
            </a:xfrm>
          </p:grpSpPr>
          <p:sp>
            <p:nvSpPr>
              <p:cNvPr id="14" name="모서리가 둥근 직사각형 4">
                <a:extLst>
                  <a:ext uri="{FF2B5EF4-FFF2-40B4-BE49-F238E27FC236}">
                    <a16:creationId xmlns:a16="http://schemas.microsoft.com/office/drawing/2014/main" id="{A36E3BA1-83BF-4EF9-8B22-BB45DE7AA1FC}"/>
                  </a:ext>
                </a:extLst>
              </p:cNvPr>
              <p:cNvSpPr/>
              <p:nvPr/>
            </p:nvSpPr>
            <p:spPr>
              <a:xfrm>
                <a:off x="558924" y="2132856"/>
                <a:ext cx="8782050" cy="126348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5"/>
              <a:srcRect l="2164" r="20224"/>
              <a:stretch/>
            </p:blipFill>
            <p:spPr>
              <a:xfrm>
                <a:off x="681135" y="2194992"/>
                <a:ext cx="8659839" cy="1169701"/>
              </a:xfrm>
              <a:prstGeom prst="rect">
                <a:avLst/>
              </a:prstGeom>
            </p:spPr>
          </p:pic>
        </p:grpSp>
        <p:sp>
          <p:nvSpPr>
            <p:cNvPr id="6" name="직사각형 5">
              <a:extLst>
                <a:ext uri="{FF2B5EF4-FFF2-40B4-BE49-F238E27FC236}">
                  <a16:creationId xmlns:a16="http://schemas.microsoft.com/office/drawing/2014/main" id="{2CDDE446-71F1-443F-A2AA-EF1E6EFF6594}"/>
                </a:ext>
              </a:extLst>
            </p:cNvPr>
            <p:cNvSpPr/>
            <p:nvPr/>
          </p:nvSpPr>
          <p:spPr>
            <a:xfrm>
              <a:off x="2143100" y="2692591"/>
              <a:ext cx="3268655" cy="227891"/>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3" name="그룹 78">
            <a:extLst>
              <a:ext uri="{FF2B5EF4-FFF2-40B4-BE49-F238E27FC236}">
                <a16:creationId xmlns:a16="http://schemas.microsoft.com/office/drawing/2014/main" id="{4EB96315-7EAB-D34D-01E0-31978130796D}"/>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E21C61DA-BF1F-5E98-58DA-981846762FE8}"/>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8" name="직사각형 80">
              <a:extLst>
                <a:ext uri="{FF2B5EF4-FFF2-40B4-BE49-F238E27FC236}">
                  <a16:creationId xmlns:a16="http://schemas.microsoft.com/office/drawing/2014/main" id="{F91E501A-9F64-2E6A-1B82-7933AB020DF0}"/>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20013120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p:cNvGrpSpPr/>
          <p:nvPr/>
        </p:nvGrpSpPr>
        <p:grpSpPr>
          <a:xfrm>
            <a:off x="2320848" y="2458216"/>
            <a:ext cx="5320439" cy="3628014"/>
            <a:chOff x="2215108" y="2586389"/>
            <a:chExt cx="5320439" cy="3628014"/>
          </a:xfrm>
        </p:grpSpPr>
        <p:pic>
          <p:nvPicPr>
            <p:cNvPr id="3" name="그림 2"/>
            <p:cNvPicPr>
              <a:picLocks noChangeAspect="1"/>
            </p:cNvPicPr>
            <p:nvPr/>
          </p:nvPicPr>
          <p:blipFill rotWithShape="1">
            <a:blip r:embed="rId3">
              <a:extLst>
                <a:ext uri="{28A0092B-C50C-407E-A947-70E740481C1C}">
                  <a14:useLocalDpi xmlns:a14="http://schemas.microsoft.com/office/drawing/2010/main" val="0"/>
                </a:ext>
              </a:extLst>
            </a:blip>
            <a:srcRect l="8889" t="16619" r="17878" b="12936"/>
            <a:stretch/>
          </p:blipFill>
          <p:spPr>
            <a:xfrm>
              <a:off x="2215108" y="2924943"/>
              <a:ext cx="4680520" cy="2952329"/>
            </a:xfrm>
            <a:prstGeom prst="rect">
              <a:avLst/>
            </a:prstGeom>
          </p:spPr>
        </p:pic>
        <p:sp>
          <p:nvSpPr>
            <p:cNvPr id="2" name="TextBox 1"/>
            <p:cNvSpPr txBox="1"/>
            <p:nvPr/>
          </p:nvSpPr>
          <p:spPr>
            <a:xfrm>
              <a:off x="4135586" y="2586389"/>
              <a:ext cx="1202573" cy="338554"/>
            </a:xfrm>
            <a:prstGeom prst="rect">
              <a:avLst/>
            </a:prstGeom>
            <a:noFill/>
          </p:spPr>
          <p:txBody>
            <a:bodyPr wrap="none" rtlCol="0">
              <a:spAutoFit/>
            </a:bodyPr>
            <a:lstStyle/>
            <a:p>
              <a:r>
                <a:rPr lang="en-US" altLang="ko-KR" sz="1600" dirty="0">
                  <a:latin typeface="SamsungOne-700" panose="020B0803030303020204" pitchFamily="34" charset="0"/>
                  <a:ea typeface="SamsungOne-700" panose="020B0803030303020204" pitchFamily="34" charset="0"/>
                </a:rPr>
                <a:t>DataFrame</a:t>
              </a:r>
              <a:endParaRPr lang="ko-KR" altLang="en-US" sz="1600" dirty="0">
                <a:latin typeface="SamsungOne-700" panose="020B0803030303020204" pitchFamily="34" charset="0"/>
              </a:endParaRPr>
            </a:p>
          </p:txBody>
        </p:sp>
        <p:sp>
          <p:nvSpPr>
            <p:cNvPr id="11" name="TextBox 10"/>
            <p:cNvSpPr txBox="1"/>
            <p:nvPr/>
          </p:nvSpPr>
          <p:spPr>
            <a:xfrm>
              <a:off x="6895628" y="4499828"/>
              <a:ext cx="639919" cy="338554"/>
            </a:xfrm>
            <a:prstGeom prst="rect">
              <a:avLst/>
            </a:prstGeom>
            <a:noFill/>
          </p:spPr>
          <p:txBody>
            <a:bodyPr wrap="none" rtlCol="0">
              <a:spAutoFit/>
            </a:bodyPr>
            <a:lstStyle/>
            <a:p>
              <a:r>
                <a:rPr lang="en-US" altLang="ko-KR" sz="1600" dirty="0" err="1">
                  <a:latin typeface="SamsungOne-400" panose="020B0503030303020204" pitchFamily="34" charset="0"/>
                  <a:ea typeface="SamsungOne-400" panose="020B0503030303020204" pitchFamily="34" charset="0"/>
                </a:rPr>
                <a:t>hàng</a:t>
              </a:r>
              <a:endParaRPr lang="ko-KR" altLang="en-US" sz="1600" dirty="0">
                <a:latin typeface="SamsungOne-400" panose="020B0503030303020204" pitchFamily="34" charset="0"/>
              </a:endParaRPr>
            </a:p>
          </p:txBody>
        </p:sp>
        <p:sp>
          <p:nvSpPr>
            <p:cNvPr id="12" name="TextBox 11"/>
            <p:cNvSpPr txBox="1"/>
            <p:nvPr/>
          </p:nvSpPr>
          <p:spPr>
            <a:xfrm>
              <a:off x="5039162" y="5875849"/>
              <a:ext cx="492443" cy="338554"/>
            </a:xfrm>
            <a:prstGeom prst="rect">
              <a:avLst/>
            </a:prstGeom>
            <a:noFill/>
          </p:spPr>
          <p:txBody>
            <a:bodyPr wrap="none" rtlCol="0">
              <a:spAutoFit/>
            </a:bodyPr>
            <a:lstStyle/>
            <a:p>
              <a:r>
                <a:rPr lang="en-US" altLang="ko-KR" sz="1600" dirty="0" err="1">
                  <a:latin typeface="SamsungOne-400" panose="020B0503030303020204" pitchFamily="34" charset="0"/>
                  <a:ea typeface="SamsungOne-400" panose="020B0503030303020204" pitchFamily="34" charset="0"/>
                </a:rPr>
                <a:t>Cột</a:t>
              </a:r>
              <a:endParaRPr lang="ko-KR" altLang="en-US" sz="1600" dirty="0">
                <a:latin typeface="SamsungOne-400" panose="020B0503030303020204" pitchFamily="34" charset="0"/>
              </a:endParaRPr>
            </a:p>
          </p:txBody>
        </p:sp>
      </p:grpSp>
      <p:grpSp>
        <p:nvGrpSpPr>
          <p:cNvPr id="15" name="그룹 14">
            <a:extLst>
              <a:ext uri="{FF2B5EF4-FFF2-40B4-BE49-F238E27FC236}">
                <a16:creationId xmlns:a16="http://schemas.microsoft.com/office/drawing/2014/main" id="{0B81DB69-14F7-40AF-83B3-350E2D22F0D8}"/>
              </a:ext>
            </a:extLst>
          </p:cNvPr>
          <p:cNvGrpSpPr/>
          <p:nvPr/>
        </p:nvGrpSpPr>
        <p:grpSpPr>
          <a:xfrm>
            <a:off x="580388" y="1413381"/>
            <a:ext cx="8887612" cy="800012"/>
            <a:chOff x="580388" y="1413381"/>
            <a:chExt cx="8887612" cy="800012"/>
          </a:xfrm>
        </p:grpSpPr>
        <p:sp>
          <p:nvSpPr>
            <p:cNvPr id="16" name="직사각형 15">
              <a:extLst>
                <a:ext uri="{FF2B5EF4-FFF2-40B4-BE49-F238E27FC236}">
                  <a16:creationId xmlns:a16="http://schemas.microsoft.com/office/drawing/2014/main" id="{307B7BAE-38EF-4C67-9A4B-49BA836DC8C4}"/>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Cách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Series</a:t>
              </a:r>
            </a:p>
          </p:txBody>
        </p:sp>
        <p:sp>
          <p:nvSpPr>
            <p:cNvPr id="17" name="Rectangle 12">
              <a:extLst>
                <a:ext uri="{FF2B5EF4-FFF2-40B4-BE49-F238E27FC236}">
                  <a16:creationId xmlns:a16="http://schemas.microsoft.com/office/drawing/2014/main" id="{835E2A68-8082-47EC-B433-D4BED2ABFC54}"/>
                </a:ext>
              </a:extLst>
            </p:cNvPr>
            <p:cNvSpPr/>
            <p:nvPr/>
          </p:nvSpPr>
          <p:spPr>
            <a:xfrm>
              <a:off x="711201" y="1667877"/>
              <a:ext cx="8632824"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Để xử lý DataFrames trong tương lai, trước tiên bạn phải hiểu dữ liệu series và coi phần cột là một series trong hình dưới đây.</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grpSp>
        <p:nvGrpSpPr>
          <p:cNvPr id="5" name="그룹 78">
            <a:extLst>
              <a:ext uri="{FF2B5EF4-FFF2-40B4-BE49-F238E27FC236}">
                <a16:creationId xmlns:a16="http://schemas.microsoft.com/office/drawing/2014/main" id="{9DA4A239-7653-1A10-A74E-C59CC18D3D7C}"/>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B13523B1-ED2A-A640-29EE-84EC5043FA85}"/>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1C6097FB-EF3A-D0E6-D32D-AC8EA6D5EB91}"/>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74026495"/>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409A0BD4-1F60-4E4F-90E8-B9FEF37C4F90}"/>
              </a:ext>
            </a:extLst>
          </p:cNvPr>
          <p:cNvGrpSpPr/>
          <p:nvPr/>
        </p:nvGrpSpPr>
        <p:grpSpPr>
          <a:xfrm>
            <a:off x="558924" y="1772816"/>
            <a:ext cx="8782050" cy="2773829"/>
            <a:chOff x="558924" y="1844823"/>
            <a:chExt cx="8782050" cy="2773829"/>
          </a:xfrm>
        </p:grpSpPr>
        <p:sp>
          <p:nvSpPr>
            <p:cNvPr id="14" name="모서리가 둥근 직사각형 4">
              <a:extLst>
                <a:ext uri="{FF2B5EF4-FFF2-40B4-BE49-F238E27FC236}">
                  <a16:creationId xmlns:a16="http://schemas.microsoft.com/office/drawing/2014/main" id="{A36E3BA1-83BF-4EF9-8B22-BB45DE7AA1FC}"/>
                </a:ext>
              </a:extLst>
            </p:cNvPr>
            <p:cNvSpPr/>
            <p:nvPr/>
          </p:nvSpPr>
          <p:spPr>
            <a:xfrm>
              <a:off x="558924" y="1844823"/>
              <a:ext cx="8782050" cy="277382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2098" r="14960"/>
            <a:stretch/>
          </p:blipFill>
          <p:spPr>
            <a:xfrm>
              <a:off x="630932" y="1885756"/>
              <a:ext cx="8710042" cy="2623363"/>
            </a:xfrm>
            <a:prstGeom prst="rect">
              <a:avLst/>
            </a:prstGeom>
          </p:spPr>
        </p:pic>
      </p:grpSp>
      <p:sp>
        <p:nvSpPr>
          <p:cNvPr id="10" name="직사각형 9">
            <a:extLst>
              <a:ext uri="{FF2B5EF4-FFF2-40B4-BE49-F238E27FC236}">
                <a16:creationId xmlns:a16="http://schemas.microsoft.com/office/drawing/2014/main" id="{BBF3F212-9836-43FD-9C11-A16C7429ECE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series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dict</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87183974-5579-C52B-E3ED-FBA79C9A3EAA}"/>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A0724838-8A5E-EA74-454D-80E7CE454867}"/>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B0CA36C9-28EF-F26C-D977-CEBEDF2F509E}"/>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909612477"/>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3CA21EFC-B59C-45AD-BD6C-B2C5A445C158}"/>
              </a:ext>
            </a:extLst>
          </p:cNvPr>
          <p:cNvGrpSpPr/>
          <p:nvPr/>
        </p:nvGrpSpPr>
        <p:grpSpPr>
          <a:xfrm>
            <a:off x="558924" y="2042186"/>
            <a:ext cx="8782050" cy="806287"/>
            <a:chOff x="558924" y="2132856"/>
            <a:chExt cx="8782050" cy="806287"/>
          </a:xfrm>
        </p:grpSpPr>
        <p:sp>
          <p:nvSpPr>
            <p:cNvPr id="14" name="모서리가 둥근 직사각형 4">
              <a:extLst>
                <a:ext uri="{FF2B5EF4-FFF2-40B4-BE49-F238E27FC236}">
                  <a16:creationId xmlns:a16="http://schemas.microsoft.com/office/drawing/2014/main" id="{A36E3BA1-83BF-4EF9-8B22-BB45DE7AA1FC}"/>
                </a:ext>
              </a:extLst>
            </p:cNvPr>
            <p:cNvSpPr/>
            <p:nvPr/>
          </p:nvSpPr>
          <p:spPr>
            <a:xfrm>
              <a:off x="558924" y="2132856"/>
              <a:ext cx="8782050" cy="80628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958" r="20219"/>
            <a:stretch/>
          </p:blipFill>
          <p:spPr>
            <a:xfrm>
              <a:off x="634481" y="2174322"/>
              <a:ext cx="8706493" cy="731960"/>
            </a:xfrm>
            <a:prstGeom prst="rect">
              <a:avLst/>
            </a:prstGeom>
          </p:spPr>
        </p:pic>
      </p:grpSp>
      <p:grpSp>
        <p:nvGrpSpPr>
          <p:cNvPr id="5" name="그룹 4">
            <a:extLst>
              <a:ext uri="{FF2B5EF4-FFF2-40B4-BE49-F238E27FC236}">
                <a16:creationId xmlns:a16="http://schemas.microsoft.com/office/drawing/2014/main" id="{83DD13FC-BCBA-4EAC-BC64-5B71009C3E5A}"/>
              </a:ext>
            </a:extLst>
          </p:cNvPr>
          <p:cNvGrpSpPr/>
          <p:nvPr/>
        </p:nvGrpSpPr>
        <p:grpSpPr>
          <a:xfrm>
            <a:off x="558924" y="3573016"/>
            <a:ext cx="8782050" cy="812002"/>
            <a:chOff x="558924" y="3664748"/>
            <a:chExt cx="8782050" cy="812002"/>
          </a:xfrm>
        </p:grpSpPr>
        <p:sp>
          <p:nvSpPr>
            <p:cNvPr id="12" name="모서리가 둥근 직사각형 4">
              <a:extLst>
                <a:ext uri="{FF2B5EF4-FFF2-40B4-BE49-F238E27FC236}">
                  <a16:creationId xmlns:a16="http://schemas.microsoft.com/office/drawing/2014/main" id="{A36E3BA1-83BF-4EF9-8B22-BB45DE7AA1FC}"/>
                </a:ext>
              </a:extLst>
            </p:cNvPr>
            <p:cNvSpPr/>
            <p:nvPr/>
          </p:nvSpPr>
          <p:spPr>
            <a:xfrm>
              <a:off x="558924" y="3664748"/>
              <a:ext cx="8782050" cy="81200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l="1958" t="2642" r="18834"/>
            <a:stretch/>
          </p:blipFill>
          <p:spPr>
            <a:xfrm>
              <a:off x="634482" y="3738935"/>
              <a:ext cx="8706124" cy="731960"/>
            </a:xfrm>
            <a:prstGeom prst="rect">
              <a:avLst/>
            </a:prstGeom>
          </p:spPr>
        </p:pic>
      </p:grpSp>
      <p:grpSp>
        <p:nvGrpSpPr>
          <p:cNvPr id="18" name="그룹 17">
            <a:extLst>
              <a:ext uri="{FF2B5EF4-FFF2-40B4-BE49-F238E27FC236}">
                <a16:creationId xmlns:a16="http://schemas.microsoft.com/office/drawing/2014/main" id="{CF0F296F-EAB4-4CC5-8D15-5D208C52286D}"/>
              </a:ext>
            </a:extLst>
          </p:cNvPr>
          <p:cNvGrpSpPr/>
          <p:nvPr/>
        </p:nvGrpSpPr>
        <p:grpSpPr>
          <a:xfrm>
            <a:off x="580388" y="1413381"/>
            <a:ext cx="8887612" cy="1909585"/>
            <a:chOff x="580388" y="1413381"/>
            <a:chExt cx="8887612" cy="1909585"/>
          </a:xfrm>
        </p:grpSpPr>
        <p:sp>
          <p:nvSpPr>
            <p:cNvPr id="19" name="직사각형 18">
              <a:extLst>
                <a:ext uri="{FF2B5EF4-FFF2-40B4-BE49-F238E27FC236}">
                  <a16:creationId xmlns:a16="http://schemas.microsoft.com/office/drawing/2014/main" id="{951D4273-3E30-4D96-ADCF-C62698AC4B29}"/>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series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dict</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20" name="Rectangle 12">
              <a:extLst>
                <a:ext uri="{FF2B5EF4-FFF2-40B4-BE49-F238E27FC236}">
                  <a16:creationId xmlns:a16="http://schemas.microsoft.com/office/drawing/2014/main" id="{634EBC67-6348-4719-9761-18CC0E1B9FA5}"/>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Các mảng chỉ mục có thể được chọn riêng bằng cách sử dụng thuộc tính index của lớp series</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21" name="Rectangle 12">
              <a:extLst>
                <a:ext uri="{FF2B5EF4-FFF2-40B4-BE49-F238E27FC236}">
                  <a16:creationId xmlns:a16="http://schemas.microsoft.com/office/drawing/2014/main" id="{B1051684-597C-4D15-B0FD-B61475F7210D}"/>
                </a:ext>
              </a:extLst>
            </p:cNvPr>
            <p:cNvSpPr/>
            <p:nvPr/>
          </p:nvSpPr>
          <p:spPr>
            <a:xfrm>
              <a:off x="707782" y="2977505"/>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Cũng có thể chọn riêng mảng giá trị dữ liệu. Khi đó, thuộc tính values của lớp series được sử dụng.</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6" name="그룹 78">
            <a:extLst>
              <a:ext uri="{FF2B5EF4-FFF2-40B4-BE49-F238E27FC236}">
                <a16:creationId xmlns:a16="http://schemas.microsoft.com/office/drawing/2014/main" id="{F2195AFB-8DF3-781F-285C-832A2DB91E61}"/>
              </a:ext>
            </a:extLst>
          </p:cNvPr>
          <p:cNvGrpSpPr/>
          <p:nvPr/>
        </p:nvGrpSpPr>
        <p:grpSpPr>
          <a:xfrm>
            <a:off x="450000" y="450000"/>
            <a:ext cx="9018000" cy="276999"/>
            <a:chOff x="450000" y="450000"/>
            <a:chExt cx="9018000" cy="276999"/>
          </a:xfrm>
        </p:grpSpPr>
        <p:sp>
          <p:nvSpPr>
            <p:cNvPr id="7" name="직사각형 79">
              <a:extLst>
                <a:ext uri="{FF2B5EF4-FFF2-40B4-BE49-F238E27FC236}">
                  <a16:creationId xmlns:a16="http://schemas.microsoft.com/office/drawing/2014/main" id="{833DB9D5-87A8-13C5-953D-C9E32805FB0E}"/>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8" name="직사각형 80">
              <a:extLst>
                <a:ext uri="{FF2B5EF4-FFF2-40B4-BE49-F238E27FC236}">
                  <a16:creationId xmlns:a16="http://schemas.microsoft.com/office/drawing/2014/main" id="{66D8ECA7-B6C3-F4A0-6266-C48F43EC173D}"/>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029673752"/>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12">
            <a:extLst>
              <a:ext uri="{FF2B5EF4-FFF2-40B4-BE49-F238E27FC236}">
                <a16:creationId xmlns:a16="http://schemas.microsoft.com/office/drawing/2014/main" id="{39C1D0BA-7152-4AAC-B295-DCCB5F8378F4}"/>
              </a:ext>
            </a:extLst>
          </p:cNvPr>
          <p:cNvSpPr/>
          <p:nvPr/>
        </p:nvSpPr>
        <p:spPr>
          <a:xfrm>
            <a:off x="711201" y="5822832"/>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Mảng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dữ</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liệu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duy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trì</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thứ</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tự</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của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mảng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phần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list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của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list_data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nvGrpSpPr>
          <p:cNvPr id="15" name="그룹 14"/>
          <p:cNvGrpSpPr/>
          <p:nvPr/>
        </p:nvGrpSpPr>
        <p:grpSpPr>
          <a:xfrm>
            <a:off x="558924" y="4870276"/>
            <a:ext cx="8782050" cy="854249"/>
            <a:chOff x="557644" y="5085181"/>
            <a:chExt cx="8782050" cy="854249"/>
          </a:xfrm>
        </p:grpSpPr>
        <p:sp>
          <p:nvSpPr>
            <p:cNvPr id="16"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85424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21818" y="5444461"/>
              <a:ext cx="8281138" cy="400110"/>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Chỉ mục được biểu thị bằng một đối tượng RangeIndex giống như số nguyên trong phạm vi từ 0 đến 4. Tại thời điểm này, giá trị cuối cùng không được bao gồm.</a:t>
              </a:r>
              <a:endParaRPr lang="en-US" altLang="ko-KR"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D260EEAB-883D-4B07-B2EA-7C37278B35D5}"/>
              </a:ext>
            </a:extLst>
          </p:cNvPr>
          <p:cNvGrpSpPr/>
          <p:nvPr/>
        </p:nvGrpSpPr>
        <p:grpSpPr>
          <a:xfrm>
            <a:off x="558924" y="1729383"/>
            <a:ext cx="8782050" cy="3041501"/>
            <a:chOff x="558924" y="1844823"/>
            <a:chExt cx="8782050" cy="3041501"/>
          </a:xfrm>
        </p:grpSpPr>
        <p:sp>
          <p:nvSpPr>
            <p:cNvPr id="14" name="모서리가 둥근 직사각형 4">
              <a:extLst>
                <a:ext uri="{FF2B5EF4-FFF2-40B4-BE49-F238E27FC236}">
                  <a16:creationId xmlns:a16="http://schemas.microsoft.com/office/drawing/2014/main" id="{A36E3BA1-83BF-4EF9-8B22-BB45DE7AA1FC}"/>
                </a:ext>
              </a:extLst>
            </p:cNvPr>
            <p:cNvSpPr/>
            <p:nvPr/>
          </p:nvSpPr>
          <p:spPr>
            <a:xfrm>
              <a:off x="558924" y="1844823"/>
              <a:ext cx="8782050" cy="304150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956" r="17479"/>
            <a:stretch/>
          </p:blipFill>
          <p:spPr>
            <a:xfrm>
              <a:off x="657225" y="1884661"/>
              <a:ext cx="8683749" cy="2973089"/>
            </a:xfrm>
            <a:prstGeom prst="rect">
              <a:avLst/>
            </a:prstGeom>
          </p:spPr>
        </p:pic>
        <p:sp>
          <p:nvSpPr>
            <p:cNvPr id="5" name="직사각형 4"/>
            <p:cNvSpPr/>
            <p:nvPr/>
          </p:nvSpPr>
          <p:spPr>
            <a:xfrm>
              <a:off x="2290054" y="4264025"/>
              <a:ext cx="7050919" cy="260350"/>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직사각형 19">
            <a:extLst>
              <a:ext uri="{FF2B5EF4-FFF2-40B4-BE49-F238E27FC236}">
                <a16:creationId xmlns:a16="http://schemas.microsoft.com/office/drawing/2014/main" id="{0BA33733-C922-4804-BE0D-B957E6EB0A4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series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list</a:t>
            </a:r>
          </a:p>
        </p:txBody>
      </p:sp>
      <p:grpSp>
        <p:nvGrpSpPr>
          <p:cNvPr id="4" name="그룹 78">
            <a:extLst>
              <a:ext uri="{FF2B5EF4-FFF2-40B4-BE49-F238E27FC236}">
                <a16:creationId xmlns:a16="http://schemas.microsoft.com/office/drawing/2014/main" id="{883FBC34-4A38-B728-E699-24C674C3E301}"/>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BD6D2BFD-ED5D-1AE1-D7D7-21EE3A6D8EF0}"/>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DF732A3C-9D45-C96A-394E-DD90ED2EA1CC}"/>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579016969"/>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p:cNvGraphicFramePr>
            <a:graphicFrameLocks noGrp="1"/>
          </p:cNvGraphicFramePr>
          <p:nvPr>
            <p:extLst>
              <p:ext uri="{D42A27DB-BD31-4B8C-83A1-F6EECF244321}">
                <p14:modId xmlns:p14="http://schemas.microsoft.com/office/powerpoint/2010/main" val="3621072495"/>
              </p:ext>
            </p:extLst>
          </p:nvPr>
        </p:nvGraphicFramePr>
        <p:xfrm>
          <a:off x="711200" y="2564904"/>
          <a:ext cx="8524026" cy="1306716"/>
        </p:xfrm>
        <a:graphic>
          <a:graphicData uri="http://schemas.openxmlformats.org/drawingml/2006/table">
            <a:tbl>
              <a:tblPr firstRow="1" bandRow="1">
                <a:tableStyleId>{5940675A-B579-460E-94D1-54222C63F5DA}</a:tableStyleId>
              </a:tblPr>
              <a:tblGrid>
                <a:gridCol w="3376116">
                  <a:extLst>
                    <a:ext uri="{9D8B030D-6E8A-4147-A177-3AD203B41FA5}">
                      <a16:colId xmlns:a16="http://schemas.microsoft.com/office/drawing/2014/main" val="20000"/>
                    </a:ext>
                  </a:extLst>
                </a:gridCol>
                <a:gridCol w="2573955">
                  <a:extLst>
                    <a:ext uri="{9D8B030D-6E8A-4147-A177-3AD203B41FA5}">
                      <a16:colId xmlns:a16="http://schemas.microsoft.com/office/drawing/2014/main" val="20001"/>
                    </a:ext>
                  </a:extLst>
                </a:gridCol>
                <a:gridCol w="2573955">
                  <a:extLst>
                    <a:ext uri="{9D8B030D-6E8A-4147-A177-3AD203B41FA5}">
                      <a16:colId xmlns:a16="http://schemas.microsoft.com/office/drawing/2014/main" val="20002"/>
                    </a:ext>
                  </a:extLst>
                </a:gridCol>
              </a:tblGrid>
              <a:tr h="360000">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Tên</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Giới</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baseline="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tính</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315572">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Braund, Mr. Owen Harris</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22</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315572">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Allen, Mr. William Henry</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35</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315572">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Bonnell, Miss. Elizabeth</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58</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Nữ</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grpSp>
        <p:nvGrpSpPr>
          <p:cNvPr id="10" name="그룹 9">
            <a:extLst>
              <a:ext uri="{FF2B5EF4-FFF2-40B4-BE49-F238E27FC236}">
                <a16:creationId xmlns:a16="http://schemas.microsoft.com/office/drawing/2014/main" id="{889EDA32-70AA-433B-93D4-F67E25D1DAF0}"/>
              </a:ext>
            </a:extLst>
          </p:cNvPr>
          <p:cNvGrpSpPr/>
          <p:nvPr/>
        </p:nvGrpSpPr>
        <p:grpSpPr>
          <a:xfrm>
            <a:off x="580388" y="1413381"/>
            <a:ext cx="8887612" cy="1000067"/>
            <a:chOff x="580388" y="1413381"/>
            <a:chExt cx="8887612" cy="1000067"/>
          </a:xfrm>
        </p:grpSpPr>
        <p:sp>
          <p:nvSpPr>
            <p:cNvPr id="11" name="직사각형 10">
              <a:extLst>
                <a:ext uri="{FF2B5EF4-FFF2-40B4-BE49-F238E27FC236}">
                  <a16:creationId xmlns:a16="http://schemas.microsoft.com/office/drawing/2014/main" id="{789DE884-8522-45BE-8E95-AD8ACEEBE9E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DataFrame</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Series</a:t>
              </a:r>
            </a:p>
          </p:txBody>
        </p:sp>
        <p:sp>
          <p:nvSpPr>
            <p:cNvPr id="12" name="Rectangle 12">
              <a:extLst>
                <a:ext uri="{FF2B5EF4-FFF2-40B4-BE49-F238E27FC236}">
                  <a16:creationId xmlns:a16="http://schemas.microsoft.com/office/drawing/2014/main" id="{D35CE3C6-1884-49DF-8B77-38C7F35F8BB8}"/>
                </a:ext>
              </a:extLst>
            </p:cNvPr>
            <p:cNvSpPr/>
            <p:nvPr/>
          </p:nvSpPr>
          <p:spPr>
            <a:xfrm>
              <a:off x="711201" y="1667877"/>
              <a:ext cx="8632824" cy="7455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Hãy tạo một DataFrame đơn giản và tìm hiểu cách thao tác dữ liệu theo series. Dữ liệu này lưu trữ dữ liệu hành khách của tàu Titanic. Giả định rằng dữ liệu về tên (ký tự), tuổi (số nguyên) và giới tính (nam/nữ) của hành khách đã được biết.</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grpSp>
        <p:nvGrpSpPr>
          <p:cNvPr id="3" name="그룹 78">
            <a:extLst>
              <a:ext uri="{FF2B5EF4-FFF2-40B4-BE49-F238E27FC236}">
                <a16:creationId xmlns:a16="http://schemas.microsoft.com/office/drawing/2014/main" id="{6CDD2789-2EBB-21CE-C7EA-024B524EB4B0}"/>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4F97A82F-03E3-8B41-5A28-9CAE42BB188B}"/>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5" name="직사각형 80">
              <a:extLst>
                <a:ext uri="{FF2B5EF4-FFF2-40B4-BE49-F238E27FC236}">
                  <a16:creationId xmlns:a16="http://schemas.microsoft.com/office/drawing/2014/main" id="{7E5FB4C4-F2E8-6150-FD6B-CF5A0ECF9916}"/>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888410752"/>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FBE8C915-A624-4798-9C40-ED60139DF3BF}"/>
              </a:ext>
            </a:extLst>
          </p:cNvPr>
          <p:cNvGrpSpPr/>
          <p:nvPr/>
        </p:nvGrpSpPr>
        <p:grpSpPr>
          <a:xfrm>
            <a:off x="561850" y="2276872"/>
            <a:ext cx="8782050" cy="2983547"/>
            <a:chOff x="561850" y="2316240"/>
            <a:chExt cx="8782050" cy="2983547"/>
          </a:xfrm>
        </p:grpSpPr>
        <p:sp>
          <p:nvSpPr>
            <p:cNvPr id="23" name="모서리가 둥근 직사각형 4">
              <a:extLst>
                <a:ext uri="{FF2B5EF4-FFF2-40B4-BE49-F238E27FC236}">
                  <a16:creationId xmlns:a16="http://schemas.microsoft.com/office/drawing/2014/main" id="{A36E3BA1-83BF-4EF9-8B22-BB45DE7AA1FC}"/>
                </a:ext>
              </a:extLst>
            </p:cNvPr>
            <p:cNvSpPr/>
            <p:nvPr/>
          </p:nvSpPr>
          <p:spPr>
            <a:xfrm>
              <a:off x="561850" y="2316240"/>
              <a:ext cx="8782050" cy="298354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4" name="그림 23"/>
            <p:cNvPicPr>
              <a:picLocks noChangeAspect="1"/>
            </p:cNvPicPr>
            <p:nvPr/>
          </p:nvPicPr>
          <p:blipFill rotWithShape="1">
            <a:blip r:embed="rId3"/>
            <a:srcRect l="1371" r="18019"/>
            <a:stretch/>
          </p:blipFill>
          <p:spPr>
            <a:xfrm>
              <a:off x="632351" y="2394943"/>
              <a:ext cx="8708624" cy="2795180"/>
            </a:xfrm>
            <a:prstGeom prst="rect">
              <a:avLst/>
            </a:prstGeom>
          </p:spPr>
        </p:pic>
      </p:grpSp>
      <p:grpSp>
        <p:nvGrpSpPr>
          <p:cNvPr id="11" name="그룹 10">
            <a:extLst>
              <a:ext uri="{FF2B5EF4-FFF2-40B4-BE49-F238E27FC236}">
                <a16:creationId xmlns:a16="http://schemas.microsoft.com/office/drawing/2014/main" id="{443AB677-8D87-469B-9E85-E29BA9AA0177}"/>
              </a:ext>
            </a:extLst>
          </p:cNvPr>
          <p:cNvGrpSpPr/>
          <p:nvPr/>
        </p:nvGrpSpPr>
        <p:grpSpPr>
          <a:xfrm>
            <a:off x="580388" y="1413381"/>
            <a:ext cx="8887612" cy="800012"/>
            <a:chOff x="580388" y="1413381"/>
            <a:chExt cx="8887612" cy="800012"/>
          </a:xfrm>
        </p:grpSpPr>
        <p:sp>
          <p:nvSpPr>
            <p:cNvPr id="12" name="직사각형 11">
              <a:extLst>
                <a:ext uri="{FF2B5EF4-FFF2-40B4-BE49-F238E27FC236}">
                  <a16:creationId xmlns:a16="http://schemas.microsoft.com/office/drawing/2014/main" id="{CBF44A0B-87AB-4A31-BC7A-48832AD1BA0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DataFrame</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Series</a:t>
              </a:r>
            </a:p>
          </p:txBody>
        </p:sp>
        <p:sp>
          <p:nvSpPr>
            <p:cNvPr id="13" name="Rectangle 12">
              <a:extLst>
                <a:ext uri="{FF2B5EF4-FFF2-40B4-BE49-F238E27FC236}">
                  <a16:creationId xmlns:a16="http://schemas.microsoft.com/office/drawing/2014/main" id="{1921FDFC-D211-4E04-8222-3895D609DBE4}"/>
                </a:ext>
              </a:extLst>
            </p:cNvPr>
            <p:cNvSpPr/>
            <p:nvPr/>
          </p:nvSpPr>
          <p:spPr>
            <a:xfrm>
              <a:off x="711201" y="1667877"/>
              <a:ext cx="8632824"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Để xem bảng báo cáo và lưu trữ dữ liệu ở dạng bảng, phải sử dụng dataframe. Tên cột, còn được gọi là header, chủ yếu được đặt làm key của dict.</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3" name="그룹 78">
            <a:extLst>
              <a:ext uri="{FF2B5EF4-FFF2-40B4-BE49-F238E27FC236}">
                <a16:creationId xmlns:a16="http://schemas.microsoft.com/office/drawing/2014/main" id="{FB32E172-4F9D-9731-A19C-B168565ECF27}"/>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A11D6001-D268-D5E1-AA43-C46EE1CA5574}"/>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5" name="직사각형 80">
              <a:extLst>
                <a:ext uri="{FF2B5EF4-FFF2-40B4-BE49-F238E27FC236}">
                  <a16:creationId xmlns:a16="http://schemas.microsoft.com/office/drawing/2014/main" id="{D5A1B908-04EF-C69A-DA4D-1DCDB8796AA1}"/>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024436082"/>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12">
            <a:extLst>
              <a:ext uri="{FF2B5EF4-FFF2-40B4-BE49-F238E27FC236}">
                <a16:creationId xmlns:a16="http://schemas.microsoft.com/office/drawing/2014/main" id="{39C1D0BA-7152-4AAC-B295-DCCB5F8378F4}"/>
              </a:ext>
            </a:extLst>
          </p:cNvPr>
          <p:cNvSpPr/>
          <p:nvPr/>
        </p:nvSpPr>
        <p:spPr>
          <a:xfrm>
            <a:off x="711201" y="3429000"/>
            <a:ext cx="8632824" cy="165351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DataFrame là cấu trúc dữ liệu hai chiều có thể lưu trữ nhiều loại dữ liệu khác nhau (bao gồm chữ cái, số nguyên, giá trị dấu phẩy động, dữ liệu phân loại, v.v.) trong một cột.</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Mỗi bảng có ba cột với nhãn cột. Các nhãn cột là “Tên”, “Tuổi” và “Giới tính”.</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Cột “Tên” bao gồm dữ liệu văn bản trong đó mỗi giá trị là một chuỗi, cột “Tuổi” là một số và cột “Giới tính” là dữ liệu văn bản.</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Nó tương tự như biểu diễn bảng dữ liệu trong bảng tính.</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3" name="그룹 2">
            <a:extLst>
              <a:ext uri="{FF2B5EF4-FFF2-40B4-BE49-F238E27FC236}">
                <a16:creationId xmlns:a16="http://schemas.microsoft.com/office/drawing/2014/main" id="{165109C6-1FB2-4B4D-9385-5EBA49292361}"/>
              </a:ext>
            </a:extLst>
          </p:cNvPr>
          <p:cNvGrpSpPr/>
          <p:nvPr/>
        </p:nvGrpSpPr>
        <p:grpSpPr>
          <a:xfrm>
            <a:off x="3156276" y="1772816"/>
            <a:ext cx="3590272" cy="1542188"/>
            <a:chOff x="561850" y="1844824"/>
            <a:chExt cx="3590272" cy="1542188"/>
          </a:xfrm>
        </p:grpSpPr>
        <p:sp>
          <p:nvSpPr>
            <p:cNvPr id="21" name="모서리가 둥근 직사각형 4">
              <a:extLst>
                <a:ext uri="{FF2B5EF4-FFF2-40B4-BE49-F238E27FC236}">
                  <a16:creationId xmlns:a16="http://schemas.microsoft.com/office/drawing/2014/main" id="{A36E3BA1-83BF-4EF9-8B22-BB45DE7AA1FC}"/>
                </a:ext>
              </a:extLst>
            </p:cNvPr>
            <p:cNvSpPr/>
            <p:nvPr/>
          </p:nvSpPr>
          <p:spPr>
            <a:xfrm>
              <a:off x="561850" y="1844824"/>
              <a:ext cx="3590272" cy="154218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8271" t="47189" r="59113"/>
            <a:stretch/>
          </p:blipFill>
          <p:spPr>
            <a:xfrm>
              <a:off x="615820" y="1894980"/>
              <a:ext cx="3489872" cy="1462012"/>
            </a:xfrm>
            <a:prstGeom prst="rect">
              <a:avLst/>
            </a:prstGeom>
          </p:spPr>
        </p:pic>
      </p:grpSp>
      <p:sp>
        <p:nvSpPr>
          <p:cNvPr id="11" name="직사각형 10">
            <a:extLst>
              <a:ext uri="{FF2B5EF4-FFF2-40B4-BE49-F238E27FC236}">
                <a16:creationId xmlns:a16="http://schemas.microsoft.com/office/drawing/2014/main" id="{EFA44121-067D-4874-A935-978D40037291}"/>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DataFrame</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Series</a:t>
            </a:r>
          </a:p>
        </p:txBody>
      </p:sp>
      <p:grpSp>
        <p:nvGrpSpPr>
          <p:cNvPr id="4" name="그룹 78">
            <a:extLst>
              <a:ext uri="{FF2B5EF4-FFF2-40B4-BE49-F238E27FC236}">
                <a16:creationId xmlns:a16="http://schemas.microsoft.com/office/drawing/2014/main" id="{1B0016C8-81BC-A5CC-E50B-93F08FD4970E}"/>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BA69E210-305D-01E3-70E6-51B7A1427143}"/>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8A6673C9-EA05-BA02-E99A-700258075875}"/>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773927748"/>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p:cNvGrpSpPr/>
          <p:nvPr/>
        </p:nvGrpSpPr>
        <p:grpSpPr>
          <a:xfrm>
            <a:off x="4014521" y="1844824"/>
            <a:ext cx="1656184" cy="2313548"/>
            <a:chOff x="4015308" y="2123564"/>
            <a:chExt cx="1656184" cy="2313548"/>
          </a:xfrm>
        </p:grpSpPr>
        <p:pic>
          <p:nvPicPr>
            <p:cNvPr id="3" name="그림 2"/>
            <p:cNvPicPr>
              <a:picLocks noChangeAspect="1"/>
            </p:cNvPicPr>
            <p:nvPr/>
          </p:nvPicPr>
          <p:blipFill rotWithShape="1">
            <a:blip r:embed="rId3"/>
            <a:srcRect l="12519" t="21649" r="12447" b="5404"/>
            <a:stretch/>
          </p:blipFill>
          <p:spPr>
            <a:xfrm>
              <a:off x="4015308" y="2492896"/>
              <a:ext cx="1656184" cy="1944216"/>
            </a:xfrm>
            <a:prstGeom prst="rect">
              <a:avLst/>
            </a:prstGeom>
          </p:spPr>
        </p:pic>
        <p:sp>
          <p:nvSpPr>
            <p:cNvPr id="9" name="TextBox 8"/>
            <p:cNvSpPr txBox="1"/>
            <p:nvPr/>
          </p:nvSpPr>
          <p:spPr>
            <a:xfrm>
              <a:off x="4433686" y="2123564"/>
              <a:ext cx="808235" cy="369332"/>
            </a:xfrm>
            <a:prstGeom prst="rect">
              <a:avLst/>
            </a:prstGeom>
            <a:noFill/>
          </p:spPr>
          <p:txBody>
            <a:bodyPr wrap="none" rtlCol="0">
              <a:spAutoFit/>
            </a:bodyPr>
            <a:lstStyle/>
            <a:p>
              <a:r>
                <a:rPr lang="fr-FR" altLang="ko-KR" sz="1800" dirty="0" err="1">
                  <a:solidFill>
                    <a:schemeClr val="tx1"/>
                  </a:solidFill>
                  <a:latin typeface="SamsungOne-400" panose="020B0503030303020204" pitchFamily="34" charset="0"/>
                  <a:ea typeface="SamsungOne-400" panose="020B0503030303020204" pitchFamily="34" charset="0"/>
                </a:rPr>
                <a:t>Series</a:t>
              </a:r>
              <a:endParaRPr lang="ko-KR" altLang="en-US" dirty="0">
                <a:latin typeface="SamsungOne-700" panose="020B0803030303020204" pitchFamily="34" charset="0"/>
              </a:endParaRPr>
            </a:p>
          </p:txBody>
        </p:sp>
      </p:grpSp>
      <p:sp>
        <p:nvSpPr>
          <p:cNvPr id="11" name="직사각형 10">
            <a:extLst>
              <a:ext uri="{FF2B5EF4-FFF2-40B4-BE49-F238E27FC236}">
                <a16:creationId xmlns:a16="http://schemas.microsoft.com/office/drawing/2014/main" id="{17188EA8-BFB2-4655-87A0-3865E97A9B6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fr-FR" altLang="ko-KR" sz="1400" dirty="0" err="1">
                <a:solidFill>
                  <a:schemeClr val="tx1"/>
                </a:solidFill>
                <a:latin typeface="SamsungOne-400" panose="020B0503030303020204" pitchFamily="34" charset="0"/>
                <a:ea typeface="SamsungOne-400" panose="020B0503030303020204" pitchFamily="34" charset="0"/>
              </a:rPr>
              <a:t>Cột</a:t>
            </a:r>
            <a:r>
              <a:rPr lang="fr-FR" altLang="ko-KR" sz="1400" dirty="0">
                <a:solidFill>
                  <a:schemeClr val="tx1"/>
                </a:solidFill>
                <a:latin typeface="SamsungOne-400" panose="020B0503030303020204" pitchFamily="34" charset="0"/>
                <a:ea typeface="SamsungOne-400" panose="020B0503030303020204" pitchFamily="34" charset="0"/>
              </a:rPr>
              <a:t> </a:t>
            </a:r>
            <a:r>
              <a:rPr lang="fr-FR" altLang="ko-KR" sz="1400" dirty="0" err="1">
                <a:solidFill>
                  <a:schemeClr val="tx1"/>
                </a:solidFill>
                <a:latin typeface="SamsungOne-400" panose="020B0503030303020204" pitchFamily="34" charset="0"/>
                <a:ea typeface="SamsungOne-400" panose="020B0503030303020204" pitchFamily="34" charset="0"/>
              </a:rPr>
              <a:t>của</a:t>
            </a:r>
            <a:r>
              <a:rPr lang="fr-FR" altLang="ko-KR" sz="1400" dirty="0">
                <a:solidFill>
                  <a:schemeClr val="tx1"/>
                </a:solidFill>
                <a:latin typeface="SamsungOne-400" panose="020B0503030303020204" pitchFamily="34" charset="0"/>
                <a:ea typeface="SamsungOne-400" panose="020B0503030303020204" pitchFamily="34" charset="0"/>
              </a:rPr>
              <a:t> </a:t>
            </a:r>
            <a:r>
              <a:rPr lang="fr-FR" altLang="ko-KR" sz="1400" dirty="0" err="1">
                <a:solidFill>
                  <a:schemeClr val="tx1"/>
                </a:solidFill>
                <a:latin typeface="SamsungOne-400" panose="020B0503030303020204" pitchFamily="34" charset="0"/>
                <a:ea typeface="SamsungOne-400" panose="020B0503030303020204" pitchFamily="34" charset="0"/>
              </a:rPr>
              <a:t>DataFrame</a:t>
            </a:r>
            <a:r>
              <a:rPr lang="fr-FR" altLang="ko-KR" sz="1400" dirty="0">
                <a:solidFill>
                  <a:schemeClr val="tx1"/>
                </a:solidFill>
                <a:latin typeface="SamsungOne-400" panose="020B0503030303020204" pitchFamily="34" charset="0"/>
                <a:ea typeface="SamsungOne-400" panose="020B0503030303020204" pitchFamily="34" charset="0"/>
              </a:rPr>
              <a:t> là </a:t>
            </a:r>
            <a:r>
              <a:rPr lang="fr-FR" altLang="ko-KR" sz="1400" dirty="0" err="1">
                <a:solidFill>
                  <a:schemeClr val="tx1"/>
                </a:solidFill>
                <a:latin typeface="SamsungOne-400" panose="020B0503030303020204" pitchFamily="34" charset="0"/>
                <a:ea typeface="SamsungOne-400" panose="020B0503030303020204" pitchFamily="34" charset="0"/>
              </a:rPr>
              <a:t>một</a:t>
            </a:r>
            <a:r>
              <a:rPr lang="fr-FR" altLang="ko-KR" sz="1400" dirty="0">
                <a:solidFill>
                  <a:schemeClr val="tx1"/>
                </a:solidFill>
                <a:latin typeface="SamsungOne-400" panose="020B0503030303020204" pitchFamily="34" charset="0"/>
                <a:ea typeface="SamsungOne-400" panose="020B0503030303020204" pitchFamily="34" charset="0"/>
              </a:rPr>
              <a:t> </a:t>
            </a:r>
            <a:r>
              <a:rPr lang="fr-FR" altLang="ko-KR" sz="1400" dirty="0" err="1">
                <a:solidFill>
                  <a:schemeClr val="tx1"/>
                </a:solidFill>
                <a:latin typeface="SamsungOne-400" panose="020B0503030303020204" pitchFamily="34" charset="0"/>
                <a:ea typeface="SamsungOne-400" panose="020B0503030303020204" pitchFamily="34" charset="0"/>
              </a:rPr>
              <a:t>Series</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296D0FE4-60E1-5876-A9B8-7D724B4655DC}"/>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BAB655B9-E88D-AD4A-9FA4-B659250C2AD9}"/>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CFAFBFA5-D385-4745-746D-898116A1D5AE}"/>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065567694"/>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5295497"/>
            <a:ext cx="8782050" cy="900030"/>
            <a:chOff x="557644" y="5085181"/>
            <a:chExt cx="8782050" cy="900030"/>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90003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19</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7"/>
              <a:ext cx="810477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Nếu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bạn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đã</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quen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với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kiểu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dict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việc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chọn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rất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giống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với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việc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chọn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dict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dựa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trên</a:t>
              </a:r>
              <a:r>
                <a:rPr lang="en-US" altLang="ko-KR" sz="1300" dirty="0">
                  <a:solidFill>
                    <a:prstClr val="black">
                      <a:lumMod val="85000"/>
                      <a:lumOff val="15000"/>
                    </a:prstClr>
                  </a:solidFill>
                  <a:latin typeface="SamsungOne-400" panose="020B0503030303020204" pitchFamily="34" charset="0"/>
                </a:rPr>
                <a:t> key.</a:t>
              </a:r>
            </a:p>
          </p:txBody>
        </p:sp>
      </p:grpSp>
      <p:grpSp>
        <p:nvGrpSpPr>
          <p:cNvPr id="2" name="그룹 1">
            <a:extLst>
              <a:ext uri="{FF2B5EF4-FFF2-40B4-BE49-F238E27FC236}">
                <a16:creationId xmlns:a16="http://schemas.microsoft.com/office/drawing/2014/main" id="{8DD53FE7-A925-4211-883D-13D046D794E3}"/>
              </a:ext>
            </a:extLst>
          </p:cNvPr>
          <p:cNvGrpSpPr/>
          <p:nvPr/>
        </p:nvGrpSpPr>
        <p:grpSpPr>
          <a:xfrm>
            <a:off x="561850" y="2060848"/>
            <a:ext cx="8782050" cy="3129609"/>
            <a:chOff x="561850" y="2132855"/>
            <a:chExt cx="8782050" cy="3129609"/>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61850" y="2132855"/>
              <a:ext cx="8782050" cy="312960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l="2133" r="16722"/>
            <a:stretch/>
          </p:blipFill>
          <p:spPr>
            <a:xfrm>
              <a:off x="642539" y="2255948"/>
              <a:ext cx="8698435" cy="2877156"/>
            </a:xfrm>
            <a:prstGeom prst="rect">
              <a:avLst/>
            </a:prstGeom>
          </p:spPr>
        </p:pic>
      </p:grpSp>
      <p:grpSp>
        <p:nvGrpSpPr>
          <p:cNvPr id="3" name="그룹 2">
            <a:extLst>
              <a:ext uri="{FF2B5EF4-FFF2-40B4-BE49-F238E27FC236}">
                <a16:creationId xmlns:a16="http://schemas.microsoft.com/office/drawing/2014/main" id="{EB3BB8CE-FD0F-4847-B013-B8F21424F34E}"/>
              </a:ext>
            </a:extLst>
          </p:cNvPr>
          <p:cNvGrpSpPr/>
          <p:nvPr/>
        </p:nvGrpSpPr>
        <p:grpSpPr>
          <a:xfrm>
            <a:off x="580388" y="1413381"/>
            <a:ext cx="8887612" cy="599957"/>
            <a:chOff x="580388" y="1413381"/>
            <a:chExt cx="8887612" cy="599957"/>
          </a:xfrm>
        </p:grpSpPr>
        <p:sp>
          <p:nvSpPr>
            <p:cNvPr id="17" name="직사각형 16">
              <a:extLst>
                <a:ext uri="{FF2B5EF4-FFF2-40B4-BE49-F238E27FC236}">
                  <a16:creationId xmlns:a16="http://schemas.microsoft.com/office/drawing/2014/main" id="{0F19C292-5329-4508-AAC8-F2A1269491D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fr-FR" altLang="ko-KR" sz="1400" dirty="0" err="1">
                  <a:solidFill>
                    <a:schemeClr val="tx1"/>
                  </a:solidFill>
                  <a:latin typeface="SamsungOne-400" panose="020B0503030303020204" pitchFamily="34" charset="0"/>
                  <a:ea typeface="SamsungOne-400" panose="020B0503030303020204" pitchFamily="34" charset="0"/>
                </a:rPr>
                <a:t>Cột</a:t>
              </a:r>
              <a:r>
                <a:rPr lang="fr-FR" altLang="ko-KR" sz="1400" dirty="0">
                  <a:solidFill>
                    <a:schemeClr val="tx1"/>
                  </a:solidFill>
                  <a:latin typeface="SamsungOne-400" panose="020B0503030303020204" pitchFamily="34" charset="0"/>
                  <a:ea typeface="SamsungOne-400" panose="020B0503030303020204" pitchFamily="34" charset="0"/>
                </a:rPr>
                <a:t> </a:t>
              </a:r>
              <a:r>
                <a:rPr lang="fr-FR" altLang="ko-KR" sz="1400" dirty="0" err="1">
                  <a:solidFill>
                    <a:schemeClr val="tx1"/>
                  </a:solidFill>
                  <a:latin typeface="SamsungOne-400" panose="020B0503030303020204" pitchFamily="34" charset="0"/>
                  <a:ea typeface="SamsungOne-400" panose="020B0503030303020204" pitchFamily="34" charset="0"/>
                </a:rPr>
                <a:t>của</a:t>
              </a:r>
              <a:r>
                <a:rPr lang="fr-FR" altLang="ko-KR" sz="1400" dirty="0">
                  <a:solidFill>
                    <a:schemeClr val="tx1"/>
                  </a:solidFill>
                  <a:latin typeface="SamsungOne-400" panose="020B0503030303020204" pitchFamily="34" charset="0"/>
                  <a:ea typeface="SamsungOne-400" panose="020B0503030303020204" pitchFamily="34" charset="0"/>
                </a:rPr>
                <a:t> </a:t>
              </a:r>
              <a:r>
                <a:rPr lang="fr-FR" altLang="ko-KR" sz="1400" dirty="0" err="1">
                  <a:solidFill>
                    <a:schemeClr val="tx1"/>
                  </a:solidFill>
                  <a:latin typeface="SamsungOne-400" panose="020B0503030303020204" pitchFamily="34" charset="0"/>
                  <a:ea typeface="SamsungOne-400" panose="020B0503030303020204" pitchFamily="34" charset="0"/>
                </a:rPr>
                <a:t>DataFrame</a:t>
              </a:r>
              <a:r>
                <a:rPr lang="fr-FR" altLang="ko-KR" sz="1400" dirty="0">
                  <a:solidFill>
                    <a:schemeClr val="tx1"/>
                  </a:solidFill>
                  <a:latin typeface="SamsungOne-400" panose="020B0503030303020204" pitchFamily="34" charset="0"/>
                  <a:ea typeface="SamsungOne-400" panose="020B0503030303020204" pitchFamily="34" charset="0"/>
                </a:rPr>
                <a:t> là </a:t>
              </a:r>
              <a:r>
                <a:rPr lang="fr-FR" altLang="ko-KR" sz="1400" dirty="0" err="1">
                  <a:solidFill>
                    <a:schemeClr val="tx1"/>
                  </a:solidFill>
                  <a:latin typeface="SamsungOne-400" panose="020B0503030303020204" pitchFamily="34" charset="0"/>
                  <a:ea typeface="SamsungOne-400" panose="020B0503030303020204" pitchFamily="34" charset="0"/>
                </a:rPr>
                <a:t>một</a:t>
              </a:r>
              <a:r>
                <a:rPr lang="fr-FR" altLang="ko-KR" sz="1400" dirty="0">
                  <a:solidFill>
                    <a:schemeClr val="tx1"/>
                  </a:solidFill>
                  <a:latin typeface="SamsungOne-400" panose="020B0503030303020204" pitchFamily="34" charset="0"/>
                  <a:ea typeface="SamsungOne-400" panose="020B0503030303020204" pitchFamily="34" charset="0"/>
                </a:rPr>
                <a:t> </a:t>
              </a:r>
              <a:r>
                <a:rPr lang="fr-FR" altLang="ko-KR" sz="1400" dirty="0" err="1">
                  <a:solidFill>
                    <a:schemeClr val="tx1"/>
                  </a:solidFill>
                  <a:latin typeface="SamsungOne-400" panose="020B0503030303020204" pitchFamily="34" charset="0"/>
                  <a:ea typeface="SamsungOne-400" panose="020B0503030303020204" pitchFamily="34" charset="0"/>
                </a:rPr>
                <a:t>Series</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8" name="Rectangle 12">
              <a:extLst>
                <a:ext uri="{FF2B5EF4-FFF2-40B4-BE49-F238E27FC236}">
                  <a16:creationId xmlns:a16="http://schemas.microsoft.com/office/drawing/2014/main" id="{09110AD8-D310-4386-ADDC-F78C6EA1D7B6}"/>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Nếu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quan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tâm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Tuổi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muốn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rút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ra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hãy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dụng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key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của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dictionary.</a:t>
              </a:r>
            </a:p>
          </p:txBody>
        </p:sp>
      </p:grpSp>
      <p:grpSp>
        <p:nvGrpSpPr>
          <p:cNvPr id="5" name="그룹 78">
            <a:extLst>
              <a:ext uri="{FF2B5EF4-FFF2-40B4-BE49-F238E27FC236}">
                <a16:creationId xmlns:a16="http://schemas.microsoft.com/office/drawing/2014/main" id="{ABF39143-05FA-400F-AD0B-A71A04745F9E}"/>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20588CAA-8A87-A9E4-6EE8-9A1AE657C82A}"/>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6783B372-4DF2-4B3A-AFD1-5B4926902B0A}"/>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009821132"/>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3140968"/>
            <a:ext cx="8782050" cy="725791"/>
            <a:chOff x="557644" y="5085181"/>
            <a:chExt cx="8782050" cy="725791"/>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2579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thể</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sử</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dụng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mục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với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Series.</a:t>
              </a:r>
            </a:p>
          </p:txBody>
        </p:sp>
      </p:grpSp>
      <p:grpSp>
        <p:nvGrpSpPr>
          <p:cNvPr id="3" name="그룹 2">
            <a:extLst>
              <a:ext uri="{FF2B5EF4-FFF2-40B4-BE49-F238E27FC236}">
                <a16:creationId xmlns:a16="http://schemas.microsoft.com/office/drawing/2014/main" id="{E6EDBF54-D38B-47CC-8F32-8B9C321E7DF1}"/>
              </a:ext>
            </a:extLst>
          </p:cNvPr>
          <p:cNvGrpSpPr/>
          <p:nvPr/>
        </p:nvGrpSpPr>
        <p:grpSpPr>
          <a:xfrm>
            <a:off x="561850" y="2132856"/>
            <a:ext cx="8782050" cy="929521"/>
            <a:chOff x="561850" y="2132856"/>
            <a:chExt cx="8782050" cy="929521"/>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61850" y="2132856"/>
              <a:ext cx="8782050" cy="92952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20471"/>
            <a:stretch/>
          </p:blipFill>
          <p:spPr>
            <a:xfrm>
              <a:off x="617895" y="2186292"/>
              <a:ext cx="8723079" cy="725790"/>
            </a:xfrm>
            <a:prstGeom prst="rect">
              <a:avLst/>
            </a:prstGeom>
          </p:spPr>
        </p:pic>
      </p:grpSp>
      <p:grpSp>
        <p:nvGrpSpPr>
          <p:cNvPr id="18" name="그룹 17">
            <a:extLst>
              <a:ext uri="{FF2B5EF4-FFF2-40B4-BE49-F238E27FC236}">
                <a16:creationId xmlns:a16="http://schemas.microsoft.com/office/drawing/2014/main" id="{EAE71F75-0CBB-4FE2-87DB-0000ABD80F2E}"/>
              </a:ext>
            </a:extLst>
          </p:cNvPr>
          <p:cNvGrpSpPr/>
          <p:nvPr/>
        </p:nvGrpSpPr>
        <p:grpSpPr>
          <a:xfrm>
            <a:off x="580388" y="1413381"/>
            <a:ext cx="8887612" cy="599957"/>
            <a:chOff x="580388" y="1413381"/>
            <a:chExt cx="8887612" cy="599957"/>
          </a:xfrm>
        </p:grpSpPr>
        <p:sp>
          <p:nvSpPr>
            <p:cNvPr id="19" name="직사각형 18">
              <a:extLst>
                <a:ext uri="{FF2B5EF4-FFF2-40B4-BE49-F238E27FC236}">
                  <a16:creationId xmlns:a16="http://schemas.microsoft.com/office/drawing/2014/main" id="{2684E1CF-CC22-406F-A50C-73F9645C4E1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fr-FR" altLang="ko-KR" sz="1400" dirty="0" err="1">
                  <a:solidFill>
                    <a:schemeClr val="tx1"/>
                  </a:solidFill>
                  <a:latin typeface="SamsungOne-400" panose="020B0503030303020204" pitchFamily="34" charset="0"/>
                  <a:ea typeface="SamsungOne-400" panose="020B0503030303020204" pitchFamily="34" charset="0"/>
                </a:rPr>
                <a:t>Cột</a:t>
              </a:r>
              <a:r>
                <a:rPr lang="fr-FR" altLang="ko-KR" sz="1400" dirty="0">
                  <a:solidFill>
                    <a:schemeClr val="tx1"/>
                  </a:solidFill>
                  <a:latin typeface="SamsungOne-400" panose="020B0503030303020204" pitchFamily="34" charset="0"/>
                  <a:ea typeface="SamsungOne-400" panose="020B0503030303020204" pitchFamily="34" charset="0"/>
                </a:rPr>
                <a:t> </a:t>
              </a:r>
              <a:r>
                <a:rPr lang="fr-FR" altLang="ko-KR" sz="1400" dirty="0" err="1">
                  <a:solidFill>
                    <a:schemeClr val="tx1"/>
                  </a:solidFill>
                  <a:latin typeface="SamsungOne-400" panose="020B0503030303020204" pitchFamily="34" charset="0"/>
                  <a:ea typeface="SamsungOne-400" panose="020B0503030303020204" pitchFamily="34" charset="0"/>
                </a:rPr>
                <a:t>của</a:t>
              </a:r>
              <a:r>
                <a:rPr lang="fr-FR" altLang="ko-KR" sz="1400" dirty="0">
                  <a:solidFill>
                    <a:schemeClr val="tx1"/>
                  </a:solidFill>
                  <a:latin typeface="SamsungOne-400" panose="020B0503030303020204" pitchFamily="34" charset="0"/>
                  <a:ea typeface="SamsungOne-400" panose="020B0503030303020204" pitchFamily="34" charset="0"/>
                </a:rPr>
                <a:t> </a:t>
              </a:r>
              <a:r>
                <a:rPr lang="fr-FR" altLang="ko-KR" sz="1400" dirty="0" err="1">
                  <a:solidFill>
                    <a:schemeClr val="tx1"/>
                  </a:solidFill>
                  <a:latin typeface="SamsungOne-400" panose="020B0503030303020204" pitchFamily="34" charset="0"/>
                  <a:ea typeface="SamsungOne-400" panose="020B0503030303020204" pitchFamily="34" charset="0"/>
                </a:rPr>
                <a:t>DataFrame</a:t>
              </a:r>
              <a:r>
                <a:rPr lang="fr-FR" altLang="ko-KR" sz="1400" dirty="0">
                  <a:solidFill>
                    <a:schemeClr val="tx1"/>
                  </a:solidFill>
                  <a:latin typeface="SamsungOne-400" panose="020B0503030303020204" pitchFamily="34" charset="0"/>
                  <a:ea typeface="SamsungOne-400" panose="020B0503030303020204" pitchFamily="34" charset="0"/>
                </a:rPr>
                <a:t> là </a:t>
              </a:r>
              <a:r>
                <a:rPr lang="fr-FR" altLang="ko-KR" sz="1400" dirty="0" err="1">
                  <a:solidFill>
                    <a:schemeClr val="tx1"/>
                  </a:solidFill>
                  <a:latin typeface="SamsungOne-400" panose="020B0503030303020204" pitchFamily="34" charset="0"/>
                  <a:ea typeface="SamsungOne-400" panose="020B0503030303020204" pitchFamily="34" charset="0"/>
                </a:rPr>
                <a:t>một</a:t>
              </a:r>
              <a:r>
                <a:rPr lang="fr-FR" altLang="ko-KR" sz="1400" dirty="0">
                  <a:solidFill>
                    <a:schemeClr val="tx1"/>
                  </a:solidFill>
                  <a:latin typeface="SamsungOne-400" panose="020B0503030303020204" pitchFamily="34" charset="0"/>
                  <a:ea typeface="SamsungOne-400" panose="020B0503030303020204" pitchFamily="34" charset="0"/>
                </a:rPr>
                <a:t> </a:t>
              </a:r>
              <a:r>
                <a:rPr lang="fr-FR" altLang="ko-KR" sz="1400" dirty="0" err="1">
                  <a:solidFill>
                    <a:schemeClr val="tx1"/>
                  </a:solidFill>
                  <a:latin typeface="SamsungOne-400" panose="020B0503030303020204" pitchFamily="34" charset="0"/>
                  <a:ea typeface="SamsungOne-400" panose="020B0503030303020204" pitchFamily="34" charset="0"/>
                </a:rPr>
                <a:t>Series</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20" name="Rectangle 12">
              <a:extLst>
                <a:ext uri="{FF2B5EF4-FFF2-40B4-BE49-F238E27FC236}">
                  <a16:creationId xmlns:a16="http://schemas.microsoft.com/office/drawing/2014/main" id="{415A5FBF-497A-4130-9688-2764D3EF377A}"/>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Nếu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quan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tâm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Tuổi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muốn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rút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ra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hãy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dụng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key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của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dictionary.</a:t>
              </a:r>
            </a:p>
          </p:txBody>
        </p:sp>
      </p:grpSp>
      <p:grpSp>
        <p:nvGrpSpPr>
          <p:cNvPr id="4" name="그룹 78">
            <a:extLst>
              <a:ext uri="{FF2B5EF4-FFF2-40B4-BE49-F238E27FC236}">
                <a16:creationId xmlns:a16="http://schemas.microsoft.com/office/drawing/2014/main" id="{C06D5E6D-3DD6-0FEE-0EC8-1710F79288A1}"/>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EC10E628-D88F-5626-0311-55A61D199725}"/>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9669F85C-C89F-F42A-4CA6-415E0C431C20}"/>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084875498"/>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5249531"/>
            <a:ext cx="8782050" cy="725791"/>
            <a:chOff x="557644" y="5085181"/>
            <a:chExt cx="8782050" cy="725791"/>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2579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Vì tên cột không được chỉ định nên nó xuất hiện dưới dạng đối tượng RangeIndex.</a:t>
              </a:r>
              <a:endParaRPr lang="en-US" altLang="ko-KR" sz="1300" dirty="0">
                <a:solidFill>
                  <a:prstClr val="black">
                    <a:lumMod val="85000"/>
                    <a:lumOff val="15000"/>
                  </a:prstClr>
                </a:solidFill>
                <a:latin typeface="SamsungOne-400" panose="020B0503030303020204" pitchFamily="34" charset="0"/>
              </a:endParaRPr>
            </a:p>
          </p:txBody>
        </p:sp>
      </p:grpSp>
      <p:grpSp>
        <p:nvGrpSpPr>
          <p:cNvPr id="5" name="그룹 4">
            <a:extLst>
              <a:ext uri="{FF2B5EF4-FFF2-40B4-BE49-F238E27FC236}">
                <a16:creationId xmlns:a16="http://schemas.microsoft.com/office/drawing/2014/main" id="{9DBED7F0-0431-4134-9F46-0EAA0A62BE44}"/>
              </a:ext>
            </a:extLst>
          </p:cNvPr>
          <p:cNvGrpSpPr/>
          <p:nvPr/>
        </p:nvGrpSpPr>
        <p:grpSpPr>
          <a:xfrm>
            <a:off x="561850" y="2060848"/>
            <a:ext cx="8782050" cy="3092287"/>
            <a:chOff x="561850" y="2132855"/>
            <a:chExt cx="8782050" cy="3092287"/>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61850" y="2132855"/>
              <a:ext cx="8782050" cy="309228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769" r="16830"/>
            <a:stretch/>
          </p:blipFill>
          <p:spPr>
            <a:xfrm>
              <a:off x="681133" y="2197196"/>
              <a:ext cx="8659841" cy="2910720"/>
            </a:xfrm>
            <a:prstGeom prst="rect">
              <a:avLst/>
            </a:prstGeom>
          </p:spPr>
        </p:pic>
      </p:grpSp>
      <p:grpSp>
        <p:nvGrpSpPr>
          <p:cNvPr id="18" name="그룹 17">
            <a:extLst>
              <a:ext uri="{FF2B5EF4-FFF2-40B4-BE49-F238E27FC236}">
                <a16:creationId xmlns:a16="http://schemas.microsoft.com/office/drawing/2014/main" id="{53ACC035-41AC-43A7-BE8B-F00EE764CD6A}"/>
              </a:ext>
            </a:extLst>
          </p:cNvPr>
          <p:cNvGrpSpPr/>
          <p:nvPr/>
        </p:nvGrpSpPr>
        <p:grpSpPr>
          <a:xfrm>
            <a:off x="580388" y="1413381"/>
            <a:ext cx="8887612" cy="599957"/>
            <a:chOff x="580388" y="1413381"/>
            <a:chExt cx="8887612" cy="599957"/>
          </a:xfrm>
        </p:grpSpPr>
        <p:sp>
          <p:nvSpPr>
            <p:cNvPr id="19" name="직사각형 18">
              <a:extLst>
                <a:ext uri="{FF2B5EF4-FFF2-40B4-BE49-F238E27FC236}">
                  <a16:creationId xmlns:a16="http://schemas.microsoft.com/office/drawing/2014/main" id="{5BEBBD5E-76E0-49CF-9AF3-1DD78A25C92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fr-FR" altLang="ko-KR" sz="1400" dirty="0" err="1">
                  <a:solidFill>
                    <a:schemeClr val="tx1"/>
                  </a:solidFill>
                  <a:latin typeface="SamsungOne-400" panose="020B0503030303020204" pitchFamily="34" charset="0"/>
                  <a:ea typeface="SamsungOne-400" panose="020B0503030303020204" pitchFamily="34" charset="0"/>
                </a:rPr>
                <a:t>Cột</a:t>
              </a:r>
              <a:r>
                <a:rPr lang="fr-FR" altLang="ko-KR" sz="1400" dirty="0">
                  <a:solidFill>
                    <a:schemeClr val="tx1"/>
                  </a:solidFill>
                  <a:latin typeface="SamsungOne-400" panose="020B0503030303020204" pitchFamily="34" charset="0"/>
                  <a:ea typeface="SamsungOne-400" panose="020B0503030303020204" pitchFamily="34" charset="0"/>
                </a:rPr>
                <a:t> </a:t>
              </a:r>
              <a:r>
                <a:rPr lang="fr-FR" altLang="ko-KR" sz="1400" dirty="0" err="1">
                  <a:solidFill>
                    <a:schemeClr val="tx1"/>
                  </a:solidFill>
                  <a:latin typeface="SamsungOne-400" panose="020B0503030303020204" pitchFamily="34" charset="0"/>
                  <a:ea typeface="SamsungOne-400" panose="020B0503030303020204" pitchFamily="34" charset="0"/>
                </a:rPr>
                <a:t>của</a:t>
              </a:r>
              <a:r>
                <a:rPr lang="fr-FR" altLang="ko-KR" sz="1400" dirty="0">
                  <a:solidFill>
                    <a:schemeClr val="tx1"/>
                  </a:solidFill>
                  <a:latin typeface="SamsungOne-400" panose="020B0503030303020204" pitchFamily="34" charset="0"/>
                  <a:ea typeface="SamsungOne-400" panose="020B0503030303020204" pitchFamily="34" charset="0"/>
                </a:rPr>
                <a:t> </a:t>
              </a:r>
              <a:r>
                <a:rPr lang="fr-FR" altLang="ko-KR" sz="1400" dirty="0" err="1">
                  <a:solidFill>
                    <a:schemeClr val="tx1"/>
                  </a:solidFill>
                  <a:latin typeface="SamsungOne-400" panose="020B0503030303020204" pitchFamily="34" charset="0"/>
                  <a:ea typeface="SamsungOne-400" panose="020B0503030303020204" pitchFamily="34" charset="0"/>
                </a:rPr>
                <a:t>DataFrame</a:t>
              </a:r>
              <a:r>
                <a:rPr lang="fr-FR" altLang="ko-KR" sz="1400" dirty="0">
                  <a:solidFill>
                    <a:schemeClr val="tx1"/>
                  </a:solidFill>
                  <a:latin typeface="SamsungOne-400" panose="020B0503030303020204" pitchFamily="34" charset="0"/>
                  <a:ea typeface="SamsungOne-400" panose="020B0503030303020204" pitchFamily="34" charset="0"/>
                </a:rPr>
                <a:t> là </a:t>
              </a:r>
              <a:r>
                <a:rPr lang="fr-FR" altLang="ko-KR" sz="1400" dirty="0" err="1">
                  <a:solidFill>
                    <a:schemeClr val="tx1"/>
                  </a:solidFill>
                  <a:latin typeface="SamsungOne-400" panose="020B0503030303020204" pitchFamily="34" charset="0"/>
                  <a:ea typeface="SamsungOne-400" panose="020B0503030303020204" pitchFamily="34" charset="0"/>
                </a:rPr>
                <a:t>một</a:t>
              </a:r>
              <a:r>
                <a:rPr lang="fr-FR" altLang="ko-KR" sz="1400" dirty="0">
                  <a:solidFill>
                    <a:schemeClr val="tx1"/>
                  </a:solidFill>
                  <a:latin typeface="SamsungOne-400" panose="020B0503030303020204" pitchFamily="34" charset="0"/>
                  <a:ea typeface="SamsungOne-400" panose="020B0503030303020204" pitchFamily="34" charset="0"/>
                </a:rPr>
                <a:t> </a:t>
              </a:r>
              <a:r>
                <a:rPr lang="fr-FR" altLang="ko-KR" sz="1400" dirty="0" err="1">
                  <a:solidFill>
                    <a:schemeClr val="tx1"/>
                  </a:solidFill>
                  <a:latin typeface="SamsungOne-400" panose="020B0503030303020204" pitchFamily="34" charset="0"/>
                  <a:ea typeface="SamsungOne-400" panose="020B0503030303020204" pitchFamily="34" charset="0"/>
                </a:rPr>
                <a:t>Series</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21" name="Rectangle 12">
              <a:extLst>
                <a:ext uri="{FF2B5EF4-FFF2-40B4-BE49-F238E27FC236}">
                  <a16:creationId xmlns:a16="http://schemas.microsoft.com/office/drawing/2014/main" id="{64359276-09DD-4FCD-AD38-83472F6914DE}"/>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Hãy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tạo</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DataFrame</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từ</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list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list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sắp</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xếp</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nó</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ở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dạng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hai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chiều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grpSp>
        <p:nvGrpSpPr>
          <p:cNvPr id="2" name="그룹 78">
            <a:extLst>
              <a:ext uri="{FF2B5EF4-FFF2-40B4-BE49-F238E27FC236}">
                <a16:creationId xmlns:a16="http://schemas.microsoft.com/office/drawing/2014/main" id="{204398C9-925B-A387-81BF-CC220AF07BC8}"/>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77F3799E-92C9-8F49-98C2-9FA9CF1201F8}"/>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830838F0-3D9B-25E0-D216-445285C763FF}"/>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628731006"/>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1772816"/>
            <a:ext cx="8782050" cy="153022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2" name="그룹 11"/>
          <p:cNvGrpSpPr/>
          <p:nvPr/>
        </p:nvGrpSpPr>
        <p:grpSpPr>
          <a:xfrm>
            <a:off x="558924" y="4149080"/>
            <a:ext cx="8782050" cy="725791"/>
            <a:chOff x="557644" y="5085181"/>
            <a:chExt cx="8782050" cy="725791"/>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2579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29</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Lưu ý rằng các kiểu dữ liệu chuỗi trong </a:t>
              </a:r>
              <a:r>
                <a:rPr lang="en-US" altLang="ko-KR" sz="1300" dirty="0">
                  <a:solidFill>
                    <a:prstClr val="black">
                      <a:lumMod val="85000"/>
                      <a:lumOff val="15000"/>
                    </a:prstClr>
                  </a:solidFill>
                  <a:latin typeface="SamsungOne-400" panose="020B0503030303020204" pitchFamily="34" charset="0"/>
                </a:rPr>
                <a:t>series</a:t>
              </a:r>
              <a:r>
                <a:rPr lang="vi-VN" altLang="ko-KR" sz="1300" dirty="0">
                  <a:solidFill>
                    <a:prstClr val="black">
                      <a:lumMod val="85000"/>
                      <a:lumOff val="15000"/>
                    </a:prstClr>
                  </a:solidFill>
                  <a:latin typeface="SamsungOne-400" panose="020B0503030303020204" pitchFamily="34" charset="0"/>
                </a:rPr>
                <a:t> được nhận dạng ở dạng object.</a:t>
              </a:r>
              <a:endParaRPr lang="en-US" altLang="ko-KR" sz="1300" dirty="0">
                <a:solidFill>
                  <a:prstClr val="black">
                    <a:lumMod val="85000"/>
                    <a:lumOff val="15000"/>
                  </a:prstClr>
                </a:solidFill>
                <a:latin typeface="SamsungOne-400" panose="020B0503030303020204" pitchFamily="34" charset="0"/>
              </a:endParaRPr>
            </a:p>
          </p:txBody>
        </p:sp>
      </p:grpSp>
      <p:sp>
        <p:nvSpPr>
          <p:cNvPr id="17" name="직사각형 16">
            <a:extLst>
              <a:ext uri="{FF2B5EF4-FFF2-40B4-BE49-F238E27FC236}">
                <a16:creationId xmlns:a16="http://schemas.microsoft.com/office/drawing/2014/main" id="{E8A1509D-68EB-4C8C-98CF-4A02CBBE590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Series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2" name="그룹 28">
            <a:extLst>
              <a:ext uri="{FF2B5EF4-FFF2-40B4-BE49-F238E27FC236}">
                <a16:creationId xmlns:a16="http://schemas.microsoft.com/office/drawing/2014/main" id="{25FC5A44-0CD5-E3DD-EFF5-1E16665A957B}"/>
              </a:ext>
            </a:extLst>
          </p:cNvPr>
          <p:cNvGrpSpPr/>
          <p:nvPr/>
        </p:nvGrpSpPr>
        <p:grpSpPr>
          <a:xfrm>
            <a:off x="558924" y="1700808"/>
            <a:ext cx="8782051" cy="2139672"/>
            <a:chOff x="558924" y="1700808"/>
            <a:chExt cx="8782051" cy="2139672"/>
          </a:xfrm>
        </p:grpSpPr>
        <p:sp>
          <p:nvSpPr>
            <p:cNvPr id="3" name="모서리가 둥근 직사각형 4">
              <a:extLst>
                <a:ext uri="{FF2B5EF4-FFF2-40B4-BE49-F238E27FC236}">
                  <a16:creationId xmlns:a16="http://schemas.microsoft.com/office/drawing/2014/main" id="{5D439A23-11B5-1CD9-1E81-CD6941445BF7}"/>
                </a:ext>
              </a:extLst>
            </p:cNvPr>
            <p:cNvSpPr/>
            <p:nvPr/>
          </p:nvSpPr>
          <p:spPr>
            <a:xfrm>
              <a:off x="558924" y="1700808"/>
              <a:ext cx="8782050" cy="213967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7">
              <a:extLst>
                <a:ext uri="{FF2B5EF4-FFF2-40B4-BE49-F238E27FC236}">
                  <a16:creationId xmlns:a16="http://schemas.microsoft.com/office/drawing/2014/main" id="{F0BD8DD0-4560-253B-1CDC-D7C04EE9FCCA}"/>
                </a:ext>
              </a:extLst>
            </p:cNvPr>
            <p:cNvPicPr>
              <a:picLocks noChangeAspect="1"/>
            </p:cNvPicPr>
            <p:nvPr/>
          </p:nvPicPr>
          <p:blipFill rotWithShape="1">
            <a:blip r:embed="rId5"/>
            <a:srcRect r="12014"/>
            <a:stretch/>
          </p:blipFill>
          <p:spPr>
            <a:xfrm>
              <a:off x="627865" y="1791409"/>
              <a:ext cx="8713110" cy="1979520"/>
            </a:xfrm>
            <a:prstGeom prst="rect">
              <a:avLst/>
            </a:prstGeom>
          </p:spPr>
        </p:pic>
        <p:sp>
          <p:nvSpPr>
            <p:cNvPr id="6" name="직사각형 23">
              <a:extLst>
                <a:ext uri="{FF2B5EF4-FFF2-40B4-BE49-F238E27FC236}">
                  <a16:creationId xmlns:a16="http://schemas.microsoft.com/office/drawing/2014/main" id="{56EEE7F1-7F3A-E73C-FA6A-3273C1B71529}"/>
                </a:ext>
              </a:extLst>
            </p:cNvPr>
            <p:cNvSpPr/>
            <p:nvPr/>
          </p:nvSpPr>
          <p:spPr>
            <a:xfrm>
              <a:off x="1016763" y="1906321"/>
              <a:ext cx="161797" cy="155809"/>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050" dirty="0">
                  <a:solidFill>
                    <a:srgbClr val="2D3C9D"/>
                  </a:solidFill>
                  <a:latin typeface="D2Coding" panose="020B0609020101020101" pitchFamily="49" charset="-127"/>
                  <a:ea typeface="D2Coding" panose="020B0609020101020101" pitchFamily="49" charset="-127"/>
                </a:rPr>
                <a:t>28</a:t>
              </a:r>
              <a:endParaRPr lang="ko-KR" altLang="en-US" sz="1050" dirty="0">
                <a:solidFill>
                  <a:srgbClr val="2D3C9D"/>
                </a:solidFill>
                <a:latin typeface="D2Coding" panose="020B0609020101020101" pitchFamily="49" charset="-127"/>
                <a:ea typeface="D2Coding" panose="020B0609020101020101" pitchFamily="49" charset="-127"/>
              </a:endParaRPr>
            </a:p>
          </p:txBody>
        </p:sp>
        <p:sp>
          <p:nvSpPr>
            <p:cNvPr id="7" name="직사각형 24">
              <a:extLst>
                <a:ext uri="{FF2B5EF4-FFF2-40B4-BE49-F238E27FC236}">
                  <a16:creationId xmlns:a16="http://schemas.microsoft.com/office/drawing/2014/main" id="{301C6D29-4EDF-4010-64CB-6B5E081A1CD4}"/>
                </a:ext>
              </a:extLst>
            </p:cNvPr>
            <p:cNvSpPr/>
            <p:nvPr/>
          </p:nvSpPr>
          <p:spPr>
            <a:xfrm>
              <a:off x="1026491" y="2381402"/>
              <a:ext cx="161797" cy="155809"/>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050" dirty="0">
                  <a:solidFill>
                    <a:srgbClr val="2D3C9D"/>
                  </a:solidFill>
                  <a:latin typeface="D2Coding" panose="020B0609020101020101" pitchFamily="49" charset="-127"/>
                  <a:ea typeface="D2Coding" panose="020B0609020101020101" pitchFamily="49" charset="-127"/>
                </a:rPr>
                <a:t>29</a:t>
              </a:r>
              <a:endParaRPr lang="ko-KR" altLang="en-US" sz="1050" dirty="0">
                <a:solidFill>
                  <a:srgbClr val="2D3C9D"/>
                </a:solidFill>
                <a:latin typeface="D2Coding" panose="020B0609020101020101" pitchFamily="49" charset="-127"/>
                <a:ea typeface="D2Coding" panose="020B0609020101020101" pitchFamily="49" charset="-127"/>
              </a:endParaRPr>
            </a:p>
          </p:txBody>
        </p:sp>
        <p:sp>
          <p:nvSpPr>
            <p:cNvPr id="8" name="직사각형 25">
              <a:extLst>
                <a:ext uri="{FF2B5EF4-FFF2-40B4-BE49-F238E27FC236}">
                  <a16:creationId xmlns:a16="http://schemas.microsoft.com/office/drawing/2014/main" id="{4A902574-3B1E-AB87-5239-C98CCC42AA1D}"/>
                </a:ext>
              </a:extLst>
            </p:cNvPr>
            <p:cNvSpPr/>
            <p:nvPr/>
          </p:nvSpPr>
          <p:spPr>
            <a:xfrm>
              <a:off x="1026491" y="2720495"/>
              <a:ext cx="161797" cy="155809"/>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050" dirty="0">
                  <a:solidFill>
                    <a:srgbClr val="D92C36"/>
                  </a:solidFill>
                  <a:latin typeface="D2Coding" panose="020B0609020101020101" pitchFamily="49" charset="-127"/>
                  <a:ea typeface="D2Coding" panose="020B0609020101020101" pitchFamily="49" charset="-127"/>
                </a:rPr>
                <a:t>29</a:t>
              </a:r>
              <a:endParaRPr lang="ko-KR" altLang="en-US" sz="1050" dirty="0">
                <a:solidFill>
                  <a:srgbClr val="D92C36"/>
                </a:solidFill>
                <a:latin typeface="D2Coding" panose="020B0609020101020101" pitchFamily="49" charset="-127"/>
                <a:ea typeface="D2Coding" panose="020B0609020101020101" pitchFamily="49" charset="-127"/>
              </a:endParaRPr>
            </a:p>
          </p:txBody>
        </p:sp>
        <p:sp>
          <p:nvSpPr>
            <p:cNvPr id="9" name="직사각형 26">
              <a:extLst>
                <a:ext uri="{FF2B5EF4-FFF2-40B4-BE49-F238E27FC236}">
                  <a16:creationId xmlns:a16="http://schemas.microsoft.com/office/drawing/2014/main" id="{150B0FF4-E4C1-A357-92F7-84814030130D}"/>
                </a:ext>
              </a:extLst>
            </p:cNvPr>
            <p:cNvSpPr/>
            <p:nvPr/>
          </p:nvSpPr>
          <p:spPr>
            <a:xfrm>
              <a:off x="1026490" y="3204657"/>
              <a:ext cx="161797" cy="155809"/>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050" dirty="0">
                  <a:solidFill>
                    <a:srgbClr val="2D3C9D"/>
                  </a:solidFill>
                  <a:latin typeface="D2Coding" panose="020B0609020101020101" pitchFamily="49" charset="-127"/>
                  <a:ea typeface="D2Coding" panose="020B0609020101020101" pitchFamily="49" charset="-127"/>
                </a:rPr>
                <a:t>30</a:t>
              </a:r>
              <a:endParaRPr lang="ko-KR" altLang="en-US" sz="1050" dirty="0">
                <a:solidFill>
                  <a:srgbClr val="2D3C9D"/>
                </a:solidFill>
                <a:latin typeface="D2Coding" panose="020B0609020101020101" pitchFamily="49" charset="-127"/>
                <a:ea typeface="D2Coding" panose="020B0609020101020101" pitchFamily="49" charset="-127"/>
              </a:endParaRPr>
            </a:p>
          </p:txBody>
        </p:sp>
        <p:sp>
          <p:nvSpPr>
            <p:cNvPr id="10" name="직사각형 27">
              <a:extLst>
                <a:ext uri="{FF2B5EF4-FFF2-40B4-BE49-F238E27FC236}">
                  <a16:creationId xmlns:a16="http://schemas.microsoft.com/office/drawing/2014/main" id="{E94AD607-D473-6D25-1B17-B9056C06D235}"/>
                </a:ext>
              </a:extLst>
            </p:cNvPr>
            <p:cNvSpPr/>
            <p:nvPr/>
          </p:nvSpPr>
          <p:spPr>
            <a:xfrm>
              <a:off x="1026490" y="3539013"/>
              <a:ext cx="161797" cy="155809"/>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050" dirty="0">
                  <a:solidFill>
                    <a:srgbClr val="D92C36"/>
                  </a:solidFill>
                  <a:latin typeface="D2Coding" panose="020B0609020101020101" pitchFamily="49" charset="-127"/>
                  <a:ea typeface="D2Coding" panose="020B0609020101020101" pitchFamily="49" charset="-127"/>
                </a:rPr>
                <a:t>30</a:t>
              </a:r>
              <a:endParaRPr lang="ko-KR" altLang="en-US" sz="1050" dirty="0">
                <a:solidFill>
                  <a:srgbClr val="D92C36"/>
                </a:solidFill>
                <a:latin typeface="D2Coding" panose="020B0609020101020101" pitchFamily="49" charset="-127"/>
                <a:ea typeface="D2Coding" panose="020B0609020101020101" pitchFamily="49" charset="-127"/>
              </a:endParaRPr>
            </a:p>
          </p:txBody>
        </p:sp>
      </p:grpSp>
      <p:grpSp>
        <p:nvGrpSpPr>
          <p:cNvPr id="20" name="그룹 78">
            <a:extLst>
              <a:ext uri="{FF2B5EF4-FFF2-40B4-BE49-F238E27FC236}">
                <a16:creationId xmlns:a16="http://schemas.microsoft.com/office/drawing/2014/main" id="{6158F56F-1470-E04D-3703-75002D310395}"/>
              </a:ext>
            </a:extLst>
          </p:cNvPr>
          <p:cNvGrpSpPr/>
          <p:nvPr/>
        </p:nvGrpSpPr>
        <p:grpSpPr>
          <a:xfrm>
            <a:off x="450000" y="450000"/>
            <a:ext cx="9018000" cy="276999"/>
            <a:chOff x="450000" y="450000"/>
            <a:chExt cx="9018000" cy="276999"/>
          </a:xfrm>
        </p:grpSpPr>
        <p:sp>
          <p:nvSpPr>
            <p:cNvPr id="21" name="직사각형 79">
              <a:extLst>
                <a:ext uri="{FF2B5EF4-FFF2-40B4-BE49-F238E27FC236}">
                  <a16:creationId xmlns:a16="http://schemas.microsoft.com/office/drawing/2014/main" id="{DA9EBBDC-2DA4-2B7E-3F72-D95913531536}"/>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22" name="직사각형 80">
              <a:extLst>
                <a:ext uri="{FF2B5EF4-FFF2-40B4-BE49-F238E27FC236}">
                  <a16:creationId xmlns:a16="http://schemas.microsoft.com/office/drawing/2014/main" id="{A3AED66A-A3C6-15D4-5AA1-EDFA80EC73A9}"/>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554922384"/>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4566122"/>
            <a:ext cx="8782050" cy="783462"/>
            <a:chOff x="557644" y="5085181"/>
            <a:chExt cx="8782050" cy="783462"/>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8346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định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mục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với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thuộc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tính</a:t>
              </a:r>
              <a:r>
                <a:rPr lang="en-US" altLang="ko-KR" sz="1300" dirty="0">
                  <a:solidFill>
                    <a:prstClr val="black">
                      <a:lumMod val="85000"/>
                      <a:lumOff val="15000"/>
                    </a:prstClr>
                  </a:solidFill>
                  <a:latin typeface="SamsungOne-400" panose="020B0503030303020204" pitchFamily="34" charset="0"/>
                </a:rPr>
                <a:t> name.</a:t>
              </a:r>
            </a:p>
          </p:txBody>
        </p:sp>
      </p:grpSp>
      <p:grpSp>
        <p:nvGrpSpPr>
          <p:cNvPr id="4" name="그룹 3">
            <a:extLst>
              <a:ext uri="{FF2B5EF4-FFF2-40B4-BE49-F238E27FC236}">
                <a16:creationId xmlns:a16="http://schemas.microsoft.com/office/drawing/2014/main" id="{A0957F20-5CE7-4918-90E0-079E77B87B1F}"/>
              </a:ext>
            </a:extLst>
          </p:cNvPr>
          <p:cNvGrpSpPr/>
          <p:nvPr/>
        </p:nvGrpSpPr>
        <p:grpSpPr>
          <a:xfrm>
            <a:off x="558924" y="1751720"/>
            <a:ext cx="8782050" cy="506490"/>
            <a:chOff x="558924" y="1844825"/>
            <a:chExt cx="8782050" cy="506490"/>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1844825"/>
              <a:ext cx="8782050" cy="50649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2153" t="5384" r="18140"/>
            <a:stretch/>
          </p:blipFill>
          <p:spPr>
            <a:xfrm>
              <a:off x="615820" y="1907500"/>
              <a:ext cx="8725154" cy="415821"/>
            </a:xfrm>
            <a:prstGeom prst="rect">
              <a:avLst/>
            </a:prstGeom>
          </p:spPr>
        </p:pic>
      </p:grpSp>
      <p:sp>
        <p:nvSpPr>
          <p:cNvPr id="23" name="Rectangle 12">
            <a:extLst>
              <a:ext uri="{FF2B5EF4-FFF2-40B4-BE49-F238E27FC236}">
                <a16:creationId xmlns:a16="http://schemas.microsoft.com/office/drawing/2014/main" id="{39C1D0BA-7152-4AAC-B295-DCCB5F8378F4}"/>
              </a:ext>
            </a:extLst>
          </p:cNvPr>
          <p:cNvSpPr/>
          <p:nvPr/>
        </p:nvSpPr>
        <p:spPr>
          <a:xfrm>
            <a:off x="711201" y="2381105"/>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Các thuộc tính của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series</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 như sau.</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nvGrpSpPr>
          <p:cNvPr id="5" name="그룹 4">
            <a:extLst>
              <a:ext uri="{FF2B5EF4-FFF2-40B4-BE49-F238E27FC236}">
                <a16:creationId xmlns:a16="http://schemas.microsoft.com/office/drawing/2014/main" id="{8CA0C5C7-9011-46B7-94E5-6B27448985FE}"/>
              </a:ext>
            </a:extLst>
          </p:cNvPr>
          <p:cNvGrpSpPr/>
          <p:nvPr/>
        </p:nvGrpSpPr>
        <p:grpSpPr>
          <a:xfrm>
            <a:off x="558924" y="2752935"/>
            <a:ext cx="8782050" cy="1738751"/>
            <a:chOff x="558924" y="2975339"/>
            <a:chExt cx="8782050" cy="1738751"/>
          </a:xfrm>
        </p:grpSpPr>
        <p:sp>
          <p:nvSpPr>
            <p:cNvPr id="24" name="모서리가 둥근 직사각형 4">
              <a:extLst>
                <a:ext uri="{FF2B5EF4-FFF2-40B4-BE49-F238E27FC236}">
                  <a16:creationId xmlns:a16="http://schemas.microsoft.com/office/drawing/2014/main" id="{A36E3BA1-83BF-4EF9-8B22-BB45DE7AA1FC}"/>
                </a:ext>
              </a:extLst>
            </p:cNvPr>
            <p:cNvSpPr/>
            <p:nvPr/>
          </p:nvSpPr>
          <p:spPr>
            <a:xfrm>
              <a:off x="558924" y="2975339"/>
              <a:ext cx="8782050" cy="173875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5"/>
            <a:srcRect l="2013" r="17246"/>
            <a:stretch/>
          </p:blipFill>
          <p:spPr>
            <a:xfrm>
              <a:off x="653143" y="3053318"/>
              <a:ext cx="8687831" cy="1583995"/>
            </a:xfrm>
            <a:prstGeom prst="rect">
              <a:avLst/>
            </a:prstGeom>
          </p:spPr>
        </p:pic>
      </p:grpSp>
      <p:sp>
        <p:nvSpPr>
          <p:cNvPr id="19" name="직사각형 18">
            <a:extLst>
              <a:ext uri="{FF2B5EF4-FFF2-40B4-BE49-F238E27FC236}">
                <a16:creationId xmlns:a16="http://schemas.microsoft.com/office/drawing/2014/main" id="{0435F770-581D-4B17-B9A0-8386C3CB1F9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Series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6" name="그룹 78">
            <a:extLst>
              <a:ext uri="{FF2B5EF4-FFF2-40B4-BE49-F238E27FC236}">
                <a16:creationId xmlns:a16="http://schemas.microsoft.com/office/drawing/2014/main" id="{D2231E80-3937-3A70-FBA7-7CAA2466919F}"/>
              </a:ext>
            </a:extLst>
          </p:cNvPr>
          <p:cNvGrpSpPr/>
          <p:nvPr/>
        </p:nvGrpSpPr>
        <p:grpSpPr>
          <a:xfrm>
            <a:off x="450000" y="450000"/>
            <a:ext cx="9018000" cy="276999"/>
            <a:chOff x="450000" y="450000"/>
            <a:chExt cx="9018000" cy="276999"/>
          </a:xfrm>
        </p:grpSpPr>
        <p:sp>
          <p:nvSpPr>
            <p:cNvPr id="7" name="직사각형 79">
              <a:extLst>
                <a:ext uri="{FF2B5EF4-FFF2-40B4-BE49-F238E27FC236}">
                  <a16:creationId xmlns:a16="http://schemas.microsoft.com/office/drawing/2014/main" id="{3040A773-4DC9-5473-CFE8-CE00126E0A22}"/>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8" name="직사각형 80">
              <a:extLst>
                <a:ext uri="{FF2B5EF4-FFF2-40B4-BE49-F238E27FC236}">
                  <a16:creationId xmlns:a16="http://schemas.microsoft.com/office/drawing/2014/main" id="{F657CCB9-1D05-1877-DCFF-13339C7FCFA5}"/>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799156803"/>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2E2042AA-EF4A-4D66-9194-AEF4C813B839}"/>
              </a:ext>
            </a:extLst>
          </p:cNvPr>
          <p:cNvGrpSpPr/>
          <p:nvPr/>
        </p:nvGrpSpPr>
        <p:grpSpPr>
          <a:xfrm>
            <a:off x="558924" y="1763485"/>
            <a:ext cx="8782050" cy="2381943"/>
            <a:chOff x="558924" y="1844823"/>
            <a:chExt cx="8782050" cy="2381943"/>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1844823"/>
              <a:ext cx="8782050" cy="238194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3"/>
            <a:srcRect l="1805" r="19883"/>
            <a:stretch/>
          </p:blipFill>
          <p:spPr>
            <a:xfrm>
              <a:off x="662473" y="1911558"/>
              <a:ext cx="8678501" cy="2175250"/>
            </a:xfrm>
            <a:prstGeom prst="rect">
              <a:avLst/>
            </a:prstGeom>
          </p:spPr>
        </p:pic>
      </p:grpSp>
      <p:sp>
        <p:nvSpPr>
          <p:cNvPr id="10" name="직사각형 9">
            <a:extLst>
              <a:ext uri="{FF2B5EF4-FFF2-40B4-BE49-F238E27FC236}">
                <a16:creationId xmlns:a16="http://schemas.microsoft.com/office/drawing/2014/main" id="{A41BD966-784E-4F52-B6BA-C1702CB9D15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Series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78">
            <a:extLst>
              <a:ext uri="{FF2B5EF4-FFF2-40B4-BE49-F238E27FC236}">
                <a16:creationId xmlns:a16="http://schemas.microsoft.com/office/drawing/2014/main" id="{EC14FC5E-C597-70DD-3B82-379DDA91D3B0}"/>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4C0AF505-8972-B852-1DBD-5475A33B2860}"/>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9B32E014-53D2-C2A7-3EA7-45F08AE6A8FB}"/>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088386489"/>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5FFAD70B-508B-45A8-B19D-701C87EE3BAC}"/>
              </a:ext>
            </a:extLst>
          </p:cNvPr>
          <p:cNvGrpSpPr/>
          <p:nvPr/>
        </p:nvGrpSpPr>
        <p:grpSpPr>
          <a:xfrm>
            <a:off x="558924" y="2042186"/>
            <a:ext cx="8782050" cy="2525991"/>
            <a:chOff x="558924" y="2127144"/>
            <a:chExt cx="8782050" cy="2525991"/>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2127144"/>
              <a:ext cx="8782050" cy="252599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581" r="17562"/>
            <a:stretch/>
          </p:blipFill>
          <p:spPr>
            <a:xfrm>
              <a:off x="643813" y="2151530"/>
              <a:ext cx="8697161" cy="2439130"/>
            </a:xfrm>
            <a:prstGeom prst="rect">
              <a:avLst/>
            </a:prstGeom>
          </p:spPr>
        </p:pic>
      </p:grpSp>
      <p:grpSp>
        <p:nvGrpSpPr>
          <p:cNvPr id="11" name="그룹 10">
            <a:extLst>
              <a:ext uri="{FF2B5EF4-FFF2-40B4-BE49-F238E27FC236}">
                <a16:creationId xmlns:a16="http://schemas.microsoft.com/office/drawing/2014/main" id="{910E99E4-BD09-4809-B0EE-A15AED45468F}"/>
              </a:ext>
            </a:extLst>
          </p:cNvPr>
          <p:cNvGrpSpPr/>
          <p:nvPr/>
        </p:nvGrpSpPr>
        <p:grpSpPr>
          <a:xfrm>
            <a:off x="580388" y="1413381"/>
            <a:ext cx="8887612" cy="584568"/>
            <a:chOff x="580388" y="1413381"/>
            <a:chExt cx="8887612" cy="584568"/>
          </a:xfrm>
        </p:grpSpPr>
        <p:sp>
          <p:nvSpPr>
            <p:cNvPr id="12" name="직사각형 11">
              <a:extLst>
                <a:ext uri="{FF2B5EF4-FFF2-40B4-BE49-F238E27FC236}">
                  <a16:creationId xmlns:a16="http://schemas.microsoft.com/office/drawing/2014/main" id="{A8E5A278-C702-4A2C-8571-0F8D99AECF3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Tạo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Series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3" name="Rectangle 12">
              <a:extLst>
                <a:ext uri="{FF2B5EF4-FFF2-40B4-BE49-F238E27FC236}">
                  <a16:creationId xmlns:a16="http://schemas.microsoft.com/office/drawing/2014/main" id="{2DCF86CD-6AF1-49CB-86D8-EF6476AFFA6C}"/>
                </a:ext>
              </a:extLst>
            </p:cNvPr>
            <p:cNvSpPr/>
            <p:nvPr/>
          </p:nvSpPr>
          <p:spPr>
            <a:xfrm>
              <a:off x="711201" y="1667877"/>
              <a:ext cx="8632824" cy="3300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200" dirty="0">
                  <a:solidFill>
                    <a:schemeClr val="tx1"/>
                  </a:solidFill>
                  <a:latin typeface="SamsungOne-400" panose="020B0503030303020204" pitchFamily="34" charset="0"/>
                  <a:ea typeface="SamsungOne-400" panose="020B0503030303020204" pitchFamily="34" charset="0"/>
                </a:rPr>
                <a:t>Các phương thức của </a:t>
              </a:r>
              <a:r>
                <a:rPr lang="en-US" altLang="ko-KR" sz="1200" dirty="0">
                  <a:solidFill>
                    <a:schemeClr val="tx1"/>
                  </a:solidFill>
                  <a:latin typeface="SamsungOne-400" panose="020B0503030303020204" pitchFamily="34" charset="0"/>
                  <a:ea typeface="SamsungOne-400" panose="020B0503030303020204" pitchFamily="34" charset="0"/>
                </a:rPr>
                <a:t>series </a:t>
              </a:r>
              <a:r>
                <a:rPr lang="vi-VN" altLang="ko-KR" sz="1200" dirty="0">
                  <a:solidFill>
                    <a:schemeClr val="tx1"/>
                  </a:solidFill>
                  <a:latin typeface="SamsungOne-400" panose="020B0503030303020204" pitchFamily="34" charset="0"/>
                  <a:ea typeface="SamsungOne-400" panose="020B0503030303020204" pitchFamily="34" charset="0"/>
                </a:rPr>
                <a:t>như sau.</a:t>
              </a:r>
              <a:endParaRPr lang="en-US" altLang="ko-KR" sz="1200" dirty="0">
                <a:solidFill>
                  <a:schemeClr val="tx1"/>
                </a:solidFill>
                <a:latin typeface="SamsungOne-400" panose="020B0503030303020204" pitchFamily="34" charset="0"/>
                <a:ea typeface="SamsungOne-400" panose="020B0503030303020204" pitchFamily="34" charset="0"/>
              </a:endParaRPr>
            </a:p>
          </p:txBody>
        </p:sp>
      </p:grpSp>
      <p:grpSp>
        <p:nvGrpSpPr>
          <p:cNvPr id="4" name="그룹 78">
            <a:extLst>
              <a:ext uri="{FF2B5EF4-FFF2-40B4-BE49-F238E27FC236}">
                <a16:creationId xmlns:a16="http://schemas.microsoft.com/office/drawing/2014/main" id="{805C0BAD-EB10-4B85-5619-1541D282D5A7}"/>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C4FCD5BC-7A15-ABC3-CE8B-7602F55B16BC}"/>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3923068F-F784-1E4F-1774-B627178A573A}"/>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698415357"/>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B80A2043-4713-47C8-89CE-0EE6A154BBC4}"/>
              </a:ext>
            </a:extLst>
          </p:cNvPr>
          <p:cNvGrpSpPr/>
          <p:nvPr/>
        </p:nvGrpSpPr>
        <p:grpSpPr>
          <a:xfrm>
            <a:off x="558924" y="1738132"/>
            <a:ext cx="8782050" cy="2861861"/>
            <a:chOff x="558924" y="1844824"/>
            <a:chExt cx="8782050" cy="2861861"/>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1844824"/>
              <a:ext cx="8782050" cy="151788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1" name="그룹 10"/>
            <p:cNvGrpSpPr/>
            <p:nvPr/>
          </p:nvGrpSpPr>
          <p:grpSpPr>
            <a:xfrm>
              <a:off x="558924" y="3443337"/>
              <a:ext cx="8782050" cy="1263348"/>
              <a:chOff x="557644" y="5085181"/>
              <a:chExt cx="8782050" cy="1263348"/>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126334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39</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Chỉ các giá trị không trùng lặp được trả về</a:t>
                </a:r>
                <a:endParaRPr lang="en-US" altLang="ko-KR" sz="1300" dirty="0">
                  <a:solidFill>
                    <a:prstClr val="black">
                      <a:lumMod val="85000"/>
                      <a:lumOff val="15000"/>
                    </a:prstClr>
                  </a:solidFill>
                  <a:latin typeface="SamsungOne-400" panose="020B0503030303020204" pitchFamily="34" charset="0"/>
                </a:endParaRPr>
              </a:p>
            </p:txBody>
          </p:sp>
        </p:gr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0211" y="4122767"/>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EE836FE5-4E63-409C-97E4-2898B8159708}"/>
                </a:ext>
              </a:extLst>
            </p:cNvPr>
            <p:cNvSpPr txBox="1"/>
            <p:nvPr/>
          </p:nvSpPr>
          <p:spPr>
            <a:xfrm>
              <a:off x="918992" y="4100035"/>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19632" y="4434929"/>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Đây là số lượng giá trị không trùng lặp.</a:t>
              </a:r>
              <a:endParaRPr lang="en-US" altLang="ko-KR" sz="1300" dirty="0">
                <a:solidFill>
                  <a:prstClr val="black">
                    <a:lumMod val="85000"/>
                    <a:lumOff val="15000"/>
                  </a:prstClr>
                </a:solidFill>
                <a:latin typeface="SamsungOne-400" panose="020B0503030303020204" pitchFamily="34" charset="0"/>
              </a:endParaRPr>
            </a:p>
          </p:txBody>
        </p:sp>
        <p:pic>
          <p:nvPicPr>
            <p:cNvPr id="2" name="그림 1"/>
            <p:cNvPicPr>
              <a:picLocks noChangeAspect="1"/>
            </p:cNvPicPr>
            <p:nvPr/>
          </p:nvPicPr>
          <p:blipFill rotWithShape="1">
            <a:blip r:embed="rId4"/>
            <a:srcRect l="1675" r="17174"/>
            <a:stretch/>
          </p:blipFill>
          <p:spPr>
            <a:xfrm>
              <a:off x="625152" y="1883743"/>
              <a:ext cx="8715822" cy="1397426"/>
            </a:xfrm>
            <a:prstGeom prst="rect">
              <a:avLst/>
            </a:prstGeom>
          </p:spPr>
        </p:pic>
      </p:grpSp>
      <p:sp>
        <p:nvSpPr>
          <p:cNvPr id="20" name="직사각형 19">
            <a:extLst>
              <a:ext uri="{FF2B5EF4-FFF2-40B4-BE49-F238E27FC236}">
                <a16:creationId xmlns:a16="http://schemas.microsoft.com/office/drawing/2014/main" id="{87C5611E-16EA-4A29-AD30-A307681730C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của </a:t>
            </a:r>
            <a:r>
              <a:rPr lang="en-US" altLang="ko-KR" sz="1400" dirty="0">
                <a:solidFill>
                  <a:schemeClr val="tx1"/>
                </a:solidFill>
                <a:latin typeface="SamsungOne-400" panose="020B0503030303020204" pitchFamily="34" charset="0"/>
                <a:ea typeface="SamsungOne-400" panose="020B0503030303020204" pitchFamily="34" charset="0"/>
              </a:rPr>
              <a:t>series </a:t>
            </a:r>
            <a:r>
              <a:rPr lang="vi-VN" altLang="ko-KR" sz="1400" dirty="0">
                <a:solidFill>
                  <a:schemeClr val="tx1"/>
                </a:solidFill>
                <a:latin typeface="SamsungOne-400" panose="020B0503030303020204" pitchFamily="34" charset="0"/>
                <a:ea typeface="SamsungOne-400" panose="020B0503030303020204" pitchFamily="34" charset="0"/>
              </a:rPr>
              <a:t>như sau.</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1E5D1AF5-1AAC-0865-A4DE-C84D52CBB7FE}"/>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FDE294E2-06EA-FB18-8F7B-C77F7613BC0D}"/>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2DCED982-F8F7-A646-50D4-D93C7913AAF4}"/>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392114430"/>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BA2D0569-7330-4690-B69B-D604C712FDBF}"/>
              </a:ext>
            </a:extLst>
          </p:cNvPr>
          <p:cNvGrpSpPr/>
          <p:nvPr/>
        </p:nvGrpSpPr>
        <p:grpSpPr>
          <a:xfrm>
            <a:off x="558924" y="2055137"/>
            <a:ext cx="8782050" cy="2309967"/>
            <a:chOff x="558924" y="2127144"/>
            <a:chExt cx="8782050" cy="2309967"/>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2127144"/>
              <a:ext cx="8782050" cy="230996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486" r="17286"/>
            <a:stretch/>
          </p:blipFill>
          <p:spPr>
            <a:xfrm>
              <a:off x="653141" y="2205007"/>
              <a:ext cx="8687833" cy="2194780"/>
            </a:xfrm>
            <a:prstGeom prst="rect">
              <a:avLst/>
            </a:prstGeom>
          </p:spPr>
        </p:pic>
      </p:grpSp>
      <p:grpSp>
        <p:nvGrpSpPr>
          <p:cNvPr id="12" name="그룹 11">
            <a:extLst>
              <a:ext uri="{FF2B5EF4-FFF2-40B4-BE49-F238E27FC236}">
                <a16:creationId xmlns:a16="http://schemas.microsoft.com/office/drawing/2014/main" id="{97D8E7E5-59DE-4F2B-91E1-5C7FCAD7E7A1}"/>
              </a:ext>
            </a:extLst>
          </p:cNvPr>
          <p:cNvGrpSpPr/>
          <p:nvPr/>
        </p:nvGrpSpPr>
        <p:grpSpPr>
          <a:xfrm>
            <a:off x="580388" y="1413381"/>
            <a:ext cx="8887612" cy="599957"/>
            <a:chOff x="580388" y="1413381"/>
            <a:chExt cx="8887612" cy="599957"/>
          </a:xfrm>
        </p:grpSpPr>
        <p:sp>
          <p:nvSpPr>
            <p:cNvPr id="13" name="직사각형 12">
              <a:extLst>
                <a:ext uri="{FF2B5EF4-FFF2-40B4-BE49-F238E27FC236}">
                  <a16:creationId xmlns:a16="http://schemas.microsoft.com/office/drawing/2014/main" id="{2F2E489D-DAA7-4E8B-B723-8630118F3DF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của </a:t>
              </a:r>
              <a:r>
                <a:rPr lang="en-US" altLang="ko-KR" sz="1400" dirty="0">
                  <a:solidFill>
                    <a:schemeClr val="tx1"/>
                  </a:solidFill>
                  <a:latin typeface="SamsungOne-400" panose="020B0503030303020204" pitchFamily="34" charset="0"/>
                  <a:ea typeface="SamsungOne-400" panose="020B0503030303020204" pitchFamily="34" charset="0"/>
                </a:rPr>
                <a:t>series </a:t>
              </a:r>
              <a:r>
                <a:rPr lang="vi-VN" altLang="ko-KR" sz="1400" dirty="0">
                  <a:solidFill>
                    <a:schemeClr val="tx1"/>
                  </a:solidFill>
                  <a:latin typeface="SamsungOne-400" panose="020B0503030303020204" pitchFamily="34" charset="0"/>
                  <a:ea typeface="SamsungOne-400" panose="020B0503030303020204" pitchFamily="34" charset="0"/>
                </a:rPr>
                <a:t>như sau.</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F96FEF81-BBDB-48CC-A0D4-19FC34EB0218}"/>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Bây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giờ</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hãy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đôi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grpSp>
        <p:nvGrpSpPr>
          <p:cNvPr id="2" name="그룹 78">
            <a:extLst>
              <a:ext uri="{FF2B5EF4-FFF2-40B4-BE49-F238E27FC236}">
                <a16:creationId xmlns:a16="http://schemas.microsoft.com/office/drawing/2014/main" id="{32F60062-B5C9-8D28-0176-506F851509DB}"/>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982F0945-2A79-54BF-F123-8197CB532877}"/>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61881E5B-01FC-BFE4-9E45-B302E4322C13}"/>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799918186"/>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그룹 4">
            <a:extLst>
              <a:ext uri="{FF2B5EF4-FFF2-40B4-BE49-F238E27FC236}">
                <a16:creationId xmlns:a16="http://schemas.microsoft.com/office/drawing/2014/main" id="{D5553216-C0A2-4A46-BE0B-D4DC4D5E4D3B}"/>
              </a:ext>
            </a:extLst>
          </p:cNvPr>
          <p:cNvGrpSpPr/>
          <p:nvPr/>
        </p:nvGrpSpPr>
        <p:grpSpPr>
          <a:xfrm>
            <a:off x="558924" y="4756534"/>
            <a:ext cx="8782050" cy="1480778"/>
            <a:chOff x="558924" y="4756534"/>
            <a:chExt cx="8782050" cy="1480778"/>
          </a:xfrm>
        </p:grpSpPr>
        <p:grpSp>
          <p:nvGrpSpPr>
            <p:cNvPr id="11" name="그룹 10"/>
            <p:cNvGrpSpPr/>
            <p:nvPr/>
          </p:nvGrpSpPr>
          <p:grpSpPr>
            <a:xfrm>
              <a:off x="558924" y="4756534"/>
              <a:ext cx="8782050" cy="1480778"/>
              <a:chOff x="557644" y="5085181"/>
              <a:chExt cx="8782050" cy="1480778"/>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148077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Chỉ các giá trị không trùng lặp mới được trả về.</a:t>
                </a:r>
                <a:endParaRPr lang="en-US" altLang="ko-KR" sz="1300" dirty="0">
                  <a:solidFill>
                    <a:prstClr val="black">
                      <a:lumMod val="85000"/>
                      <a:lumOff val="15000"/>
                    </a:prstClr>
                  </a:solidFill>
                  <a:latin typeface="SamsungOne-400" panose="020B0503030303020204" pitchFamily="34" charset="0"/>
                </a:endParaRPr>
              </a:p>
            </p:txBody>
          </p:sp>
        </p:grpSp>
        <p:pic>
          <p:nvPicPr>
            <p:cNvPr id="1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3677" y="5458237"/>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EE836FE5-4E63-409C-97E4-2898B8159708}"/>
                </a:ext>
              </a:extLst>
            </p:cNvPr>
            <p:cNvSpPr txBox="1"/>
            <p:nvPr/>
          </p:nvSpPr>
          <p:spPr>
            <a:xfrm>
              <a:off x="922458" y="5435505"/>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23098" y="5770399"/>
              <a:ext cx="8212128" cy="400110"/>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Sử dụng phương thức value_counts(), các giá trị trùng lặp sẽ được đếm. Đó là một phương thức được sử dụng khá thường xuyên, vì vậy hãy nhớ nó.</a:t>
              </a:r>
              <a:endParaRPr lang="en-US" altLang="ko-KR" sz="1300" dirty="0">
                <a:solidFill>
                  <a:prstClr val="black">
                    <a:lumMod val="85000"/>
                    <a:lumOff val="15000"/>
                  </a:prstClr>
                </a:solidFill>
                <a:latin typeface="SamsungOne-400" panose="020B0503030303020204" pitchFamily="34" charset="0"/>
              </a:endParaRPr>
            </a:p>
          </p:txBody>
        </p:sp>
      </p:grpSp>
      <p:grpSp>
        <p:nvGrpSpPr>
          <p:cNvPr id="4" name="그룹 3">
            <a:extLst>
              <a:ext uri="{FF2B5EF4-FFF2-40B4-BE49-F238E27FC236}">
                <a16:creationId xmlns:a16="http://schemas.microsoft.com/office/drawing/2014/main" id="{8F008FD1-43AA-4910-86AA-B862BC4CF1AC}"/>
              </a:ext>
            </a:extLst>
          </p:cNvPr>
          <p:cNvGrpSpPr/>
          <p:nvPr/>
        </p:nvGrpSpPr>
        <p:grpSpPr>
          <a:xfrm>
            <a:off x="558924" y="2014518"/>
            <a:ext cx="8782051" cy="2654039"/>
            <a:chOff x="558924" y="2127144"/>
            <a:chExt cx="8782051" cy="2654039"/>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2127144"/>
              <a:ext cx="8782050" cy="265403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674" r="14990"/>
            <a:stretch/>
          </p:blipFill>
          <p:spPr>
            <a:xfrm>
              <a:off x="643813" y="2172506"/>
              <a:ext cx="8697162" cy="2599346"/>
            </a:xfrm>
            <a:prstGeom prst="rect">
              <a:avLst/>
            </a:prstGeom>
          </p:spPr>
        </p:pic>
      </p:grpSp>
      <p:grpSp>
        <p:nvGrpSpPr>
          <p:cNvPr id="21" name="그룹 20">
            <a:extLst>
              <a:ext uri="{FF2B5EF4-FFF2-40B4-BE49-F238E27FC236}">
                <a16:creationId xmlns:a16="http://schemas.microsoft.com/office/drawing/2014/main" id="{30E925E3-2E7B-4273-9322-62A9BDB3AE15}"/>
              </a:ext>
            </a:extLst>
          </p:cNvPr>
          <p:cNvGrpSpPr/>
          <p:nvPr/>
        </p:nvGrpSpPr>
        <p:grpSpPr>
          <a:xfrm>
            <a:off x="580388" y="1413381"/>
            <a:ext cx="8887612" cy="599957"/>
            <a:chOff x="580388" y="1413381"/>
            <a:chExt cx="8887612" cy="599957"/>
          </a:xfrm>
        </p:grpSpPr>
        <p:sp>
          <p:nvSpPr>
            <p:cNvPr id="22" name="직사각형 21">
              <a:extLst>
                <a:ext uri="{FF2B5EF4-FFF2-40B4-BE49-F238E27FC236}">
                  <a16:creationId xmlns:a16="http://schemas.microsoft.com/office/drawing/2014/main" id="{C493D1A7-49CC-4FB8-89C4-06A163F6FC3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của </a:t>
              </a:r>
              <a:r>
                <a:rPr lang="en-US" altLang="ko-KR" sz="1400" dirty="0">
                  <a:solidFill>
                    <a:schemeClr val="tx1"/>
                  </a:solidFill>
                  <a:latin typeface="SamsungOne-400" panose="020B0503030303020204" pitchFamily="34" charset="0"/>
                  <a:ea typeface="SamsungOne-400" panose="020B0503030303020204" pitchFamily="34" charset="0"/>
                </a:rPr>
                <a:t>series </a:t>
              </a:r>
              <a:r>
                <a:rPr lang="vi-VN" altLang="ko-KR" sz="1400" dirty="0">
                  <a:solidFill>
                    <a:schemeClr val="tx1"/>
                  </a:solidFill>
                  <a:latin typeface="SamsungOne-400" panose="020B0503030303020204" pitchFamily="34" charset="0"/>
                  <a:ea typeface="SamsungOne-400" panose="020B0503030303020204" pitchFamily="34" charset="0"/>
                </a:rPr>
                <a:t>như sau.</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23" name="Rectangle 12">
              <a:extLst>
                <a:ext uri="{FF2B5EF4-FFF2-40B4-BE49-F238E27FC236}">
                  <a16:creationId xmlns:a16="http://schemas.microsoft.com/office/drawing/2014/main" id="{EB471B3E-EF58-4C54-A4C8-647654FEAB95}"/>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Bây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giờ</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hãy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đôi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grpSp>
        <p:nvGrpSpPr>
          <p:cNvPr id="3" name="그룹 78">
            <a:extLst>
              <a:ext uri="{FF2B5EF4-FFF2-40B4-BE49-F238E27FC236}">
                <a16:creationId xmlns:a16="http://schemas.microsoft.com/office/drawing/2014/main" id="{FEC37793-E17A-F00E-9233-4762E5E407CE}"/>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E5DA7BF9-8E87-2D05-3373-EAE8AE6BF679}"/>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80CC3899-0539-D90C-6C04-FE0FFFD08ECA}"/>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052009643"/>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D4C38ED3-9179-4BE8-A3F6-560C813D0FAE}"/>
              </a:ext>
            </a:extLst>
          </p:cNvPr>
          <p:cNvGrpSpPr/>
          <p:nvPr/>
        </p:nvGrpSpPr>
        <p:grpSpPr>
          <a:xfrm>
            <a:off x="558924" y="2006345"/>
            <a:ext cx="8782051" cy="3006831"/>
            <a:chOff x="558924" y="2127143"/>
            <a:chExt cx="8782051" cy="3006831"/>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2127143"/>
              <a:ext cx="8782050" cy="300683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571" r="18427"/>
            <a:stretch/>
          </p:blipFill>
          <p:spPr>
            <a:xfrm>
              <a:off x="628651" y="2203459"/>
              <a:ext cx="8712324" cy="2825741"/>
            </a:xfrm>
            <a:prstGeom prst="rect">
              <a:avLst/>
            </a:prstGeom>
          </p:spPr>
        </p:pic>
      </p:grpSp>
      <p:grpSp>
        <p:nvGrpSpPr>
          <p:cNvPr id="11" name="그룹 10">
            <a:extLst>
              <a:ext uri="{FF2B5EF4-FFF2-40B4-BE49-F238E27FC236}">
                <a16:creationId xmlns:a16="http://schemas.microsoft.com/office/drawing/2014/main" id="{5B76F299-5C68-4863-8363-37205C11E920}"/>
              </a:ext>
            </a:extLst>
          </p:cNvPr>
          <p:cNvGrpSpPr/>
          <p:nvPr/>
        </p:nvGrpSpPr>
        <p:grpSpPr>
          <a:xfrm>
            <a:off x="580388" y="1413381"/>
            <a:ext cx="8887612" cy="599957"/>
            <a:chOff x="580388" y="1413381"/>
            <a:chExt cx="8887612" cy="599957"/>
          </a:xfrm>
        </p:grpSpPr>
        <p:sp>
          <p:nvSpPr>
            <p:cNvPr id="12" name="직사각형 11">
              <a:extLst>
                <a:ext uri="{FF2B5EF4-FFF2-40B4-BE49-F238E27FC236}">
                  <a16:creationId xmlns:a16="http://schemas.microsoft.com/office/drawing/2014/main" id="{93306F4C-36BC-44BA-BC47-19391D65898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của </a:t>
              </a:r>
              <a:r>
                <a:rPr lang="en-US" altLang="ko-KR" sz="1400" dirty="0">
                  <a:solidFill>
                    <a:schemeClr val="tx1"/>
                  </a:solidFill>
                  <a:latin typeface="SamsungOne-400" panose="020B0503030303020204" pitchFamily="34" charset="0"/>
                  <a:ea typeface="SamsungOne-400" panose="020B0503030303020204" pitchFamily="34" charset="0"/>
                </a:rPr>
                <a:t>series </a:t>
              </a:r>
              <a:r>
                <a:rPr lang="vi-VN" altLang="ko-KR" sz="1400" dirty="0">
                  <a:solidFill>
                    <a:schemeClr val="tx1"/>
                  </a:solidFill>
                  <a:latin typeface="SamsungOne-400" panose="020B0503030303020204" pitchFamily="34" charset="0"/>
                  <a:ea typeface="SamsungOne-400" panose="020B0503030303020204" pitchFamily="34" charset="0"/>
                </a:rPr>
                <a:t>như sau.</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3" name="Rectangle 12">
              <a:extLst>
                <a:ext uri="{FF2B5EF4-FFF2-40B4-BE49-F238E27FC236}">
                  <a16:creationId xmlns:a16="http://schemas.microsoft.com/office/drawing/2014/main" id="{B4D67194-1AFF-4F73-899D-0DBB482A2D2E}"/>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Series có thể sử dụng chỉ mục và cắt lát giống như một mảng NumPy.</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4" name="그룹 78">
            <a:extLst>
              <a:ext uri="{FF2B5EF4-FFF2-40B4-BE49-F238E27FC236}">
                <a16:creationId xmlns:a16="http://schemas.microsoft.com/office/drawing/2014/main" id="{C02922B1-A6CC-42FD-46F6-948F6F065BA9}"/>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719C0094-1A26-A2DA-AF18-D0DE21163BC3}"/>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5412F599-B11C-2C70-5D3F-1D83E0F18729}"/>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888460144"/>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F5C34E74-AC57-4D05-B85D-7B4D67EFE17A}"/>
              </a:ext>
            </a:extLst>
          </p:cNvPr>
          <p:cNvGrpSpPr/>
          <p:nvPr/>
        </p:nvGrpSpPr>
        <p:grpSpPr>
          <a:xfrm>
            <a:off x="558924" y="2055339"/>
            <a:ext cx="8782050" cy="3461893"/>
            <a:chOff x="558924" y="2127144"/>
            <a:chExt cx="8782050" cy="3461893"/>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2127144"/>
              <a:ext cx="8782050" cy="346189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2097" r="18196"/>
            <a:stretch/>
          </p:blipFill>
          <p:spPr>
            <a:xfrm>
              <a:off x="723021" y="2208082"/>
              <a:ext cx="8617953" cy="3255739"/>
            </a:xfrm>
            <a:prstGeom prst="rect">
              <a:avLst/>
            </a:prstGeom>
          </p:spPr>
        </p:pic>
      </p:grpSp>
      <p:grpSp>
        <p:nvGrpSpPr>
          <p:cNvPr id="12" name="그룹 11">
            <a:extLst>
              <a:ext uri="{FF2B5EF4-FFF2-40B4-BE49-F238E27FC236}">
                <a16:creationId xmlns:a16="http://schemas.microsoft.com/office/drawing/2014/main" id="{4AE342FA-A9BC-46FA-841F-97074BDF4B3E}"/>
              </a:ext>
            </a:extLst>
          </p:cNvPr>
          <p:cNvGrpSpPr/>
          <p:nvPr/>
        </p:nvGrpSpPr>
        <p:grpSpPr>
          <a:xfrm>
            <a:off x="580388" y="1413381"/>
            <a:ext cx="8887612" cy="599957"/>
            <a:chOff x="580388" y="1413381"/>
            <a:chExt cx="8887612" cy="599957"/>
          </a:xfrm>
        </p:grpSpPr>
        <p:sp>
          <p:nvSpPr>
            <p:cNvPr id="13" name="직사각형 12">
              <a:extLst>
                <a:ext uri="{FF2B5EF4-FFF2-40B4-BE49-F238E27FC236}">
                  <a16:creationId xmlns:a16="http://schemas.microsoft.com/office/drawing/2014/main" id="{4FFDC237-D17B-49AC-9817-4F7AD28C856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của </a:t>
              </a:r>
              <a:r>
                <a:rPr lang="en-US" altLang="ko-KR" sz="1400" dirty="0">
                  <a:solidFill>
                    <a:schemeClr val="tx1"/>
                  </a:solidFill>
                  <a:latin typeface="SamsungOne-400" panose="020B0503030303020204" pitchFamily="34" charset="0"/>
                  <a:ea typeface="SamsungOne-400" panose="020B0503030303020204" pitchFamily="34" charset="0"/>
                </a:rPr>
                <a:t>series </a:t>
              </a:r>
              <a:r>
                <a:rPr lang="vi-VN" altLang="ko-KR" sz="1400" dirty="0">
                  <a:solidFill>
                    <a:schemeClr val="tx1"/>
                  </a:solidFill>
                  <a:latin typeface="SamsungOne-400" panose="020B0503030303020204" pitchFamily="34" charset="0"/>
                  <a:ea typeface="SamsungOne-400" panose="020B0503030303020204" pitchFamily="34" charset="0"/>
                </a:rPr>
                <a:t>như sau.</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930FAA14-9E46-431C-BEF7-F2CD16D7B586}"/>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phép</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toán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trong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series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cũng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có</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thể</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được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dụng</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3" name="그룹 78">
            <a:extLst>
              <a:ext uri="{FF2B5EF4-FFF2-40B4-BE49-F238E27FC236}">
                <a16:creationId xmlns:a16="http://schemas.microsoft.com/office/drawing/2014/main" id="{ED4ADBE4-81D8-8B57-04A1-A1051AFCB487}"/>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0D9B6371-7108-1CA8-337F-810755F73CD0}"/>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A62AD361-6092-0368-4258-513D47397010}"/>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667322081"/>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p:cNvGraphicFramePr>
            <a:graphicFrameLocks noGrp="1"/>
          </p:cNvGraphicFramePr>
          <p:nvPr>
            <p:extLst>
              <p:ext uri="{D42A27DB-BD31-4B8C-83A1-F6EECF244321}">
                <p14:modId xmlns:p14="http://schemas.microsoft.com/office/powerpoint/2010/main" val="3848398469"/>
              </p:ext>
            </p:extLst>
          </p:nvPr>
        </p:nvGraphicFramePr>
        <p:xfrm>
          <a:off x="3205386" y="3861048"/>
          <a:ext cx="3489126" cy="2064684"/>
        </p:xfrm>
        <a:graphic>
          <a:graphicData uri="http://schemas.openxmlformats.org/drawingml/2006/table">
            <a:tbl>
              <a:tblPr firstRow="1" bandRow="1">
                <a:tableStyleId>{5940675A-B579-460E-94D1-54222C63F5DA}</a:tableStyleId>
              </a:tblPr>
              <a:tblGrid>
                <a:gridCol w="972108">
                  <a:extLst>
                    <a:ext uri="{9D8B030D-6E8A-4147-A177-3AD203B41FA5}">
                      <a16:colId xmlns:a16="http://schemas.microsoft.com/office/drawing/2014/main" val="20000"/>
                    </a:ext>
                  </a:extLst>
                </a:gridCol>
                <a:gridCol w="972108">
                  <a:extLst>
                    <a:ext uri="{9D8B030D-6E8A-4147-A177-3AD203B41FA5}">
                      <a16:colId xmlns:a16="http://schemas.microsoft.com/office/drawing/2014/main" val="20001"/>
                    </a:ext>
                  </a:extLst>
                </a:gridCol>
                <a:gridCol w="1544910">
                  <a:extLst>
                    <a:ext uri="{9D8B030D-6E8A-4147-A177-3AD203B41FA5}">
                      <a16:colId xmlns:a16="http://schemas.microsoft.com/office/drawing/2014/main" val="20002"/>
                    </a:ext>
                  </a:extLst>
                </a:gridCol>
              </a:tblGrid>
              <a:tr h="344114">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ser1</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ser2</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ser1+ser2</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344114">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4</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4</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344114">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4</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344114">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4</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344114">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4</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344114">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4</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4</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grpSp>
        <p:nvGrpSpPr>
          <p:cNvPr id="13" name="그룹 12">
            <a:extLst>
              <a:ext uri="{FF2B5EF4-FFF2-40B4-BE49-F238E27FC236}">
                <a16:creationId xmlns:a16="http://schemas.microsoft.com/office/drawing/2014/main" id="{90CE8816-CC00-46C7-A33C-8503FE51762F}"/>
              </a:ext>
            </a:extLst>
          </p:cNvPr>
          <p:cNvGrpSpPr/>
          <p:nvPr/>
        </p:nvGrpSpPr>
        <p:grpSpPr>
          <a:xfrm>
            <a:off x="580388" y="1413381"/>
            <a:ext cx="8887612" cy="599957"/>
            <a:chOff x="580388" y="1413381"/>
            <a:chExt cx="8887612" cy="599957"/>
          </a:xfrm>
        </p:grpSpPr>
        <p:sp>
          <p:nvSpPr>
            <p:cNvPr id="14" name="직사각형 13">
              <a:extLst>
                <a:ext uri="{FF2B5EF4-FFF2-40B4-BE49-F238E27FC236}">
                  <a16:creationId xmlns:a16="http://schemas.microsoft.com/office/drawing/2014/main" id="{6C3A2AFA-4C06-47D0-8E69-BDD29DAA02D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của </a:t>
              </a:r>
              <a:r>
                <a:rPr lang="en-US" altLang="ko-KR" sz="1400" dirty="0">
                  <a:solidFill>
                    <a:schemeClr val="tx1"/>
                  </a:solidFill>
                  <a:latin typeface="SamsungOne-400" panose="020B0503030303020204" pitchFamily="34" charset="0"/>
                  <a:ea typeface="SamsungOne-400" panose="020B0503030303020204" pitchFamily="34" charset="0"/>
                </a:rPr>
                <a:t>series </a:t>
              </a:r>
              <a:r>
                <a:rPr lang="vi-VN" altLang="ko-KR" sz="1400" dirty="0">
                  <a:solidFill>
                    <a:schemeClr val="tx1"/>
                  </a:solidFill>
                  <a:latin typeface="SamsungOne-400" panose="020B0503030303020204" pitchFamily="34" charset="0"/>
                  <a:ea typeface="SamsungOne-400" panose="020B0503030303020204" pitchFamily="34" charset="0"/>
                </a:rPr>
                <a:t>như sau.</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5" name="Rectangle 12">
              <a:extLst>
                <a:ext uri="{FF2B5EF4-FFF2-40B4-BE49-F238E27FC236}">
                  <a16:creationId xmlns:a16="http://schemas.microsoft.com/office/drawing/2014/main" id="{B364D372-984F-43C6-BF03-935E63A70CBC}"/>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phép</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toán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trong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series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cũng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có</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thể</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được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dụng</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6" name="그룹 5">
            <a:extLst>
              <a:ext uri="{FF2B5EF4-FFF2-40B4-BE49-F238E27FC236}">
                <a16:creationId xmlns:a16="http://schemas.microsoft.com/office/drawing/2014/main" id="{3907AD5A-6424-4519-9521-4B43659CD9C0}"/>
              </a:ext>
            </a:extLst>
          </p:cNvPr>
          <p:cNvGrpSpPr/>
          <p:nvPr/>
        </p:nvGrpSpPr>
        <p:grpSpPr>
          <a:xfrm>
            <a:off x="558924" y="2055137"/>
            <a:ext cx="8782050" cy="1517879"/>
            <a:chOff x="558924" y="2055137"/>
            <a:chExt cx="8782050" cy="1517879"/>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2055137"/>
              <a:ext cx="8782050" cy="151787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7" name="그림 16">
              <a:extLst>
                <a:ext uri="{FF2B5EF4-FFF2-40B4-BE49-F238E27FC236}">
                  <a16:creationId xmlns:a16="http://schemas.microsoft.com/office/drawing/2014/main" id="{E0CC8C69-2402-4853-8E7D-217ADE052B4F}"/>
                </a:ext>
              </a:extLst>
            </p:cNvPr>
            <p:cNvPicPr>
              <a:picLocks noChangeAspect="1"/>
            </p:cNvPicPr>
            <p:nvPr/>
          </p:nvPicPr>
          <p:blipFill rotWithShape="1">
            <a:blip r:embed="rId4"/>
            <a:srcRect l="1770" r="19788"/>
            <a:stretch/>
          </p:blipFill>
          <p:spPr>
            <a:xfrm>
              <a:off x="643812" y="2100603"/>
              <a:ext cx="8697162" cy="1379580"/>
            </a:xfrm>
            <a:prstGeom prst="rect">
              <a:avLst/>
            </a:prstGeom>
          </p:spPr>
        </p:pic>
      </p:grpSp>
      <p:grpSp>
        <p:nvGrpSpPr>
          <p:cNvPr id="3" name="그룹 78">
            <a:extLst>
              <a:ext uri="{FF2B5EF4-FFF2-40B4-BE49-F238E27FC236}">
                <a16:creationId xmlns:a16="http://schemas.microsoft.com/office/drawing/2014/main" id="{A836917C-2B3C-5B1F-5992-6696CE7D6EA0}"/>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1106BDEE-C3A0-1260-0087-E01507202F5D}"/>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5" name="직사각형 80">
              <a:extLst>
                <a:ext uri="{FF2B5EF4-FFF2-40B4-BE49-F238E27FC236}">
                  <a16:creationId xmlns:a16="http://schemas.microsoft.com/office/drawing/2014/main" id="{BB8AC556-A2C7-7726-CA56-3D880FFD4243}"/>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270898456"/>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3A678285-4313-4848-967C-67F8E679C232}"/>
              </a:ext>
            </a:extLst>
          </p:cNvPr>
          <p:cNvGrpSpPr/>
          <p:nvPr/>
        </p:nvGrpSpPr>
        <p:grpSpPr>
          <a:xfrm>
            <a:off x="558924" y="2055137"/>
            <a:ext cx="8782050" cy="1453173"/>
            <a:chOff x="558924" y="2055137"/>
            <a:chExt cx="8782050" cy="1453173"/>
          </a:xfrm>
        </p:grpSpPr>
        <p:sp>
          <p:nvSpPr>
            <p:cNvPr id="12" name="모서리가 둥근 직사각형 4">
              <a:extLst>
                <a:ext uri="{FF2B5EF4-FFF2-40B4-BE49-F238E27FC236}">
                  <a16:creationId xmlns:a16="http://schemas.microsoft.com/office/drawing/2014/main" id="{F81A94F4-E260-469D-AD40-733815732E02}"/>
                </a:ext>
              </a:extLst>
            </p:cNvPr>
            <p:cNvSpPr/>
            <p:nvPr/>
          </p:nvSpPr>
          <p:spPr>
            <a:xfrm>
              <a:off x="558924" y="2055137"/>
              <a:ext cx="8782050" cy="145317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449" r="20124"/>
            <a:stretch/>
          </p:blipFill>
          <p:spPr>
            <a:xfrm>
              <a:off x="606490" y="2100603"/>
              <a:ext cx="8734484" cy="1391074"/>
            </a:xfrm>
            <a:prstGeom prst="rect">
              <a:avLst/>
            </a:prstGeom>
          </p:spPr>
        </p:pic>
      </p:grpSp>
      <p:graphicFrame>
        <p:nvGraphicFramePr>
          <p:cNvPr id="14" name="표 13"/>
          <p:cNvGraphicFramePr>
            <a:graphicFrameLocks noGrp="1"/>
          </p:cNvGraphicFramePr>
          <p:nvPr>
            <p:extLst>
              <p:ext uri="{D42A27DB-BD31-4B8C-83A1-F6EECF244321}">
                <p14:modId xmlns:p14="http://schemas.microsoft.com/office/powerpoint/2010/main" val="2731086802"/>
              </p:ext>
            </p:extLst>
          </p:nvPr>
        </p:nvGraphicFramePr>
        <p:xfrm>
          <a:off x="3205386" y="3740580"/>
          <a:ext cx="3489126" cy="2064684"/>
        </p:xfrm>
        <a:graphic>
          <a:graphicData uri="http://schemas.openxmlformats.org/drawingml/2006/table">
            <a:tbl>
              <a:tblPr firstRow="1" bandRow="1">
                <a:tableStyleId>{5940675A-B579-460E-94D1-54222C63F5DA}</a:tableStyleId>
              </a:tblPr>
              <a:tblGrid>
                <a:gridCol w="972108">
                  <a:extLst>
                    <a:ext uri="{9D8B030D-6E8A-4147-A177-3AD203B41FA5}">
                      <a16:colId xmlns:a16="http://schemas.microsoft.com/office/drawing/2014/main" val="20000"/>
                    </a:ext>
                  </a:extLst>
                </a:gridCol>
                <a:gridCol w="972108">
                  <a:extLst>
                    <a:ext uri="{9D8B030D-6E8A-4147-A177-3AD203B41FA5}">
                      <a16:colId xmlns:a16="http://schemas.microsoft.com/office/drawing/2014/main" val="20001"/>
                    </a:ext>
                  </a:extLst>
                </a:gridCol>
                <a:gridCol w="1544910">
                  <a:extLst>
                    <a:ext uri="{9D8B030D-6E8A-4147-A177-3AD203B41FA5}">
                      <a16:colId xmlns:a16="http://schemas.microsoft.com/office/drawing/2014/main" val="20002"/>
                    </a:ext>
                  </a:extLst>
                </a:gridCol>
              </a:tblGrid>
              <a:tr h="344114">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ser1</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ser2</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ser1*ser2</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344114">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4</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344114">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344114">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4</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344114">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344114">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4</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grpSp>
        <p:nvGrpSpPr>
          <p:cNvPr id="15" name="그룹 14">
            <a:extLst>
              <a:ext uri="{FF2B5EF4-FFF2-40B4-BE49-F238E27FC236}">
                <a16:creationId xmlns:a16="http://schemas.microsoft.com/office/drawing/2014/main" id="{FCD8FA68-251C-49EA-B2AF-81936877F176}"/>
              </a:ext>
            </a:extLst>
          </p:cNvPr>
          <p:cNvGrpSpPr/>
          <p:nvPr/>
        </p:nvGrpSpPr>
        <p:grpSpPr>
          <a:xfrm>
            <a:off x="580388" y="1413381"/>
            <a:ext cx="8887612" cy="599957"/>
            <a:chOff x="580388" y="1413381"/>
            <a:chExt cx="8887612" cy="599957"/>
          </a:xfrm>
        </p:grpSpPr>
        <p:sp>
          <p:nvSpPr>
            <p:cNvPr id="16" name="직사각형 15">
              <a:extLst>
                <a:ext uri="{FF2B5EF4-FFF2-40B4-BE49-F238E27FC236}">
                  <a16:creationId xmlns:a16="http://schemas.microsoft.com/office/drawing/2014/main" id="{05C36C3F-DC83-413D-AA34-EE3EFFB6D3B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của </a:t>
              </a:r>
              <a:r>
                <a:rPr lang="en-US" altLang="ko-KR" sz="1400" dirty="0">
                  <a:solidFill>
                    <a:schemeClr val="tx1"/>
                  </a:solidFill>
                  <a:latin typeface="SamsungOne-400" panose="020B0503030303020204" pitchFamily="34" charset="0"/>
                  <a:ea typeface="SamsungOne-400" panose="020B0503030303020204" pitchFamily="34" charset="0"/>
                </a:rPr>
                <a:t>series </a:t>
              </a:r>
              <a:r>
                <a:rPr lang="vi-VN" altLang="ko-KR" sz="1400" dirty="0">
                  <a:solidFill>
                    <a:schemeClr val="tx1"/>
                  </a:solidFill>
                  <a:latin typeface="SamsungOne-400" panose="020B0503030303020204" pitchFamily="34" charset="0"/>
                  <a:ea typeface="SamsungOne-400" panose="020B0503030303020204" pitchFamily="34" charset="0"/>
                </a:rPr>
                <a:t>như sau.</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7" name="Rectangle 12">
              <a:extLst>
                <a:ext uri="{FF2B5EF4-FFF2-40B4-BE49-F238E27FC236}">
                  <a16:creationId xmlns:a16="http://schemas.microsoft.com/office/drawing/2014/main" id="{0AB026AF-78EC-4E31-BD6D-D6CA09A6D9A6}"/>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phép</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toán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trong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series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cũng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có</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thể</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được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dụng</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3" name="그룹 78">
            <a:extLst>
              <a:ext uri="{FF2B5EF4-FFF2-40B4-BE49-F238E27FC236}">
                <a16:creationId xmlns:a16="http://schemas.microsoft.com/office/drawing/2014/main" id="{2C856181-B170-3A58-C736-B0F7A7AF3430}"/>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70E2D609-D5F3-79E8-7047-03724BDF4E63}"/>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859D80A6-021D-DC11-DB7E-77C2DF1CF5C7}"/>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062531098"/>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그룹 12">
            <a:extLst>
              <a:ext uri="{FF2B5EF4-FFF2-40B4-BE49-F238E27FC236}">
                <a16:creationId xmlns:a16="http://schemas.microsoft.com/office/drawing/2014/main" id="{6E6162EB-27F6-4566-A1F9-CD791E1CA4F3}"/>
              </a:ext>
            </a:extLst>
          </p:cNvPr>
          <p:cNvGrpSpPr/>
          <p:nvPr/>
        </p:nvGrpSpPr>
        <p:grpSpPr>
          <a:xfrm>
            <a:off x="580388" y="1413381"/>
            <a:ext cx="8887612" cy="599957"/>
            <a:chOff x="580388" y="1413381"/>
            <a:chExt cx="8887612" cy="599957"/>
          </a:xfrm>
        </p:grpSpPr>
        <p:sp>
          <p:nvSpPr>
            <p:cNvPr id="14" name="직사각형 13">
              <a:extLst>
                <a:ext uri="{FF2B5EF4-FFF2-40B4-BE49-F238E27FC236}">
                  <a16:creationId xmlns:a16="http://schemas.microsoft.com/office/drawing/2014/main" id="{1AA4C4A4-C623-492E-A0E3-6BEFEE427A7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của </a:t>
              </a:r>
              <a:r>
                <a:rPr lang="en-US" altLang="ko-KR" sz="1400" dirty="0">
                  <a:solidFill>
                    <a:schemeClr val="tx1"/>
                  </a:solidFill>
                  <a:latin typeface="SamsungOne-400" panose="020B0503030303020204" pitchFamily="34" charset="0"/>
                  <a:ea typeface="SamsungOne-400" panose="020B0503030303020204" pitchFamily="34" charset="0"/>
                </a:rPr>
                <a:t>series </a:t>
              </a:r>
              <a:r>
                <a:rPr lang="vi-VN" altLang="ko-KR" sz="1400" dirty="0">
                  <a:solidFill>
                    <a:schemeClr val="tx1"/>
                  </a:solidFill>
                  <a:latin typeface="SamsungOne-400" panose="020B0503030303020204" pitchFamily="34" charset="0"/>
                  <a:ea typeface="SamsungOne-400" panose="020B0503030303020204" pitchFamily="34" charset="0"/>
                </a:rPr>
                <a:t>như sau.</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5" name="Rectangle 12">
              <a:extLst>
                <a:ext uri="{FF2B5EF4-FFF2-40B4-BE49-F238E27FC236}">
                  <a16:creationId xmlns:a16="http://schemas.microsoft.com/office/drawing/2014/main" id="{A2DF987E-AEAB-4585-BFB8-C519C9E17561}"/>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phép</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toán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trong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series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cũng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có</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thể</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được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dụng</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4" name="그룹 3">
            <a:extLst>
              <a:ext uri="{FF2B5EF4-FFF2-40B4-BE49-F238E27FC236}">
                <a16:creationId xmlns:a16="http://schemas.microsoft.com/office/drawing/2014/main" id="{B6456099-B8B5-4BD7-B8E8-0E8ECE91BBD0}"/>
              </a:ext>
            </a:extLst>
          </p:cNvPr>
          <p:cNvGrpSpPr/>
          <p:nvPr/>
        </p:nvGrpSpPr>
        <p:grpSpPr>
          <a:xfrm>
            <a:off x="558924" y="2055137"/>
            <a:ext cx="8782051" cy="1453173"/>
            <a:chOff x="558924" y="2055137"/>
            <a:chExt cx="8782051" cy="1453173"/>
          </a:xfrm>
        </p:grpSpPr>
        <p:sp>
          <p:nvSpPr>
            <p:cNvPr id="11" name="모서리가 둥근 직사각형 4">
              <a:extLst>
                <a:ext uri="{FF2B5EF4-FFF2-40B4-BE49-F238E27FC236}">
                  <a16:creationId xmlns:a16="http://schemas.microsoft.com/office/drawing/2014/main" id="{549E3544-F5E6-420D-BB4F-0EE049DDD075}"/>
                </a:ext>
              </a:extLst>
            </p:cNvPr>
            <p:cNvSpPr/>
            <p:nvPr/>
          </p:nvSpPr>
          <p:spPr>
            <a:xfrm>
              <a:off x="558924" y="2055137"/>
              <a:ext cx="8782050" cy="145317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6" name="그림 15">
              <a:extLst>
                <a:ext uri="{FF2B5EF4-FFF2-40B4-BE49-F238E27FC236}">
                  <a16:creationId xmlns:a16="http://schemas.microsoft.com/office/drawing/2014/main" id="{CE00C5AE-FDEE-40F1-8676-C78A67D41955}"/>
                </a:ext>
              </a:extLst>
            </p:cNvPr>
            <p:cNvPicPr>
              <a:picLocks noChangeAspect="1"/>
            </p:cNvPicPr>
            <p:nvPr/>
          </p:nvPicPr>
          <p:blipFill rotWithShape="1">
            <a:blip r:embed="rId4"/>
            <a:srcRect l="1696" t="7289" r="19692"/>
            <a:stretch/>
          </p:blipFill>
          <p:spPr>
            <a:xfrm>
              <a:off x="634483" y="2164702"/>
              <a:ext cx="8706492" cy="1343608"/>
            </a:xfrm>
            <a:prstGeom prst="rect">
              <a:avLst/>
            </a:prstGeom>
          </p:spPr>
        </p:pic>
      </p:grpSp>
      <p:grpSp>
        <p:nvGrpSpPr>
          <p:cNvPr id="2" name="그룹 78">
            <a:extLst>
              <a:ext uri="{FF2B5EF4-FFF2-40B4-BE49-F238E27FC236}">
                <a16:creationId xmlns:a16="http://schemas.microsoft.com/office/drawing/2014/main" id="{010CEB2C-17A6-EAE0-4ACE-32FF3199BCEA}"/>
              </a:ext>
            </a:extLst>
          </p:cNvPr>
          <p:cNvGrpSpPr/>
          <p:nvPr/>
        </p:nvGrpSpPr>
        <p:grpSpPr>
          <a:xfrm>
            <a:off x="450000" y="450000"/>
            <a:ext cx="9018000" cy="276999"/>
            <a:chOff x="450000" y="450000"/>
            <a:chExt cx="9018000" cy="276999"/>
          </a:xfrm>
        </p:grpSpPr>
        <p:sp>
          <p:nvSpPr>
            <p:cNvPr id="3" name="직사각형 79">
              <a:extLst>
                <a:ext uri="{FF2B5EF4-FFF2-40B4-BE49-F238E27FC236}">
                  <a16:creationId xmlns:a16="http://schemas.microsoft.com/office/drawing/2014/main" id="{BAFC17BE-0DE8-FDCF-5400-1A979B46831B}"/>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5" name="직사각형 80">
              <a:extLst>
                <a:ext uri="{FF2B5EF4-FFF2-40B4-BE49-F238E27FC236}">
                  <a16:creationId xmlns:a16="http://schemas.microsoft.com/office/drawing/2014/main" id="{4276196B-AA80-DC0B-1F5B-F371CE5F38F3}"/>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01109525"/>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066BED6A-1C0C-4A01-9C2A-D9854BB08CEF}"/>
              </a:ext>
            </a:extLst>
          </p:cNvPr>
          <p:cNvGrpSpPr/>
          <p:nvPr/>
        </p:nvGrpSpPr>
        <p:grpSpPr>
          <a:xfrm>
            <a:off x="558924" y="2032216"/>
            <a:ext cx="8782050" cy="2332888"/>
            <a:chOff x="558924" y="2127145"/>
            <a:chExt cx="8782050" cy="2332888"/>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2127145"/>
              <a:ext cx="8782050" cy="233288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486" r="19028"/>
            <a:stretch/>
          </p:blipFill>
          <p:spPr>
            <a:xfrm>
              <a:off x="625149" y="2204660"/>
              <a:ext cx="8715825" cy="2160444"/>
            </a:xfrm>
            <a:prstGeom prst="rect">
              <a:avLst/>
            </a:prstGeom>
          </p:spPr>
        </p:pic>
      </p:grpSp>
      <p:grpSp>
        <p:nvGrpSpPr>
          <p:cNvPr id="11" name="그룹 10">
            <a:extLst>
              <a:ext uri="{FF2B5EF4-FFF2-40B4-BE49-F238E27FC236}">
                <a16:creationId xmlns:a16="http://schemas.microsoft.com/office/drawing/2014/main" id="{D19190BA-7986-4A58-AEDB-A62DFF39BEC6}"/>
              </a:ext>
            </a:extLst>
          </p:cNvPr>
          <p:cNvGrpSpPr/>
          <p:nvPr/>
        </p:nvGrpSpPr>
        <p:grpSpPr>
          <a:xfrm>
            <a:off x="580388" y="1413381"/>
            <a:ext cx="8887612" cy="599957"/>
            <a:chOff x="580388" y="1413381"/>
            <a:chExt cx="8887612" cy="599957"/>
          </a:xfrm>
        </p:grpSpPr>
        <p:sp>
          <p:nvSpPr>
            <p:cNvPr id="12" name="직사각형 11">
              <a:extLst>
                <a:ext uri="{FF2B5EF4-FFF2-40B4-BE49-F238E27FC236}">
                  <a16:creationId xmlns:a16="http://schemas.microsoft.com/office/drawing/2014/main" id="{97CECC4F-2E1B-49C9-8D88-B38DF8056CA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của </a:t>
              </a:r>
              <a:r>
                <a:rPr lang="en-US" altLang="ko-KR" sz="1400" dirty="0">
                  <a:solidFill>
                    <a:schemeClr val="tx1"/>
                  </a:solidFill>
                  <a:latin typeface="SamsungOne-400" panose="020B0503030303020204" pitchFamily="34" charset="0"/>
                  <a:ea typeface="SamsungOne-400" panose="020B0503030303020204" pitchFamily="34" charset="0"/>
                </a:rPr>
                <a:t>series </a:t>
              </a:r>
              <a:r>
                <a:rPr lang="vi-VN" altLang="ko-KR" sz="1400" dirty="0">
                  <a:solidFill>
                    <a:schemeClr val="tx1"/>
                  </a:solidFill>
                  <a:latin typeface="SamsungOne-400" panose="020B0503030303020204" pitchFamily="34" charset="0"/>
                  <a:ea typeface="SamsungOne-400" panose="020B0503030303020204" pitchFamily="34" charset="0"/>
                </a:rPr>
                <a:t>như sau.</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3" name="Rectangle 12">
              <a:extLst>
                <a:ext uri="{FF2B5EF4-FFF2-40B4-BE49-F238E27FC236}">
                  <a16:creationId xmlns:a16="http://schemas.microsoft.com/office/drawing/2014/main" id="{C5A99D77-9AC1-4C3C-BB0B-8487E21EF3DE}"/>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Các phương thức liên quan đến thống kê trong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series</a:t>
              </a:r>
            </a:p>
          </p:txBody>
        </p:sp>
      </p:grpSp>
      <p:grpSp>
        <p:nvGrpSpPr>
          <p:cNvPr id="4" name="그룹 78">
            <a:extLst>
              <a:ext uri="{FF2B5EF4-FFF2-40B4-BE49-F238E27FC236}">
                <a16:creationId xmlns:a16="http://schemas.microsoft.com/office/drawing/2014/main" id="{CF8602A6-09F6-AEDF-D40C-2FFC7E0F462E}"/>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36286A65-F5BA-FE56-2066-4E08615BC9BA}"/>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4AA8939C-7AAA-418B-5BC2-C518D1BD841D}"/>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769802396"/>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2A5DE437-68D8-4926-891D-46E995688881}"/>
              </a:ext>
            </a:extLst>
          </p:cNvPr>
          <p:cNvGrpSpPr/>
          <p:nvPr/>
        </p:nvGrpSpPr>
        <p:grpSpPr>
          <a:xfrm>
            <a:off x="558924" y="2060848"/>
            <a:ext cx="8782050" cy="3723149"/>
            <a:chOff x="558924" y="2127145"/>
            <a:chExt cx="8782050" cy="3723149"/>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2127145"/>
              <a:ext cx="8782050" cy="372314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581" r="19440"/>
            <a:stretch/>
          </p:blipFill>
          <p:spPr>
            <a:xfrm>
              <a:off x="643813" y="2156279"/>
              <a:ext cx="8697161" cy="3618776"/>
            </a:xfrm>
            <a:prstGeom prst="rect">
              <a:avLst/>
            </a:prstGeom>
          </p:spPr>
        </p:pic>
      </p:grpSp>
      <p:grpSp>
        <p:nvGrpSpPr>
          <p:cNvPr id="12" name="그룹 11">
            <a:extLst>
              <a:ext uri="{FF2B5EF4-FFF2-40B4-BE49-F238E27FC236}">
                <a16:creationId xmlns:a16="http://schemas.microsoft.com/office/drawing/2014/main" id="{1D3AE8C9-1EC1-4CBC-8F28-BE69E2788980}"/>
              </a:ext>
            </a:extLst>
          </p:cNvPr>
          <p:cNvGrpSpPr/>
          <p:nvPr/>
        </p:nvGrpSpPr>
        <p:grpSpPr>
          <a:xfrm>
            <a:off x="580388" y="1413381"/>
            <a:ext cx="8887612" cy="599957"/>
            <a:chOff x="580388" y="1413381"/>
            <a:chExt cx="8887612" cy="599957"/>
          </a:xfrm>
        </p:grpSpPr>
        <p:sp>
          <p:nvSpPr>
            <p:cNvPr id="13" name="직사각형 12">
              <a:extLst>
                <a:ext uri="{FF2B5EF4-FFF2-40B4-BE49-F238E27FC236}">
                  <a16:creationId xmlns:a16="http://schemas.microsoft.com/office/drawing/2014/main" id="{A61F5D73-4F3F-4625-A387-1140CC3EE74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của </a:t>
              </a:r>
              <a:r>
                <a:rPr lang="en-US" altLang="ko-KR" sz="1400" dirty="0">
                  <a:solidFill>
                    <a:schemeClr val="tx1"/>
                  </a:solidFill>
                  <a:latin typeface="SamsungOne-400" panose="020B0503030303020204" pitchFamily="34" charset="0"/>
                  <a:ea typeface="SamsungOne-400" panose="020B0503030303020204" pitchFamily="34" charset="0"/>
                </a:rPr>
                <a:t>series </a:t>
              </a:r>
              <a:r>
                <a:rPr lang="vi-VN" altLang="ko-KR" sz="1400" dirty="0">
                  <a:solidFill>
                    <a:schemeClr val="tx1"/>
                  </a:solidFill>
                  <a:latin typeface="SamsungOne-400" panose="020B0503030303020204" pitchFamily="34" charset="0"/>
                  <a:ea typeface="SamsungOne-400" panose="020B0503030303020204" pitchFamily="34" charset="0"/>
                </a:rPr>
                <a:t>như sau.</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BFB6E41C-EC68-4EA8-94E8-FFECA9E38C64}"/>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Các phương thức liên quan đến thống kê trong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series</a:t>
              </a:r>
            </a:p>
          </p:txBody>
        </p:sp>
      </p:grpSp>
      <p:grpSp>
        <p:nvGrpSpPr>
          <p:cNvPr id="2" name="그룹 78">
            <a:extLst>
              <a:ext uri="{FF2B5EF4-FFF2-40B4-BE49-F238E27FC236}">
                <a16:creationId xmlns:a16="http://schemas.microsoft.com/office/drawing/2014/main" id="{29840A23-0795-E73D-B3D8-6F4FD8AD1396}"/>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38800AD1-6302-41DC-B198-F691F4FE7E6F}"/>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23A905A6-D323-0415-783F-2DA327303D75}"/>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146225919"/>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그룹 4">
            <a:extLst>
              <a:ext uri="{FF2B5EF4-FFF2-40B4-BE49-F238E27FC236}">
                <a16:creationId xmlns:a16="http://schemas.microsoft.com/office/drawing/2014/main" id="{11D6A56B-4501-404A-B149-BBCADC577512}"/>
              </a:ext>
            </a:extLst>
          </p:cNvPr>
          <p:cNvGrpSpPr/>
          <p:nvPr/>
        </p:nvGrpSpPr>
        <p:grpSpPr>
          <a:xfrm>
            <a:off x="558924" y="4904665"/>
            <a:ext cx="8782050" cy="1279301"/>
            <a:chOff x="558924" y="4869160"/>
            <a:chExt cx="8782050" cy="1279301"/>
          </a:xfrm>
        </p:grpSpPr>
        <p:grpSp>
          <p:nvGrpSpPr>
            <p:cNvPr id="12" name="그룹 11"/>
            <p:cNvGrpSpPr/>
            <p:nvPr/>
          </p:nvGrpSpPr>
          <p:grpSpPr>
            <a:xfrm>
              <a:off x="558924" y="4869160"/>
              <a:ext cx="8782050" cy="1279301"/>
              <a:chOff x="557644" y="5085181"/>
              <a:chExt cx="8782050" cy="1279301"/>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127930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65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Chúng ta sẽ thay thế hàm lambda bằng những gì chúng ta đã học trong phần Cơ bản về Python.</a:t>
                </a:r>
                <a:endParaRPr lang="en-US" altLang="ko-KR" sz="1300" dirty="0">
                  <a:solidFill>
                    <a:prstClr val="black">
                      <a:lumMod val="85000"/>
                      <a:lumOff val="15000"/>
                    </a:prstClr>
                  </a:solidFill>
                  <a:latin typeface="SamsungOne-400" panose="020B0503030303020204" pitchFamily="34" charset="0"/>
                </a:endParaRPr>
              </a:p>
            </p:txBody>
          </p:sp>
        </p:grpSp>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3677" y="5549689"/>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9" name="TextBox 18">
              <a:extLst>
                <a:ext uri="{FF2B5EF4-FFF2-40B4-BE49-F238E27FC236}">
                  <a16:creationId xmlns:a16="http://schemas.microsoft.com/office/drawing/2014/main" id="{EE836FE5-4E63-409C-97E4-2898B8159708}"/>
                </a:ext>
              </a:extLst>
            </p:cNvPr>
            <p:cNvSpPr txBox="1"/>
            <p:nvPr/>
          </p:nvSpPr>
          <p:spPr>
            <a:xfrm>
              <a:off x="922458" y="5526957"/>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67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1" name="TextBox 20">
              <a:extLst>
                <a:ext uri="{FF2B5EF4-FFF2-40B4-BE49-F238E27FC236}">
                  <a16:creationId xmlns:a16="http://schemas.microsoft.com/office/drawing/2014/main" id="{0800EE66-B78E-4CCD-A49E-31BBE412C7F6}"/>
                </a:ext>
              </a:extLst>
            </p:cNvPr>
            <p:cNvSpPr txBox="1"/>
            <p:nvPr/>
          </p:nvSpPr>
          <p:spPr>
            <a:xfrm>
              <a:off x="1023098" y="5861851"/>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Thêm 10 vào mỗi phần tử và trả nó trở về </a:t>
              </a:r>
              <a:r>
                <a:rPr lang="en-US" altLang="ko-KR" sz="1300" dirty="0">
                  <a:solidFill>
                    <a:prstClr val="black">
                      <a:lumMod val="85000"/>
                      <a:lumOff val="15000"/>
                    </a:prstClr>
                  </a:solidFill>
                  <a:latin typeface="SamsungOne-400" panose="020B0503030303020204" pitchFamily="34" charset="0"/>
                </a:rPr>
                <a:t>series</a:t>
              </a:r>
              <a:r>
                <a:rPr lang="vi-VN" altLang="ko-KR" sz="1300" dirty="0">
                  <a:solidFill>
                    <a:prstClr val="black">
                      <a:lumMod val="85000"/>
                      <a:lumOff val="15000"/>
                    </a:prstClr>
                  </a:solidFill>
                  <a:latin typeface="SamsungOne-400" panose="020B0503030303020204" pitchFamily="34" charset="0"/>
                </a:rPr>
                <a:t>.</a:t>
              </a:r>
              <a:endParaRPr lang="en-US" altLang="ko-KR" sz="1300" dirty="0">
                <a:solidFill>
                  <a:prstClr val="black">
                    <a:lumMod val="85000"/>
                    <a:lumOff val="15000"/>
                  </a:prstClr>
                </a:solidFill>
                <a:latin typeface="SamsungOne-400" panose="020B0503030303020204" pitchFamily="34" charset="0"/>
              </a:endParaRPr>
            </a:p>
          </p:txBody>
        </p:sp>
      </p:grpSp>
      <p:grpSp>
        <p:nvGrpSpPr>
          <p:cNvPr id="6" name="그룹 5">
            <a:extLst>
              <a:ext uri="{FF2B5EF4-FFF2-40B4-BE49-F238E27FC236}">
                <a16:creationId xmlns:a16="http://schemas.microsoft.com/office/drawing/2014/main" id="{0E8B6747-DDD0-421D-B268-668B72FB5CF5}"/>
              </a:ext>
            </a:extLst>
          </p:cNvPr>
          <p:cNvGrpSpPr/>
          <p:nvPr/>
        </p:nvGrpSpPr>
        <p:grpSpPr>
          <a:xfrm>
            <a:off x="558924" y="2029784"/>
            <a:ext cx="8782050" cy="2771426"/>
            <a:chOff x="558924" y="2127145"/>
            <a:chExt cx="8782050" cy="2771426"/>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2127145"/>
              <a:ext cx="8782050" cy="277142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518" r="17387"/>
            <a:stretch/>
          </p:blipFill>
          <p:spPr>
            <a:xfrm>
              <a:off x="643813" y="2184449"/>
              <a:ext cx="8697161" cy="2655210"/>
            </a:xfrm>
            <a:prstGeom prst="rect">
              <a:avLst/>
            </a:prstGeom>
          </p:spPr>
        </p:pic>
        <p:sp>
          <p:nvSpPr>
            <p:cNvPr id="4" name="직사각형 3"/>
            <p:cNvSpPr/>
            <p:nvPr/>
          </p:nvSpPr>
          <p:spPr>
            <a:xfrm>
              <a:off x="3274116" y="2782755"/>
              <a:ext cx="4255688" cy="175050"/>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직사각형 22"/>
            <p:cNvSpPr/>
            <p:nvPr/>
          </p:nvSpPr>
          <p:spPr>
            <a:xfrm>
              <a:off x="4015308" y="3921194"/>
              <a:ext cx="3402529" cy="221598"/>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2" name="그룹 21">
            <a:extLst>
              <a:ext uri="{FF2B5EF4-FFF2-40B4-BE49-F238E27FC236}">
                <a16:creationId xmlns:a16="http://schemas.microsoft.com/office/drawing/2014/main" id="{8F7FAE21-C583-4E77-85C3-2D9C072E492E}"/>
              </a:ext>
            </a:extLst>
          </p:cNvPr>
          <p:cNvGrpSpPr/>
          <p:nvPr/>
        </p:nvGrpSpPr>
        <p:grpSpPr>
          <a:xfrm>
            <a:off x="580388" y="1413381"/>
            <a:ext cx="8887612" cy="599957"/>
            <a:chOff x="580388" y="1413381"/>
            <a:chExt cx="8887612" cy="599957"/>
          </a:xfrm>
        </p:grpSpPr>
        <p:sp>
          <p:nvSpPr>
            <p:cNvPr id="24" name="직사각형 23">
              <a:extLst>
                <a:ext uri="{FF2B5EF4-FFF2-40B4-BE49-F238E27FC236}">
                  <a16:creationId xmlns:a16="http://schemas.microsoft.com/office/drawing/2014/main" id="{C4599423-ECBE-4529-9741-36FA54F76C9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Các phương thức của </a:t>
              </a:r>
              <a:r>
                <a:rPr lang="en-US" altLang="ko-KR" sz="1400" dirty="0">
                  <a:solidFill>
                    <a:schemeClr val="tx1"/>
                  </a:solidFill>
                  <a:latin typeface="SamsungOne-400" panose="020B0503030303020204" pitchFamily="34" charset="0"/>
                  <a:ea typeface="SamsungOne-400" panose="020B0503030303020204" pitchFamily="34" charset="0"/>
                </a:rPr>
                <a:t>series </a:t>
              </a:r>
              <a:r>
                <a:rPr lang="vi-VN" altLang="ko-KR" sz="1400" dirty="0">
                  <a:solidFill>
                    <a:schemeClr val="tx1"/>
                  </a:solidFill>
                  <a:latin typeface="SamsungOne-400" panose="020B0503030303020204" pitchFamily="34" charset="0"/>
                  <a:ea typeface="SamsungOne-400" panose="020B0503030303020204" pitchFamily="34" charset="0"/>
                </a:rPr>
                <a:t>như sau.</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25" name="Rectangle 12">
              <a:extLst>
                <a:ext uri="{FF2B5EF4-FFF2-40B4-BE49-F238E27FC236}">
                  <a16:creationId xmlns:a16="http://schemas.microsoft.com/office/drawing/2014/main" id="{1BBDBAF3-B3B8-4D01-A5C9-0E5D8FFC6373}"/>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Hàm lambda có thể được áp dụng cho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series</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 bằng cách sử dụng hàm apply.</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3" name="그룹 78">
            <a:extLst>
              <a:ext uri="{FF2B5EF4-FFF2-40B4-BE49-F238E27FC236}">
                <a16:creationId xmlns:a16="http://schemas.microsoft.com/office/drawing/2014/main" id="{86D18A58-9062-2E7D-086C-490DD8C04DE9}"/>
              </a:ext>
            </a:extLst>
          </p:cNvPr>
          <p:cNvGrpSpPr/>
          <p:nvPr/>
        </p:nvGrpSpPr>
        <p:grpSpPr>
          <a:xfrm>
            <a:off x="450000" y="450000"/>
            <a:ext cx="9018000" cy="276999"/>
            <a:chOff x="450000" y="450000"/>
            <a:chExt cx="9018000" cy="276999"/>
          </a:xfrm>
        </p:grpSpPr>
        <p:sp>
          <p:nvSpPr>
            <p:cNvPr id="7" name="직사각형 79">
              <a:extLst>
                <a:ext uri="{FF2B5EF4-FFF2-40B4-BE49-F238E27FC236}">
                  <a16:creationId xmlns:a16="http://schemas.microsoft.com/office/drawing/2014/main" id="{2D903FF9-90BD-2F0C-45CC-FBE3EF3562DE}"/>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8" name="직사각형 80">
              <a:extLst>
                <a:ext uri="{FF2B5EF4-FFF2-40B4-BE49-F238E27FC236}">
                  <a16:creationId xmlns:a16="http://schemas.microsoft.com/office/drawing/2014/main" id="{9AB270D3-803E-AB05-924E-B71555303405}"/>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867264113"/>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직사각형 18">
            <a:extLst>
              <a:ext uri="{FF2B5EF4-FFF2-40B4-BE49-F238E27FC236}">
                <a16:creationId xmlns:a16="http://schemas.microsoft.com/office/drawing/2014/main" id="{58B1BC1D-DFB7-4482-BA23-F01AD71B1BBE}"/>
              </a:ext>
            </a:extLst>
          </p:cNvPr>
          <p:cNvSpPr/>
          <p:nvPr/>
        </p:nvSpPr>
        <p:spPr>
          <a:xfrm>
            <a:off x="444580" y="1360864"/>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Thực</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hành</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Pandas Series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và</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DataFrame</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4" name="그룹 3">
            <a:extLst>
              <a:ext uri="{FF2B5EF4-FFF2-40B4-BE49-F238E27FC236}">
                <a16:creationId xmlns:a16="http://schemas.microsoft.com/office/drawing/2014/main" id="{776F715B-41FC-4865-A511-01946F41186E}"/>
              </a:ext>
            </a:extLst>
          </p:cNvPr>
          <p:cNvGrpSpPr/>
          <p:nvPr/>
        </p:nvGrpSpPr>
        <p:grpSpPr>
          <a:xfrm>
            <a:off x="558923" y="4811245"/>
            <a:ext cx="8782050" cy="525866"/>
            <a:chOff x="558923" y="4811245"/>
            <a:chExt cx="8782050" cy="525866"/>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923" y="4811245"/>
              <a:ext cx="8782050" cy="52586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2806" t="17769" r="19978" b="10742"/>
            <a:stretch/>
          </p:blipFill>
          <p:spPr>
            <a:xfrm>
              <a:off x="625151" y="4833257"/>
              <a:ext cx="8715822" cy="467951"/>
            </a:xfrm>
            <a:prstGeom prst="rect">
              <a:avLst/>
            </a:prstGeom>
          </p:spPr>
        </p:pic>
      </p:grpSp>
      <p:grpSp>
        <p:nvGrpSpPr>
          <p:cNvPr id="14" name="그룹 13">
            <a:extLst>
              <a:ext uri="{FF2B5EF4-FFF2-40B4-BE49-F238E27FC236}">
                <a16:creationId xmlns:a16="http://schemas.microsoft.com/office/drawing/2014/main" id="{EF8CA1F0-F106-48B9-A1BA-483AF1450FFD}"/>
              </a:ext>
            </a:extLst>
          </p:cNvPr>
          <p:cNvGrpSpPr/>
          <p:nvPr/>
        </p:nvGrpSpPr>
        <p:grpSpPr>
          <a:xfrm>
            <a:off x="524240" y="1870666"/>
            <a:ext cx="8887612" cy="2605961"/>
            <a:chOff x="524240" y="1870666"/>
            <a:chExt cx="8887612" cy="2605961"/>
          </a:xfrm>
        </p:grpSpPr>
        <p:sp>
          <p:nvSpPr>
            <p:cNvPr id="20" name="직사각형 19">
              <a:extLst>
                <a:ext uri="{FF2B5EF4-FFF2-40B4-BE49-F238E27FC236}">
                  <a16:creationId xmlns:a16="http://schemas.microsoft.com/office/drawing/2014/main" id="{3713312A-16A0-4518-AD53-E197D8FE3D9A}"/>
                </a:ext>
              </a:extLst>
            </p:cNvPr>
            <p:cNvSpPr/>
            <p:nvPr/>
          </p:nvSpPr>
          <p:spPr>
            <a:xfrm>
              <a:off x="651633" y="2120359"/>
              <a:ext cx="8632825" cy="235626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Đã nói ở trên rằng DataFrame là một mảng hai chiều và bao gồm các hàng và cột. Mảng hai chiều là dạng dữ liệu được sử dụng phổ biến nhất cho máy tính.</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Trong lĩnh vực xử lý ảnh và phân tích dữ liệu, phần lớn dữ liệu được tìm kiếm và xử lý dưới dạng mảng hai chiều. Cấu trúc dữ liệu DataFrame của pandas có nguồn gốc từ DataFrame của R, một gói phần mềm thống kê phổ biến.</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Nó tương tự như mảng NumPy hai chiều. Kiểu dữ liệu của các cột có thể khác. Đó là lý tưởng để lưu trữ dữ liệu từ tệp CSV, bảng tính Excel, bảng SQL, v.v. Có các thuộc tính như cột, chỉ mục, v.v.</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DataFrame có thể được coi là một tập hợp các đối tượng Series. Pandas DataFrames cho phép biểu diễn dữ liệu tương tự như bảng tính Excel.</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DataFrame bao gồm các hàng và cột. Hàng là quan sát hoặc trường hợp. Các cột là các biến.</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21" name="직사각형 20">
              <a:extLst>
                <a:ext uri="{FF2B5EF4-FFF2-40B4-BE49-F238E27FC236}">
                  <a16:creationId xmlns:a16="http://schemas.microsoft.com/office/drawing/2014/main" id="{C9355E71-E27A-48EE-A0C4-C9E9F9CDABAC}"/>
                </a:ext>
              </a:extLst>
            </p:cNvPr>
            <p:cNvSpPr/>
            <p:nvPr/>
          </p:nvSpPr>
          <p:spPr>
            <a:xfrm>
              <a:off x="524240" y="1870666"/>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hai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chiều</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grpSp>
        <p:nvGrpSpPr>
          <p:cNvPr id="3" name="그룹 78">
            <a:extLst>
              <a:ext uri="{FF2B5EF4-FFF2-40B4-BE49-F238E27FC236}">
                <a16:creationId xmlns:a16="http://schemas.microsoft.com/office/drawing/2014/main" id="{9EC913BB-F68F-B9D9-9E2E-C7F986FDC553}"/>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E4199DC4-55A0-C0AC-B8B2-EFF6F84C302D}"/>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50E2682F-C0B9-8821-F2E5-7FA00BE66E6F}"/>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966719813"/>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B5D2A9E5-D833-4B15-A4CF-D7D42C6B9131}"/>
              </a:ext>
            </a:extLst>
          </p:cNvPr>
          <p:cNvGrpSpPr/>
          <p:nvPr/>
        </p:nvGrpSpPr>
        <p:grpSpPr>
          <a:xfrm>
            <a:off x="558924" y="2227199"/>
            <a:ext cx="8782050" cy="4136981"/>
            <a:chOff x="558924" y="2255192"/>
            <a:chExt cx="8782050" cy="4136981"/>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2255192"/>
              <a:ext cx="8782050" cy="413698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836"/>
            <a:stretch/>
          </p:blipFill>
          <p:spPr>
            <a:xfrm>
              <a:off x="867747" y="2312053"/>
              <a:ext cx="8473227" cy="4049704"/>
            </a:xfrm>
            <a:prstGeom prst="rect">
              <a:avLst/>
            </a:prstGeom>
          </p:spPr>
        </p:pic>
      </p:grpSp>
      <p:grpSp>
        <p:nvGrpSpPr>
          <p:cNvPr id="12" name="그룹 11">
            <a:extLst>
              <a:ext uri="{FF2B5EF4-FFF2-40B4-BE49-F238E27FC236}">
                <a16:creationId xmlns:a16="http://schemas.microsoft.com/office/drawing/2014/main" id="{4CB13AA6-2F40-4AA1-97B5-95EC9C0BB49C}"/>
              </a:ext>
            </a:extLst>
          </p:cNvPr>
          <p:cNvGrpSpPr/>
          <p:nvPr/>
        </p:nvGrpSpPr>
        <p:grpSpPr>
          <a:xfrm>
            <a:off x="580388" y="1413381"/>
            <a:ext cx="8887612" cy="800012"/>
            <a:chOff x="580388" y="1413381"/>
            <a:chExt cx="8887612" cy="800012"/>
          </a:xfrm>
        </p:grpSpPr>
        <p:sp>
          <p:nvSpPr>
            <p:cNvPr id="13" name="직사각형 12">
              <a:extLst>
                <a:ext uri="{FF2B5EF4-FFF2-40B4-BE49-F238E27FC236}">
                  <a16:creationId xmlns:a16="http://schemas.microsoft.com/office/drawing/2014/main" id="{B9F61321-A092-4258-A358-06A401AE8984}"/>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hành</a:t>
              </a:r>
              <a:r>
                <a:rPr lang="en-US" altLang="ko-KR" sz="1400" dirty="0">
                  <a:solidFill>
                    <a:schemeClr val="tx1"/>
                  </a:solidFill>
                  <a:latin typeface="SamsungOne-400" panose="020B0503030303020204" pitchFamily="34" charset="0"/>
                  <a:ea typeface="SamsungOne-400" panose="020B0503030303020204" pitchFamily="34" charset="0"/>
                </a:rPr>
                <a:t> Pandas Series &amp;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C6EEFC0F-BFF3-4C1D-BDC2-34139C08D795}"/>
                </a:ext>
              </a:extLst>
            </p:cNvPr>
            <p:cNvSpPr/>
            <p:nvPr/>
          </p:nvSpPr>
          <p:spPr>
            <a:xfrm>
              <a:off x="711201" y="1667877"/>
              <a:ext cx="8632824"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pandas DataFrame rất thuận tiện khi đọc tập dữ liệu bên ngoài, đặc biệt khi dữ liệu được lưu trữ ở định dạng được phân tách bằng dấu phẩy (CSV).</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2" name="그룹 78">
            <a:extLst>
              <a:ext uri="{FF2B5EF4-FFF2-40B4-BE49-F238E27FC236}">
                <a16:creationId xmlns:a16="http://schemas.microsoft.com/office/drawing/2014/main" id="{CB856C43-597E-5EE7-DD13-CD71C64C3958}"/>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44EA0758-C053-8A8B-14DA-E77EDD5F65CC}"/>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73CD961A-11B3-2396-1DC3-9FC30BEF05ED}"/>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576146866"/>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7EECE902-9E2D-4792-8F87-C488C74B3D97}"/>
              </a:ext>
            </a:extLst>
          </p:cNvPr>
          <p:cNvGrpSpPr/>
          <p:nvPr/>
        </p:nvGrpSpPr>
        <p:grpSpPr>
          <a:xfrm>
            <a:off x="558924" y="1728801"/>
            <a:ext cx="8782051" cy="1278293"/>
            <a:chOff x="558924" y="1772817"/>
            <a:chExt cx="8782051" cy="1278293"/>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1772817"/>
              <a:ext cx="8782050" cy="127829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2230" r="17383"/>
            <a:stretch/>
          </p:blipFill>
          <p:spPr>
            <a:xfrm>
              <a:off x="597159" y="1804864"/>
              <a:ext cx="8743816" cy="1245434"/>
            </a:xfrm>
            <a:prstGeom prst="rect">
              <a:avLst/>
            </a:prstGeom>
          </p:spPr>
        </p:pic>
      </p:grpSp>
      <p:sp>
        <p:nvSpPr>
          <p:cNvPr id="10" name="직사각형 9">
            <a:extLst>
              <a:ext uri="{FF2B5EF4-FFF2-40B4-BE49-F238E27FC236}">
                <a16:creationId xmlns:a16="http://schemas.microsoft.com/office/drawing/2014/main" id="{335691D1-944E-483E-B9A0-0869FACDB809}"/>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hành</a:t>
            </a:r>
            <a:r>
              <a:rPr lang="en-US" altLang="ko-KR" sz="1400" dirty="0">
                <a:solidFill>
                  <a:schemeClr val="tx1"/>
                </a:solidFill>
                <a:latin typeface="SamsungOne-400" panose="020B0503030303020204" pitchFamily="34" charset="0"/>
                <a:ea typeface="SamsungOne-400" panose="020B0503030303020204" pitchFamily="34" charset="0"/>
              </a:rPr>
              <a:t> Pandas Series &amp;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8FDC961E-D568-6983-872B-83C946E53A46}"/>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0CF3926A-4F71-954B-A378-6FDD5DEBF761}"/>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8066BB44-D4EA-20A9-8ECD-422E6DEBEBE4}"/>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235410957"/>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EDE74EDE-D5BC-4793-BF0A-AC7C99E26ECA}"/>
              </a:ext>
            </a:extLst>
          </p:cNvPr>
          <p:cNvGrpSpPr/>
          <p:nvPr/>
        </p:nvGrpSpPr>
        <p:grpSpPr>
          <a:xfrm>
            <a:off x="558924" y="2042186"/>
            <a:ext cx="8782050" cy="3381536"/>
            <a:chOff x="558924" y="2132856"/>
            <a:chExt cx="8782050" cy="3381536"/>
          </a:xfrm>
        </p:grpSpPr>
        <p:sp>
          <p:nvSpPr>
            <p:cNvPr id="18" name="모서리가 둥근 직사각형 4">
              <a:extLst>
                <a:ext uri="{FF2B5EF4-FFF2-40B4-BE49-F238E27FC236}">
                  <a16:creationId xmlns:a16="http://schemas.microsoft.com/office/drawing/2014/main" id="{A36E3BA1-83BF-4EF9-8B22-BB45DE7AA1FC}"/>
                </a:ext>
              </a:extLst>
            </p:cNvPr>
            <p:cNvSpPr/>
            <p:nvPr/>
          </p:nvSpPr>
          <p:spPr>
            <a:xfrm>
              <a:off x="558924" y="2132856"/>
              <a:ext cx="8782050" cy="338153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958" r="14281"/>
            <a:stretch/>
          </p:blipFill>
          <p:spPr>
            <a:xfrm>
              <a:off x="606489" y="2216993"/>
              <a:ext cx="8734485" cy="3227625"/>
            </a:xfrm>
            <a:prstGeom prst="rect">
              <a:avLst/>
            </a:prstGeom>
          </p:spPr>
        </p:pic>
      </p:grpSp>
      <p:grpSp>
        <p:nvGrpSpPr>
          <p:cNvPr id="12" name="그룹 11">
            <a:extLst>
              <a:ext uri="{FF2B5EF4-FFF2-40B4-BE49-F238E27FC236}">
                <a16:creationId xmlns:a16="http://schemas.microsoft.com/office/drawing/2014/main" id="{FF0B7C0B-D609-4436-8B08-033A8DBBC48E}"/>
              </a:ext>
            </a:extLst>
          </p:cNvPr>
          <p:cNvGrpSpPr/>
          <p:nvPr/>
        </p:nvGrpSpPr>
        <p:grpSpPr>
          <a:xfrm>
            <a:off x="580388" y="1413381"/>
            <a:ext cx="8887612" cy="599957"/>
            <a:chOff x="580388" y="1413381"/>
            <a:chExt cx="8887612" cy="599957"/>
          </a:xfrm>
        </p:grpSpPr>
        <p:sp>
          <p:nvSpPr>
            <p:cNvPr id="13" name="직사각형 12">
              <a:extLst>
                <a:ext uri="{FF2B5EF4-FFF2-40B4-BE49-F238E27FC236}">
                  <a16:creationId xmlns:a16="http://schemas.microsoft.com/office/drawing/2014/main" id="{FCDF57E7-AD64-47AE-9FA9-C5D8D8B7253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hành</a:t>
              </a:r>
              <a:r>
                <a:rPr lang="en-US" altLang="ko-KR" sz="1400" dirty="0">
                  <a:solidFill>
                    <a:schemeClr val="tx1"/>
                  </a:solidFill>
                  <a:latin typeface="SamsungOne-400" panose="020B0503030303020204" pitchFamily="34" charset="0"/>
                  <a:ea typeface="SamsungOne-400" panose="020B0503030303020204" pitchFamily="34" charset="0"/>
                </a:rPr>
                <a:t> Pandas Series &amp;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07CA62C3-7303-4C2C-852C-D96A7171312C}"/>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Các đối tượng DataFrame có thể được tạo từ các đối tượng dict.</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2" name="그룹 78">
            <a:extLst>
              <a:ext uri="{FF2B5EF4-FFF2-40B4-BE49-F238E27FC236}">
                <a16:creationId xmlns:a16="http://schemas.microsoft.com/office/drawing/2014/main" id="{F9D7051D-0AB7-FF04-F4F1-F2148B52FF39}"/>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ECDDC8A5-82F1-AFA0-E09A-5C794C6F8D64}"/>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EB1B4B2A-CBFD-CAE2-2FF4-D4234264F633}"/>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96501251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12">
            <a:extLst>
              <a:ext uri="{FF2B5EF4-FFF2-40B4-BE49-F238E27FC236}">
                <a16:creationId xmlns:a16="http://schemas.microsoft.com/office/drawing/2014/main" id="{39C1D0BA-7152-4AAC-B295-DCCB5F8378F4}"/>
              </a:ext>
            </a:extLst>
          </p:cNvPr>
          <p:cNvSpPr/>
          <p:nvPr/>
        </p:nvSpPr>
        <p:spPr>
          <a:xfrm>
            <a:off x="707782" y="2260309"/>
            <a:ext cx="8632824"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Phương thức này in thông tin về DataFrame bao gồm kiểu dữ liệu và các chỉ mục cột, số lượng giá trị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hợp</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lệ</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và mức sử dụng bộ nhớ. Xem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help</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(df.info) để biết thêm chi tiết.</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nvGrpSpPr>
          <p:cNvPr id="3" name="그룹 2">
            <a:extLst>
              <a:ext uri="{FF2B5EF4-FFF2-40B4-BE49-F238E27FC236}">
                <a16:creationId xmlns:a16="http://schemas.microsoft.com/office/drawing/2014/main" id="{74590CFA-7FD2-4085-9099-C3F87547FA4F}"/>
              </a:ext>
            </a:extLst>
          </p:cNvPr>
          <p:cNvGrpSpPr/>
          <p:nvPr/>
        </p:nvGrpSpPr>
        <p:grpSpPr>
          <a:xfrm>
            <a:off x="558924" y="2860486"/>
            <a:ext cx="8782050" cy="2597922"/>
            <a:chOff x="558924" y="2860486"/>
            <a:chExt cx="8782050" cy="2597922"/>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2860486"/>
              <a:ext cx="8782050" cy="259792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2335" r="16206"/>
            <a:stretch/>
          </p:blipFill>
          <p:spPr>
            <a:xfrm>
              <a:off x="615819" y="2912976"/>
              <a:ext cx="8724787" cy="2452653"/>
            </a:xfrm>
            <a:prstGeom prst="rect">
              <a:avLst/>
            </a:prstGeom>
          </p:spPr>
        </p:pic>
      </p:grpSp>
      <p:grpSp>
        <p:nvGrpSpPr>
          <p:cNvPr id="11" name="그룹 10">
            <a:extLst>
              <a:ext uri="{FF2B5EF4-FFF2-40B4-BE49-F238E27FC236}">
                <a16:creationId xmlns:a16="http://schemas.microsoft.com/office/drawing/2014/main" id="{E2E15D8F-BC51-4B43-B6EA-2FE8D64208A2}"/>
              </a:ext>
            </a:extLst>
          </p:cNvPr>
          <p:cNvGrpSpPr/>
          <p:nvPr/>
        </p:nvGrpSpPr>
        <p:grpSpPr>
          <a:xfrm>
            <a:off x="580388" y="1413381"/>
            <a:ext cx="8887612" cy="876956"/>
            <a:chOff x="580388" y="1413381"/>
            <a:chExt cx="8887612" cy="876956"/>
          </a:xfrm>
        </p:grpSpPr>
        <p:sp>
          <p:nvSpPr>
            <p:cNvPr id="12" name="직사각형 11">
              <a:extLst>
                <a:ext uri="{FF2B5EF4-FFF2-40B4-BE49-F238E27FC236}">
                  <a16:creationId xmlns:a16="http://schemas.microsoft.com/office/drawing/2014/main" id="{D1F3DEA5-7555-4AB5-9DA1-E1F360F47D2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Những điều cần kiểm tra sau khi đưa DataFrame vào</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A3888058-71B9-4174-A14F-A0104B997E06}"/>
                </a:ext>
              </a:extLst>
            </p:cNvPr>
            <p:cNvSpPr/>
            <p:nvPr/>
          </p:nvSpPr>
          <p:spPr>
            <a:xfrm>
              <a:off x="711201" y="1667877"/>
              <a:ext cx="8632824" cy="6224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77800" indent="-177800">
                <a:spcAft>
                  <a:spcPts val="600"/>
                </a:spcAft>
                <a:buClr>
                  <a:srgbClr val="193EB0"/>
                </a:buClr>
                <a:buFont typeface="+mj-lt"/>
                <a:buAutoNum type="arabicParen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df.info()</a:t>
              </a:r>
            </a:p>
            <a:p>
              <a:pPr marL="177800" indent="-177800">
                <a:spcAft>
                  <a:spcPts val="600"/>
                </a:spcAft>
                <a:buClr>
                  <a:srgbClr val="193EB0"/>
                </a:buClr>
                <a:buFont typeface="+mj-lt"/>
                <a:buAutoNum type="arabicParen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df.head</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grpSp>
        <p:nvGrpSpPr>
          <p:cNvPr id="4" name="그룹 78">
            <a:extLst>
              <a:ext uri="{FF2B5EF4-FFF2-40B4-BE49-F238E27FC236}">
                <a16:creationId xmlns:a16="http://schemas.microsoft.com/office/drawing/2014/main" id="{C7FD6A90-BD42-9AE6-148F-DF2A2B289FBF}"/>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F6CCA4B8-54F9-2A2B-7ED9-00F7549B8538}"/>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7D7CFDAA-55A9-8CC8-A0C8-3957DFFAD8F6}"/>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450252774"/>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4754327"/>
            <a:ext cx="8782050" cy="728706"/>
            <a:chOff x="557644" y="5085181"/>
            <a:chExt cx="8782050" cy="728706"/>
          </a:xfrm>
        </p:grpSpPr>
        <p:sp>
          <p:nvSpPr>
            <p:cNvPr id="14"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2870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9</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7" name="TextBox 16">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Nó chỉ hiển thị 5 dữ liệu đầu tiên. Nó được sử dụng để xem nhanh trạng thái hoặc giá trị của dữ liệu.</a:t>
              </a:r>
              <a:endParaRPr lang="en-US" altLang="ko-KR"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ABCD76FC-1E84-47F7-9021-DE74A61642F2}"/>
              </a:ext>
            </a:extLst>
          </p:cNvPr>
          <p:cNvGrpSpPr/>
          <p:nvPr/>
        </p:nvGrpSpPr>
        <p:grpSpPr>
          <a:xfrm>
            <a:off x="558924" y="1748678"/>
            <a:ext cx="8782050" cy="2904458"/>
            <a:chOff x="558924" y="1844824"/>
            <a:chExt cx="8782050" cy="2904458"/>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1844824"/>
              <a:ext cx="8782050" cy="290445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2289" r="16415"/>
            <a:stretch/>
          </p:blipFill>
          <p:spPr>
            <a:xfrm>
              <a:off x="625151" y="1913005"/>
              <a:ext cx="8715823" cy="2749971"/>
            </a:xfrm>
            <a:prstGeom prst="rect">
              <a:avLst/>
            </a:prstGeom>
          </p:spPr>
        </p:pic>
      </p:grpSp>
      <p:sp>
        <p:nvSpPr>
          <p:cNvPr id="18" name="직사각형 17">
            <a:extLst>
              <a:ext uri="{FF2B5EF4-FFF2-40B4-BE49-F238E27FC236}">
                <a16:creationId xmlns:a16="http://schemas.microsoft.com/office/drawing/2014/main" id="{EA51FE63-1550-4823-9A03-246E95E8B6D4}"/>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Những điều cần kiểm tra sau khi đưa DataFrame vào</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57CD444D-1709-FF7B-87CF-7CEFF826D62C}"/>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F2EA2B48-ADE8-ABB3-B902-714E07B7B16D}"/>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038CA389-3D45-5388-863E-9A917C0357D1}"/>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138044051"/>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4747965"/>
            <a:ext cx="8782050" cy="728706"/>
            <a:chOff x="557644" y="5085181"/>
            <a:chExt cx="8782050" cy="728706"/>
          </a:xfrm>
        </p:grpSpPr>
        <p:sp>
          <p:nvSpPr>
            <p:cNvPr id="14"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2870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7" name="TextBox 16">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Nó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hiển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thị</a:t>
              </a:r>
              <a:r>
                <a:rPr lang="en-US" altLang="ko-KR" sz="1300" dirty="0">
                  <a:solidFill>
                    <a:prstClr val="black">
                      <a:lumMod val="85000"/>
                      <a:lumOff val="15000"/>
                    </a:prstClr>
                  </a:solidFill>
                  <a:latin typeface="SamsungOne-400" panose="020B0503030303020204" pitchFamily="34" charset="0"/>
                </a:rPr>
                <a:t> 5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cuối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cùng</a:t>
              </a:r>
              <a:r>
                <a:rPr lang="en-US" altLang="ko-KR" sz="1300" dirty="0">
                  <a:solidFill>
                    <a:prstClr val="black">
                      <a:lumMod val="85000"/>
                      <a:lumOff val="15000"/>
                    </a:prstClr>
                  </a:solidFill>
                  <a:latin typeface="SamsungOne-400" panose="020B0503030303020204" pitchFamily="34" charset="0"/>
                </a:rPr>
                <a:t>.</a:t>
              </a:r>
            </a:p>
          </p:txBody>
        </p:sp>
      </p:grpSp>
      <p:grpSp>
        <p:nvGrpSpPr>
          <p:cNvPr id="3" name="그룹 2">
            <a:extLst>
              <a:ext uri="{FF2B5EF4-FFF2-40B4-BE49-F238E27FC236}">
                <a16:creationId xmlns:a16="http://schemas.microsoft.com/office/drawing/2014/main" id="{07E42625-624D-47D1-9E29-DCC7A5BCC6EF}"/>
              </a:ext>
            </a:extLst>
          </p:cNvPr>
          <p:cNvGrpSpPr/>
          <p:nvPr/>
        </p:nvGrpSpPr>
        <p:grpSpPr>
          <a:xfrm>
            <a:off x="558924" y="1776670"/>
            <a:ext cx="8782050" cy="2876466"/>
            <a:chOff x="558924" y="1844824"/>
            <a:chExt cx="8782050" cy="2876466"/>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1844824"/>
              <a:ext cx="8782050" cy="287646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571" r="16117"/>
            <a:stretch/>
          </p:blipFill>
          <p:spPr>
            <a:xfrm>
              <a:off x="606490" y="1949871"/>
              <a:ext cx="8734484" cy="2690374"/>
            </a:xfrm>
            <a:prstGeom prst="rect">
              <a:avLst/>
            </a:prstGeom>
          </p:spPr>
        </p:pic>
      </p:grpSp>
      <p:sp>
        <p:nvSpPr>
          <p:cNvPr id="18" name="직사각형 17">
            <a:extLst>
              <a:ext uri="{FF2B5EF4-FFF2-40B4-BE49-F238E27FC236}">
                <a16:creationId xmlns:a16="http://schemas.microsoft.com/office/drawing/2014/main" id="{3B91AC54-A069-4135-8CC9-E379CF951B3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Những điều cần kiểm tra sau khi đưa DataFrame vào</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7F6D0B4A-45D1-C25F-B739-9A43C40937AF}"/>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7AD3C88B-3C2E-0747-82D0-97552E83536E}"/>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4C3420DB-EB97-AC90-9011-F07020C4138A}"/>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518831537"/>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3015208"/>
            <a:ext cx="8782050" cy="989856"/>
            <a:chOff x="557644" y="5085181"/>
            <a:chExt cx="8782050" cy="989856"/>
          </a:xfrm>
        </p:grpSpPr>
        <p:sp>
          <p:nvSpPr>
            <p:cNvPr id="14"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98985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7" name="TextBox 16">
              <a:extLst>
                <a:ext uri="{FF2B5EF4-FFF2-40B4-BE49-F238E27FC236}">
                  <a16:creationId xmlns:a16="http://schemas.microsoft.com/office/drawing/2014/main" id="{0800EE66-B78E-4CCD-A49E-31BBE412C7F6}"/>
                </a:ext>
              </a:extLst>
            </p:cNvPr>
            <p:cNvSpPr txBox="1"/>
            <p:nvPr/>
          </p:nvSpPr>
          <p:spPr>
            <a:xfrm>
              <a:off x="1021818" y="5492086"/>
              <a:ext cx="8281138" cy="477054"/>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Dùng để kiểm tra tên cột.</a:t>
              </a:r>
            </a:p>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iris_df.columns() #lưu ý : Vì nó không phải là một phương thức nên () không được sử dụng.</a:t>
              </a:r>
              <a:endParaRPr lang="en-US" altLang="ko-KR"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B320B912-7661-4B71-ACBB-4B9111C67A9C}"/>
              </a:ext>
            </a:extLst>
          </p:cNvPr>
          <p:cNvGrpSpPr/>
          <p:nvPr/>
        </p:nvGrpSpPr>
        <p:grpSpPr>
          <a:xfrm>
            <a:off x="558924" y="1763485"/>
            <a:ext cx="8782051" cy="1152127"/>
            <a:chOff x="558924" y="1763485"/>
            <a:chExt cx="8782051" cy="1152127"/>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1763485"/>
              <a:ext cx="8782050" cy="115212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758" r="24240"/>
            <a:stretch/>
          </p:blipFill>
          <p:spPr>
            <a:xfrm>
              <a:off x="614911" y="1795534"/>
              <a:ext cx="8726064" cy="1034494"/>
            </a:xfrm>
            <a:prstGeom prst="rect">
              <a:avLst/>
            </a:prstGeom>
          </p:spPr>
        </p:pic>
      </p:grpSp>
      <p:sp>
        <p:nvSpPr>
          <p:cNvPr id="18" name="직사각형 17">
            <a:extLst>
              <a:ext uri="{FF2B5EF4-FFF2-40B4-BE49-F238E27FC236}">
                <a16:creationId xmlns:a16="http://schemas.microsoft.com/office/drawing/2014/main" id="{71121C7C-EED7-4DF5-928F-A53E5030F439}"/>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Những điều cần kiểm tra sau khi đưa DataFrame vào</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BA4AF742-A822-6CC8-432E-D8913B925041}"/>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5F5FC632-8B19-E7A7-C30B-BB1EB6593F7C}"/>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F3713D86-B8AB-6102-846B-59546F877FA7}"/>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681919394"/>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2708920"/>
            <a:ext cx="8782050" cy="720080"/>
            <a:chOff x="557644" y="5085181"/>
            <a:chExt cx="8782050" cy="720080"/>
          </a:xfrm>
        </p:grpSpPr>
        <p:sp>
          <p:nvSpPr>
            <p:cNvPr id="14"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2008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7" name="TextBox 16">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Sử</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dụng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để</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kiểm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mục</a:t>
              </a:r>
              <a:endParaRPr lang="en-US" altLang="ko-KR" sz="1300" dirty="0">
                <a:solidFill>
                  <a:prstClr val="black">
                    <a:lumMod val="85000"/>
                    <a:lumOff val="15000"/>
                  </a:prstClr>
                </a:solidFill>
                <a:latin typeface="SamsungOne-400" panose="020B0503030303020204" pitchFamily="34" charset="0"/>
              </a:endParaRPr>
            </a:p>
          </p:txBody>
        </p:sp>
      </p:grpSp>
      <p:grpSp>
        <p:nvGrpSpPr>
          <p:cNvPr id="4" name="그룹 3">
            <a:extLst>
              <a:ext uri="{FF2B5EF4-FFF2-40B4-BE49-F238E27FC236}">
                <a16:creationId xmlns:a16="http://schemas.microsoft.com/office/drawing/2014/main" id="{4285BFCB-20CC-4DD0-B57B-F9595339115D}"/>
              </a:ext>
            </a:extLst>
          </p:cNvPr>
          <p:cNvGrpSpPr/>
          <p:nvPr/>
        </p:nvGrpSpPr>
        <p:grpSpPr>
          <a:xfrm>
            <a:off x="558924" y="1754155"/>
            <a:ext cx="8782050" cy="842392"/>
            <a:chOff x="558924" y="1844825"/>
            <a:chExt cx="8782050" cy="842392"/>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1844825"/>
              <a:ext cx="8782050" cy="84239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665" r="22499"/>
            <a:stretch/>
          </p:blipFill>
          <p:spPr>
            <a:xfrm>
              <a:off x="597159" y="1889975"/>
              <a:ext cx="8743815" cy="720079"/>
            </a:xfrm>
            <a:prstGeom prst="rect">
              <a:avLst/>
            </a:prstGeom>
          </p:spPr>
        </p:pic>
      </p:grpSp>
      <p:sp>
        <p:nvSpPr>
          <p:cNvPr id="19" name="직사각형 18">
            <a:extLst>
              <a:ext uri="{FF2B5EF4-FFF2-40B4-BE49-F238E27FC236}">
                <a16:creationId xmlns:a16="http://schemas.microsoft.com/office/drawing/2014/main" id="{9A261ED7-062B-4282-9974-DBDD84A6E7D4}"/>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Những điều cần kiểm tra sau khi đưa DataFrame vào</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78">
            <a:extLst>
              <a:ext uri="{FF2B5EF4-FFF2-40B4-BE49-F238E27FC236}">
                <a16:creationId xmlns:a16="http://schemas.microsoft.com/office/drawing/2014/main" id="{DD6FD1B7-FC24-ED48-09E9-EDC4FA8C39DC}"/>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27B1C134-2ABF-4F6C-C507-6048797DCA02}"/>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69BF5A5B-015C-6E90-D970-156C726BE91D}"/>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258222903"/>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5501210"/>
            <a:ext cx="8782050" cy="720080"/>
            <a:chOff x="557644" y="5085181"/>
            <a:chExt cx="8782050" cy="720080"/>
          </a:xfrm>
        </p:grpSpPr>
        <p:sp>
          <p:nvSpPr>
            <p:cNvPr id="14"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2008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7" name="TextBox 16">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Bạn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thể</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thấy</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rằng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đã</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thay</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từ</a:t>
              </a:r>
              <a:r>
                <a:rPr lang="en-US" altLang="ko-KR" sz="1300" dirty="0">
                  <a:solidFill>
                    <a:prstClr val="black">
                      <a:lumMod val="85000"/>
                      <a:lumOff val="15000"/>
                    </a:prstClr>
                  </a:solidFill>
                  <a:latin typeface="SamsungOne-400" panose="020B0503030303020204" pitchFamily="34" charset="0"/>
                </a:rPr>
                <a:t> ‘.’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‘_’.</a:t>
              </a:r>
            </a:p>
          </p:txBody>
        </p:sp>
      </p:grpSp>
      <p:grpSp>
        <p:nvGrpSpPr>
          <p:cNvPr id="3" name="그룹 2">
            <a:extLst>
              <a:ext uri="{FF2B5EF4-FFF2-40B4-BE49-F238E27FC236}">
                <a16:creationId xmlns:a16="http://schemas.microsoft.com/office/drawing/2014/main" id="{A418E2BD-314B-42D7-9B77-4B6FE769DE2A}"/>
              </a:ext>
            </a:extLst>
          </p:cNvPr>
          <p:cNvGrpSpPr/>
          <p:nvPr/>
        </p:nvGrpSpPr>
        <p:grpSpPr>
          <a:xfrm>
            <a:off x="558924" y="2065113"/>
            <a:ext cx="8782050" cy="3338999"/>
            <a:chOff x="558924" y="2137121"/>
            <a:chExt cx="8782050" cy="3338999"/>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2137121"/>
              <a:ext cx="8782050" cy="333899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l="1486" r="11842"/>
            <a:stretch/>
          </p:blipFill>
          <p:spPr>
            <a:xfrm>
              <a:off x="597158" y="2210982"/>
              <a:ext cx="8743816" cy="3172779"/>
            </a:xfrm>
            <a:prstGeom prst="rect">
              <a:avLst/>
            </a:prstGeom>
          </p:spPr>
        </p:pic>
        <p:sp>
          <p:nvSpPr>
            <p:cNvPr id="5" name="직사각형 4"/>
            <p:cNvSpPr/>
            <p:nvPr/>
          </p:nvSpPr>
          <p:spPr>
            <a:xfrm>
              <a:off x="1899799" y="2705877"/>
              <a:ext cx="2896136" cy="205273"/>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9" name="그룹 18">
            <a:extLst>
              <a:ext uri="{FF2B5EF4-FFF2-40B4-BE49-F238E27FC236}">
                <a16:creationId xmlns:a16="http://schemas.microsoft.com/office/drawing/2014/main" id="{1AEE243E-6068-4CEC-95BD-ED05B54E501E}"/>
              </a:ext>
            </a:extLst>
          </p:cNvPr>
          <p:cNvGrpSpPr/>
          <p:nvPr/>
        </p:nvGrpSpPr>
        <p:grpSpPr>
          <a:xfrm>
            <a:off x="580388" y="1413381"/>
            <a:ext cx="8887612" cy="599957"/>
            <a:chOff x="580388" y="1413381"/>
            <a:chExt cx="8887612" cy="599957"/>
          </a:xfrm>
        </p:grpSpPr>
        <p:sp>
          <p:nvSpPr>
            <p:cNvPr id="20" name="직사각형 19">
              <a:extLst>
                <a:ext uri="{FF2B5EF4-FFF2-40B4-BE49-F238E27FC236}">
                  <a16:creationId xmlns:a16="http://schemas.microsoft.com/office/drawing/2014/main" id="{E320684C-56F0-496A-94B6-452A58CF92B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Những điều cần kiểm tra sau khi đưa DataFrame vào</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21" name="Rectangle 12">
              <a:extLst>
                <a:ext uri="{FF2B5EF4-FFF2-40B4-BE49-F238E27FC236}">
                  <a16:creationId xmlns:a16="http://schemas.microsoft.com/office/drawing/2014/main" id="{ABE1C511-3388-4B4D-B79F-3A1B13B315DA}"/>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Bạn cũng có thể thay đổi tên của cột như hình bên dưới.</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2" name="그룹 78">
            <a:extLst>
              <a:ext uri="{FF2B5EF4-FFF2-40B4-BE49-F238E27FC236}">
                <a16:creationId xmlns:a16="http://schemas.microsoft.com/office/drawing/2014/main" id="{13D271A8-E925-1865-763E-816DB880D245}"/>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4779F241-8C57-8264-14F6-073EE024C4FD}"/>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22939861-C727-57FB-1B6F-0B8C98EE6013}"/>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968580574"/>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C9123B1F-D33F-4EA4-ACBA-12ACC9EC9222}"/>
              </a:ext>
            </a:extLst>
          </p:cNvPr>
          <p:cNvGrpSpPr/>
          <p:nvPr/>
        </p:nvGrpSpPr>
        <p:grpSpPr>
          <a:xfrm>
            <a:off x="558924" y="2065113"/>
            <a:ext cx="8782050" cy="4100191"/>
            <a:chOff x="558924" y="2137121"/>
            <a:chExt cx="8782050" cy="4100191"/>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2137121"/>
              <a:ext cx="8782050" cy="410019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391" r="13358"/>
            <a:stretch/>
          </p:blipFill>
          <p:spPr>
            <a:xfrm>
              <a:off x="615819" y="2203239"/>
              <a:ext cx="8725155" cy="3934072"/>
            </a:xfrm>
            <a:prstGeom prst="rect">
              <a:avLst/>
            </a:prstGeom>
          </p:spPr>
        </p:pic>
      </p:grpSp>
      <p:grpSp>
        <p:nvGrpSpPr>
          <p:cNvPr id="12" name="그룹 11">
            <a:extLst>
              <a:ext uri="{FF2B5EF4-FFF2-40B4-BE49-F238E27FC236}">
                <a16:creationId xmlns:a16="http://schemas.microsoft.com/office/drawing/2014/main" id="{D653280F-F9B6-49D2-AF8C-A0EFFC5F4630}"/>
              </a:ext>
            </a:extLst>
          </p:cNvPr>
          <p:cNvGrpSpPr/>
          <p:nvPr/>
        </p:nvGrpSpPr>
        <p:grpSpPr>
          <a:xfrm>
            <a:off x="580388" y="1413381"/>
            <a:ext cx="8887612" cy="688927"/>
            <a:chOff x="580388" y="1413381"/>
            <a:chExt cx="8887612" cy="688927"/>
          </a:xfrm>
        </p:grpSpPr>
        <p:sp>
          <p:nvSpPr>
            <p:cNvPr id="14" name="직사각형 13">
              <a:extLst>
                <a:ext uri="{FF2B5EF4-FFF2-40B4-BE49-F238E27FC236}">
                  <a16:creationId xmlns:a16="http://schemas.microsoft.com/office/drawing/2014/main" id="{D5A0211F-15DE-49D1-935D-7607057016E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Những điều cần kiểm tra sau khi đưa DataFrame vào</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5" name="Rectangle 12">
              <a:extLst>
                <a:ext uri="{FF2B5EF4-FFF2-40B4-BE49-F238E27FC236}">
                  <a16:creationId xmlns:a16="http://schemas.microsoft.com/office/drawing/2014/main" id="{01437C75-7E2F-433B-A002-AEE8E225C457}"/>
                </a:ext>
              </a:extLst>
            </p:cNvPr>
            <p:cNvSpPr/>
            <p:nvPr/>
          </p:nvSpPr>
          <p:spPr>
            <a:xfrm>
              <a:off x="711201" y="1556792"/>
              <a:ext cx="8632824"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Lập chỉ mục và Cắt lát cũng có thể thực hiện được trong DataFrames. Cả hai phương pháp dưới đây đều có thể được sử dụng.</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3" name="그룹 78">
            <a:extLst>
              <a:ext uri="{FF2B5EF4-FFF2-40B4-BE49-F238E27FC236}">
                <a16:creationId xmlns:a16="http://schemas.microsoft.com/office/drawing/2014/main" id="{130B9D1B-8FD5-B036-B653-FD18DA749790}"/>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786B6E09-8B5A-E475-84EF-1819E78F6410}"/>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A3C30728-A179-DB5C-23F5-32CB9DFA10E7}"/>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825324413"/>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FC447B23-8837-41BD-9CD2-A79AF7BC4F09}"/>
              </a:ext>
            </a:extLst>
          </p:cNvPr>
          <p:cNvGrpSpPr/>
          <p:nvPr/>
        </p:nvGrpSpPr>
        <p:grpSpPr>
          <a:xfrm>
            <a:off x="558924" y="1700808"/>
            <a:ext cx="8782050" cy="4569363"/>
            <a:chOff x="558924" y="1700808"/>
            <a:chExt cx="8782050" cy="4569363"/>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1700808"/>
              <a:ext cx="8782050" cy="456936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651" r="6157" b="2348"/>
            <a:stretch/>
          </p:blipFill>
          <p:spPr>
            <a:xfrm>
              <a:off x="653142" y="1753565"/>
              <a:ext cx="8687832" cy="4426799"/>
            </a:xfrm>
            <a:prstGeom prst="rect">
              <a:avLst/>
            </a:prstGeom>
          </p:spPr>
        </p:pic>
      </p:grpSp>
      <p:sp>
        <p:nvSpPr>
          <p:cNvPr id="10" name="직사각형 9">
            <a:extLst>
              <a:ext uri="{FF2B5EF4-FFF2-40B4-BE49-F238E27FC236}">
                <a16:creationId xmlns:a16="http://schemas.microsoft.com/office/drawing/2014/main" id="{74E468AF-11C6-4440-BCD6-0999ED2A9F24}"/>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Nhiều cột được đưa về dạng hai chiều như hình bên dưới.</a:t>
            </a:r>
            <a:r>
              <a:rPr lang="en-US" altLang="ko-KR" sz="1400" dirty="0">
                <a:solidFill>
                  <a:schemeClr val="tx1"/>
                </a:solidFill>
                <a:latin typeface="SamsungOne-400" panose="020B0503030303020204" pitchFamily="34" charset="0"/>
                <a:ea typeface="SamsungOne-400" panose="020B0503030303020204" pitchFamily="34" charset="0"/>
              </a:rPr>
              <a:t> </a:t>
            </a:r>
          </a:p>
        </p:txBody>
      </p:sp>
      <p:grpSp>
        <p:nvGrpSpPr>
          <p:cNvPr id="4" name="그룹 78">
            <a:extLst>
              <a:ext uri="{FF2B5EF4-FFF2-40B4-BE49-F238E27FC236}">
                <a16:creationId xmlns:a16="http://schemas.microsoft.com/office/drawing/2014/main" id="{A05E47F6-ECE5-BFB5-EADD-3FED74DD48FF}"/>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A315D052-1DA3-E5BE-6018-5CFABB776564}"/>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6B5C0CDB-8883-56EF-7463-5F718645A7B4}"/>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014862278"/>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표 10"/>
          <p:cNvGraphicFramePr>
            <a:graphicFrameLocks noGrp="1"/>
          </p:cNvGraphicFramePr>
          <p:nvPr>
            <p:extLst>
              <p:ext uri="{D42A27DB-BD31-4B8C-83A1-F6EECF244321}">
                <p14:modId xmlns:p14="http://schemas.microsoft.com/office/powerpoint/2010/main" val="723968892"/>
              </p:ext>
            </p:extLst>
          </p:nvPr>
        </p:nvGraphicFramePr>
        <p:xfrm>
          <a:off x="1881367" y="2348880"/>
          <a:ext cx="5922492" cy="1152129"/>
        </p:xfrm>
        <a:graphic>
          <a:graphicData uri="http://schemas.openxmlformats.org/drawingml/2006/table">
            <a:tbl>
              <a:tblPr firstRow="1" bandRow="1">
                <a:tableStyleId>{5940675A-B579-460E-94D1-54222C63F5DA}</a:tableStyleId>
              </a:tblPr>
              <a:tblGrid>
                <a:gridCol w="1480623">
                  <a:extLst>
                    <a:ext uri="{9D8B030D-6E8A-4147-A177-3AD203B41FA5}">
                      <a16:colId xmlns:a16="http://schemas.microsoft.com/office/drawing/2014/main" val="20000"/>
                    </a:ext>
                  </a:extLst>
                </a:gridCol>
                <a:gridCol w="1480623">
                  <a:extLst>
                    <a:ext uri="{9D8B030D-6E8A-4147-A177-3AD203B41FA5}">
                      <a16:colId xmlns:a16="http://schemas.microsoft.com/office/drawing/2014/main" val="20001"/>
                    </a:ext>
                  </a:extLst>
                </a:gridCol>
                <a:gridCol w="1480623">
                  <a:extLst>
                    <a:ext uri="{9D8B030D-6E8A-4147-A177-3AD203B41FA5}">
                      <a16:colId xmlns:a16="http://schemas.microsoft.com/office/drawing/2014/main" val="20002"/>
                    </a:ext>
                  </a:extLst>
                </a:gridCol>
                <a:gridCol w="1480623">
                  <a:extLst>
                    <a:ext uri="{9D8B030D-6E8A-4147-A177-3AD203B41FA5}">
                      <a16:colId xmlns:a16="http://schemas.microsoft.com/office/drawing/2014/main" val="20003"/>
                    </a:ext>
                  </a:extLst>
                </a:gridCol>
              </a:tblGrid>
              <a:tr h="384043">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Tên</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Giới</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baseline="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tính</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Trường</a:t>
                      </a:r>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học</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384043">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Tom</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15</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Cấp</a:t>
                      </a:r>
                      <a:r>
                        <a:rPr lang="en-US" altLang="ko-KR"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1</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384043">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Alice</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Nữ</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Cấp</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2</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pSp>
        <p:nvGrpSpPr>
          <p:cNvPr id="12" name="그룹 11">
            <a:extLst>
              <a:ext uri="{FF2B5EF4-FFF2-40B4-BE49-F238E27FC236}">
                <a16:creationId xmlns:a16="http://schemas.microsoft.com/office/drawing/2014/main" id="{2889707C-3FF7-4D79-955A-7377813A0FDD}"/>
              </a:ext>
            </a:extLst>
          </p:cNvPr>
          <p:cNvGrpSpPr/>
          <p:nvPr/>
        </p:nvGrpSpPr>
        <p:grpSpPr>
          <a:xfrm>
            <a:off x="580388" y="1413381"/>
            <a:ext cx="8887612" cy="800012"/>
            <a:chOff x="580388" y="1413381"/>
            <a:chExt cx="8887612" cy="800012"/>
          </a:xfrm>
        </p:grpSpPr>
        <p:sp>
          <p:nvSpPr>
            <p:cNvPr id="13" name="직사각형 12">
              <a:extLst>
                <a:ext uri="{FF2B5EF4-FFF2-40B4-BE49-F238E27FC236}">
                  <a16:creationId xmlns:a16="http://schemas.microsoft.com/office/drawing/2014/main" id="{418D7A7D-F684-429E-A8DA-84928FBC7E39}"/>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Thực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hành</a:t>
              </a:r>
              <a:r>
                <a:rPr lang="en-US" altLang="ko-KR" sz="1400" dirty="0">
                  <a:solidFill>
                    <a:schemeClr val="tx1"/>
                  </a:solidFill>
                  <a:latin typeface="SamsungOne-400" panose="020B0503030303020204" pitchFamily="34" charset="0"/>
                  <a:ea typeface="SamsungOne-400" panose="020B0503030303020204" pitchFamily="34" charset="0"/>
                </a:rPr>
                <a:t> Pandas Series &amp;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7E273022-885A-4E67-AEDE-6D8CF8CD8E3F}"/>
                </a:ext>
              </a:extLst>
            </p:cNvPr>
            <p:cNvSpPr/>
            <p:nvPr/>
          </p:nvSpPr>
          <p:spPr>
            <a:xfrm>
              <a:off x="711201" y="1667877"/>
              <a:ext cx="8632824"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Một DataFrame cũng có thể được tạo thành từ một mảng hai chiều. Hãy làm bảng bên dưới thành một mảng hai chiều của DataFrames.</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2" name="그룹 78">
            <a:extLst>
              <a:ext uri="{FF2B5EF4-FFF2-40B4-BE49-F238E27FC236}">
                <a16:creationId xmlns:a16="http://schemas.microsoft.com/office/drawing/2014/main" id="{A853D18D-0C80-E808-E85C-437BD132539E}"/>
              </a:ext>
            </a:extLst>
          </p:cNvPr>
          <p:cNvGrpSpPr/>
          <p:nvPr/>
        </p:nvGrpSpPr>
        <p:grpSpPr>
          <a:xfrm>
            <a:off x="450000" y="450000"/>
            <a:ext cx="9018000" cy="276999"/>
            <a:chOff x="450000" y="450000"/>
            <a:chExt cx="9018000" cy="276999"/>
          </a:xfrm>
        </p:grpSpPr>
        <p:sp>
          <p:nvSpPr>
            <p:cNvPr id="3" name="직사각형 79">
              <a:extLst>
                <a:ext uri="{FF2B5EF4-FFF2-40B4-BE49-F238E27FC236}">
                  <a16:creationId xmlns:a16="http://schemas.microsoft.com/office/drawing/2014/main" id="{3FABAB6A-3950-4E30-FE93-93B6109F616E}"/>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4" name="직사각형 80">
              <a:extLst>
                <a:ext uri="{FF2B5EF4-FFF2-40B4-BE49-F238E27FC236}">
                  <a16:creationId xmlns:a16="http://schemas.microsoft.com/office/drawing/2014/main" id="{C1B5A15F-77EB-2A74-4ED3-CD4FBD6EF849}"/>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663562014"/>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12">
            <a:extLst>
              <a:ext uri="{FF2B5EF4-FFF2-40B4-BE49-F238E27FC236}">
                <a16:creationId xmlns:a16="http://schemas.microsoft.com/office/drawing/2014/main" id="{39C1D0BA-7152-4AAC-B295-DCCB5F8378F4}"/>
              </a:ext>
            </a:extLst>
          </p:cNvPr>
          <p:cNvSpPr/>
          <p:nvPr/>
        </p:nvSpPr>
        <p:spPr>
          <a:xfrm>
            <a:off x="711201" y="2295295"/>
            <a:ext cx="8632824"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Nếu dữ liệu được nhập vào như hình trên, tên cột không được nhận dạng, vì vậy bạn phải tự đặt cột và tạo DataFrame.</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564E533E-5A43-43B0-B639-AD64973725F2}"/>
              </a:ext>
            </a:extLst>
          </p:cNvPr>
          <p:cNvGrpSpPr/>
          <p:nvPr/>
        </p:nvGrpSpPr>
        <p:grpSpPr>
          <a:xfrm>
            <a:off x="558924" y="1726830"/>
            <a:ext cx="8782050" cy="497160"/>
            <a:chOff x="558924" y="1844824"/>
            <a:chExt cx="8782050" cy="497160"/>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844824"/>
              <a:ext cx="8782050" cy="49716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2089" t="2536" r="8535" b="85182"/>
            <a:stretch/>
          </p:blipFill>
          <p:spPr>
            <a:xfrm>
              <a:off x="643811" y="1922103"/>
              <a:ext cx="8697163" cy="335905"/>
            </a:xfrm>
            <a:prstGeom prst="rect">
              <a:avLst/>
            </a:prstGeom>
          </p:spPr>
        </p:pic>
      </p:grpSp>
      <p:grpSp>
        <p:nvGrpSpPr>
          <p:cNvPr id="4" name="그룹 3">
            <a:extLst>
              <a:ext uri="{FF2B5EF4-FFF2-40B4-BE49-F238E27FC236}">
                <a16:creationId xmlns:a16="http://schemas.microsoft.com/office/drawing/2014/main" id="{E3BABB7B-45B4-45B7-B859-18A89A4BCE4A}"/>
              </a:ext>
            </a:extLst>
          </p:cNvPr>
          <p:cNvGrpSpPr/>
          <p:nvPr/>
        </p:nvGrpSpPr>
        <p:grpSpPr>
          <a:xfrm>
            <a:off x="558924" y="2943606"/>
            <a:ext cx="8782050" cy="2270787"/>
            <a:chOff x="558924" y="3140967"/>
            <a:chExt cx="8782050" cy="2270787"/>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3140967"/>
              <a:ext cx="8782050" cy="227078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2" name="그림 11"/>
            <p:cNvPicPr>
              <a:picLocks noChangeAspect="1"/>
            </p:cNvPicPr>
            <p:nvPr/>
          </p:nvPicPr>
          <p:blipFill rotWithShape="1">
            <a:blip r:embed="rId3"/>
            <a:srcRect l="1392" t="31049" r="17654"/>
            <a:stretch/>
          </p:blipFill>
          <p:spPr>
            <a:xfrm>
              <a:off x="597159" y="3220310"/>
              <a:ext cx="8743815" cy="2102188"/>
            </a:xfrm>
            <a:prstGeom prst="rect">
              <a:avLst/>
            </a:prstGeom>
          </p:spPr>
        </p:pic>
      </p:grpSp>
      <p:sp>
        <p:nvSpPr>
          <p:cNvPr id="14" name="직사각형 13">
            <a:extLst>
              <a:ext uri="{FF2B5EF4-FFF2-40B4-BE49-F238E27FC236}">
                <a16:creationId xmlns:a16="http://schemas.microsoft.com/office/drawing/2014/main" id="{00B5526C-50F3-41C6-9B60-13B111C507B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hành</a:t>
            </a:r>
            <a:r>
              <a:rPr lang="en-US" altLang="ko-KR" sz="1400" dirty="0">
                <a:solidFill>
                  <a:schemeClr val="tx1"/>
                </a:solidFill>
                <a:latin typeface="SamsungOne-400" panose="020B0503030303020204" pitchFamily="34" charset="0"/>
                <a:ea typeface="SamsungOne-400" panose="020B0503030303020204" pitchFamily="34" charset="0"/>
              </a:rPr>
              <a:t> Pandas Series &amp;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5" name="그룹 78">
            <a:extLst>
              <a:ext uri="{FF2B5EF4-FFF2-40B4-BE49-F238E27FC236}">
                <a16:creationId xmlns:a16="http://schemas.microsoft.com/office/drawing/2014/main" id="{D664B075-BCD7-AF58-081A-8851DD7BF4D2}"/>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CD3FA839-2D74-8C14-D69E-72D407853124}"/>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A934D583-14B4-99B2-2742-CBC81EFC443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186650185"/>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00B2A562-2A03-43DD-99F6-F71800ACEA98}"/>
              </a:ext>
            </a:extLst>
          </p:cNvPr>
          <p:cNvGrpSpPr/>
          <p:nvPr/>
        </p:nvGrpSpPr>
        <p:grpSpPr>
          <a:xfrm>
            <a:off x="558924" y="1722918"/>
            <a:ext cx="8785334" cy="1850098"/>
            <a:chOff x="558924" y="1844825"/>
            <a:chExt cx="8785334" cy="1850098"/>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844825"/>
              <a:ext cx="8782050" cy="185009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3"/>
            <a:srcRect l="1381" r="1635" b="3723"/>
            <a:stretch/>
          </p:blipFill>
          <p:spPr>
            <a:xfrm>
              <a:off x="606490" y="1872219"/>
              <a:ext cx="8737768" cy="1772806"/>
            </a:xfrm>
            <a:prstGeom prst="rect">
              <a:avLst/>
            </a:prstGeom>
          </p:spPr>
        </p:pic>
      </p:grpSp>
      <p:sp>
        <p:nvSpPr>
          <p:cNvPr id="10" name="직사각형 9">
            <a:extLst>
              <a:ext uri="{FF2B5EF4-FFF2-40B4-BE49-F238E27FC236}">
                <a16:creationId xmlns:a16="http://schemas.microsoft.com/office/drawing/2014/main" id="{7AF9C479-C2E1-4ADD-A4A2-FA7D87E6DD6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hành</a:t>
            </a:r>
            <a:r>
              <a:rPr lang="en-US" altLang="ko-KR" sz="1400" dirty="0">
                <a:solidFill>
                  <a:schemeClr val="tx1"/>
                </a:solidFill>
                <a:latin typeface="SamsungOne-400" panose="020B0503030303020204" pitchFamily="34" charset="0"/>
                <a:ea typeface="SamsungOne-400" panose="020B0503030303020204" pitchFamily="34" charset="0"/>
              </a:rPr>
              <a:t> Pandas Series &amp;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78">
            <a:extLst>
              <a:ext uri="{FF2B5EF4-FFF2-40B4-BE49-F238E27FC236}">
                <a16:creationId xmlns:a16="http://schemas.microsoft.com/office/drawing/2014/main" id="{8EB3AF5C-C30A-C868-0CC4-7D4B1A205912}"/>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0E3C52CE-6C3F-ABD9-C327-922A5ABEA16A}"/>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CAFE4126-5D92-99F4-F6C6-1699BBEFDB83}"/>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385251839"/>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A7BCA11F-5298-4007-8F5B-8257F439BFEB}"/>
              </a:ext>
            </a:extLst>
          </p:cNvPr>
          <p:cNvGrpSpPr/>
          <p:nvPr/>
        </p:nvGrpSpPr>
        <p:grpSpPr>
          <a:xfrm>
            <a:off x="558924" y="3212191"/>
            <a:ext cx="8782050" cy="792873"/>
            <a:chOff x="558924" y="3228621"/>
            <a:chExt cx="8782050" cy="792873"/>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3228621"/>
              <a:ext cx="8782050" cy="79287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863" t="10708" r="21860"/>
            <a:stretch/>
          </p:blipFill>
          <p:spPr>
            <a:xfrm>
              <a:off x="615820" y="3312367"/>
              <a:ext cx="8725154" cy="648619"/>
            </a:xfrm>
            <a:prstGeom prst="rect">
              <a:avLst/>
            </a:prstGeom>
          </p:spPr>
        </p:pic>
      </p:grpSp>
      <p:grpSp>
        <p:nvGrpSpPr>
          <p:cNvPr id="12" name="그룹 11">
            <a:extLst>
              <a:ext uri="{FF2B5EF4-FFF2-40B4-BE49-F238E27FC236}">
                <a16:creationId xmlns:a16="http://schemas.microsoft.com/office/drawing/2014/main" id="{1DFFCFAD-9DFA-4FD2-90D9-BBB37C4EDC07}"/>
              </a:ext>
            </a:extLst>
          </p:cNvPr>
          <p:cNvGrpSpPr/>
          <p:nvPr/>
        </p:nvGrpSpPr>
        <p:grpSpPr>
          <a:xfrm>
            <a:off x="580388" y="1413381"/>
            <a:ext cx="8887612" cy="1707953"/>
            <a:chOff x="580388" y="1413381"/>
            <a:chExt cx="8887612" cy="1707953"/>
          </a:xfrm>
        </p:grpSpPr>
        <p:sp>
          <p:nvSpPr>
            <p:cNvPr id="13" name="직사각형 12">
              <a:extLst>
                <a:ext uri="{FF2B5EF4-FFF2-40B4-BE49-F238E27FC236}">
                  <a16:creationId xmlns:a16="http://schemas.microsoft.com/office/drawing/2014/main" id="{A59849F6-1C9D-4735-9B7F-09B8F90630B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hành</a:t>
              </a:r>
              <a:r>
                <a:rPr lang="en-US" altLang="ko-KR" sz="1400" dirty="0">
                  <a:solidFill>
                    <a:schemeClr val="tx1"/>
                  </a:solidFill>
                  <a:latin typeface="SamsungOne-400" panose="020B0503030303020204" pitchFamily="34" charset="0"/>
                  <a:ea typeface="SamsungOne-400" panose="020B0503030303020204" pitchFamily="34" charset="0"/>
                </a:rPr>
                <a:t> Pandas Series &amp;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93E737D3-DEE0-4C77-8F24-3AC6686A9ECD}"/>
                </a:ext>
              </a:extLst>
            </p:cNvPr>
            <p:cNvSpPr/>
            <p:nvPr/>
          </p:nvSpPr>
          <p:spPr>
            <a:xfrm>
              <a:off x="711201" y="1667877"/>
              <a:ext cx="8632824" cy="14534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Chỉ mục hàng và tên cột của Dataframe df được biểu thị tương ứng là df.index và df.columns, có thể được thay đổi bằng cách gán một danh sách mới cho các thuộc tính của chỉ mục hàng và cột.</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a:p>
              <a:pPr marL="354013" lvl="1" indent="-176213">
                <a:spcAft>
                  <a:spcPts val="800"/>
                </a:spcAft>
                <a:buClr>
                  <a:srgbClr val="193EB0"/>
                </a:buClr>
                <a:buFont typeface="Arial" panose="020B0604020202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Thay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đổi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DataFrame</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Object.index</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danh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sách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mới</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a:p>
              <a:pPr marL="354013" lvl="1" indent="-176213">
                <a:spcAft>
                  <a:spcPts val="800"/>
                </a:spcAft>
                <a:buClr>
                  <a:srgbClr val="193EB0"/>
                </a:buClr>
                <a:buFont typeface="Arial" panose="020B0604020202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Thay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đổi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DataFrame</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Object.columns</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danh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sách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mới</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Lúc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này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không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có</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mục</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3" name="그룹 78">
            <a:extLst>
              <a:ext uri="{FF2B5EF4-FFF2-40B4-BE49-F238E27FC236}">
                <a16:creationId xmlns:a16="http://schemas.microsoft.com/office/drawing/2014/main" id="{DCF5FC77-35D6-5DA8-98FA-08ADB4E98A45}"/>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C5C3F0E9-4EC2-63D9-FEEB-BCD60AE947A8}"/>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BFEA3DCA-16EB-D7FD-6EC0-D5653316D96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373521779"/>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04AB9689-4AF1-40F7-97A9-40954D4F6A2A}"/>
              </a:ext>
            </a:extLst>
          </p:cNvPr>
          <p:cNvGrpSpPr/>
          <p:nvPr/>
        </p:nvGrpSpPr>
        <p:grpSpPr>
          <a:xfrm>
            <a:off x="558924" y="1718051"/>
            <a:ext cx="8782050" cy="3007093"/>
            <a:chOff x="558924" y="1844824"/>
            <a:chExt cx="8782050" cy="3007093"/>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844824"/>
              <a:ext cx="8782050" cy="300709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571" r="17402"/>
            <a:stretch/>
          </p:blipFill>
          <p:spPr>
            <a:xfrm>
              <a:off x="615821" y="1914195"/>
              <a:ext cx="8725153" cy="2829611"/>
            </a:xfrm>
            <a:prstGeom prst="rect">
              <a:avLst/>
            </a:prstGeom>
          </p:spPr>
        </p:pic>
      </p:grpSp>
      <p:sp>
        <p:nvSpPr>
          <p:cNvPr id="10" name="직사각형 9">
            <a:extLst>
              <a:ext uri="{FF2B5EF4-FFF2-40B4-BE49-F238E27FC236}">
                <a16:creationId xmlns:a16="http://schemas.microsoft.com/office/drawing/2014/main" id="{5315AC40-22C0-4AD1-BDF5-CC608D931E3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hành</a:t>
            </a:r>
            <a:r>
              <a:rPr lang="en-US" altLang="ko-KR" sz="1400" dirty="0">
                <a:solidFill>
                  <a:schemeClr val="tx1"/>
                </a:solidFill>
                <a:latin typeface="SamsungOne-400" panose="020B0503030303020204" pitchFamily="34" charset="0"/>
                <a:ea typeface="SamsungOne-400" panose="020B0503030303020204" pitchFamily="34" charset="0"/>
              </a:rPr>
              <a:t> Pandas Series &amp;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D58E77F5-D17C-77B5-5939-0C1F9B3564E2}"/>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AE0F725D-A681-E8EA-0321-EC224BCACE94}"/>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CC1C79E0-5FD4-20C4-28F8-F847D9C28EE4}"/>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22740645"/>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E970F110-BBB9-4FAD-BCEC-8B3D7385CBE1}"/>
              </a:ext>
            </a:extLst>
          </p:cNvPr>
          <p:cNvGrpSpPr/>
          <p:nvPr/>
        </p:nvGrpSpPr>
        <p:grpSpPr>
          <a:xfrm>
            <a:off x="558924" y="2060848"/>
            <a:ext cx="8782050" cy="2232248"/>
            <a:chOff x="558924" y="2132856"/>
            <a:chExt cx="8782050" cy="2232248"/>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132856"/>
              <a:ext cx="8782050" cy="223224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675" r="16801"/>
            <a:stretch/>
          </p:blipFill>
          <p:spPr>
            <a:xfrm>
              <a:off x="653143" y="2192896"/>
              <a:ext cx="8687831" cy="2100200"/>
            </a:xfrm>
            <a:prstGeom prst="rect">
              <a:avLst/>
            </a:prstGeom>
          </p:spPr>
        </p:pic>
      </p:grpSp>
      <p:grpSp>
        <p:nvGrpSpPr>
          <p:cNvPr id="12" name="그룹 11">
            <a:extLst>
              <a:ext uri="{FF2B5EF4-FFF2-40B4-BE49-F238E27FC236}">
                <a16:creationId xmlns:a16="http://schemas.microsoft.com/office/drawing/2014/main" id="{F2135B04-FFAA-44ED-A1FA-7BD303B88913}"/>
              </a:ext>
            </a:extLst>
          </p:cNvPr>
          <p:cNvGrpSpPr/>
          <p:nvPr/>
        </p:nvGrpSpPr>
        <p:grpSpPr>
          <a:xfrm>
            <a:off x="580388" y="1413381"/>
            <a:ext cx="8887612" cy="599957"/>
            <a:chOff x="580388" y="1413381"/>
            <a:chExt cx="8887612" cy="599957"/>
          </a:xfrm>
        </p:grpSpPr>
        <p:sp>
          <p:nvSpPr>
            <p:cNvPr id="13" name="직사각형 12">
              <a:extLst>
                <a:ext uri="{FF2B5EF4-FFF2-40B4-BE49-F238E27FC236}">
                  <a16:creationId xmlns:a16="http://schemas.microsoft.com/office/drawing/2014/main" id="{E615D12F-BB39-457C-9CAD-EA9CFB2340C0}"/>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hành</a:t>
              </a:r>
              <a:r>
                <a:rPr lang="en-US" altLang="ko-KR" sz="1400" dirty="0">
                  <a:solidFill>
                    <a:schemeClr val="tx1"/>
                  </a:solidFill>
                  <a:latin typeface="SamsungOne-400" panose="020B0503030303020204" pitchFamily="34" charset="0"/>
                  <a:ea typeface="SamsungOne-400" panose="020B0503030303020204" pitchFamily="34" charset="0"/>
                </a:rPr>
                <a:t> Pandas Series &amp;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6BADEF20-0029-4140-92C9-723084A3172B}"/>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Các cột cũng có thể được thay đổi.</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2" name="그룹 78">
            <a:extLst>
              <a:ext uri="{FF2B5EF4-FFF2-40B4-BE49-F238E27FC236}">
                <a16:creationId xmlns:a16="http://schemas.microsoft.com/office/drawing/2014/main" id="{BF019E22-758D-4B68-AE9B-68F263046876}"/>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95385C6B-899C-93E8-F21C-D2ED436EAA75}"/>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C5C78A90-B7DD-40C5-ED75-7D6694DA50FF}"/>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703356299"/>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그룹 8">
            <a:extLst>
              <a:ext uri="{FF2B5EF4-FFF2-40B4-BE49-F238E27FC236}">
                <a16:creationId xmlns:a16="http://schemas.microsoft.com/office/drawing/2014/main" id="{E7991987-6F16-492A-AD10-99D7FE0E4548}"/>
              </a:ext>
            </a:extLst>
          </p:cNvPr>
          <p:cNvGrpSpPr/>
          <p:nvPr/>
        </p:nvGrpSpPr>
        <p:grpSpPr>
          <a:xfrm>
            <a:off x="580388" y="1413381"/>
            <a:ext cx="8887612" cy="1605360"/>
            <a:chOff x="580388" y="1413381"/>
            <a:chExt cx="8887612" cy="1605360"/>
          </a:xfrm>
        </p:grpSpPr>
        <p:sp>
          <p:nvSpPr>
            <p:cNvPr id="11" name="직사각형 10">
              <a:extLst>
                <a:ext uri="{FF2B5EF4-FFF2-40B4-BE49-F238E27FC236}">
                  <a16:creationId xmlns:a16="http://schemas.microsoft.com/office/drawing/2014/main" id="{02F2D70D-B16C-45B4-8159-1138BA3AC054}"/>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Thực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hành</a:t>
              </a:r>
              <a:r>
                <a:rPr lang="en-US" altLang="ko-KR" sz="1400" dirty="0">
                  <a:solidFill>
                    <a:schemeClr val="tx1"/>
                  </a:solidFill>
                  <a:latin typeface="SamsungOne-400" panose="020B0503030303020204" pitchFamily="34" charset="0"/>
                  <a:ea typeface="SamsungOne-400" panose="020B0503030303020204" pitchFamily="34" charset="0"/>
                </a:rPr>
                <a:t> Pandas Series &amp;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2" name="Rectangle 12">
              <a:extLst>
                <a:ext uri="{FF2B5EF4-FFF2-40B4-BE49-F238E27FC236}">
                  <a16:creationId xmlns:a16="http://schemas.microsoft.com/office/drawing/2014/main" id="{E90ED5C1-1286-4575-B88F-782BE392419A}"/>
                </a:ext>
              </a:extLst>
            </p:cNvPr>
            <p:cNvSpPr/>
            <p:nvPr/>
          </p:nvSpPr>
          <p:spPr>
            <a:xfrm>
              <a:off x="711201" y="1667877"/>
              <a:ext cx="8632824" cy="13508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Cũng có thể chọn và thay thế chỉ mục hàng hoặc một phần tên cột bằng phương pháp đổi tên trong DataFrame. Tuy nhiên, cần lưu ý rằng đối tượng ban đầu không được sửa đổi trực tiếp mà một đối tượng DataFrame mới được trả về. Để thay đổi đối tượng ban đầu, hãy sử dụng tùy chọn inplace= True.</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a:p>
              <a:pPr marL="354013" lvl="1" indent="-176213">
                <a:spcAft>
                  <a:spcPts val="800"/>
                </a:spcAft>
                <a:buClr>
                  <a:srgbClr val="193EB0"/>
                </a:buClr>
                <a:buFont typeface="Arial" panose="020B0604020202020204" pitchFamily="34" charset="0"/>
                <a:buChar cha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Thay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đổi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DataFrame</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Object.rename</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(index={</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hiện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mới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a:p>
              <a:pPr marL="354013" lvl="1" indent="-176213">
                <a:spcAft>
                  <a:spcPts val="800"/>
                </a:spcAft>
                <a:buClr>
                  <a:srgbClr val="193EB0"/>
                </a:buClr>
                <a:buFont typeface="Arial" panose="020B0604020202020204" pitchFamily="34" charset="0"/>
                <a:buChar cha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Thay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đổi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DataFrame</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Object.rename</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=(columns={</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hiện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mới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grpSp>
        <p:nvGrpSpPr>
          <p:cNvPr id="2" name="그룹 78">
            <a:extLst>
              <a:ext uri="{FF2B5EF4-FFF2-40B4-BE49-F238E27FC236}">
                <a16:creationId xmlns:a16="http://schemas.microsoft.com/office/drawing/2014/main" id="{B1600F4A-2339-DDA8-F5E4-203F8150354F}"/>
              </a:ext>
            </a:extLst>
          </p:cNvPr>
          <p:cNvGrpSpPr/>
          <p:nvPr/>
        </p:nvGrpSpPr>
        <p:grpSpPr>
          <a:xfrm>
            <a:off x="450000" y="450000"/>
            <a:ext cx="9018000" cy="276999"/>
            <a:chOff x="450000" y="450000"/>
            <a:chExt cx="9018000" cy="276999"/>
          </a:xfrm>
        </p:grpSpPr>
        <p:sp>
          <p:nvSpPr>
            <p:cNvPr id="3" name="직사각형 79">
              <a:extLst>
                <a:ext uri="{FF2B5EF4-FFF2-40B4-BE49-F238E27FC236}">
                  <a16:creationId xmlns:a16="http://schemas.microsoft.com/office/drawing/2014/main" id="{019E4886-97D4-EEDB-FAA4-3248E08A4E4D}"/>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4" name="직사각형 80">
              <a:extLst>
                <a:ext uri="{FF2B5EF4-FFF2-40B4-BE49-F238E27FC236}">
                  <a16:creationId xmlns:a16="http://schemas.microsoft.com/office/drawing/2014/main" id="{27C01D62-BFAB-6AD6-2311-66629C27E59C}"/>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86394781"/>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1705073"/>
            <a:ext cx="8782050" cy="333899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2" name="그룹 11"/>
          <p:cNvGrpSpPr/>
          <p:nvPr/>
        </p:nvGrpSpPr>
        <p:grpSpPr>
          <a:xfrm>
            <a:off x="558924" y="5138530"/>
            <a:ext cx="8782050" cy="720080"/>
            <a:chOff x="557644" y="5085181"/>
            <a:chExt cx="8782050" cy="720080"/>
          </a:xfrm>
        </p:grpSpPr>
        <p:sp>
          <p:nvSpPr>
            <p:cNvPr id="14"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2008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29</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7" name="TextBox 16">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Hãy</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để</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ý</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rằng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mục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đã</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không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thay</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Hãy</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thử</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tùy</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chọn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inplace</a:t>
              </a:r>
              <a:r>
                <a:rPr lang="en-US" altLang="ko-KR" sz="1300" dirty="0">
                  <a:solidFill>
                    <a:prstClr val="black">
                      <a:lumMod val="85000"/>
                      <a:lumOff val="15000"/>
                    </a:prstClr>
                  </a:solidFill>
                  <a:latin typeface="SamsungOne-400" panose="020B0503030303020204" pitchFamily="34" charset="0"/>
                </a:rPr>
                <a:t>=True.</a:t>
              </a:r>
            </a:p>
          </p:txBody>
        </p:sp>
      </p:grpSp>
      <p:pic>
        <p:nvPicPr>
          <p:cNvPr id="2" name="그림 1"/>
          <p:cNvPicPr>
            <a:picLocks noChangeAspect="1"/>
          </p:cNvPicPr>
          <p:nvPr/>
        </p:nvPicPr>
        <p:blipFill rotWithShape="1">
          <a:blip r:embed="rId4"/>
          <a:srcRect l="1476" r="14290"/>
          <a:stretch/>
        </p:blipFill>
        <p:spPr>
          <a:xfrm>
            <a:off x="634481" y="1765236"/>
            <a:ext cx="8706494" cy="3198857"/>
          </a:xfrm>
          <a:prstGeom prst="rect">
            <a:avLst/>
          </a:prstGeom>
        </p:spPr>
      </p:pic>
      <p:sp>
        <p:nvSpPr>
          <p:cNvPr id="18" name="직사각형 17">
            <a:extLst>
              <a:ext uri="{FF2B5EF4-FFF2-40B4-BE49-F238E27FC236}">
                <a16:creationId xmlns:a16="http://schemas.microsoft.com/office/drawing/2014/main" id="{A4E10670-0239-442B-9DB1-1EADD2E144E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Thực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hành</a:t>
            </a:r>
            <a:r>
              <a:rPr lang="en-US" altLang="ko-KR" sz="1400" dirty="0">
                <a:solidFill>
                  <a:schemeClr val="tx1"/>
                </a:solidFill>
                <a:latin typeface="SamsungOne-400" panose="020B0503030303020204" pitchFamily="34" charset="0"/>
                <a:ea typeface="SamsungOne-400" panose="020B0503030303020204" pitchFamily="34" charset="0"/>
              </a:rPr>
              <a:t> Pandas Series &amp;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78">
            <a:extLst>
              <a:ext uri="{FF2B5EF4-FFF2-40B4-BE49-F238E27FC236}">
                <a16:creationId xmlns:a16="http://schemas.microsoft.com/office/drawing/2014/main" id="{5D6ECCB8-528A-C3A8-E465-7A2D2B3D9461}"/>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1A363363-125C-2E1D-51B3-15573C422588}"/>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5" name="직사각형 80">
              <a:extLst>
                <a:ext uri="{FF2B5EF4-FFF2-40B4-BE49-F238E27FC236}">
                  <a16:creationId xmlns:a16="http://schemas.microsoft.com/office/drawing/2014/main" id="{2C3017B5-EF1D-DCF9-DFF3-40B7D2D2D00C}"/>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229707070"/>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D6DAAB86-BB53-45E2-8080-556D32DC1235}"/>
              </a:ext>
            </a:extLst>
          </p:cNvPr>
          <p:cNvGrpSpPr/>
          <p:nvPr/>
        </p:nvGrpSpPr>
        <p:grpSpPr>
          <a:xfrm>
            <a:off x="558924" y="1710139"/>
            <a:ext cx="8782050" cy="2183363"/>
            <a:chOff x="558924" y="1772817"/>
            <a:chExt cx="8782050" cy="2183363"/>
          </a:xfrm>
        </p:grpSpPr>
        <p:sp>
          <p:nvSpPr>
            <p:cNvPr id="13" name="모서리가 둥근 직사각형 4">
              <a:extLst>
                <a:ext uri="{FF2B5EF4-FFF2-40B4-BE49-F238E27FC236}">
                  <a16:creationId xmlns:a16="http://schemas.microsoft.com/office/drawing/2014/main" id="{A36E3BA1-83BF-4EF9-8B22-BB45DE7AA1FC}"/>
                </a:ext>
              </a:extLst>
            </p:cNvPr>
            <p:cNvSpPr/>
            <p:nvPr/>
          </p:nvSpPr>
          <p:spPr>
            <a:xfrm>
              <a:off x="558924" y="1772817"/>
              <a:ext cx="8782050" cy="218336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476" r="15890"/>
            <a:stretch/>
          </p:blipFill>
          <p:spPr>
            <a:xfrm>
              <a:off x="625150" y="1823526"/>
              <a:ext cx="8715824" cy="2109530"/>
            </a:xfrm>
            <a:prstGeom prst="rect">
              <a:avLst/>
            </a:prstGeom>
          </p:spPr>
        </p:pic>
      </p:grpSp>
      <p:sp>
        <p:nvSpPr>
          <p:cNvPr id="10" name="직사각형 9">
            <a:extLst>
              <a:ext uri="{FF2B5EF4-FFF2-40B4-BE49-F238E27FC236}">
                <a16:creationId xmlns:a16="http://schemas.microsoft.com/office/drawing/2014/main" id="{1CD39A8F-2B93-47CA-97D2-1A90CA41071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hành</a:t>
            </a:r>
            <a:r>
              <a:rPr lang="en-US" altLang="ko-KR" sz="1400" dirty="0">
                <a:solidFill>
                  <a:schemeClr val="tx1"/>
                </a:solidFill>
                <a:latin typeface="SamsungOne-400" panose="020B0503030303020204" pitchFamily="34" charset="0"/>
                <a:ea typeface="SamsungOne-400" panose="020B0503030303020204" pitchFamily="34" charset="0"/>
              </a:rPr>
              <a:t> Pandas Series &amp;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3AF862EE-C80F-4606-0FA7-452ACDDCB0DC}"/>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8C336F21-B4BE-6B13-871C-9FBCB04364EB}"/>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D582B746-DC08-D360-5F84-BE0CB03C0215}"/>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249285448"/>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54E650DF-A91E-4EA8-869A-C436C67CC9BB}"/>
              </a:ext>
            </a:extLst>
          </p:cNvPr>
          <p:cNvGrpSpPr/>
          <p:nvPr/>
        </p:nvGrpSpPr>
        <p:grpSpPr>
          <a:xfrm>
            <a:off x="558924" y="2564904"/>
            <a:ext cx="8782050" cy="2232247"/>
            <a:chOff x="558924" y="2708921"/>
            <a:chExt cx="8782050" cy="2232247"/>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708921"/>
              <a:ext cx="8782050" cy="223224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486" r="18060"/>
            <a:stretch/>
          </p:blipFill>
          <p:spPr>
            <a:xfrm>
              <a:off x="615820" y="2789030"/>
              <a:ext cx="8619406" cy="2080130"/>
            </a:xfrm>
            <a:prstGeom prst="rect">
              <a:avLst/>
            </a:prstGeom>
          </p:spPr>
        </p:pic>
      </p:grpSp>
      <p:grpSp>
        <p:nvGrpSpPr>
          <p:cNvPr id="12" name="그룹 11">
            <a:extLst>
              <a:ext uri="{FF2B5EF4-FFF2-40B4-BE49-F238E27FC236}">
                <a16:creationId xmlns:a16="http://schemas.microsoft.com/office/drawing/2014/main" id="{E55A892C-344B-449E-9C54-39690907BD9F}"/>
              </a:ext>
            </a:extLst>
          </p:cNvPr>
          <p:cNvGrpSpPr/>
          <p:nvPr/>
        </p:nvGrpSpPr>
        <p:grpSpPr>
          <a:xfrm>
            <a:off x="580388" y="1413381"/>
            <a:ext cx="8887612" cy="1102659"/>
            <a:chOff x="580388" y="1413381"/>
            <a:chExt cx="8887612" cy="1102659"/>
          </a:xfrm>
        </p:grpSpPr>
        <p:sp>
          <p:nvSpPr>
            <p:cNvPr id="13" name="직사각형 12">
              <a:extLst>
                <a:ext uri="{FF2B5EF4-FFF2-40B4-BE49-F238E27FC236}">
                  <a16:creationId xmlns:a16="http://schemas.microsoft.com/office/drawing/2014/main" id="{4C888FEA-21A3-4C85-AC37-7B1EF57CD88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hành</a:t>
              </a:r>
              <a:r>
                <a:rPr lang="en-US" altLang="ko-KR" sz="1400" dirty="0">
                  <a:solidFill>
                    <a:schemeClr val="tx1"/>
                  </a:solidFill>
                  <a:latin typeface="SamsungOne-400" panose="020B0503030303020204" pitchFamily="34" charset="0"/>
                  <a:ea typeface="SamsungOne-400" panose="020B0503030303020204" pitchFamily="34" charset="0"/>
                </a:rPr>
                <a:t> Pandas Series &amp;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1ABDDC5E-0A91-461B-B1DF-3C3D8776B898}"/>
                </a:ext>
              </a:extLst>
            </p:cNvPr>
            <p:cNvSpPr/>
            <p:nvPr/>
          </p:nvSpPr>
          <p:spPr>
            <a:xfrm>
              <a:off x="711201" y="1667877"/>
              <a:ext cx="8632824" cy="8481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Nếu bạn không muốn sử dụng tùy chọn inplace=True, bạn có thể gán lại các đối tượng mới cùng tên nhưng hơi rườm rà.</a:t>
              </a:r>
            </a:p>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Nếu bạn muốn thay đổi chỉ số 'stu2’ thành 'student2’ thì làm như sau.</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4" name="그룹 78">
            <a:extLst>
              <a:ext uri="{FF2B5EF4-FFF2-40B4-BE49-F238E27FC236}">
                <a16:creationId xmlns:a16="http://schemas.microsoft.com/office/drawing/2014/main" id="{ACDA3E5E-7C5A-429B-7841-3E8399EE0C9C}"/>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CCB78FBB-29A7-6891-7D6A-763DCE70AA9F}"/>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E88AE46A-D252-EB1E-737D-6E8F0FFDF509}"/>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778087444"/>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65DDE20E-7C51-410B-8C6A-B094FA0A979B}"/>
              </a:ext>
            </a:extLst>
          </p:cNvPr>
          <p:cNvGrpSpPr/>
          <p:nvPr/>
        </p:nvGrpSpPr>
        <p:grpSpPr>
          <a:xfrm>
            <a:off x="558924" y="2348880"/>
            <a:ext cx="8782051" cy="2200487"/>
            <a:chOff x="558924" y="2423271"/>
            <a:chExt cx="8782051" cy="2200487"/>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423271"/>
              <a:ext cx="8782050" cy="220048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769" r="15952"/>
            <a:stretch/>
          </p:blipFill>
          <p:spPr>
            <a:xfrm>
              <a:off x="653143" y="2499588"/>
              <a:ext cx="8687832" cy="2042427"/>
            </a:xfrm>
            <a:prstGeom prst="rect">
              <a:avLst/>
            </a:prstGeom>
          </p:spPr>
        </p:pic>
      </p:grpSp>
      <p:grpSp>
        <p:nvGrpSpPr>
          <p:cNvPr id="12" name="그룹 11">
            <a:extLst>
              <a:ext uri="{FF2B5EF4-FFF2-40B4-BE49-F238E27FC236}">
                <a16:creationId xmlns:a16="http://schemas.microsoft.com/office/drawing/2014/main" id="{C2580A45-1C34-4BA4-962C-BD78A0DFFC1A}"/>
              </a:ext>
            </a:extLst>
          </p:cNvPr>
          <p:cNvGrpSpPr/>
          <p:nvPr/>
        </p:nvGrpSpPr>
        <p:grpSpPr>
          <a:xfrm>
            <a:off x="580388" y="1413381"/>
            <a:ext cx="8887612" cy="902604"/>
            <a:chOff x="580388" y="1413381"/>
            <a:chExt cx="8887612" cy="902604"/>
          </a:xfrm>
        </p:grpSpPr>
        <p:sp>
          <p:nvSpPr>
            <p:cNvPr id="13" name="직사각형 12">
              <a:extLst>
                <a:ext uri="{FF2B5EF4-FFF2-40B4-BE49-F238E27FC236}">
                  <a16:creationId xmlns:a16="http://schemas.microsoft.com/office/drawing/2014/main" id="{A7811B7F-ADE0-438C-8E85-B8C525CC943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hành</a:t>
              </a:r>
              <a:r>
                <a:rPr lang="en-US" altLang="ko-KR" sz="1400" dirty="0">
                  <a:solidFill>
                    <a:schemeClr val="tx1"/>
                  </a:solidFill>
                  <a:latin typeface="SamsungOne-400" panose="020B0503030303020204" pitchFamily="34" charset="0"/>
                  <a:ea typeface="SamsungOne-400" panose="020B0503030303020204" pitchFamily="34" charset="0"/>
                </a:rPr>
                <a:t> Pandas Series &amp;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F309C40D-66A6-42CB-AA5E-5C765A61D46D}"/>
                </a:ext>
              </a:extLst>
            </p:cNvPr>
            <p:cNvSpPr/>
            <p:nvPr/>
          </p:nvSpPr>
          <p:spPr>
            <a:xfrm>
              <a:off x="711201" y="1667877"/>
              <a:ext cx="8632824" cy="6481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Tên cột có thể được tạo theo cách tương tự.</a:t>
              </a:r>
            </a:p>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Khi thay đổi 'student_name‘ thành 'stu_name’, có thể làm như sau.</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4" name="그룹 78">
            <a:extLst>
              <a:ext uri="{FF2B5EF4-FFF2-40B4-BE49-F238E27FC236}">
                <a16:creationId xmlns:a16="http://schemas.microsoft.com/office/drawing/2014/main" id="{6E93EB31-E893-4A8F-0063-6869814DA2BA}"/>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FA93C835-5FE2-AAF0-1843-2CB40779A34E}"/>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123F0C3C-B371-CDAD-2293-E10FBCD25ED1}"/>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058317948"/>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C6931206-2243-435A-905D-6CE41550951B}"/>
              </a:ext>
            </a:extLst>
          </p:cNvPr>
          <p:cNvGrpSpPr/>
          <p:nvPr/>
        </p:nvGrpSpPr>
        <p:grpSpPr>
          <a:xfrm>
            <a:off x="558924" y="3045965"/>
            <a:ext cx="8782050" cy="1812141"/>
            <a:chOff x="558924" y="3140968"/>
            <a:chExt cx="8782050" cy="1812141"/>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3140968"/>
              <a:ext cx="8782050" cy="181214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581" t="851" r="20090"/>
            <a:stretch/>
          </p:blipFill>
          <p:spPr>
            <a:xfrm>
              <a:off x="625151" y="3207793"/>
              <a:ext cx="8715823" cy="1715257"/>
            </a:xfrm>
            <a:prstGeom prst="rect">
              <a:avLst/>
            </a:prstGeom>
          </p:spPr>
        </p:pic>
      </p:grpSp>
      <p:grpSp>
        <p:nvGrpSpPr>
          <p:cNvPr id="17" name="그룹 16">
            <a:extLst>
              <a:ext uri="{FF2B5EF4-FFF2-40B4-BE49-F238E27FC236}">
                <a16:creationId xmlns:a16="http://schemas.microsoft.com/office/drawing/2014/main" id="{4171B0F6-F738-4C7C-A32E-B64B423316B1}"/>
              </a:ext>
            </a:extLst>
          </p:cNvPr>
          <p:cNvGrpSpPr/>
          <p:nvPr/>
        </p:nvGrpSpPr>
        <p:grpSpPr>
          <a:xfrm>
            <a:off x="580388" y="1413381"/>
            <a:ext cx="8887612" cy="1605360"/>
            <a:chOff x="580388" y="1413381"/>
            <a:chExt cx="8887612" cy="1605360"/>
          </a:xfrm>
        </p:grpSpPr>
        <p:sp>
          <p:nvSpPr>
            <p:cNvPr id="18" name="직사각형 17">
              <a:extLst>
                <a:ext uri="{FF2B5EF4-FFF2-40B4-BE49-F238E27FC236}">
                  <a16:creationId xmlns:a16="http://schemas.microsoft.com/office/drawing/2014/main" id="{DC085973-343F-4463-9313-DE997410BFB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9" name="Rectangle 12">
              <a:extLst>
                <a:ext uri="{FF2B5EF4-FFF2-40B4-BE49-F238E27FC236}">
                  <a16:creationId xmlns:a16="http://schemas.microsoft.com/office/drawing/2014/main" id="{03FF5C80-A9DB-456F-8E47-723A6E7B0C57}"/>
                </a:ext>
              </a:extLst>
            </p:cNvPr>
            <p:cNvSpPr/>
            <p:nvPr/>
          </p:nvSpPr>
          <p:spPr>
            <a:xfrm>
              <a:off x="711201" y="1667877"/>
              <a:ext cx="8632824" cy="13508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Khi xóa một hàng hoặc cột của DataFrame, hãy sử dụng phương thức drop(). Khi xóa một hàng, hãy nhập Axis=0 hoặc không nhập gì cả. Mặt khác, nếu Axis=1 được nhập, cột sẽ bị xóa. Nếu bạn muốn xóa nhiều hàng hoặc nhiều cột cùng lúc, hãy nhập chúng dưới dạng list.</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a:p>
              <a:pPr marL="354013" lvl="1" indent="-176213">
                <a:spcAft>
                  <a:spcPts val="800"/>
                </a:spcAft>
                <a:buClr>
                  <a:srgbClr val="193EB0"/>
                </a:buClr>
                <a:buFont typeface="Arial" panose="020B0604020202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Xóa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DataFrame</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Object.drop</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hoặc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list, axis=0)</a:t>
              </a:r>
            </a:p>
            <a:p>
              <a:pPr marL="354013" lvl="1" indent="-176213">
                <a:spcAft>
                  <a:spcPts val="800"/>
                </a:spcAft>
                <a:buClr>
                  <a:srgbClr val="193EB0"/>
                </a:buClr>
                <a:buFont typeface="Arial" panose="020B0604020202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Xóa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DataFrame</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Object.drop</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hoặc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list, axis=1)</a:t>
              </a:r>
            </a:p>
          </p:txBody>
        </p:sp>
      </p:grpSp>
      <p:grpSp>
        <p:nvGrpSpPr>
          <p:cNvPr id="3" name="그룹 78">
            <a:extLst>
              <a:ext uri="{FF2B5EF4-FFF2-40B4-BE49-F238E27FC236}">
                <a16:creationId xmlns:a16="http://schemas.microsoft.com/office/drawing/2014/main" id="{FF294243-840E-6F59-EE22-55516E9C56E3}"/>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7B60BD4F-D70A-46D0-2B8F-4FBC0952C277}"/>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E0C05F88-0A1C-E0AC-BC2A-4384EC00EDA1}"/>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506978077"/>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2D20429D-EA3D-42E2-B157-8FE56071E314}"/>
              </a:ext>
            </a:extLst>
          </p:cNvPr>
          <p:cNvGrpSpPr/>
          <p:nvPr/>
        </p:nvGrpSpPr>
        <p:grpSpPr>
          <a:xfrm>
            <a:off x="558924" y="2064702"/>
            <a:ext cx="8782050" cy="2588434"/>
            <a:chOff x="558924" y="2132856"/>
            <a:chExt cx="8782050" cy="2588434"/>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132856"/>
              <a:ext cx="8782050" cy="258843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674" r="18803"/>
            <a:stretch/>
          </p:blipFill>
          <p:spPr>
            <a:xfrm>
              <a:off x="643813" y="2180276"/>
              <a:ext cx="8697161" cy="2530608"/>
            </a:xfrm>
            <a:prstGeom prst="rect">
              <a:avLst/>
            </a:prstGeom>
          </p:spPr>
        </p:pic>
      </p:grpSp>
      <p:grpSp>
        <p:nvGrpSpPr>
          <p:cNvPr id="12" name="그룹 11">
            <a:extLst>
              <a:ext uri="{FF2B5EF4-FFF2-40B4-BE49-F238E27FC236}">
                <a16:creationId xmlns:a16="http://schemas.microsoft.com/office/drawing/2014/main" id="{E9DA4E27-EC36-435F-98C0-52306E17F9D2}"/>
              </a:ext>
            </a:extLst>
          </p:cNvPr>
          <p:cNvGrpSpPr/>
          <p:nvPr/>
        </p:nvGrpSpPr>
        <p:grpSpPr>
          <a:xfrm>
            <a:off x="580388" y="1413381"/>
            <a:ext cx="8887612" cy="599957"/>
            <a:chOff x="580388" y="1413381"/>
            <a:chExt cx="8887612" cy="599957"/>
          </a:xfrm>
        </p:grpSpPr>
        <p:sp>
          <p:nvSpPr>
            <p:cNvPr id="13" name="직사각형 12">
              <a:extLst>
                <a:ext uri="{FF2B5EF4-FFF2-40B4-BE49-F238E27FC236}">
                  <a16:creationId xmlns:a16="http://schemas.microsoft.com/office/drawing/2014/main" id="{0313748C-1453-439C-86FB-0AF20B35F811}"/>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DB54A4E1-A094-4B7A-B9C7-1BA4E38CA9F6}"/>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Hãy tạo một DataFrame với chỉ mục như sau.</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grpSp>
        <p:nvGrpSpPr>
          <p:cNvPr id="2" name="그룹 78">
            <a:extLst>
              <a:ext uri="{FF2B5EF4-FFF2-40B4-BE49-F238E27FC236}">
                <a16:creationId xmlns:a16="http://schemas.microsoft.com/office/drawing/2014/main" id="{F4F71F17-24FE-B319-9DD4-EDCFFD8A4F44}"/>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F03431DC-AEED-278D-3E93-C018DA7BB840}"/>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0B5D93E1-EE16-0428-C6F4-599B23E128AE}"/>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7" name="모서리가 둥근 직사각형 4">
            <a:extLst>
              <a:ext uri="{FF2B5EF4-FFF2-40B4-BE49-F238E27FC236}">
                <a16:creationId xmlns:a16="http://schemas.microsoft.com/office/drawing/2014/main" id="{2A145F51-8B19-CAAB-6C50-C42D98E47A19}"/>
              </a:ext>
            </a:extLst>
          </p:cNvPr>
          <p:cNvSpPr/>
          <p:nvPr/>
        </p:nvSpPr>
        <p:spPr>
          <a:xfrm>
            <a:off x="558924" y="4941168"/>
            <a:ext cx="8782050" cy="72008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8" name="Picture 2" descr="Byte - Free electronics icons">
            <a:extLst>
              <a:ext uri="{FF2B5EF4-FFF2-40B4-BE49-F238E27FC236}">
                <a16:creationId xmlns:a16="http://schemas.microsoft.com/office/drawing/2014/main" id="{007AC962-D5B8-FCED-8CFD-A9BE70C453FD}"/>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3677" y="5035911"/>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a16="http://schemas.microsoft.com/office/drawing/2014/main" id="{7E090F07-2783-3CA9-7A33-49BAA1A7017C}"/>
              </a:ext>
            </a:extLst>
          </p:cNvPr>
          <p:cNvSpPr txBox="1"/>
          <p:nvPr/>
        </p:nvSpPr>
        <p:spPr>
          <a:xfrm>
            <a:off x="922458" y="5013179"/>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96409400-5B3B-879E-A6D2-05B744D1ADD8}"/>
              </a:ext>
            </a:extLst>
          </p:cNvPr>
          <p:cNvSpPr txBox="1"/>
          <p:nvPr/>
        </p:nvSpPr>
        <p:spPr>
          <a:xfrm>
            <a:off x="1023098" y="5348073"/>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Chuyển đổi DataFrame bằng hàm DataFrame(). Lưu vào biến df.</a:t>
            </a:r>
            <a:endParaRPr lang="en-US" altLang="ko-KR" sz="1300" dirty="0">
              <a:solidFill>
                <a:prstClr val="black">
                  <a:lumMod val="85000"/>
                  <a:lumOff val="15000"/>
                </a:prstClr>
              </a:solidFill>
              <a:latin typeface="SamsungOne-400" panose="020B0503030303020204" pitchFamily="34" charset="0"/>
            </a:endParaRPr>
          </a:p>
        </p:txBody>
      </p:sp>
    </p:spTree>
    <p:extLst>
      <p:ext uri="{BB962C8B-B14F-4D97-AF65-F5344CB8AC3E}">
        <p14:creationId xmlns:p14="http://schemas.microsoft.com/office/powerpoint/2010/main" val="2038789696"/>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B5B8D506-8ECE-4F1B-9BD0-DE970D74D48A}"/>
              </a:ext>
            </a:extLst>
          </p:cNvPr>
          <p:cNvGrpSpPr/>
          <p:nvPr/>
        </p:nvGrpSpPr>
        <p:grpSpPr>
          <a:xfrm>
            <a:off x="558924" y="1738537"/>
            <a:ext cx="8782050" cy="970383"/>
            <a:chOff x="558924" y="1772817"/>
            <a:chExt cx="8782050" cy="970383"/>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7"/>
              <a:ext cx="8782050" cy="97038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909" r="15896" b="59169"/>
            <a:stretch/>
          </p:blipFill>
          <p:spPr>
            <a:xfrm>
              <a:off x="643813" y="1842186"/>
              <a:ext cx="8697161" cy="794725"/>
            </a:xfrm>
            <a:prstGeom prst="rect">
              <a:avLst/>
            </a:prstGeom>
          </p:spPr>
        </p:pic>
      </p:grpSp>
      <p:sp>
        <p:nvSpPr>
          <p:cNvPr id="10" name="직사각형 9">
            <a:extLst>
              <a:ext uri="{FF2B5EF4-FFF2-40B4-BE49-F238E27FC236}">
                <a16:creationId xmlns:a16="http://schemas.microsoft.com/office/drawing/2014/main" id="{C7A60AE6-E688-41A5-A1CE-CF9D76C068D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05F2DD89-AB38-C0D7-8FBA-445B27AC37AD}"/>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576A3CB5-1B6C-8838-1AEF-D6F1A3782102}"/>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53901A41-1C21-4D3B-4F3C-41ECC0042061}"/>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7" name="Rectangle 12">
            <a:extLst>
              <a:ext uri="{FF2B5EF4-FFF2-40B4-BE49-F238E27FC236}">
                <a16:creationId xmlns:a16="http://schemas.microsoft.com/office/drawing/2014/main" id="{C461B547-FE91-D82E-2CD4-B6CB9748F07C}"/>
              </a:ext>
            </a:extLst>
          </p:cNvPr>
          <p:cNvSpPr/>
          <p:nvPr/>
        </p:nvSpPr>
        <p:spPr>
          <a:xfrm>
            <a:off x="711201" y="2842567"/>
            <a:ext cx="8632824"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Luôn có thói quen sao lưu  bản chính trước khi xóa hàng. Điều này là do nếu dữ liệu bị xóa không chính xác, dữ liệu đó cần được phục hồi từ bản gốc. Đây là cách duy nhất để tiết kiệm thời gian nếu lượng dữ liệu lớn.</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1015704015"/>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5498570"/>
            <a:ext cx="8782050" cy="720080"/>
            <a:chOff x="557644" y="5085181"/>
            <a:chExt cx="8782050" cy="720080"/>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2008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Bản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gốc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vẫn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còn</a:t>
              </a:r>
              <a:r>
                <a:rPr lang="en-US" altLang="ko-KR" sz="1300" dirty="0">
                  <a:solidFill>
                    <a:prstClr val="black">
                      <a:lumMod val="85000"/>
                      <a:lumOff val="15000"/>
                    </a:prstClr>
                  </a:solidFill>
                  <a:latin typeface="SamsungOne-400" panose="020B0503030303020204" pitchFamily="34" charset="0"/>
                </a:rPr>
                <a:t>.</a:t>
              </a:r>
            </a:p>
          </p:txBody>
        </p:sp>
      </p:grpSp>
      <p:grpSp>
        <p:nvGrpSpPr>
          <p:cNvPr id="2" name="그룹 1">
            <a:extLst>
              <a:ext uri="{FF2B5EF4-FFF2-40B4-BE49-F238E27FC236}">
                <a16:creationId xmlns:a16="http://schemas.microsoft.com/office/drawing/2014/main" id="{F4F6272D-E247-4F45-9AAA-6049B7F0E904}"/>
              </a:ext>
            </a:extLst>
          </p:cNvPr>
          <p:cNvGrpSpPr/>
          <p:nvPr/>
        </p:nvGrpSpPr>
        <p:grpSpPr>
          <a:xfrm>
            <a:off x="558924" y="1719470"/>
            <a:ext cx="8782050" cy="3672407"/>
            <a:chOff x="558924" y="1772816"/>
            <a:chExt cx="8782050" cy="3672407"/>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6"/>
              <a:ext cx="8782050" cy="367240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665" r="14290"/>
            <a:stretch/>
          </p:blipFill>
          <p:spPr>
            <a:xfrm>
              <a:off x="653143" y="1827760"/>
              <a:ext cx="8687831" cy="3576352"/>
            </a:xfrm>
            <a:prstGeom prst="rect">
              <a:avLst/>
            </a:prstGeom>
          </p:spPr>
        </p:pic>
        <p:sp>
          <p:nvSpPr>
            <p:cNvPr id="4" name="직사각형 3"/>
            <p:cNvSpPr/>
            <p:nvPr/>
          </p:nvSpPr>
          <p:spPr>
            <a:xfrm>
              <a:off x="1596448" y="3579708"/>
              <a:ext cx="1939854" cy="236511"/>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 name="직사각형 16">
            <a:extLst>
              <a:ext uri="{FF2B5EF4-FFF2-40B4-BE49-F238E27FC236}">
                <a16:creationId xmlns:a16="http://schemas.microsoft.com/office/drawing/2014/main" id="{9EEECE4D-BFE8-4648-836C-F2A23CB09DE1}"/>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5" name="그룹 78">
            <a:extLst>
              <a:ext uri="{FF2B5EF4-FFF2-40B4-BE49-F238E27FC236}">
                <a16:creationId xmlns:a16="http://schemas.microsoft.com/office/drawing/2014/main" id="{42F630FE-CF81-F843-F51D-A75BA019A644}"/>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DF18348D-CF2A-FE23-6853-1BD7F2B59F81}"/>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22788858-E7E7-784F-D515-C9E6A0C88103}"/>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067266604"/>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2836FA96-1350-49B1-984B-63D4D64CD2FD}"/>
              </a:ext>
            </a:extLst>
          </p:cNvPr>
          <p:cNvGrpSpPr/>
          <p:nvPr/>
        </p:nvGrpSpPr>
        <p:grpSpPr>
          <a:xfrm>
            <a:off x="558924" y="1719065"/>
            <a:ext cx="8782050" cy="2285999"/>
            <a:chOff x="558924" y="1772817"/>
            <a:chExt cx="8782050" cy="2285999"/>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7"/>
              <a:ext cx="8782050" cy="228599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 name="그룹 1">
              <a:extLst>
                <a:ext uri="{FF2B5EF4-FFF2-40B4-BE49-F238E27FC236}">
                  <a16:creationId xmlns:a16="http://schemas.microsoft.com/office/drawing/2014/main" id="{E4F0FF89-8ECA-4655-83BB-7762C8585E51}"/>
                </a:ext>
              </a:extLst>
            </p:cNvPr>
            <p:cNvGrpSpPr/>
            <p:nvPr/>
          </p:nvGrpSpPr>
          <p:grpSpPr>
            <a:xfrm>
              <a:off x="625151" y="1819263"/>
              <a:ext cx="8715823" cy="2160239"/>
              <a:chOff x="839755" y="3816016"/>
              <a:chExt cx="7144853" cy="1770870"/>
            </a:xfrm>
          </p:grpSpPr>
          <p:pic>
            <p:nvPicPr>
              <p:cNvPr id="5" name="그림 4"/>
              <p:cNvPicPr>
                <a:picLocks noChangeAspect="1"/>
              </p:cNvPicPr>
              <p:nvPr/>
            </p:nvPicPr>
            <p:blipFill rotWithShape="1">
              <a:blip r:embed="rId3"/>
              <a:srcRect l="1478" r="15719" b="75789"/>
              <a:stretch/>
            </p:blipFill>
            <p:spPr>
              <a:xfrm>
                <a:off x="839755" y="3816016"/>
                <a:ext cx="7144853" cy="648071"/>
              </a:xfrm>
              <a:prstGeom prst="rect">
                <a:avLst/>
              </a:prstGeom>
            </p:spPr>
          </p:pic>
          <p:pic>
            <p:nvPicPr>
              <p:cNvPr id="12" name="그림 11"/>
              <p:cNvPicPr>
                <a:picLocks noChangeAspect="1"/>
              </p:cNvPicPr>
              <p:nvPr/>
            </p:nvPicPr>
            <p:blipFill rotWithShape="1">
              <a:blip r:embed="rId3"/>
              <a:srcRect l="1478" t="60434" r="15719"/>
              <a:stretch/>
            </p:blipFill>
            <p:spPr>
              <a:xfrm>
                <a:off x="839755" y="4527782"/>
                <a:ext cx="7144853" cy="1059104"/>
              </a:xfrm>
              <a:prstGeom prst="rect">
                <a:avLst/>
              </a:prstGeom>
            </p:spPr>
          </p:pic>
        </p:grpSp>
      </p:grpSp>
      <p:sp>
        <p:nvSpPr>
          <p:cNvPr id="13" name="직사각형 12">
            <a:extLst>
              <a:ext uri="{FF2B5EF4-FFF2-40B4-BE49-F238E27FC236}">
                <a16:creationId xmlns:a16="http://schemas.microsoft.com/office/drawing/2014/main" id="{72E16EA4-FD04-488A-B861-687EB3A4ADB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E650E633-FBCC-66CC-EB80-5D1E3B3F9209}"/>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FA3988AE-BFBD-A447-77A0-5C80E9B3CC14}"/>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2A504F15-81A2-66EB-37A1-8CB45A5A0304}"/>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590792669"/>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4736998"/>
            <a:ext cx="8782050" cy="720080"/>
            <a:chOff x="557644" y="5085181"/>
            <a:chExt cx="8782050" cy="720080"/>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2008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49</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Sao chép DataFrame df và lưu trữ nó trong biến df4.</a:t>
              </a:r>
              <a:endParaRPr lang="en-US" altLang="ko-KR"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F8F4120D-E6B8-42BC-86A2-B8DCAAE43C9C}"/>
              </a:ext>
            </a:extLst>
          </p:cNvPr>
          <p:cNvGrpSpPr/>
          <p:nvPr/>
        </p:nvGrpSpPr>
        <p:grpSpPr>
          <a:xfrm>
            <a:off x="558924" y="2060848"/>
            <a:ext cx="8782050" cy="2594648"/>
            <a:chOff x="558924" y="2149880"/>
            <a:chExt cx="8782050" cy="2594648"/>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149880"/>
              <a:ext cx="8782050" cy="259464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l="2219" r="15890"/>
            <a:stretch/>
          </p:blipFill>
          <p:spPr>
            <a:xfrm>
              <a:off x="706997" y="2221608"/>
              <a:ext cx="8632825" cy="2431528"/>
            </a:xfrm>
            <a:prstGeom prst="rect">
              <a:avLst/>
            </a:prstGeom>
          </p:spPr>
        </p:pic>
      </p:grpSp>
      <p:grpSp>
        <p:nvGrpSpPr>
          <p:cNvPr id="17" name="그룹 16">
            <a:extLst>
              <a:ext uri="{FF2B5EF4-FFF2-40B4-BE49-F238E27FC236}">
                <a16:creationId xmlns:a16="http://schemas.microsoft.com/office/drawing/2014/main" id="{CF75F71B-D53B-4A5C-8D9C-7C342C171C35}"/>
              </a:ext>
            </a:extLst>
          </p:cNvPr>
          <p:cNvGrpSpPr/>
          <p:nvPr/>
        </p:nvGrpSpPr>
        <p:grpSpPr>
          <a:xfrm>
            <a:off x="580388" y="1413381"/>
            <a:ext cx="8887612" cy="599957"/>
            <a:chOff x="580388" y="1413381"/>
            <a:chExt cx="8887612" cy="599957"/>
          </a:xfrm>
        </p:grpSpPr>
        <p:sp>
          <p:nvSpPr>
            <p:cNvPr id="18" name="직사각형 17">
              <a:extLst>
                <a:ext uri="{FF2B5EF4-FFF2-40B4-BE49-F238E27FC236}">
                  <a16:creationId xmlns:a16="http://schemas.microsoft.com/office/drawing/2014/main" id="{B18CB2C1-E7ED-41F5-8F9F-2CDE8CD90D91}"/>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9" name="Rectangle 12">
              <a:extLst>
                <a:ext uri="{FF2B5EF4-FFF2-40B4-BE49-F238E27FC236}">
                  <a16:creationId xmlns:a16="http://schemas.microsoft.com/office/drawing/2014/main" id="{7FE0E784-8EE3-4289-B192-BF7357503E9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Điều tương tự cũng xảy ra với việc xóa các cột.</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3" name="그룹 78">
            <a:extLst>
              <a:ext uri="{FF2B5EF4-FFF2-40B4-BE49-F238E27FC236}">
                <a16:creationId xmlns:a16="http://schemas.microsoft.com/office/drawing/2014/main" id="{1E705C6F-7DAF-DA60-FFF2-5C027EE478AE}"/>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A6617094-44E6-69D7-1AF1-BA4BC831727C}"/>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83DB5A40-3C15-464E-4898-9CAC483BDB01}"/>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679859682"/>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그룹 4">
            <a:extLst>
              <a:ext uri="{FF2B5EF4-FFF2-40B4-BE49-F238E27FC236}">
                <a16:creationId xmlns:a16="http://schemas.microsoft.com/office/drawing/2014/main" id="{FD966383-184D-4AE7-B615-6343EC9957C7}"/>
              </a:ext>
            </a:extLst>
          </p:cNvPr>
          <p:cNvGrpSpPr/>
          <p:nvPr/>
        </p:nvGrpSpPr>
        <p:grpSpPr>
          <a:xfrm>
            <a:off x="558924" y="2060848"/>
            <a:ext cx="8782050" cy="2359240"/>
            <a:chOff x="558924" y="2149880"/>
            <a:chExt cx="8782050" cy="2359240"/>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149880"/>
              <a:ext cx="8782050" cy="235924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4" name="그룹 3">
              <a:extLst>
                <a:ext uri="{FF2B5EF4-FFF2-40B4-BE49-F238E27FC236}">
                  <a16:creationId xmlns:a16="http://schemas.microsoft.com/office/drawing/2014/main" id="{518834EC-0C7E-45F2-8F9C-8ED4F9736D54}"/>
                </a:ext>
              </a:extLst>
            </p:cNvPr>
            <p:cNvGrpSpPr/>
            <p:nvPr/>
          </p:nvGrpSpPr>
          <p:grpSpPr>
            <a:xfrm>
              <a:off x="709126" y="2232136"/>
              <a:ext cx="8631848" cy="2204977"/>
              <a:chOff x="877077" y="2318688"/>
              <a:chExt cx="7772159" cy="1985372"/>
            </a:xfrm>
          </p:grpSpPr>
          <p:pic>
            <p:nvPicPr>
              <p:cNvPr id="3" name="그림 2"/>
              <p:cNvPicPr>
                <a:picLocks noChangeAspect="1"/>
              </p:cNvPicPr>
              <p:nvPr/>
            </p:nvPicPr>
            <p:blipFill rotWithShape="1">
              <a:blip r:embed="rId3">
                <a:extLst>
                  <a:ext uri="{28A0092B-C50C-407E-A947-70E740481C1C}">
                    <a14:useLocalDpi xmlns:a14="http://schemas.microsoft.com/office/drawing/2010/main" val="0"/>
                  </a:ext>
                </a:extLst>
              </a:blip>
              <a:srcRect l="841" t="-80" r="14209" b="89103"/>
              <a:stretch/>
            </p:blipFill>
            <p:spPr>
              <a:xfrm>
                <a:off x="877078" y="2318688"/>
                <a:ext cx="7772158" cy="321874"/>
              </a:xfrm>
              <a:prstGeom prst="rect">
                <a:avLst/>
              </a:prstGeom>
            </p:spPr>
          </p:pic>
          <p:pic>
            <p:nvPicPr>
              <p:cNvPr id="16" name="그림 15"/>
              <p:cNvPicPr>
                <a:picLocks noChangeAspect="1"/>
              </p:cNvPicPr>
              <p:nvPr/>
            </p:nvPicPr>
            <p:blipFill rotWithShape="1">
              <a:blip r:embed="rId3">
                <a:extLst>
                  <a:ext uri="{28A0092B-C50C-407E-A947-70E740481C1C}">
                    <a14:useLocalDpi xmlns:a14="http://schemas.microsoft.com/office/drawing/2010/main" val="0"/>
                  </a:ext>
                </a:extLst>
              </a:blip>
              <a:srcRect l="841" t="44090" r="14209"/>
              <a:stretch/>
            </p:blipFill>
            <p:spPr>
              <a:xfrm>
                <a:off x="877077" y="2664905"/>
                <a:ext cx="7772158" cy="1639155"/>
              </a:xfrm>
              <a:prstGeom prst="rect">
                <a:avLst/>
              </a:prstGeom>
            </p:spPr>
          </p:pic>
        </p:grpSp>
      </p:grpSp>
      <p:grpSp>
        <p:nvGrpSpPr>
          <p:cNvPr id="12" name="그룹 11">
            <a:extLst>
              <a:ext uri="{FF2B5EF4-FFF2-40B4-BE49-F238E27FC236}">
                <a16:creationId xmlns:a16="http://schemas.microsoft.com/office/drawing/2014/main" id="{A1F08BD3-09F7-45A5-9A3C-5B64D8119CFC}"/>
              </a:ext>
            </a:extLst>
          </p:cNvPr>
          <p:cNvGrpSpPr/>
          <p:nvPr/>
        </p:nvGrpSpPr>
        <p:grpSpPr>
          <a:xfrm>
            <a:off x="580388" y="1413381"/>
            <a:ext cx="8887612" cy="599957"/>
            <a:chOff x="580388" y="1413381"/>
            <a:chExt cx="8887612" cy="599957"/>
          </a:xfrm>
        </p:grpSpPr>
        <p:sp>
          <p:nvSpPr>
            <p:cNvPr id="13" name="직사각형 12">
              <a:extLst>
                <a:ext uri="{FF2B5EF4-FFF2-40B4-BE49-F238E27FC236}">
                  <a16:creationId xmlns:a16="http://schemas.microsoft.com/office/drawing/2014/main" id="{31740A95-12E4-4D06-96C3-9F3EB9B40C0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E04D7ED6-9C55-4ACD-A967-6DC9DC63FCFC}"/>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Điều tương tự cũng xảy ra với việc xóa các cột.</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2" name="그룹 78">
            <a:extLst>
              <a:ext uri="{FF2B5EF4-FFF2-40B4-BE49-F238E27FC236}">
                <a16:creationId xmlns:a16="http://schemas.microsoft.com/office/drawing/2014/main" id="{31F78E1D-C0E9-E236-C969-31C618053EA8}"/>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0A720F03-8D4E-530E-AC78-F540B456B864}"/>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1761353B-8A42-C7D1-48AC-A9A7F48C2561}"/>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pic>
        <p:nvPicPr>
          <p:cNvPr id="8" name="Picture 2" descr="Byte - Free electronics icons">
            <a:extLst>
              <a:ext uri="{FF2B5EF4-FFF2-40B4-BE49-F238E27FC236}">
                <a16:creationId xmlns:a16="http://schemas.microsoft.com/office/drawing/2014/main" id="{433827C7-F5C7-B3CB-67CF-F0E7B4A759C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3677" y="4831741"/>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a16="http://schemas.microsoft.com/office/drawing/2014/main" id="{03ACA30B-4A45-A973-98E2-C1BD8BF46477}"/>
              </a:ext>
            </a:extLst>
          </p:cNvPr>
          <p:cNvSpPr txBox="1"/>
          <p:nvPr/>
        </p:nvSpPr>
        <p:spPr>
          <a:xfrm>
            <a:off x="922458" y="4809009"/>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0" name="TextBox 9">
            <a:extLst>
              <a:ext uri="{FF2B5EF4-FFF2-40B4-BE49-F238E27FC236}">
                <a16:creationId xmlns:a16="http://schemas.microsoft.com/office/drawing/2014/main" id="{D4124CB3-4F37-476B-5268-EDDAA54597FA}"/>
              </a:ext>
            </a:extLst>
          </p:cNvPr>
          <p:cNvSpPr txBox="1"/>
          <p:nvPr/>
        </p:nvSpPr>
        <p:spPr>
          <a:xfrm>
            <a:off x="1023098" y="5143903"/>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Xóa một cột của df4.</a:t>
            </a:r>
            <a:endParaRPr lang="en-US" altLang="ko-KR" sz="1300" dirty="0">
              <a:solidFill>
                <a:prstClr val="black">
                  <a:lumMod val="85000"/>
                  <a:lumOff val="15000"/>
                </a:prstClr>
              </a:solidFill>
              <a:latin typeface="SamsungOne-400" panose="020B0503030303020204" pitchFamily="34" charset="0"/>
            </a:endParaRPr>
          </a:p>
        </p:txBody>
      </p:sp>
    </p:spTree>
    <p:extLst>
      <p:ext uri="{BB962C8B-B14F-4D97-AF65-F5344CB8AC3E}">
        <p14:creationId xmlns:p14="http://schemas.microsoft.com/office/powerpoint/2010/main" val="3690420747"/>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4E276E8D-A436-4648-8B6C-1D83CD2D8031}"/>
              </a:ext>
            </a:extLst>
          </p:cNvPr>
          <p:cNvGrpSpPr/>
          <p:nvPr/>
        </p:nvGrpSpPr>
        <p:grpSpPr>
          <a:xfrm>
            <a:off x="558924" y="2060848"/>
            <a:ext cx="8782050" cy="2524757"/>
            <a:chOff x="558924" y="2149880"/>
            <a:chExt cx="8782050" cy="2524757"/>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149880"/>
              <a:ext cx="8782050" cy="252475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958" t="2806" r="14281"/>
            <a:stretch/>
          </p:blipFill>
          <p:spPr>
            <a:xfrm>
              <a:off x="662474" y="2230017"/>
              <a:ext cx="8678500" cy="2351111"/>
            </a:xfrm>
            <a:prstGeom prst="rect">
              <a:avLst/>
            </a:prstGeom>
          </p:spPr>
        </p:pic>
      </p:grpSp>
      <p:grpSp>
        <p:nvGrpSpPr>
          <p:cNvPr id="12" name="그룹 11">
            <a:extLst>
              <a:ext uri="{FF2B5EF4-FFF2-40B4-BE49-F238E27FC236}">
                <a16:creationId xmlns:a16="http://schemas.microsoft.com/office/drawing/2014/main" id="{B9D1DA9E-9F31-4D13-945C-7BC0A07FB6D4}"/>
              </a:ext>
            </a:extLst>
          </p:cNvPr>
          <p:cNvGrpSpPr/>
          <p:nvPr/>
        </p:nvGrpSpPr>
        <p:grpSpPr>
          <a:xfrm>
            <a:off x="580388" y="1413381"/>
            <a:ext cx="8887612" cy="599957"/>
            <a:chOff x="580388" y="1413381"/>
            <a:chExt cx="8887612" cy="599957"/>
          </a:xfrm>
        </p:grpSpPr>
        <p:sp>
          <p:nvSpPr>
            <p:cNvPr id="13" name="직사각형 12">
              <a:extLst>
                <a:ext uri="{FF2B5EF4-FFF2-40B4-BE49-F238E27FC236}">
                  <a16:creationId xmlns:a16="http://schemas.microsoft.com/office/drawing/2014/main" id="{EF4686DC-999E-4599-9C60-F59491CEF9D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FD0F2A52-D400-490D-B710-A4FCE3CEB2E8}"/>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Điều tương tự cũng xảy ra với việc xóa các cột.</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3" name="그룹 78">
            <a:extLst>
              <a:ext uri="{FF2B5EF4-FFF2-40B4-BE49-F238E27FC236}">
                <a16:creationId xmlns:a16="http://schemas.microsoft.com/office/drawing/2014/main" id="{051FC76E-E95F-AC76-6071-634D6FCEC5BB}"/>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2C95A83F-364F-9003-FB90-C7651864CBE1}"/>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EDAB98DB-BA80-F83F-0A98-8093A3386C77}"/>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227035145"/>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그룹 4">
            <a:extLst>
              <a:ext uri="{FF2B5EF4-FFF2-40B4-BE49-F238E27FC236}">
                <a16:creationId xmlns:a16="http://schemas.microsoft.com/office/drawing/2014/main" id="{7ACDC63F-855A-4194-A75F-CE270A94393A}"/>
              </a:ext>
            </a:extLst>
          </p:cNvPr>
          <p:cNvGrpSpPr/>
          <p:nvPr/>
        </p:nvGrpSpPr>
        <p:grpSpPr>
          <a:xfrm>
            <a:off x="558924" y="2060848"/>
            <a:ext cx="8782051" cy="2359240"/>
            <a:chOff x="558924" y="2149880"/>
            <a:chExt cx="8782051" cy="2359240"/>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149880"/>
              <a:ext cx="8782050" cy="235924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3" name="그룹 2">
              <a:extLst>
                <a:ext uri="{FF2B5EF4-FFF2-40B4-BE49-F238E27FC236}">
                  <a16:creationId xmlns:a16="http://schemas.microsoft.com/office/drawing/2014/main" id="{A9846C16-E22C-4759-8766-46865D44F312}"/>
                </a:ext>
              </a:extLst>
            </p:cNvPr>
            <p:cNvGrpSpPr/>
            <p:nvPr/>
          </p:nvGrpSpPr>
          <p:grpSpPr>
            <a:xfrm>
              <a:off x="641683" y="2217227"/>
              <a:ext cx="8699292" cy="2263901"/>
              <a:chOff x="846957" y="2295018"/>
              <a:chExt cx="7526617" cy="1958724"/>
            </a:xfrm>
          </p:grpSpPr>
          <p:pic>
            <p:nvPicPr>
              <p:cNvPr id="4" name="그림 3"/>
              <p:cNvPicPr>
                <a:picLocks noChangeAspect="1"/>
              </p:cNvPicPr>
              <p:nvPr/>
            </p:nvPicPr>
            <p:blipFill rotWithShape="1">
              <a:blip r:embed="rId3"/>
              <a:srcRect l="1552" t="276" r="11212" b="89271"/>
              <a:stretch/>
            </p:blipFill>
            <p:spPr>
              <a:xfrm>
                <a:off x="846957" y="2295018"/>
                <a:ext cx="7526617" cy="298892"/>
              </a:xfrm>
              <a:prstGeom prst="rect">
                <a:avLst/>
              </a:prstGeom>
            </p:spPr>
          </p:pic>
          <p:pic>
            <p:nvPicPr>
              <p:cNvPr id="13" name="그림 12"/>
              <p:cNvPicPr>
                <a:picLocks noChangeAspect="1"/>
              </p:cNvPicPr>
              <p:nvPr/>
            </p:nvPicPr>
            <p:blipFill rotWithShape="1">
              <a:blip r:embed="rId3"/>
              <a:srcRect l="1552" t="42814" r="11212"/>
              <a:stretch/>
            </p:blipFill>
            <p:spPr>
              <a:xfrm>
                <a:off x="846957" y="2618695"/>
                <a:ext cx="7526617" cy="1635047"/>
              </a:xfrm>
              <a:prstGeom prst="rect">
                <a:avLst/>
              </a:prstGeom>
            </p:spPr>
          </p:pic>
        </p:grpSp>
      </p:grpSp>
      <p:grpSp>
        <p:nvGrpSpPr>
          <p:cNvPr id="14" name="그룹 13">
            <a:extLst>
              <a:ext uri="{FF2B5EF4-FFF2-40B4-BE49-F238E27FC236}">
                <a16:creationId xmlns:a16="http://schemas.microsoft.com/office/drawing/2014/main" id="{5021F4D2-B060-4AA6-AAFA-2779826FEAAE}"/>
              </a:ext>
            </a:extLst>
          </p:cNvPr>
          <p:cNvGrpSpPr/>
          <p:nvPr/>
        </p:nvGrpSpPr>
        <p:grpSpPr>
          <a:xfrm>
            <a:off x="580388" y="1413381"/>
            <a:ext cx="8887612" cy="599957"/>
            <a:chOff x="580388" y="1413381"/>
            <a:chExt cx="8887612" cy="599957"/>
          </a:xfrm>
        </p:grpSpPr>
        <p:sp>
          <p:nvSpPr>
            <p:cNvPr id="15" name="직사각형 14">
              <a:extLst>
                <a:ext uri="{FF2B5EF4-FFF2-40B4-BE49-F238E27FC236}">
                  <a16:creationId xmlns:a16="http://schemas.microsoft.com/office/drawing/2014/main" id="{2B2B3F92-7EC0-4363-B8BD-0FAE1D07DC49}"/>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6" name="Rectangle 12">
              <a:extLst>
                <a:ext uri="{FF2B5EF4-FFF2-40B4-BE49-F238E27FC236}">
                  <a16:creationId xmlns:a16="http://schemas.microsoft.com/office/drawing/2014/main" id="{D4D93077-9584-468D-A77B-24C6B4C977F1}"/>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Điều tương tự cũng xảy ra với việc xóa các cột.</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2" name="그룹 78">
            <a:extLst>
              <a:ext uri="{FF2B5EF4-FFF2-40B4-BE49-F238E27FC236}">
                <a16:creationId xmlns:a16="http://schemas.microsoft.com/office/drawing/2014/main" id="{B166673F-DD5F-345A-0189-FCBBBE3100B2}"/>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64927E2C-1817-D777-F711-0A616E1FD412}"/>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556491FC-3E28-0764-EA69-31719A3B7DB7}"/>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062223717"/>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그룹 4">
            <a:extLst>
              <a:ext uri="{FF2B5EF4-FFF2-40B4-BE49-F238E27FC236}">
                <a16:creationId xmlns:a16="http://schemas.microsoft.com/office/drawing/2014/main" id="{3C27ED3A-311D-4F6B-B5AB-1253D7BA2273}"/>
              </a:ext>
            </a:extLst>
          </p:cNvPr>
          <p:cNvGrpSpPr/>
          <p:nvPr/>
        </p:nvGrpSpPr>
        <p:grpSpPr>
          <a:xfrm>
            <a:off x="558924" y="4869160"/>
            <a:ext cx="8782050" cy="1224136"/>
            <a:chOff x="558924" y="4941168"/>
            <a:chExt cx="8782050" cy="1224136"/>
          </a:xfrm>
        </p:grpSpPr>
        <p:grpSp>
          <p:nvGrpSpPr>
            <p:cNvPr id="12" name="그룹 11"/>
            <p:cNvGrpSpPr/>
            <p:nvPr/>
          </p:nvGrpSpPr>
          <p:grpSpPr>
            <a:xfrm>
              <a:off x="558924" y="4941168"/>
              <a:ext cx="8782050" cy="1224136"/>
              <a:chOff x="557644" y="5085181"/>
              <a:chExt cx="8782050" cy="1224136"/>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122413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57-1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Sử</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dụng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bộ</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mục</a:t>
                </a:r>
                <a:r>
                  <a:rPr lang="en-US" altLang="ko-KR" sz="1300" dirty="0">
                    <a:solidFill>
                      <a:prstClr val="black">
                        <a:lumMod val="85000"/>
                        <a:lumOff val="15000"/>
                      </a:prstClr>
                    </a:solidFill>
                    <a:latin typeface="SamsungOne-400" panose="020B0503030303020204" pitchFamily="34" charset="0"/>
                  </a:rPr>
                  <a:t> loc.</a:t>
                </a:r>
              </a:p>
            </p:txBody>
          </p:sp>
        </p:grpSp>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0211" y="5581079"/>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18992" y="5558347"/>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57-2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19632" y="5893241"/>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Sử</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dụng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bộ</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mục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iloc</a:t>
              </a:r>
              <a:r>
                <a:rPr lang="en-US" altLang="ko-KR" sz="1300" dirty="0">
                  <a:solidFill>
                    <a:prstClr val="black">
                      <a:lumMod val="85000"/>
                      <a:lumOff val="15000"/>
                    </a:prstClr>
                  </a:solidFill>
                  <a:latin typeface="SamsungOne-400" panose="020B0503030303020204" pitchFamily="34" charset="0"/>
                </a:rPr>
                <a:t>.</a:t>
              </a:r>
            </a:p>
          </p:txBody>
        </p:sp>
      </p:grpSp>
      <p:grpSp>
        <p:nvGrpSpPr>
          <p:cNvPr id="4" name="그룹 3">
            <a:extLst>
              <a:ext uri="{FF2B5EF4-FFF2-40B4-BE49-F238E27FC236}">
                <a16:creationId xmlns:a16="http://schemas.microsoft.com/office/drawing/2014/main" id="{9D65A23D-DA21-4FBC-8710-CD127901E868}"/>
              </a:ext>
            </a:extLst>
          </p:cNvPr>
          <p:cNvGrpSpPr/>
          <p:nvPr/>
        </p:nvGrpSpPr>
        <p:grpSpPr>
          <a:xfrm>
            <a:off x="558924" y="2049879"/>
            <a:ext cx="8782050" cy="2719280"/>
            <a:chOff x="558924" y="2149880"/>
            <a:chExt cx="8782050" cy="2719280"/>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149880"/>
              <a:ext cx="8782050" cy="271928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769" r="15526"/>
            <a:stretch/>
          </p:blipFill>
          <p:spPr>
            <a:xfrm>
              <a:off x="653143" y="2230642"/>
              <a:ext cx="8687831" cy="2583954"/>
            </a:xfrm>
            <a:prstGeom prst="rect">
              <a:avLst/>
            </a:prstGeom>
          </p:spPr>
        </p:pic>
        <p:sp>
          <p:nvSpPr>
            <p:cNvPr id="3" name="직사각형 2"/>
            <p:cNvSpPr/>
            <p:nvPr/>
          </p:nvSpPr>
          <p:spPr>
            <a:xfrm>
              <a:off x="3743301" y="4363380"/>
              <a:ext cx="1584176" cy="319177"/>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0" name="그룹 19">
            <a:extLst>
              <a:ext uri="{FF2B5EF4-FFF2-40B4-BE49-F238E27FC236}">
                <a16:creationId xmlns:a16="http://schemas.microsoft.com/office/drawing/2014/main" id="{A20EF8AD-A0C3-49C2-A42C-1C35F469F3E9}"/>
              </a:ext>
            </a:extLst>
          </p:cNvPr>
          <p:cNvGrpSpPr/>
          <p:nvPr/>
        </p:nvGrpSpPr>
        <p:grpSpPr>
          <a:xfrm>
            <a:off x="580388" y="1413381"/>
            <a:ext cx="8887612" cy="599957"/>
            <a:chOff x="580388" y="1413381"/>
            <a:chExt cx="8887612" cy="599957"/>
          </a:xfrm>
        </p:grpSpPr>
        <p:sp>
          <p:nvSpPr>
            <p:cNvPr id="21" name="직사각형 20">
              <a:extLst>
                <a:ext uri="{FF2B5EF4-FFF2-40B4-BE49-F238E27FC236}">
                  <a16:creationId xmlns:a16="http://schemas.microsoft.com/office/drawing/2014/main" id="{7CA59DD0-092A-4816-AEA5-711EF62DEBD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22" name="Rectangle 12">
              <a:extLst>
                <a:ext uri="{FF2B5EF4-FFF2-40B4-BE49-F238E27FC236}">
                  <a16:creationId xmlns:a16="http://schemas.microsoft.com/office/drawing/2014/main" id="{F3C5EAB6-ADAB-44C0-BCDB-6580BAF94C31}"/>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dụng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để</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chọn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grpSp>
        <p:nvGrpSpPr>
          <p:cNvPr id="6" name="그룹 78">
            <a:extLst>
              <a:ext uri="{FF2B5EF4-FFF2-40B4-BE49-F238E27FC236}">
                <a16:creationId xmlns:a16="http://schemas.microsoft.com/office/drawing/2014/main" id="{ECD0469E-B733-D2A8-E252-BBBE53CBBD3F}"/>
              </a:ext>
            </a:extLst>
          </p:cNvPr>
          <p:cNvGrpSpPr/>
          <p:nvPr/>
        </p:nvGrpSpPr>
        <p:grpSpPr>
          <a:xfrm>
            <a:off x="450000" y="450000"/>
            <a:ext cx="9018000" cy="276999"/>
            <a:chOff x="450000" y="450000"/>
            <a:chExt cx="9018000" cy="276999"/>
          </a:xfrm>
        </p:grpSpPr>
        <p:sp>
          <p:nvSpPr>
            <p:cNvPr id="7" name="직사각형 79">
              <a:extLst>
                <a:ext uri="{FF2B5EF4-FFF2-40B4-BE49-F238E27FC236}">
                  <a16:creationId xmlns:a16="http://schemas.microsoft.com/office/drawing/2014/main" id="{598116F5-7722-7A0C-C0C4-28B4E7E5E571}"/>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8" name="직사각형 80">
              <a:extLst>
                <a:ext uri="{FF2B5EF4-FFF2-40B4-BE49-F238E27FC236}">
                  <a16:creationId xmlns:a16="http://schemas.microsoft.com/office/drawing/2014/main" id="{F601DDBD-F570-28E7-A1E6-580BA2314C13}"/>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619911504"/>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87495AF5-D2AF-4CAE-BB5F-8450A14A145A}"/>
              </a:ext>
            </a:extLst>
          </p:cNvPr>
          <p:cNvGrpSpPr/>
          <p:nvPr/>
        </p:nvGrpSpPr>
        <p:grpSpPr>
          <a:xfrm>
            <a:off x="558924" y="2060848"/>
            <a:ext cx="8782050" cy="2503256"/>
            <a:chOff x="558924" y="2149880"/>
            <a:chExt cx="8782050" cy="2503256"/>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149880"/>
              <a:ext cx="8782050" cy="250325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3"/>
            <a:srcRect l="1371" r="18579"/>
            <a:stretch/>
          </p:blipFill>
          <p:spPr>
            <a:xfrm>
              <a:off x="595030" y="2188698"/>
              <a:ext cx="8745944" cy="2392429"/>
            </a:xfrm>
            <a:prstGeom prst="rect">
              <a:avLst/>
            </a:prstGeom>
          </p:spPr>
        </p:pic>
      </p:grpSp>
      <p:grpSp>
        <p:nvGrpSpPr>
          <p:cNvPr id="12" name="그룹 11">
            <a:extLst>
              <a:ext uri="{FF2B5EF4-FFF2-40B4-BE49-F238E27FC236}">
                <a16:creationId xmlns:a16="http://schemas.microsoft.com/office/drawing/2014/main" id="{5B8E0AF7-EB8F-4BE0-8001-76E673A8F9E1}"/>
              </a:ext>
            </a:extLst>
          </p:cNvPr>
          <p:cNvGrpSpPr/>
          <p:nvPr/>
        </p:nvGrpSpPr>
        <p:grpSpPr>
          <a:xfrm>
            <a:off x="580388" y="1413381"/>
            <a:ext cx="8887612" cy="599957"/>
            <a:chOff x="580388" y="1413381"/>
            <a:chExt cx="8887612" cy="599957"/>
          </a:xfrm>
        </p:grpSpPr>
        <p:sp>
          <p:nvSpPr>
            <p:cNvPr id="13" name="직사각형 12">
              <a:extLst>
                <a:ext uri="{FF2B5EF4-FFF2-40B4-BE49-F238E27FC236}">
                  <a16:creationId xmlns:a16="http://schemas.microsoft.com/office/drawing/2014/main" id="{44B1C3BC-F35B-4191-81FB-9E673B1A346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52C60987-6471-4E9A-90B0-4214F71DF4FD}"/>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dụng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để</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chọn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grpSp>
        <p:nvGrpSpPr>
          <p:cNvPr id="3" name="그룹 78">
            <a:extLst>
              <a:ext uri="{FF2B5EF4-FFF2-40B4-BE49-F238E27FC236}">
                <a16:creationId xmlns:a16="http://schemas.microsoft.com/office/drawing/2014/main" id="{7C28257A-2CEA-E870-B5E9-E4DB43197C38}"/>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0D2C7336-BE6B-6D84-C437-786F6E61E5A1}"/>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D95D85CF-AB51-6950-6183-B415F5567B4F}"/>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122896719"/>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1C384A68-FD64-4F6B-BA73-A107DC98C09E}"/>
              </a:ext>
            </a:extLst>
          </p:cNvPr>
          <p:cNvGrpSpPr/>
          <p:nvPr/>
        </p:nvGrpSpPr>
        <p:grpSpPr>
          <a:xfrm>
            <a:off x="558924" y="2060848"/>
            <a:ext cx="8782050" cy="4082969"/>
            <a:chOff x="558924" y="2149879"/>
            <a:chExt cx="8782050" cy="4082969"/>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149879"/>
              <a:ext cx="8782050" cy="408296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486" r="17391"/>
            <a:stretch/>
          </p:blipFill>
          <p:spPr>
            <a:xfrm>
              <a:off x="662473" y="2230219"/>
              <a:ext cx="8678501" cy="3943416"/>
            </a:xfrm>
            <a:prstGeom prst="rect">
              <a:avLst/>
            </a:prstGeom>
          </p:spPr>
        </p:pic>
      </p:grpSp>
      <p:grpSp>
        <p:nvGrpSpPr>
          <p:cNvPr id="12" name="그룹 11">
            <a:extLst>
              <a:ext uri="{FF2B5EF4-FFF2-40B4-BE49-F238E27FC236}">
                <a16:creationId xmlns:a16="http://schemas.microsoft.com/office/drawing/2014/main" id="{00330285-DCA7-4553-997D-451B1EBBA7B7}"/>
              </a:ext>
            </a:extLst>
          </p:cNvPr>
          <p:cNvGrpSpPr/>
          <p:nvPr/>
        </p:nvGrpSpPr>
        <p:grpSpPr>
          <a:xfrm>
            <a:off x="580388" y="1413381"/>
            <a:ext cx="8887612" cy="599957"/>
            <a:chOff x="580388" y="1413381"/>
            <a:chExt cx="8887612" cy="599957"/>
          </a:xfrm>
        </p:grpSpPr>
        <p:sp>
          <p:nvSpPr>
            <p:cNvPr id="13" name="직사각형 12">
              <a:extLst>
                <a:ext uri="{FF2B5EF4-FFF2-40B4-BE49-F238E27FC236}">
                  <a16:creationId xmlns:a16="http://schemas.microsoft.com/office/drawing/2014/main" id="{249FD97E-E1F8-45A0-B88F-9685F80CAA64}"/>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9536C2FF-AFC1-46FC-B088-E104CF55429A}"/>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dụng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để</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chọn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hàng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grpSp>
        <p:nvGrpSpPr>
          <p:cNvPr id="4" name="그룹 78">
            <a:extLst>
              <a:ext uri="{FF2B5EF4-FFF2-40B4-BE49-F238E27FC236}">
                <a16:creationId xmlns:a16="http://schemas.microsoft.com/office/drawing/2014/main" id="{B23595DD-0148-51D9-2A66-853F954CC1AB}"/>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AC8A5A55-6FB3-E56B-EB29-5BF379F9E897}"/>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C2C8BCB9-C6D7-EA30-7614-CB50225207F6}"/>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354427870"/>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3503955"/>
            <a:ext cx="8782050" cy="735795"/>
            <a:chOff x="557644" y="5085181"/>
            <a:chExt cx="8782050" cy="735795"/>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3579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63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Chỉ chọn dữ liệu điểm “</a:t>
              </a:r>
              <a:r>
                <a:rPr lang="en-US" altLang="ko-KR" sz="1300" dirty="0">
                  <a:solidFill>
                    <a:prstClr val="black">
                      <a:lumMod val="85000"/>
                      <a:lumOff val="15000"/>
                    </a:prstClr>
                  </a:solidFill>
                  <a:latin typeface="SamsungOne-400" panose="020B0503030303020204" pitchFamily="34" charset="0"/>
                </a:rPr>
                <a:t>math</a:t>
              </a:r>
              <a:r>
                <a:rPr lang="vi-VN" altLang="ko-KR" sz="1300" dirty="0">
                  <a:solidFill>
                    <a:prstClr val="black">
                      <a:lumMod val="85000"/>
                      <a:lumOff val="15000"/>
                    </a:prstClr>
                  </a:solidFill>
                  <a:latin typeface="SamsungOne-400" panose="020B0503030303020204" pitchFamily="34" charset="0"/>
                </a:rPr>
                <a:t>”. Lưu vào biến math1.</a:t>
              </a:r>
              <a:endParaRPr lang="en-US" altLang="ko-KR"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20B90372-4F19-4EF0-B1EF-C974D5C4E903}"/>
              </a:ext>
            </a:extLst>
          </p:cNvPr>
          <p:cNvGrpSpPr/>
          <p:nvPr/>
        </p:nvGrpSpPr>
        <p:grpSpPr>
          <a:xfrm>
            <a:off x="558924" y="1756168"/>
            <a:ext cx="8782050" cy="1639160"/>
            <a:chOff x="558924" y="1789840"/>
            <a:chExt cx="8782050" cy="1639160"/>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89840"/>
              <a:ext cx="8782050" cy="163916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571" r="21340"/>
            <a:stretch/>
          </p:blipFill>
          <p:spPr>
            <a:xfrm>
              <a:off x="634481" y="1820844"/>
              <a:ext cx="8706493" cy="1566342"/>
            </a:xfrm>
            <a:prstGeom prst="rect">
              <a:avLst/>
            </a:prstGeom>
          </p:spPr>
        </p:pic>
      </p:grpSp>
      <p:sp>
        <p:nvSpPr>
          <p:cNvPr id="17" name="직사각형 16">
            <a:extLst>
              <a:ext uri="{FF2B5EF4-FFF2-40B4-BE49-F238E27FC236}">
                <a16:creationId xmlns:a16="http://schemas.microsoft.com/office/drawing/2014/main" id="{004D20E3-1B35-4B28-9E99-632581E0ED1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Chọn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59DCA4DB-EDC2-E67F-A946-DEDC831501C0}"/>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6E1569B6-7354-5EF2-FDFB-A53043BCA62C}"/>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5A687C20-2EF6-0BB6-0346-D64F301D44DB}"/>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177862048"/>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3501008"/>
            <a:ext cx="8782050" cy="792088"/>
            <a:chOff x="557644" y="5085181"/>
            <a:chExt cx="8782050" cy="792088"/>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9208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65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Chỉ chọn dữ liệu điểm “</a:t>
              </a:r>
              <a:r>
                <a:rPr lang="en-US" altLang="ko-KR" sz="1300" dirty="0" err="1">
                  <a:solidFill>
                    <a:prstClr val="black">
                      <a:lumMod val="85000"/>
                      <a:lumOff val="15000"/>
                    </a:prstClr>
                  </a:solidFill>
                  <a:latin typeface="SamsungOne-400" panose="020B0503030303020204" pitchFamily="34" charset="0"/>
                </a:rPr>
                <a:t>english</a:t>
              </a:r>
              <a:r>
                <a:rPr lang="vi-VN" altLang="ko-KR" sz="1300" dirty="0">
                  <a:solidFill>
                    <a:prstClr val="black">
                      <a:lumMod val="85000"/>
                      <a:lumOff val="15000"/>
                    </a:prstClr>
                  </a:solidFill>
                  <a:latin typeface="SamsungOne-400" panose="020B0503030303020204" pitchFamily="34" charset="0"/>
                </a:rPr>
                <a:t>”. Lưu vào biến </a:t>
              </a:r>
              <a:r>
                <a:rPr lang="en-US" altLang="ko-KR" sz="1300" dirty="0" err="1">
                  <a:solidFill>
                    <a:prstClr val="black">
                      <a:lumMod val="85000"/>
                      <a:lumOff val="15000"/>
                    </a:prstClr>
                  </a:solidFill>
                  <a:latin typeface="SamsungOne-400" panose="020B0503030303020204" pitchFamily="34" charset="0"/>
                </a:rPr>
                <a:t>english</a:t>
              </a:r>
              <a:endParaRPr lang="en-US" altLang="ko-KR" sz="1300" dirty="0">
                <a:solidFill>
                  <a:prstClr val="black">
                    <a:lumMod val="85000"/>
                    <a:lumOff val="15000"/>
                  </a:prstClr>
                </a:solidFill>
                <a:latin typeface="SamsungOne-400" panose="020B0503030303020204" pitchFamily="34" charset="0"/>
              </a:endParaRPr>
            </a:p>
          </p:txBody>
        </p:sp>
      </p:grpSp>
      <p:grpSp>
        <p:nvGrpSpPr>
          <p:cNvPr id="4" name="그룹 3">
            <a:extLst>
              <a:ext uri="{FF2B5EF4-FFF2-40B4-BE49-F238E27FC236}">
                <a16:creationId xmlns:a16="http://schemas.microsoft.com/office/drawing/2014/main" id="{13DC923A-EEEC-45A7-B814-81D15F2D8E1E}"/>
              </a:ext>
            </a:extLst>
          </p:cNvPr>
          <p:cNvGrpSpPr/>
          <p:nvPr/>
        </p:nvGrpSpPr>
        <p:grpSpPr>
          <a:xfrm>
            <a:off x="558924" y="1762552"/>
            <a:ext cx="8782050" cy="1639160"/>
            <a:chOff x="558924" y="1781214"/>
            <a:chExt cx="8782050" cy="1639160"/>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81214"/>
              <a:ext cx="8782050" cy="163916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759" r="20676"/>
            <a:stretch/>
          </p:blipFill>
          <p:spPr>
            <a:xfrm>
              <a:off x="634481" y="1831170"/>
              <a:ext cx="8706493" cy="1556721"/>
            </a:xfrm>
            <a:prstGeom prst="rect">
              <a:avLst/>
            </a:prstGeom>
          </p:spPr>
        </p:pic>
      </p:grpSp>
      <p:sp>
        <p:nvSpPr>
          <p:cNvPr id="17" name="직사각형 16">
            <a:extLst>
              <a:ext uri="{FF2B5EF4-FFF2-40B4-BE49-F238E27FC236}">
                <a16:creationId xmlns:a16="http://schemas.microsoft.com/office/drawing/2014/main" id="{D6422214-8B2A-446B-A783-4349EB64E631}"/>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Chọn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78">
            <a:extLst>
              <a:ext uri="{FF2B5EF4-FFF2-40B4-BE49-F238E27FC236}">
                <a16:creationId xmlns:a16="http://schemas.microsoft.com/office/drawing/2014/main" id="{B91C8630-7B9A-C8D3-68D2-C49C5AF60EFF}"/>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FA3143AB-1DC4-7B16-1B62-64ABB2245D6E}"/>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4FAD697C-83A8-0C69-FC47-654E6E2F05EB}"/>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624333799"/>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5CC3C4EB-4875-434A-B9F7-99FD0C3826E9}"/>
              </a:ext>
            </a:extLst>
          </p:cNvPr>
          <p:cNvGrpSpPr/>
          <p:nvPr/>
        </p:nvGrpSpPr>
        <p:grpSpPr>
          <a:xfrm>
            <a:off x="558924" y="2060848"/>
            <a:ext cx="8782050" cy="2636724"/>
            <a:chOff x="558924" y="2149880"/>
            <a:chExt cx="8782050" cy="2636724"/>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149880"/>
              <a:ext cx="8782050" cy="263672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958" r="19174"/>
            <a:stretch/>
          </p:blipFill>
          <p:spPr>
            <a:xfrm>
              <a:off x="671803" y="2230218"/>
              <a:ext cx="8669171" cy="2503255"/>
            </a:xfrm>
            <a:prstGeom prst="rect">
              <a:avLst/>
            </a:prstGeom>
          </p:spPr>
        </p:pic>
      </p:grpSp>
      <p:grpSp>
        <p:nvGrpSpPr>
          <p:cNvPr id="12" name="그룹 11">
            <a:extLst>
              <a:ext uri="{FF2B5EF4-FFF2-40B4-BE49-F238E27FC236}">
                <a16:creationId xmlns:a16="http://schemas.microsoft.com/office/drawing/2014/main" id="{D7ABB7DC-FE44-496E-859B-322496AC2904}"/>
              </a:ext>
            </a:extLst>
          </p:cNvPr>
          <p:cNvGrpSpPr/>
          <p:nvPr/>
        </p:nvGrpSpPr>
        <p:grpSpPr>
          <a:xfrm>
            <a:off x="580388" y="1413381"/>
            <a:ext cx="8887612" cy="599957"/>
            <a:chOff x="580388" y="1413381"/>
            <a:chExt cx="8887612" cy="599957"/>
          </a:xfrm>
        </p:grpSpPr>
        <p:sp>
          <p:nvSpPr>
            <p:cNvPr id="13" name="직사각형 12">
              <a:extLst>
                <a:ext uri="{FF2B5EF4-FFF2-40B4-BE49-F238E27FC236}">
                  <a16:creationId xmlns:a16="http://schemas.microsoft.com/office/drawing/2014/main" id="{BF3C481B-3B50-40DC-BE46-B8FDA0F0ED3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Chọn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FE73EAF4-8C44-4AD2-B029-793B4BB77D3D}"/>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Chọn dữ liệu điểm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music</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 và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science</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 Lưu vào biến music_sci.</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2" name="그룹 78">
            <a:extLst>
              <a:ext uri="{FF2B5EF4-FFF2-40B4-BE49-F238E27FC236}">
                <a16:creationId xmlns:a16="http://schemas.microsoft.com/office/drawing/2014/main" id="{360ECCC8-7A51-66B1-0879-001B69EF667D}"/>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130ABC78-624D-9D80-0F39-862815E038F9}"/>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4AF2EA96-B2C3-CD97-3F00-BA74400214F3}"/>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450380278"/>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ACE46EE5-43FB-48B6-B06B-A10013C7659E}"/>
              </a:ext>
            </a:extLst>
          </p:cNvPr>
          <p:cNvGrpSpPr/>
          <p:nvPr/>
        </p:nvGrpSpPr>
        <p:grpSpPr>
          <a:xfrm>
            <a:off x="558924" y="2046027"/>
            <a:ext cx="8782050" cy="3345851"/>
            <a:chOff x="558924" y="2149879"/>
            <a:chExt cx="8782050" cy="3345851"/>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149879"/>
              <a:ext cx="8782050" cy="334585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392" r="21487"/>
            <a:stretch/>
          </p:blipFill>
          <p:spPr>
            <a:xfrm>
              <a:off x="606490" y="2190743"/>
              <a:ext cx="8734484" cy="3298495"/>
            </a:xfrm>
            <a:prstGeom prst="rect">
              <a:avLst/>
            </a:prstGeom>
          </p:spPr>
        </p:pic>
      </p:grpSp>
      <p:grpSp>
        <p:nvGrpSpPr>
          <p:cNvPr id="12" name="그룹 11">
            <a:extLst>
              <a:ext uri="{FF2B5EF4-FFF2-40B4-BE49-F238E27FC236}">
                <a16:creationId xmlns:a16="http://schemas.microsoft.com/office/drawing/2014/main" id="{FCE8D28C-C3B1-423E-9B2F-0DEEB752E095}"/>
              </a:ext>
            </a:extLst>
          </p:cNvPr>
          <p:cNvGrpSpPr/>
          <p:nvPr/>
        </p:nvGrpSpPr>
        <p:grpSpPr>
          <a:xfrm>
            <a:off x="580388" y="1413381"/>
            <a:ext cx="8887612" cy="599957"/>
            <a:chOff x="580388" y="1413381"/>
            <a:chExt cx="8887612" cy="599957"/>
          </a:xfrm>
        </p:grpSpPr>
        <p:sp>
          <p:nvSpPr>
            <p:cNvPr id="13" name="직사각형 12">
              <a:extLst>
                <a:ext uri="{FF2B5EF4-FFF2-40B4-BE49-F238E27FC236}">
                  <a16:creationId xmlns:a16="http://schemas.microsoft.com/office/drawing/2014/main" id="{77AD1F63-4AF2-4551-BA66-18991E6E78C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Chọn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FBA54F3D-D2BF-4179-ABF1-6027201E1E62}"/>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Để lưu trữ nó ở dạng hai chiều và chỉ có một cột, hãy sử dụng dạng list [].</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3" name="그룹 78">
            <a:extLst>
              <a:ext uri="{FF2B5EF4-FFF2-40B4-BE49-F238E27FC236}">
                <a16:creationId xmlns:a16="http://schemas.microsoft.com/office/drawing/2014/main" id="{6C8490F0-DFD0-85D1-D603-56C864D19388}"/>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BACDD4C4-A806-9070-3ADB-8767897E480B}"/>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3625594B-83B1-20A1-1BEC-4302DF466A17}"/>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93686219"/>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87B7C872-6FA7-4677-9CC8-E51DA12DCA42}"/>
              </a:ext>
            </a:extLst>
          </p:cNvPr>
          <p:cNvGrpSpPr/>
          <p:nvPr/>
        </p:nvGrpSpPr>
        <p:grpSpPr>
          <a:xfrm>
            <a:off x="558924" y="1745825"/>
            <a:ext cx="8782050" cy="2359240"/>
            <a:chOff x="558924" y="1789840"/>
            <a:chExt cx="8782050" cy="2359240"/>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89840"/>
              <a:ext cx="8782050" cy="235924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288" t="3904" r="19949"/>
            <a:stretch/>
          </p:blipFill>
          <p:spPr>
            <a:xfrm>
              <a:off x="615820" y="1875451"/>
              <a:ext cx="8725154" cy="2245635"/>
            </a:xfrm>
            <a:prstGeom prst="rect">
              <a:avLst/>
            </a:prstGeom>
          </p:spPr>
        </p:pic>
      </p:grpSp>
      <p:sp>
        <p:nvSpPr>
          <p:cNvPr id="10" name="직사각형 9">
            <a:extLst>
              <a:ext uri="{FF2B5EF4-FFF2-40B4-BE49-F238E27FC236}">
                <a16:creationId xmlns:a16="http://schemas.microsoft.com/office/drawing/2014/main" id="{9FF96563-3B4F-4AC7-9FE5-DCDCC7949BD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2" name="그룹 78">
            <a:extLst>
              <a:ext uri="{FF2B5EF4-FFF2-40B4-BE49-F238E27FC236}">
                <a16:creationId xmlns:a16="http://schemas.microsoft.com/office/drawing/2014/main" id="{DB4D73F1-DEE4-933B-7303-968FE9B5F8AC}"/>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8169EF8F-C133-3577-969E-24D13086E326}"/>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FC33662A-DA58-0F4C-B77A-16A62F115304}"/>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69311060"/>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5679910"/>
            <a:ext cx="8782050" cy="646246"/>
            <a:chOff x="557644" y="5085181"/>
            <a:chExt cx="8782050" cy="646246"/>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646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Line 74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58910"/>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Nếu phần name di chuyển xuống, thì nó được thiết lập làm một chỉ mục.</a:t>
              </a:r>
              <a:endParaRPr lang="en-US" altLang="ko-KR" sz="1300" dirty="0">
                <a:solidFill>
                  <a:prstClr val="black">
                    <a:lumMod val="85000"/>
                    <a:lumOff val="15000"/>
                  </a:prstClr>
                </a:solidFill>
                <a:latin typeface="SamsungOne-400" panose="020B0503030303020204" pitchFamily="34" charset="0"/>
              </a:endParaRPr>
            </a:p>
          </p:txBody>
        </p:sp>
      </p:grpSp>
      <p:grpSp>
        <p:nvGrpSpPr>
          <p:cNvPr id="5" name="그룹 4">
            <a:extLst>
              <a:ext uri="{FF2B5EF4-FFF2-40B4-BE49-F238E27FC236}">
                <a16:creationId xmlns:a16="http://schemas.microsoft.com/office/drawing/2014/main" id="{2D86EF1E-8C88-4767-B0B7-F518748E77C6}"/>
              </a:ext>
            </a:extLst>
          </p:cNvPr>
          <p:cNvGrpSpPr/>
          <p:nvPr/>
        </p:nvGrpSpPr>
        <p:grpSpPr>
          <a:xfrm>
            <a:off x="558924" y="2333189"/>
            <a:ext cx="8785035" cy="3285552"/>
            <a:chOff x="558924" y="2333189"/>
            <a:chExt cx="8785035" cy="3285552"/>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333189"/>
              <a:ext cx="8782050" cy="328555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390" r="11435"/>
            <a:stretch/>
          </p:blipFill>
          <p:spPr>
            <a:xfrm>
              <a:off x="699796" y="2395984"/>
              <a:ext cx="8644163" cy="3174391"/>
            </a:xfrm>
            <a:prstGeom prst="rect">
              <a:avLst/>
            </a:prstGeom>
          </p:spPr>
        </p:pic>
        <p:sp>
          <p:nvSpPr>
            <p:cNvPr id="4" name="직사각형 3"/>
            <p:cNvSpPr/>
            <p:nvPr/>
          </p:nvSpPr>
          <p:spPr>
            <a:xfrm>
              <a:off x="3946849" y="2474235"/>
              <a:ext cx="4086807" cy="203651"/>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그룹 17">
            <a:extLst>
              <a:ext uri="{FF2B5EF4-FFF2-40B4-BE49-F238E27FC236}">
                <a16:creationId xmlns:a16="http://schemas.microsoft.com/office/drawing/2014/main" id="{5427E28F-FFCA-4CA3-9A79-1BF744B1F6D4}"/>
              </a:ext>
            </a:extLst>
          </p:cNvPr>
          <p:cNvGrpSpPr/>
          <p:nvPr/>
        </p:nvGrpSpPr>
        <p:grpSpPr>
          <a:xfrm>
            <a:off x="580388" y="1413381"/>
            <a:ext cx="8887612" cy="876956"/>
            <a:chOff x="580388" y="1413381"/>
            <a:chExt cx="8887612" cy="876956"/>
          </a:xfrm>
        </p:grpSpPr>
        <p:sp>
          <p:nvSpPr>
            <p:cNvPr id="19" name="직사각형 18">
              <a:extLst>
                <a:ext uri="{FF2B5EF4-FFF2-40B4-BE49-F238E27FC236}">
                  <a16:creationId xmlns:a16="http://schemas.microsoft.com/office/drawing/2014/main" id="{1FB4A97B-6A1B-4078-AA36-9F9E7004A8D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20" name="Rectangle 12">
              <a:extLst>
                <a:ext uri="{FF2B5EF4-FFF2-40B4-BE49-F238E27FC236}">
                  <a16:creationId xmlns:a16="http://schemas.microsoft.com/office/drawing/2014/main" id="{E9B7CCF2-D235-4A73-B91D-A27E75B6E1CF}"/>
                </a:ext>
              </a:extLst>
            </p:cNvPr>
            <p:cNvSpPr/>
            <p:nvPr/>
          </p:nvSpPr>
          <p:spPr>
            <a:xfrm>
              <a:off x="711201" y="1667877"/>
              <a:ext cx="8632824" cy="6224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6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Hiện tại không có chỉ mục, nhưng một chỉ mục có thể được chọn trong số các cột.</a:t>
              </a:r>
            </a:p>
            <a:p>
              <a:pPr marL="182563" indent="-182563">
                <a:spcAft>
                  <a:spcPts val="6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Chỉ định cột “Tên” làm chỉ mục mới và trả về các thay đổi đối với đối tượng df.</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3" name="그룹 78">
            <a:extLst>
              <a:ext uri="{FF2B5EF4-FFF2-40B4-BE49-F238E27FC236}">
                <a16:creationId xmlns:a16="http://schemas.microsoft.com/office/drawing/2014/main" id="{ED66FD41-226F-8382-1C3B-F507AA91E872}"/>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58C716B1-A6FD-C152-EF28-D1991034D221}"/>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B4551E61-A8AE-2E91-38BD-52D76B0050FB}"/>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338389844"/>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3150493"/>
            <a:ext cx="8782050" cy="711454"/>
            <a:chOff x="557644" y="5085181"/>
            <a:chExt cx="8782050" cy="711454"/>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77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Chọn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phần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cụ</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thể</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df</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điểm</a:t>
              </a:r>
              <a:r>
                <a:rPr lang="en-US" altLang="ko-KR" sz="1300" dirty="0">
                  <a:solidFill>
                    <a:prstClr val="black">
                      <a:lumMod val="85000"/>
                      <a:lumOff val="15000"/>
                    </a:prstClr>
                  </a:solidFill>
                  <a:latin typeface="SamsungOne-400" panose="020B0503030303020204" pitchFamily="34" charset="0"/>
                </a:rPr>
                <a:t> “music”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honggildong</a:t>
              </a:r>
              <a:r>
                <a:rPr lang="en-US" altLang="ko-KR" sz="1300" dirty="0">
                  <a:solidFill>
                    <a:prstClr val="black">
                      <a:lumMod val="85000"/>
                      <a:lumOff val="15000"/>
                    </a:prstClr>
                  </a:solidFill>
                  <a:latin typeface="SamsungOne-400" panose="020B0503030303020204" pitchFamily="34" charset="0"/>
                </a:rPr>
                <a:t>”).</a:t>
              </a:r>
            </a:p>
          </p:txBody>
        </p:sp>
      </p:grpSp>
      <p:grpSp>
        <p:nvGrpSpPr>
          <p:cNvPr id="2" name="그룹 1">
            <a:extLst>
              <a:ext uri="{FF2B5EF4-FFF2-40B4-BE49-F238E27FC236}">
                <a16:creationId xmlns:a16="http://schemas.microsoft.com/office/drawing/2014/main" id="{F18B21D3-BB55-4B57-8255-6D7BACF9CC45}"/>
              </a:ext>
            </a:extLst>
          </p:cNvPr>
          <p:cNvGrpSpPr/>
          <p:nvPr/>
        </p:nvGrpSpPr>
        <p:grpSpPr>
          <a:xfrm>
            <a:off x="558924" y="1772816"/>
            <a:ext cx="8782050" cy="1284709"/>
            <a:chOff x="558924" y="1772816"/>
            <a:chExt cx="8782050" cy="1284709"/>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6"/>
              <a:ext cx="8782050" cy="128470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571" t="3893" r="21230"/>
            <a:stretch/>
          </p:blipFill>
          <p:spPr>
            <a:xfrm>
              <a:off x="606489" y="1838130"/>
              <a:ext cx="8734485" cy="1158822"/>
            </a:xfrm>
            <a:prstGeom prst="rect">
              <a:avLst/>
            </a:prstGeom>
          </p:spPr>
        </p:pic>
      </p:grpSp>
      <p:sp>
        <p:nvSpPr>
          <p:cNvPr id="18" name="직사각형 17">
            <a:extLst>
              <a:ext uri="{FF2B5EF4-FFF2-40B4-BE49-F238E27FC236}">
                <a16:creationId xmlns:a16="http://schemas.microsoft.com/office/drawing/2014/main" id="{BB527A23-24D0-4FE4-8859-4D44288A6028}"/>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763892B5-754C-5739-12FA-6DAB931DECBF}"/>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C906F430-6E36-C7B7-83E2-FA2D63C330BC}"/>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8DB96626-E374-E8AC-F8D5-EA0037419B43}"/>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444045340"/>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3365618"/>
            <a:ext cx="8782050" cy="711454"/>
            <a:chOff x="557644" y="5085181"/>
            <a:chExt cx="8782050" cy="711454"/>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79</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Chọn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hai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hoặc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nhiều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phần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tử</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df</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điểm</a:t>
              </a:r>
              <a:r>
                <a:rPr lang="en-US" altLang="ko-KR" sz="1300" dirty="0">
                  <a:solidFill>
                    <a:prstClr val="black">
                      <a:lumMod val="85000"/>
                      <a:lumOff val="15000"/>
                    </a:prstClr>
                  </a:solidFill>
                  <a:latin typeface="SamsungOne-400" panose="020B0503030303020204" pitchFamily="34" charset="0"/>
                </a:rPr>
                <a:t> “music” </a:t>
              </a:r>
              <a:r>
                <a:rPr lang="en-US" altLang="ko-KR" sz="1300" dirty="0" err="1">
                  <a:solidFill>
                    <a:prstClr val="black">
                      <a:lumMod val="85000"/>
                      <a:lumOff val="15000"/>
                    </a:prstClr>
                  </a:solidFill>
                  <a:latin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phys_tra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honggildong</a:t>
              </a:r>
              <a:r>
                <a:rPr lang="en-US" altLang="ko-KR" sz="1300" dirty="0">
                  <a:solidFill>
                    <a:prstClr val="black">
                      <a:lumMod val="85000"/>
                      <a:lumOff val="15000"/>
                    </a:prstClr>
                  </a:solidFill>
                  <a:latin typeface="SamsungOne-400" panose="020B0503030303020204" pitchFamily="34" charset="0"/>
                </a:rPr>
                <a:t>”).</a:t>
              </a:r>
            </a:p>
          </p:txBody>
        </p:sp>
      </p:grpSp>
      <p:sp>
        <p:nvSpPr>
          <p:cNvPr id="17" name="직사각형 16">
            <a:extLst>
              <a:ext uri="{FF2B5EF4-FFF2-40B4-BE49-F238E27FC236}">
                <a16:creationId xmlns:a16="http://schemas.microsoft.com/office/drawing/2014/main" id="{813E2123-0610-4DAF-BF58-7CB16FE775E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2">
            <a:extLst>
              <a:ext uri="{FF2B5EF4-FFF2-40B4-BE49-F238E27FC236}">
                <a16:creationId xmlns:a16="http://schemas.microsoft.com/office/drawing/2014/main" id="{40428536-CF2A-45CE-B96A-D5C1FA8B583B}"/>
              </a:ext>
            </a:extLst>
          </p:cNvPr>
          <p:cNvGrpSpPr/>
          <p:nvPr/>
        </p:nvGrpSpPr>
        <p:grpSpPr>
          <a:xfrm>
            <a:off x="558924" y="1772816"/>
            <a:ext cx="8782050" cy="1492898"/>
            <a:chOff x="558924" y="1772816"/>
            <a:chExt cx="8782050" cy="1492898"/>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6"/>
              <a:ext cx="8782050" cy="149289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8" name="그림 17">
              <a:extLst>
                <a:ext uri="{FF2B5EF4-FFF2-40B4-BE49-F238E27FC236}">
                  <a16:creationId xmlns:a16="http://schemas.microsoft.com/office/drawing/2014/main" id="{675B93C0-793B-4CE2-B780-1C1D798654E9}"/>
                </a:ext>
              </a:extLst>
            </p:cNvPr>
            <p:cNvPicPr>
              <a:picLocks noChangeAspect="1"/>
            </p:cNvPicPr>
            <p:nvPr/>
          </p:nvPicPr>
          <p:blipFill rotWithShape="1">
            <a:blip r:embed="rId5"/>
            <a:srcRect l="1665" r="21887"/>
            <a:stretch/>
          </p:blipFill>
          <p:spPr>
            <a:xfrm>
              <a:off x="615821" y="1812565"/>
              <a:ext cx="8725153" cy="1399572"/>
            </a:xfrm>
            <a:prstGeom prst="rect">
              <a:avLst/>
            </a:prstGeom>
          </p:spPr>
        </p:pic>
      </p:grpSp>
      <p:grpSp>
        <p:nvGrpSpPr>
          <p:cNvPr id="2" name="그룹 78">
            <a:extLst>
              <a:ext uri="{FF2B5EF4-FFF2-40B4-BE49-F238E27FC236}">
                <a16:creationId xmlns:a16="http://schemas.microsoft.com/office/drawing/2014/main" id="{05614DF7-17F0-8DF8-BBD3-CE0D8F00959E}"/>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964CA49E-12A1-D04E-92AE-BCC247E1B3A5}"/>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5" name="직사각형 80">
              <a:extLst>
                <a:ext uri="{FF2B5EF4-FFF2-40B4-BE49-F238E27FC236}">
                  <a16:creationId xmlns:a16="http://schemas.microsoft.com/office/drawing/2014/main" id="{4D0A7EE8-53FD-A1B6-F9E9-70D1265488D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533118417"/>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3356287"/>
            <a:ext cx="8782050" cy="711454"/>
            <a:chOff x="557644" y="5085181"/>
            <a:chExt cx="8782050" cy="711454"/>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81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Điều này cũng có thể được thực hiện với chỉ số nguyên iloc.</a:t>
              </a:r>
              <a:endParaRPr lang="en-US" altLang="ko-KR" sz="1300" dirty="0">
                <a:solidFill>
                  <a:prstClr val="black">
                    <a:lumMod val="85000"/>
                    <a:lumOff val="15000"/>
                  </a:prstClr>
                </a:solidFill>
                <a:latin typeface="SamsungOne-400" panose="020B0503030303020204" pitchFamily="34" charset="0"/>
              </a:endParaRPr>
            </a:p>
          </p:txBody>
        </p:sp>
      </p:grpSp>
      <p:sp>
        <p:nvSpPr>
          <p:cNvPr id="17" name="직사각형 16">
            <a:extLst>
              <a:ext uri="{FF2B5EF4-FFF2-40B4-BE49-F238E27FC236}">
                <a16:creationId xmlns:a16="http://schemas.microsoft.com/office/drawing/2014/main" id="{A277BFC5-A207-4CF8-ABDA-0E3BA33A51C8}"/>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7EAD60A7-42C9-4A93-88A7-BBB0CF262517}"/>
              </a:ext>
            </a:extLst>
          </p:cNvPr>
          <p:cNvGrpSpPr/>
          <p:nvPr/>
        </p:nvGrpSpPr>
        <p:grpSpPr>
          <a:xfrm>
            <a:off x="558924" y="1772816"/>
            <a:ext cx="8782050" cy="1483568"/>
            <a:chOff x="558924" y="1772816"/>
            <a:chExt cx="8782050" cy="1483568"/>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6"/>
              <a:ext cx="8782050" cy="148356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8" name="그림 17">
              <a:extLst>
                <a:ext uri="{FF2B5EF4-FFF2-40B4-BE49-F238E27FC236}">
                  <a16:creationId xmlns:a16="http://schemas.microsoft.com/office/drawing/2014/main" id="{9E5A4559-7335-4DE4-8AD9-C9E977B69977}"/>
                </a:ext>
              </a:extLst>
            </p:cNvPr>
            <p:cNvPicPr>
              <a:picLocks noChangeAspect="1"/>
            </p:cNvPicPr>
            <p:nvPr/>
          </p:nvPicPr>
          <p:blipFill rotWithShape="1">
            <a:blip r:embed="rId5"/>
            <a:srcRect l="1476" r="20407"/>
            <a:stretch/>
          </p:blipFill>
          <p:spPr>
            <a:xfrm>
              <a:off x="597157" y="1810139"/>
              <a:ext cx="8743817" cy="1371600"/>
            </a:xfrm>
            <a:prstGeom prst="rect">
              <a:avLst/>
            </a:prstGeom>
          </p:spPr>
        </p:pic>
      </p:grpSp>
      <p:grpSp>
        <p:nvGrpSpPr>
          <p:cNvPr id="3" name="그룹 78">
            <a:extLst>
              <a:ext uri="{FF2B5EF4-FFF2-40B4-BE49-F238E27FC236}">
                <a16:creationId xmlns:a16="http://schemas.microsoft.com/office/drawing/2014/main" id="{64509B06-C22E-395A-82C3-26B19B438E91}"/>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84B7C4EF-B33F-FF75-E573-FF253E94D3DC}"/>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5" name="직사각형 80">
              <a:extLst>
                <a:ext uri="{FF2B5EF4-FFF2-40B4-BE49-F238E27FC236}">
                  <a16:creationId xmlns:a16="http://schemas.microsoft.com/office/drawing/2014/main" id="{37E8D678-8BA4-5E9E-48F1-E3495B468FF9}"/>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168567459"/>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3341149"/>
            <a:ext cx="8782050" cy="711454"/>
            <a:chOff x="557644" y="5085181"/>
            <a:chExt cx="8782050" cy="711454"/>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83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Nó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cũng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thể</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thực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hiện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thông</a:t>
              </a:r>
              <a:r>
                <a:rPr lang="en-US" altLang="ko-KR" sz="1300" dirty="0">
                  <a:solidFill>
                    <a:prstClr val="black">
                      <a:lumMod val="85000"/>
                      <a:lumOff val="15000"/>
                    </a:prstClr>
                  </a:solidFill>
                  <a:latin typeface="SamsungOne-400" panose="020B0503030303020204" pitchFamily="34" charset="0"/>
                </a:rPr>
                <a:t> qua </a:t>
              </a:r>
              <a:r>
                <a:rPr lang="en-US" altLang="ko-KR" sz="1300" dirty="0" err="1">
                  <a:solidFill>
                    <a:prstClr val="black">
                      <a:lumMod val="85000"/>
                      <a:lumOff val="15000"/>
                    </a:prstClr>
                  </a:solidFill>
                  <a:latin typeface="SamsungOne-400" panose="020B0503030303020204" pitchFamily="34" charset="0"/>
                </a:rPr>
                <a:t>cắt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lát</a:t>
              </a:r>
              <a:r>
                <a:rPr lang="en-US" altLang="ko-KR" sz="1300" dirty="0">
                  <a:solidFill>
                    <a:prstClr val="black">
                      <a:lumMod val="85000"/>
                      <a:lumOff val="15000"/>
                    </a:prstClr>
                  </a:solidFill>
                  <a:latin typeface="SamsungOne-400" panose="020B0503030303020204" pitchFamily="34" charset="0"/>
                </a:rPr>
                <a:t>.</a:t>
              </a:r>
            </a:p>
          </p:txBody>
        </p:sp>
      </p:grpSp>
      <p:sp>
        <p:nvSpPr>
          <p:cNvPr id="17" name="직사각형 16">
            <a:extLst>
              <a:ext uri="{FF2B5EF4-FFF2-40B4-BE49-F238E27FC236}">
                <a16:creationId xmlns:a16="http://schemas.microsoft.com/office/drawing/2014/main" id="{511E916B-2FE0-4A56-B2CB-A0E0A0DA4A1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2">
            <a:extLst>
              <a:ext uri="{FF2B5EF4-FFF2-40B4-BE49-F238E27FC236}">
                <a16:creationId xmlns:a16="http://schemas.microsoft.com/office/drawing/2014/main" id="{AF5F5209-CE3A-4B92-B748-3AE86037AD53}"/>
              </a:ext>
            </a:extLst>
          </p:cNvPr>
          <p:cNvGrpSpPr/>
          <p:nvPr/>
        </p:nvGrpSpPr>
        <p:grpSpPr>
          <a:xfrm>
            <a:off x="558924" y="1772816"/>
            <a:ext cx="8782051" cy="1472902"/>
            <a:chOff x="558924" y="1772816"/>
            <a:chExt cx="8782051" cy="1472902"/>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6"/>
              <a:ext cx="8782050" cy="147290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8" name="그림 17">
              <a:extLst>
                <a:ext uri="{FF2B5EF4-FFF2-40B4-BE49-F238E27FC236}">
                  <a16:creationId xmlns:a16="http://schemas.microsoft.com/office/drawing/2014/main" id="{67306C4A-67BA-4E74-9CD6-43B8A3CBB86B}"/>
                </a:ext>
              </a:extLst>
            </p:cNvPr>
            <p:cNvPicPr>
              <a:picLocks noChangeAspect="1"/>
            </p:cNvPicPr>
            <p:nvPr/>
          </p:nvPicPr>
          <p:blipFill rotWithShape="1">
            <a:blip r:embed="rId5"/>
            <a:srcRect l="1617" r="19151"/>
            <a:stretch/>
          </p:blipFill>
          <p:spPr>
            <a:xfrm>
              <a:off x="615819" y="1810139"/>
              <a:ext cx="8725156" cy="1418253"/>
            </a:xfrm>
            <a:prstGeom prst="rect">
              <a:avLst/>
            </a:prstGeom>
          </p:spPr>
        </p:pic>
      </p:grpSp>
      <p:grpSp>
        <p:nvGrpSpPr>
          <p:cNvPr id="2" name="그룹 78">
            <a:extLst>
              <a:ext uri="{FF2B5EF4-FFF2-40B4-BE49-F238E27FC236}">
                <a16:creationId xmlns:a16="http://schemas.microsoft.com/office/drawing/2014/main" id="{8C269008-2E7D-A3C7-D7F1-602DCD228F14}"/>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6748D843-A5A2-02C6-6074-D91478267A3F}"/>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5" name="직사각형 80">
              <a:extLst>
                <a:ext uri="{FF2B5EF4-FFF2-40B4-BE49-F238E27FC236}">
                  <a16:creationId xmlns:a16="http://schemas.microsoft.com/office/drawing/2014/main" id="{987C074D-2210-75F0-66ED-7C8ECC68DA0F}"/>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705583820"/>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직사각형 9">
            <a:extLst>
              <a:ext uri="{FF2B5EF4-FFF2-40B4-BE49-F238E27FC236}">
                <a16:creationId xmlns:a16="http://schemas.microsoft.com/office/drawing/2014/main" id="{756D92C3-9FD0-40AE-880D-095433C0FD7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5A0448C4-15B6-44F6-A17B-B835BDCEDA9B}"/>
              </a:ext>
            </a:extLst>
          </p:cNvPr>
          <p:cNvGrpSpPr/>
          <p:nvPr/>
        </p:nvGrpSpPr>
        <p:grpSpPr>
          <a:xfrm>
            <a:off x="558924" y="1772816"/>
            <a:ext cx="8782050" cy="1472902"/>
            <a:chOff x="558924" y="1772816"/>
            <a:chExt cx="8782050" cy="1472902"/>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6"/>
              <a:ext cx="8782050" cy="147290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2" name="그림 11">
              <a:extLst>
                <a:ext uri="{FF2B5EF4-FFF2-40B4-BE49-F238E27FC236}">
                  <a16:creationId xmlns:a16="http://schemas.microsoft.com/office/drawing/2014/main" id="{B0889E86-2871-4073-ABB6-5750F6D75104}"/>
                </a:ext>
              </a:extLst>
            </p:cNvPr>
            <p:cNvPicPr>
              <a:picLocks noChangeAspect="1"/>
            </p:cNvPicPr>
            <p:nvPr/>
          </p:nvPicPr>
          <p:blipFill rotWithShape="1">
            <a:blip r:embed="rId4"/>
            <a:srcRect l="1361" r="20748"/>
            <a:stretch/>
          </p:blipFill>
          <p:spPr>
            <a:xfrm>
              <a:off x="580388" y="1800922"/>
              <a:ext cx="8760586" cy="1436685"/>
            </a:xfrm>
            <a:prstGeom prst="rect">
              <a:avLst/>
            </a:prstGeom>
          </p:spPr>
        </p:pic>
      </p:grpSp>
      <p:grpSp>
        <p:nvGrpSpPr>
          <p:cNvPr id="3" name="그룹 78">
            <a:extLst>
              <a:ext uri="{FF2B5EF4-FFF2-40B4-BE49-F238E27FC236}">
                <a16:creationId xmlns:a16="http://schemas.microsoft.com/office/drawing/2014/main" id="{36DB393B-7692-BCDE-5296-0A92CE6B5731}"/>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0FD2F7A6-7853-3A3D-80FF-F65F23260406}"/>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5" name="직사각형 80">
              <a:extLst>
                <a:ext uri="{FF2B5EF4-FFF2-40B4-BE49-F238E27FC236}">
                  <a16:creationId xmlns:a16="http://schemas.microsoft.com/office/drawing/2014/main" id="{16A4BCC8-7C23-B677-08F9-48A2A500C84B}"/>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906611257"/>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8924" y="4465989"/>
            <a:ext cx="8782050" cy="889782"/>
            <a:chOff x="557644" y="5085181"/>
            <a:chExt cx="8782050" cy="889782"/>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88978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87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400110"/>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Chọn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phần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tử</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từ</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hai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hoặc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nhiều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df</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điểm</a:t>
              </a:r>
              <a:r>
                <a:rPr lang="en-US" altLang="ko-KR" sz="1300" dirty="0">
                  <a:solidFill>
                    <a:prstClr val="black">
                      <a:lumMod val="85000"/>
                      <a:lumOff val="15000"/>
                    </a:prstClr>
                  </a:solidFill>
                  <a:latin typeface="SamsungOne-400" panose="020B0503030303020204" pitchFamily="34" charset="0"/>
                </a:rPr>
                <a:t> “music” </a:t>
              </a:r>
              <a:r>
                <a:rPr lang="en-US" altLang="ko-KR" sz="1300" dirty="0" err="1">
                  <a:solidFill>
                    <a:prstClr val="black">
                      <a:lumMod val="85000"/>
                      <a:lumOff val="15000"/>
                    </a:prstClr>
                  </a:solidFill>
                  <a:latin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phys_tra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honggildong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hongeedong</a:t>
              </a:r>
              <a:r>
                <a:rPr lang="en-US" altLang="ko-KR" sz="1300" dirty="0">
                  <a:solidFill>
                    <a:prstClr val="black">
                      <a:lumMod val="85000"/>
                      <a:lumOff val="15000"/>
                    </a:prstClr>
                  </a:solidFill>
                  <a:latin typeface="SamsungOne-400" panose="020B0503030303020204" pitchFamily="34" charset="0"/>
                </a:rPr>
                <a:t>”).</a:t>
              </a:r>
            </a:p>
          </p:txBody>
        </p:sp>
      </p:grpSp>
      <p:grpSp>
        <p:nvGrpSpPr>
          <p:cNvPr id="2" name="그룹 1">
            <a:extLst>
              <a:ext uri="{FF2B5EF4-FFF2-40B4-BE49-F238E27FC236}">
                <a16:creationId xmlns:a16="http://schemas.microsoft.com/office/drawing/2014/main" id="{324B754C-9C7F-44F2-BF6D-C2B2C6E03922}"/>
              </a:ext>
            </a:extLst>
          </p:cNvPr>
          <p:cNvGrpSpPr/>
          <p:nvPr/>
        </p:nvGrpSpPr>
        <p:grpSpPr>
          <a:xfrm>
            <a:off x="558924" y="1772815"/>
            <a:ext cx="8782051" cy="2613901"/>
            <a:chOff x="558924" y="1772815"/>
            <a:chExt cx="8782051" cy="2613901"/>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5"/>
              <a:ext cx="8782050" cy="261390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2124" r="19398"/>
            <a:stretch/>
          </p:blipFill>
          <p:spPr>
            <a:xfrm>
              <a:off x="670531" y="1820807"/>
              <a:ext cx="8670444" cy="2540290"/>
            </a:xfrm>
            <a:prstGeom prst="rect">
              <a:avLst/>
            </a:prstGeom>
          </p:spPr>
        </p:pic>
      </p:grpSp>
      <p:sp>
        <p:nvSpPr>
          <p:cNvPr id="17" name="직사각형 16">
            <a:extLst>
              <a:ext uri="{FF2B5EF4-FFF2-40B4-BE49-F238E27FC236}">
                <a16:creationId xmlns:a16="http://schemas.microsoft.com/office/drawing/2014/main" id="{2961EAEC-04D5-4EF9-A083-E8C85E85173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3F01CA09-5D40-90CF-EE91-4F3AA3C32F17}"/>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1683F47A-1BFC-7523-6D0A-0D9E1C9A114C}"/>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0950ACE3-A834-9D3F-F14D-2EA9EE90727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597748579"/>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35089F11-B4E8-41EF-9A23-16ED2B922DC0}"/>
              </a:ext>
            </a:extLst>
          </p:cNvPr>
          <p:cNvGrpSpPr/>
          <p:nvPr/>
        </p:nvGrpSpPr>
        <p:grpSpPr>
          <a:xfrm>
            <a:off x="558924" y="1772815"/>
            <a:ext cx="8782051" cy="2613901"/>
            <a:chOff x="558924" y="1772815"/>
            <a:chExt cx="8782051" cy="2613901"/>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5"/>
              <a:ext cx="8782050" cy="261390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3"/>
            <a:srcRect l="1571" t="4220" r="18336"/>
            <a:stretch/>
          </p:blipFill>
          <p:spPr>
            <a:xfrm>
              <a:off x="643813" y="1884783"/>
              <a:ext cx="8697162" cy="2398982"/>
            </a:xfrm>
            <a:prstGeom prst="rect">
              <a:avLst/>
            </a:prstGeom>
          </p:spPr>
        </p:pic>
      </p:grpSp>
      <p:sp>
        <p:nvSpPr>
          <p:cNvPr id="10" name="직사각형 9">
            <a:extLst>
              <a:ext uri="{FF2B5EF4-FFF2-40B4-BE49-F238E27FC236}">
                <a16:creationId xmlns:a16="http://schemas.microsoft.com/office/drawing/2014/main" id="{AACEB387-C7C8-4288-B8B4-9D8046C533A8}"/>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78">
            <a:extLst>
              <a:ext uri="{FF2B5EF4-FFF2-40B4-BE49-F238E27FC236}">
                <a16:creationId xmlns:a16="http://schemas.microsoft.com/office/drawing/2014/main" id="{F0800C86-4799-5409-5D4F-642699FB3EFC}"/>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9B551D27-9EEC-6C0E-7EF2-572F09D21729}"/>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0E3011D2-7704-FBA2-213E-926BAEE557D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949563983"/>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2A05378C-640E-49FD-819F-3E6879F81B1A}"/>
              </a:ext>
            </a:extLst>
          </p:cNvPr>
          <p:cNvGrpSpPr/>
          <p:nvPr/>
        </p:nvGrpSpPr>
        <p:grpSpPr>
          <a:xfrm>
            <a:off x="558924" y="1772815"/>
            <a:ext cx="8782050" cy="2613901"/>
            <a:chOff x="558924" y="1772815"/>
            <a:chExt cx="8782050" cy="2613901"/>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5"/>
              <a:ext cx="8782050" cy="261390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382" r="19844"/>
            <a:stretch/>
          </p:blipFill>
          <p:spPr>
            <a:xfrm>
              <a:off x="625151" y="1799830"/>
              <a:ext cx="8715823" cy="2568224"/>
            </a:xfrm>
            <a:prstGeom prst="rect">
              <a:avLst/>
            </a:prstGeom>
          </p:spPr>
        </p:pic>
      </p:grpSp>
      <p:sp>
        <p:nvSpPr>
          <p:cNvPr id="10" name="직사각형 9">
            <a:extLst>
              <a:ext uri="{FF2B5EF4-FFF2-40B4-BE49-F238E27FC236}">
                <a16:creationId xmlns:a16="http://schemas.microsoft.com/office/drawing/2014/main" id="{E9E21DE5-8FAA-4811-90B0-DCFD1BF4DF1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975611A4-0091-A6B1-D572-19DB791D49C3}"/>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29B235D4-D1A9-7AEE-96A9-7F098AF33367}"/>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EC366AE6-58DA-7DAB-832E-3E4F55EC9CEF}"/>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524558775"/>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68371DC8-1A86-4BB6-A8D1-BFFB4B71CA0D}"/>
              </a:ext>
            </a:extLst>
          </p:cNvPr>
          <p:cNvGrpSpPr/>
          <p:nvPr/>
        </p:nvGrpSpPr>
        <p:grpSpPr>
          <a:xfrm>
            <a:off x="558924" y="1772815"/>
            <a:ext cx="8782050" cy="2613901"/>
            <a:chOff x="558924" y="1772815"/>
            <a:chExt cx="8782050" cy="2613901"/>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5"/>
              <a:ext cx="8782050" cy="261390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854" r="18270" b="5181"/>
            <a:stretch/>
          </p:blipFill>
          <p:spPr>
            <a:xfrm>
              <a:off x="662473" y="1849174"/>
              <a:ext cx="8678501" cy="2443921"/>
            </a:xfrm>
            <a:prstGeom prst="rect">
              <a:avLst/>
            </a:prstGeom>
          </p:spPr>
        </p:pic>
      </p:grpSp>
      <p:sp>
        <p:nvSpPr>
          <p:cNvPr id="10" name="직사각형 9">
            <a:extLst>
              <a:ext uri="{FF2B5EF4-FFF2-40B4-BE49-F238E27FC236}">
                <a16:creationId xmlns:a16="http://schemas.microsoft.com/office/drawing/2014/main" id="{63B890A4-7086-4DA8-A5D7-6B879C8BB27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8546C3D3-6D95-2245-DC61-967B81E3AC63}"/>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79D257AF-E537-95FE-88CC-6A4582653145}"/>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A5539B3F-3613-A8C5-2ABA-C208EF7D922A}"/>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310755223"/>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p:cNvGrpSpPr/>
          <p:nvPr/>
        </p:nvGrpSpPr>
        <p:grpSpPr>
          <a:xfrm>
            <a:off x="558924" y="4753137"/>
            <a:ext cx="8782050" cy="711454"/>
            <a:chOff x="557644" y="5085181"/>
            <a:chExt cx="8782050" cy="711454"/>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94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Thêm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điểm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kor</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vào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df</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rPr>
                <a:t> 80.</a:t>
              </a:r>
            </a:p>
          </p:txBody>
        </p:sp>
      </p:grpSp>
      <p:grpSp>
        <p:nvGrpSpPr>
          <p:cNvPr id="3" name="그룹 2">
            <a:extLst>
              <a:ext uri="{FF2B5EF4-FFF2-40B4-BE49-F238E27FC236}">
                <a16:creationId xmlns:a16="http://schemas.microsoft.com/office/drawing/2014/main" id="{0BA2CDE1-6035-4267-848C-02159160ABFD}"/>
              </a:ext>
            </a:extLst>
          </p:cNvPr>
          <p:cNvGrpSpPr/>
          <p:nvPr/>
        </p:nvGrpSpPr>
        <p:grpSpPr>
          <a:xfrm>
            <a:off x="558924" y="1772815"/>
            <a:ext cx="8782050" cy="2876823"/>
            <a:chOff x="558924" y="1772815"/>
            <a:chExt cx="8782050" cy="2876823"/>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5"/>
              <a:ext cx="8782050" cy="287682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665" r="16102"/>
            <a:stretch/>
          </p:blipFill>
          <p:spPr>
            <a:xfrm>
              <a:off x="638855" y="1831275"/>
              <a:ext cx="8702119" cy="2749853"/>
            </a:xfrm>
            <a:prstGeom prst="rect">
              <a:avLst/>
            </a:prstGeom>
          </p:spPr>
        </p:pic>
      </p:grpSp>
      <p:sp>
        <p:nvSpPr>
          <p:cNvPr id="16" name="직사각형 15">
            <a:extLst>
              <a:ext uri="{FF2B5EF4-FFF2-40B4-BE49-F238E27FC236}">
                <a16:creationId xmlns:a16="http://schemas.microsoft.com/office/drawing/2014/main" id="{2BC8FDB1-C6FF-441B-9A75-8BD93407654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Thêm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C6D84FC1-A166-53C8-6DE8-28EFBED956C8}"/>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163FF120-D537-A51C-50EB-FC3BC142B0FD}"/>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346C6EF4-67DC-CF35-49EC-476613B5E11F}"/>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145733665"/>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9005307B-8A86-4263-9087-D1E829BDEF59}"/>
              </a:ext>
            </a:extLst>
          </p:cNvPr>
          <p:cNvGrpSpPr/>
          <p:nvPr/>
        </p:nvGrpSpPr>
        <p:grpSpPr>
          <a:xfrm>
            <a:off x="558924" y="1772815"/>
            <a:ext cx="8782050" cy="2448273"/>
            <a:chOff x="558924" y="1772815"/>
            <a:chExt cx="8782050" cy="2448273"/>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5"/>
              <a:ext cx="8782050" cy="244827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948" r="14289"/>
            <a:stretch/>
          </p:blipFill>
          <p:spPr>
            <a:xfrm>
              <a:off x="625148" y="1817676"/>
              <a:ext cx="8715825" cy="2331404"/>
            </a:xfrm>
            <a:prstGeom prst="rect">
              <a:avLst/>
            </a:prstGeom>
          </p:spPr>
        </p:pic>
      </p:grpSp>
      <p:sp>
        <p:nvSpPr>
          <p:cNvPr id="10" name="직사각형 9">
            <a:extLst>
              <a:ext uri="{FF2B5EF4-FFF2-40B4-BE49-F238E27FC236}">
                <a16:creationId xmlns:a16="http://schemas.microsoft.com/office/drawing/2014/main" id="{9B5D44AE-8B63-4191-857A-3FA4D260CA8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Thêm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6CB04672-CB60-F7C3-2EF5-467518D9F153}"/>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C95A3739-35E9-4DFA-6BBF-0DE38CCBBACF}"/>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3917F9E4-CCB4-E56D-FBDB-49BF0A04E790}"/>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087177688"/>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p:cNvGrpSpPr/>
          <p:nvPr/>
        </p:nvGrpSpPr>
        <p:grpSpPr>
          <a:xfrm>
            <a:off x="561850" y="5085184"/>
            <a:ext cx="8782050" cy="711454"/>
            <a:chOff x="557644" y="5085181"/>
            <a:chExt cx="8782050" cy="711454"/>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97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Thêm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mới</a:t>
              </a:r>
              <a:r>
                <a:rPr lang="en-US" altLang="ko-KR" sz="1300" dirty="0">
                  <a:solidFill>
                    <a:prstClr val="black">
                      <a:lumMod val="85000"/>
                      <a:lumOff val="15000"/>
                    </a:prstClr>
                  </a:solidFill>
                  <a:latin typeface="SamsungOne-400" panose="020B0503030303020204" pitchFamily="34" charset="0"/>
                </a:rPr>
                <a:t> - </a:t>
              </a:r>
              <a:r>
                <a:rPr lang="en-US" altLang="ko-KR" sz="1300" dirty="0" err="1">
                  <a:solidFill>
                    <a:prstClr val="black">
                      <a:lumMod val="85000"/>
                      <a:lumOff val="15000"/>
                    </a:prstClr>
                  </a:solidFill>
                  <a:latin typeface="SamsungOne-400" panose="020B0503030303020204" pitchFamily="34" charset="0"/>
                </a:rPr>
                <a:t>nhập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cùng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0 </a:t>
              </a:r>
              <a:r>
                <a:rPr lang="en-US" altLang="ko-KR" sz="1300" dirty="0" err="1">
                  <a:solidFill>
                    <a:prstClr val="black">
                      <a:lumMod val="85000"/>
                      <a:lumOff val="15000"/>
                    </a:prstClr>
                  </a:solidFill>
                  <a:latin typeface="SamsungOne-400" panose="020B0503030303020204" pitchFamily="34" charset="0"/>
                </a:rPr>
                <a:t>cho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phần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tử</a:t>
              </a:r>
              <a:r>
                <a:rPr lang="en-US" altLang="ko-KR" sz="1300" dirty="0">
                  <a:solidFill>
                    <a:prstClr val="black">
                      <a:lumMod val="85000"/>
                      <a:lumOff val="15000"/>
                    </a:prstClr>
                  </a:solidFill>
                  <a:latin typeface="SamsungOne-400" panose="020B0503030303020204" pitchFamily="34" charset="0"/>
                </a:rPr>
                <a:t>.</a:t>
              </a:r>
            </a:p>
          </p:txBody>
        </p:sp>
      </p:grpSp>
      <p:grpSp>
        <p:nvGrpSpPr>
          <p:cNvPr id="3" name="그룹 2">
            <a:extLst>
              <a:ext uri="{FF2B5EF4-FFF2-40B4-BE49-F238E27FC236}">
                <a16:creationId xmlns:a16="http://schemas.microsoft.com/office/drawing/2014/main" id="{8C328150-7667-44A4-9491-27F6CB750435}"/>
              </a:ext>
            </a:extLst>
          </p:cNvPr>
          <p:cNvGrpSpPr/>
          <p:nvPr/>
        </p:nvGrpSpPr>
        <p:grpSpPr>
          <a:xfrm>
            <a:off x="558924" y="1772815"/>
            <a:ext cx="8782050" cy="3207875"/>
            <a:chOff x="558924" y="1772815"/>
            <a:chExt cx="8782050" cy="3207875"/>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5"/>
              <a:ext cx="8782050" cy="320787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759" r="14290"/>
            <a:stretch/>
          </p:blipFill>
          <p:spPr>
            <a:xfrm>
              <a:off x="653142" y="1811514"/>
              <a:ext cx="8687832" cy="3051748"/>
            </a:xfrm>
            <a:prstGeom prst="rect">
              <a:avLst/>
            </a:prstGeom>
          </p:spPr>
        </p:pic>
      </p:grpSp>
      <p:sp>
        <p:nvSpPr>
          <p:cNvPr id="16" name="직사각형 15">
            <a:extLst>
              <a:ext uri="{FF2B5EF4-FFF2-40B4-BE49-F238E27FC236}">
                <a16:creationId xmlns:a16="http://schemas.microsoft.com/office/drawing/2014/main" id="{90D087A6-1DCE-44EC-A0B8-94EDA454800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Thêm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B3EB9848-142A-8BB6-BE77-BB492F17D97B}"/>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447C6FE1-3625-247D-2804-16B61919D364}"/>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73FF0EA0-2112-C9CE-0415-A758640D0EA0}"/>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616011003"/>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p:cNvGrpSpPr/>
          <p:nvPr/>
        </p:nvGrpSpPr>
        <p:grpSpPr>
          <a:xfrm>
            <a:off x="561850" y="4995924"/>
            <a:ext cx="8782050" cy="711454"/>
            <a:chOff x="557644" y="5085181"/>
            <a:chExt cx="8782050" cy="711454"/>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99</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Thêm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mới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nhập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mảng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phần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tử</a:t>
              </a:r>
              <a:r>
                <a:rPr lang="en-US" altLang="ko-KR" sz="1300" dirty="0">
                  <a:solidFill>
                    <a:prstClr val="black">
                      <a:lumMod val="85000"/>
                      <a:lumOff val="15000"/>
                    </a:prstClr>
                  </a:solidFill>
                  <a:latin typeface="SamsungOne-400" panose="020B0503030303020204" pitchFamily="34" charset="0"/>
                </a:rPr>
                <a:t>.</a:t>
              </a:r>
            </a:p>
          </p:txBody>
        </p:sp>
      </p:grpSp>
      <p:grpSp>
        <p:nvGrpSpPr>
          <p:cNvPr id="2" name="그룹 1">
            <a:extLst>
              <a:ext uri="{FF2B5EF4-FFF2-40B4-BE49-F238E27FC236}">
                <a16:creationId xmlns:a16="http://schemas.microsoft.com/office/drawing/2014/main" id="{D6F105C7-9CAE-4A9B-B976-6841A3182CAA}"/>
              </a:ext>
            </a:extLst>
          </p:cNvPr>
          <p:cNvGrpSpPr/>
          <p:nvPr/>
        </p:nvGrpSpPr>
        <p:grpSpPr>
          <a:xfrm>
            <a:off x="558924" y="1772816"/>
            <a:ext cx="8782050" cy="3144242"/>
            <a:chOff x="558924" y="1772816"/>
            <a:chExt cx="8782050" cy="3144242"/>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6"/>
              <a:ext cx="8782050" cy="314424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287" r="15810"/>
            <a:stretch/>
          </p:blipFill>
          <p:spPr>
            <a:xfrm>
              <a:off x="671804" y="1812416"/>
              <a:ext cx="8669170" cy="3039502"/>
            </a:xfrm>
            <a:prstGeom prst="rect">
              <a:avLst/>
            </a:prstGeom>
          </p:spPr>
        </p:pic>
      </p:grpSp>
      <p:sp>
        <p:nvSpPr>
          <p:cNvPr id="16" name="직사각형 15">
            <a:extLst>
              <a:ext uri="{FF2B5EF4-FFF2-40B4-BE49-F238E27FC236}">
                <a16:creationId xmlns:a16="http://schemas.microsoft.com/office/drawing/2014/main" id="{576AD764-6A1F-4FF7-B5BA-6BFA96EFF519}"/>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Thêm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97E34368-DB9D-D774-1202-CAD5078FA55A}"/>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5A02D789-13E5-7A9F-1ABD-2AA5F553C3C0}"/>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9E2C15B0-89AD-77F3-DC2B-CEA8B64E09BA}"/>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847460611"/>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A6A1D4D2-5AB5-4A39-B336-53A4048BBBFB}"/>
              </a:ext>
            </a:extLst>
          </p:cNvPr>
          <p:cNvGrpSpPr/>
          <p:nvPr/>
        </p:nvGrpSpPr>
        <p:grpSpPr>
          <a:xfrm>
            <a:off x="558924" y="1772816"/>
            <a:ext cx="8782050" cy="1584176"/>
            <a:chOff x="558924" y="1772816"/>
            <a:chExt cx="8782050" cy="1584176"/>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6"/>
              <a:ext cx="8782050" cy="158417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288" t="5580" r="21774"/>
            <a:stretch/>
          </p:blipFill>
          <p:spPr>
            <a:xfrm>
              <a:off x="662473" y="1894115"/>
              <a:ext cx="8678501" cy="1360477"/>
            </a:xfrm>
            <a:prstGeom prst="rect">
              <a:avLst/>
            </a:prstGeom>
          </p:spPr>
        </p:pic>
      </p:grpSp>
      <p:sp>
        <p:nvSpPr>
          <p:cNvPr id="10" name="직사각형 9">
            <a:extLst>
              <a:ext uri="{FF2B5EF4-FFF2-40B4-BE49-F238E27FC236}">
                <a16:creationId xmlns:a16="http://schemas.microsoft.com/office/drawing/2014/main" id="{DD8F7159-7465-44AA-A665-41DB8606A94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Thêm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1D92C56D-4204-8DA2-B40C-8761C23F29F6}"/>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73F4D5EE-1C1E-D4A5-E615-4AB62389D179}"/>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BA7FFCFB-39B1-15F4-8657-77502EDAB47C}"/>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835683911"/>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8CBCAC67-87E2-45F9-90FB-EE25FBAC79E0}"/>
              </a:ext>
            </a:extLst>
          </p:cNvPr>
          <p:cNvGrpSpPr/>
          <p:nvPr/>
        </p:nvGrpSpPr>
        <p:grpSpPr>
          <a:xfrm>
            <a:off x="558924" y="1988840"/>
            <a:ext cx="8782050" cy="4326191"/>
            <a:chOff x="558924" y="2055137"/>
            <a:chExt cx="8782050" cy="4326191"/>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055137"/>
              <a:ext cx="8782050" cy="432619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a:blip r:embed="rId3"/>
            <a:stretch>
              <a:fillRect/>
            </a:stretch>
          </p:blipFill>
          <p:spPr>
            <a:xfrm>
              <a:off x="711201" y="2101962"/>
              <a:ext cx="8272659" cy="4202752"/>
            </a:xfrm>
            <a:prstGeom prst="rect">
              <a:avLst/>
            </a:prstGeom>
          </p:spPr>
        </p:pic>
      </p:grpSp>
      <p:grpSp>
        <p:nvGrpSpPr>
          <p:cNvPr id="12" name="그룹 11">
            <a:extLst>
              <a:ext uri="{FF2B5EF4-FFF2-40B4-BE49-F238E27FC236}">
                <a16:creationId xmlns:a16="http://schemas.microsoft.com/office/drawing/2014/main" id="{57C2D2DA-CE54-4A93-B965-6C967C27254B}"/>
              </a:ext>
            </a:extLst>
          </p:cNvPr>
          <p:cNvGrpSpPr/>
          <p:nvPr/>
        </p:nvGrpSpPr>
        <p:grpSpPr>
          <a:xfrm>
            <a:off x="580388" y="1413381"/>
            <a:ext cx="8887612" cy="581295"/>
            <a:chOff x="580388" y="1413381"/>
            <a:chExt cx="8887612" cy="581295"/>
          </a:xfrm>
        </p:grpSpPr>
        <p:sp>
          <p:nvSpPr>
            <p:cNvPr id="13" name="직사각형 12">
              <a:extLst>
                <a:ext uri="{FF2B5EF4-FFF2-40B4-BE49-F238E27FC236}">
                  <a16:creationId xmlns:a16="http://schemas.microsoft.com/office/drawing/2014/main" id="{14C79C11-8FCC-4283-A29E-71A27AD0D7D8}"/>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Thêm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4" name="Rectangle 12">
              <a:extLst>
                <a:ext uri="{FF2B5EF4-FFF2-40B4-BE49-F238E27FC236}">
                  <a16:creationId xmlns:a16="http://schemas.microsoft.com/office/drawing/2014/main" id="{78EEE360-B18E-4C3C-A936-1976E4B122BE}"/>
                </a:ext>
              </a:extLst>
            </p:cNvPr>
            <p:cNvSpPr/>
            <p:nvPr/>
          </p:nvSpPr>
          <p:spPr>
            <a:xfrm>
              <a:off x="711201" y="1649215"/>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help(</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df.reset_index</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grpSp>
        <p:nvGrpSpPr>
          <p:cNvPr id="2" name="그룹 78">
            <a:extLst>
              <a:ext uri="{FF2B5EF4-FFF2-40B4-BE49-F238E27FC236}">
                <a16:creationId xmlns:a16="http://schemas.microsoft.com/office/drawing/2014/main" id="{637AEF4B-DA32-3C27-F659-2D71279FE42A}"/>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B9DF55D1-B7EF-812B-74FF-30C71C3CCE5E}"/>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3A97592E-D56A-4AC6-F181-DE4F0F2FB5E7}"/>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301174870"/>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725131C0-39AF-42EF-87A5-144ADD5E746D}"/>
              </a:ext>
            </a:extLst>
          </p:cNvPr>
          <p:cNvGrpSpPr/>
          <p:nvPr/>
        </p:nvGrpSpPr>
        <p:grpSpPr>
          <a:xfrm>
            <a:off x="558924" y="1772816"/>
            <a:ext cx="8782050" cy="2814023"/>
            <a:chOff x="558924" y="1772816"/>
            <a:chExt cx="8782050" cy="2814023"/>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6"/>
              <a:ext cx="8782050" cy="281402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193" r="16110"/>
            <a:stretch/>
          </p:blipFill>
          <p:spPr>
            <a:xfrm>
              <a:off x="662473" y="1832402"/>
              <a:ext cx="8678501" cy="2658056"/>
            </a:xfrm>
            <a:prstGeom prst="rect">
              <a:avLst/>
            </a:prstGeom>
          </p:spPr>
        </p:pic>
      </p:grpSp>
      <p:sp>
        <p:nvSpPr>
          <p:cNvPr id="10" name="직사각형 9">
            <a:extLst>
              <a:ext uri="{FF2B5EF4-FFF2-40B4-BE49-F238E27FC236}">
                <a16:creationId xmlns:a16="http://schemas.microsoft.com/office/drawing/2014/main" id="{AF477478-BCCF-4FEE-A817-2AC69DA72441}"/>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Thêm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7DEBF0BA-1831-4BE9-7A62-4E5621479E59}"/>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FE067FDE-7BB8-92BF-7D97-637774B8616E}"/>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DBAFB9B5-0D72-9A73-90B7-08187B472A2D}"/>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589704765"/>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61850" y="4950499"/>
            <a:ext cx="8782050" cy="711454"/>
            <a:chOff x="557644" y="5085181"/>
            <a:chExt cx="8782050" cy="711454"/>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109</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Khi chỉ mục được đặt theo cách này, hãy chú ý khi thêm hàng.</a:t>
              </a:r>
              <a:endParaRPr lang="en-US" altLang="ko-KR"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C957F4BB-910C-4BFB-AAA5-5FF7CCFCF813}"/>
              </a:ext>
            </a:extLst>
          </p:cNvPr>
          <p:cNvGrpSpPr/>
          <p:nvPr/>
        </p:nvGrpSpPr>
        <p:grpSpPr>
          <a:xfrm>
            <a:off x="558924" y="1413381"/>
            <a:ext cx="8909076" cy="3438537"/>
            <a:chOff x="558924" y="1413381"/>
            <a:chExt cx="8909076" cy="3438537"/>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6"/>
              <a:ext cx="8782050" cy="307910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288" t="1136" r="14289" b="-1"/>
            <a:stretch/>
          </p:blipFill>
          <p:spPr>
            <a:xfrm>
              <a:off x="653142" y="1838130"/>
              <a:ext cx="8687832" cy="3007659"/>
            </a:xfrm>
            <a:prstGeom prst="rect">
              <a:avLst/>
            </a:prstGeom>
          </p:spPr>
        </p:pic>
        <p:sp>
          <p:nvSpPr>
            <p:cNvPr id="4" name="직사각형 3"/>
            <p:cNvSpPr/>
            <p:nvPr/>
          </p:nvSpPr>
          <p:spPr>
            <a:xfrm>
              <a:off x="1643100" y="2388638"/>
              <a:ext cx="5177577" cy="173630"/>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직사각형 16">
              <a:extLst>
                <a:ext uri="{FF2B5EF4-FFF2-40B4-BE49-F238E27FC236}">
                  <a16:creationId xmlns:a16="http://schemas.microsoft.com/office/drawing/2014/main" id="{7DE37A04-0BF6-4DF0-B756-DA791612C8F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Thêm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hàng</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grpSp>
        <p:nvGrpSpPr>
          <p:cNvPr id="5" name="그룹 78">
            <a:extLst>
              <a:ext uri="{FF2B5EF4-FFF2-40B4-BE49-F238E27FC236}">
                <a16:creationId xmlns:a16="http://schemas.microsoft.com/office/drawing/2014/main" id="{EDEEAF96-14E6-BB72-E5FD-D5FB559B0A3C}"/>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CFE58056-2152-35CA-79A1-C1F29B4D5702}"/>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5468A129-F365-58A1-9839-0C8A1E255889}"/>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659982088"/>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직사각형 3"/>
          <p:cNvSpPr/>
          <p:nvPr/>
        </p:nvSpPr>
        <p:spPr>
          <a:xfrm>
            <a:off x="1783060" y="2475781"/>
            <a:ext cx="5040560" cy="161131"/>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그룹 2">
            <a:extLst>
              <a:ext uri="{FF2B5EF4-FFF2-40B4-BE49-F238E27FC236}">
                <a16:creationId xmlns:a16="http://schemas.microsoft.com/office/drawing/2014/main" id="{D12E207F-5C08-4395-B68C-9DC0F05C2E26}"/>
              </a:ext>
            </a:extLst>
          </p:cNvPr>
          <p:cNvGrpSpPr/>
          <p:nvPr/>
        </p:nvGrpSpPr>
        <p:grpSpPr>
          <a:xfrm>
            <a:off x="558924" y="1772816"/>
            <a:ext cx="8782050" cy="4077478"/>
            <a:chOff x="558924" y="1772816"/>
            <a:chExt cx="8782050" cy="4077478"/>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6"/>
              <a:ext cx="8782050" cy="407747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913" r="15807"/>
            <a:stretch/>
          </p:blipFill>
          <p:spPr>
            <a:xfrm>
              <a:off x="653143" y="1842187"/>
              <a:ext cx="8687831" cy="3891069"/>
            </a:xfrm>
            <a:prstGeom prst="rect">
              <a:avLst/>
            </a:prstGeom>
          </p:spPr>
        </p:pic>
      </p:grpSp>
      <p:sp>
        <p:nvSpPr>
          <p:cNvPr id="12" name="직사각형 11">
            <a:extLst>
              <a:ext uri="{FF2B5EF4-FFF2-40B4-BE49-F238E27FC236}">
                <a16:creationId xmlns:a16="http://schemas.microsoft.com/office/drawing/2014/main" id="{D32F7B95-5A83-4D90-94BB-F4BD58FD5F5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Thay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phần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5" name="그룹 78">
            <a:extLst>
              <a:ext uri="{FF2B5EF4-FFF2-40B4-BE49-F238E27FC236}">
                <a16:creationId xmlns:a16="http://schemas.microsoft.com/office/drawing/2014/main" id="{C747BD2E-A4C5-893A-C736-B04BDAEC1AF5}"/>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EB8F4C8E-8E2B-F5B5-A795-12522402948D}"/>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AD3C548C-22EF-A9E1-C41A-51E7AFEF460D}"/>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016864298"/>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61850" y="4749792"/>
            <a:ext cx="8782050" cy="711454"/>
            <a:chOff x="557644" y="5085181"/>
            <a:chExt cx="8782050" cy="711454"/>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113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Chỉ định cột “tên” làm chỉ mục mới và lưu các thay đổi đối với đối tượng df.</a:t>
              </a:r>
              <a:endParaRPr lang="en-US" altLang="ko-KR"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85824C95-E2B3-4C6E-86D2-1DFA1104647C}"/>
              </a:ext>
            </a:extLst>
          </p:cNvPr>
          <p:cNvGrpSpPr/>
          <p:nvPr/>
        </p:nvGrpSpPr>
        <p:grpSpPr>
          <a:xfrm>
            <a:off x="558924" y="1772817"/>
            <a:ext cx="8782050" cy="2880320"/>
            <a:chOff x="558924" y="1772817"/>
            <a:chExt cx="8782050" cy="2880320"/>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7"/>
              <a:ext cx="8782050" cy="288032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288" r="17598"/>
            <a:stretch/>
          </p:blipFill>
          <p:spPr>
            <a:xfrm>
              <a:off x="678042" y="1804863"/>
              <a:ext cx="8662932" cy="2806455"/>
            </a:xfrm>
            <a:prstGeom prst="rect">
              <a:avLst/>
            </a:prstGeom>
          </p:spPr>
        </p:pic>
      </p:grpSp>
      <p:sp>
        <p:nvSpPr>
          <p:cNvPr id="17" name="직사각형 16">
            <a:extLst>
              <a:ext uri="{FF2B5EF4-FFF2-40B4-BE49-F238E27FC236}">
                <a16:creationId xmlns:a16="http://schemas.microsoft.com/office/drawing/2014/main" id="{292288BD-4E59-4E98-AE07-D144F835657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Thay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phần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F89C7E30-FEBB-6941-1169-72AA2ACCF178}"/>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BAD9A75B-8B6F-BF83-1B5D-B0CA90C6FF38}"/>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3492F187-D88A-FDE5-7B6B-7F0816EC079E}"/>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129050867"/>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7"/>
            <a:ext cx="8782050" cy="280851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2" name="그룹 11"/>
          <p:cNvGrpSpPr/>
          <p:nvPr/>
        </p:nvGrpSpPr>
        <p:grpSpPr>
          <a:xfrm>
            <a:off x="561850" y="4681129"/>
            <a:ext cx="8782050" cy="901215"/>
            <a:chOff x="557644" y="5085180"/>
            <a:chExt cx="8782050" cy="901215"/>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0"/>
              <a:ext cx="8782050" cy="90121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115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400110"/>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Phương pháp thay đổi một thành phần cụ thể cho DataFrame df: có nhiều phương pháp khác nhau để thay đổi điểm “phy” của “stu1”.</a:t>
              </a:r>
              <a:endParaRPr lang="en-US" altLang="ko-KR" sz="1300" dirty="0">
                <a:solidFill>
                  <a:prstClr val="black">
                    <a:lumMod val="85000"/>
                    <a:lumOff val="15000"/>
                  </a:prstClr>
                </a:solidFill>
                <a:latin typeface="SamsungOne-400" panose="020B0503030303020204" pitchFamily="34" charset="0"/>
              </a:endParaRPr>
            </a:p>
          </p:txBody>
        </p:sp>
      </p:grpSp>
      <p:pic>
        <p:nvPicPr>
          <p:cNvPr id="2" name="그림 1"/>
          <p:cNvPicPr>
            <a:picLocks noChangeAspect="1"/>
          </p:cNvPicPr>
          <p:nvPr/>
        </p:nvPicPr>
        <p:blipFill rotWithShape="1">
          <a:blip r:embed="rId4"/>
          <a:srcRect l="1100" r="15267"/>
          <a:stretch/>
        </p:blipFill>
        <p:spPr>
          <a:xfrm>
            <a:off x="653142" y="1908793"/>
            <a:ext cx="8687832" cy="2706989"/>
          </a:xfrm>
          <a:prstGeom prst="rect">
            <a:avLst/>
          </a:prstGeom>
        </p:spPr>
      </p:pic>
      <p:sp>
        <p:nvSpPr>
          <p:cNvPr id="17" name="직사각형 16">
            <a:extLst>
              <a:ext uri="{FF2B5EF4-FFF2-40B4-BE49-F238E27FC236}">
                <a16:creationId xmlns:a16="http://schemas.microsoft.com/office/drawing/2014/main" id="{D6BEFF9F-EFF9-4089-8C36-E23CADD210A0}"/>
              </a:ext>
            </a:extLst>
          </p:cNvPr>
          <p:cNvSpPr/>
          <p:nvPr/>
        </p:nvSpPr>
        <p:spPr>
          <a:xfrm>
            <a:off x="580388" y="1474419"/>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Thay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phần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78">
            <a:extLst>
              <a:ext uri="{FF2B5EF4-FFF2-40B4-BE49-F238E27FC236}">
                <a16:creationId xmlns:a16="http://schemas.microsoft.com/office/drawing/2014/main" id="{BC7B44D6-A059-47B1-A184-69473ABB965E}"/>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E7FEE5F8-BA55-60DD-7986-DAE1E74FBEDD}"/>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5" name="직사각형 80">
              <a:extLst>
                <a:ext uri="{FF2B5EF4-FFF2-40B4-BE49-F238E27FC236}">
                  <a16:creationId xmlns:a16="http://schemas.microsoft.com/office/drawing/2014/main" id="{73FAA3E8-1006-5BBF-45F6-B0FD9408BDE1}"/>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12456066"/>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341A678B-4538-4AD8-A874-DCEFC65E48A9}"/>
              </a:ext>
            </a:extLst>
          </p:cNvPr>
          <p:cNvGrpSpPr/>
          <p:nvPr/>
        </p:nvGrpSpPr>
        <p:grpSpPr>
          <a:xfrm>
            <a:off x="558924" y="1772817"/>
            <a:ext cx="8782050" cy="2880320"/>
            <a:chOff x="558924" y="1772817"/>
            <a:chExt cx="8782050" cy="2880320"/>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7"/>
              <a:ext cx="8782050" cy="288032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382" r="16749"/>
            <a:stretch/>
          </p:blipFill>
          <p:spPr>
            <a:xfrm>
              <a:off x="681135" y="1819160"/>
              <a:ext cx="8659839" cy="2818154"/>
            </a:xfrm>
            <a:prstGeom prst="rect">
              <a:avLst/>
            </a:prstGeom>
          </p:spPr>
        </p:pic>
      </p:grpSp>
      <p:sp>
        <p:nvSpPr>
          <p:cNvPr id="10" name="직사각형 9">
            <a:extLst>
              <a:ext uri="{FF2B5EF4-FFF2-40B4-BE49-F238E27FC236}">
                <a16:creationId xmlns:a16="http://schemas.microsoft.com/office/drawing/2014/main" id="{211186F3-D542-4B22-B7C3-A4FB9EC525A9}"/>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Thay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phần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BCF0533E-54BE-FA99-742F-E336B41142B6}"/>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5B532737-A709-A426-722E-8AC9F7D9C9A0}"/>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84AADE49-7BE0-4024-56EA-45A256A75DBF}"/>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495039930"/>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04B12A53-FDC5-4527-8D08-DC4C6FE7BF4D}"/>
              </a:ext>
            </a:extLst>
          </p:cNvPr>
          <p:cNvGrpSpPr/>
          <p:nvPr/>
        </p:nvGrpSpPr>
        <p:grpSpPr>
          <a:xfrm>
            <a:off x="558924" y="1772817"/>
            <a:ext cx="8782051" cy="2880320"/>
            <a:chOff x="558924" y="1772817"/>
            <a:chExt cx="8782051" cy="2880320"/>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7"/>
              <a:ext cx="8782050" cy="288032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942" r="16641"/>
            <a:stretch/>
          </p:blipFill>
          <p:spPr>
            <a:xfrm>
              <a:off x="634481" y="1834153"/>
              <a:ext cx="8706494" cy="2768198"/>
            </a:xfrm>
            <a:prstGeom prst="rect">
              <a:avLst/>
            </a:prstGeom>
          </p:spPr>
        </p:pic>
      </p:grpSp>
      <p:sp>
        <p:nvSpPr>
          <p:cNvPr id="10" name="직사각형 9">
            <a:extLst>
              <a:ext uri="{FF2B5EF4-FFF2-40B4-BE49-F238E27FC236}">
                <a16:creationId xmlns:a16="http://schemas.microsoft.com/office/drawing/2014/main" id="{3EC1F0FA-FA32-4264-91F9-D41F5A8FB9E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Thay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phần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D196BC3F-823D-7649-3295-8F4F967727E9}"/>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631D96C3-72C1-ED71-D939-EED5D8B16813}"/>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9D9C6CD4-1947-81FA-D235-F80BF9C7EFA1}"/>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83707363"/>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61850" y="4762468"/>
            <a:ext cx="8782050" cy="711454"/>
            <a:chOff x="557644" y="5085181"/>
            <a:chExt cx="8782050" cy="711454"/>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121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6" name="TextBox 15">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Một phương pháp để thay đổi một số thành phần của stu1 df: điểm “mus” và “phy” của “stu1”.</a:t>
              </a:r>
              <a:endParaRPr lang="en-US" altLang="ko-KR"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416244BB-916B-48BD-A8DD-5881D9C7A1FA}"/>
              </a:ext>
            </a:extLst>
          </p:cNvPr>
          <p:cNvGrpSpPr/>
          <p:nvPr/>
        </p:nvGrpSpPr>
        <p:grpSpPr>
          <a:xfrm>
            <a:off x="558924" y="1772817"/>
            <a:ext cx="8782050" cy="2880320"/>
            <a:chOff x="558924" y="1772817"/>
            <a:chExt cx="8782050" cy="2880320"/>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7"/>
              <a:ext cx="8782050" cy="288032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383" r="17415"/>
            <a:stretch/>
          </p:blipFill>
          <p:spPr>
            <a:xfrm>
              <a:off x="674947" y="1824080"/>
              <a:ext cx="8666027" cy="2796570"/>
            </a:xfrm>
            <a:prstGeom prst="rect">
              <a:avLst/>
            </a:prstGeom>
          </p:spPr>
        </p:pic>
      </p:grpSp>
      <p:sp>
        <p:nvSpPr>
          <p:cNvPr id="17" name="직사각형 16">
            <a:extLst>
              <a:ext uri="{FF2B5EF4-FFF2-40B4-BE49-F238E27FC236}">
                <a16:creationId xmlns:a16="http://schemas.microsoft.com/office/drawing/2014/main" id="{AD90CFDB-ABF4-469A-BCD2-FCD1E5F1138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Thay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phần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230EC57E-C8D3-AF52-B6F3-32AB49E9F2CA}"/>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7FBDAC5C-19AC-65A2-F71A-FD9CC79E25CD}"/>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22B39A58-47F0-5F32-5BA3-D6ADD8EA1106}"/>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665568584"/>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8761BBDA-CDD0-4D4E-A54A-812340C2165C}"/>
              </a:ext>
            </a:extLst>
          </p:cNvPr>
          <p:cNvGrpSpPr/>
          <p:nvPr/>
        </p:nvGrpSpPr>
        <p:grpSpPr>
          <a:xfrm>
            <a:off x="558924" y="1772817"/>
            <a:ext cx="8782050" cy="2880320"/>
            <a:chOff x="558924" y="1772817"/>
            <a:chExt cx="8782050" cy="2880320"/>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7"/>
              <a:ext cx="8782050" cy="288032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153" t="2711" r="16704"/>
            <a:stretch/>
          </p:blipFill>
          <p:spPr>
            <a:xfrm>
              <a:off x="653141" y="1875452"/>
              <a:ext cx="8687833" cy="2733885"/>
            </a:xfrm>
            <a:prstGeom prst="rect">
              <a:avLst/>
            </a:prstGeom>
          </p:spPr>
        </p:pic>
      </p:grpSp>
      <p:sp>
        <p:nvSpPr>
          <p:cNvPr id="10" name="직사각형 9">
            <a:extLst>
              <a:ext uri="{FF2B5EF4-FFF2-40B4-BE49-F238E27FC236}">
                <a16:creationId xmlns:a16="http://schemas.microsoft.com/office/drawing/2014/main" id="{B7FC02D3-9EA7-4922-93D5-C3E3AB516AB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Thay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phần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20FF6C63-B7C8-847A-BCED-121461C40C52}"/>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BD4F6E7F-C55A-5870-1010-EB88C385E87B}"/>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8105FBC5-3A7B-1496-717B-AC7E584C62E7}"/>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624017320"/>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C3F637A1-9C2F-4B16-A46F-EFB600409E82}"/>
              </a:ext>
            </a:extLst>
          </p:cNvPr>
          <p:cNvGrpSpPr/>
          <p:nvPr/>
        </p:nvGrpSpPr>
        <p:grpSpPr>
          <a:xfrm>
            <a:off x="558924" y="1772817"/>
            <a:ext cx="8782051" cy="2547256"/>
            <a:chOff x="558924" y="1772817"/>
            <a:chExt cx="8782051" cy="2547256"/>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7"/>
              <a:ext cx="8782050" cy="254725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052" r="16837"/>
            <a:stretch/>
          </p:blipFill>
          <p:spPr>
            <a:xfrm>
              <a:off x="653143" y="1860848"/>
              <a:ext cx="8687832" cy="2394177"/>
            </a:xfrm>
            <a:prstGeom prst="rect">
              <a:avLst/>
            </a:prstGeom>
          </p:spPr>
        </p:pic>
      </p:grpSp>
      <p:sp>
        <p:nvSpPr>
          <p:cNvPr id="10" name="직사각형 9">
            <a:extLst>
              <a:ext uri="{FF2B5EF4-FFF2-40B4-BE49-F238E27FC236}">
                <a16:creationId xmlns:a16="http://schemas.microsoft.com/office/drawing/2014/main" id="{2B245213-6FF9-47EA-BAD4-A1D656C6453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D0C8DDD7-0FD6-1CCB-6F27-77A544C5A6DD}"/>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4FA8FE9D-9113-3966-631E-C160A50C1226}"/>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494884C1-98C0-09B2-46D6-7AB5F9EF2FB7}"/>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498979240"/>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p:cNvGrpSpPr/>
          <p:nvPr/>
        </p:nvGrpSpPr>
        <p:grpSpPr>
          <a:xfrm>
            <a:off x="561850" y="5093810"/>
            <a:ext cx="8782050" cy="711454"/>
            <a:chOff x="557644" y="5085181"/>
            <a:chExt cx="8782050" cy="711454"/>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127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Chuyển vị DataFrame df (sử dụng phương thức).</a:t>
              </a:r>
              <a:endParaRPr lang="en-US" altLang="ko-KR" sz="1300" dirty="0">
                <a:solidFill>
                  <a:prstClr val="black">
                    <a:lumMod val="85000"/>
                    <a:lumOff val="15000"/>
                  </a:prstClr>
                </a:solidFill>
                <a:latin typeface="SamsungOne-400" panose="020B0503030303020204" pitchFamily="34" charset="0"/>
              </a:endParaRPr>
            </a:p>
          </p:txBody>
        </p:sp>
      </p:grpSp>
      <p:grpSp>
        <p:nvGrpSpPr>
          <p:cNvPr id="3" name="그룹 2">
            <a:extLst>
              <a:ext uri="{FF2B5EF4-FFF2-40B4-BE49-F238E27FC236}">
                <a16:creationId xmlns:a16="http://schemas.microsoft.com/office/drawing/2014/main" id="{4F202936-666B-4D40-ABF1-2988752BEFC6}"/>
              </a:ext>
            </a:extLst>
          </p:cNvPr>
          <p:cNvGrpSpPr/>
          <p:nvPr/>
        </p:nvGrpSpPr>
        <p:grpSpPr>
          <a:xfrm>
            <a:off x="558924" y="1772817"/>
            <a:ext cx="8782050" cy="3216499"/>
            <a:chOff x="558924" y="1772817"/>
            <a:chExt cx="8782050" cy="3216499"/>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7"/>
              <a:ext cx="8782050" cy="321649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006" r="16260"/>
            <a:stretch/>
          </p:blipFill>
          <p:spPr>
            <a:xfrm>
              <a:off x="653141" y="1831853"/>
              <a:ext cx="8687833" cy="3081322"/>
            </a:xfrm>
            <a:prstGeom prst="rect">
              <a:avLst/>
            </a:prstGeom>
          </p:spPr>
        </p:pic>
      </p:grpSp>
      <p:sp>
        <p:nvSpPr>
          <p:cNvPr id="16" name="직사각형 15">
            <a:extLst>
              <a:ext uri="{FF2B5EF4-FFF2-40B4-BE49-F238E27FC236}">
                <a16:creationId xmlns:a16="http://schemas.microsoft.com/office/drawing/2014/main" id="{3B02C3E8-E7E7-472E-9E5E-1B3FB3D665F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39F4AC04-51D2-C6BE-8D73-F8DF3F028DB2}"/>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BF08B959-938A-A317-CE6A-8510151BD714}"/>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A88E6A06-C7F9-039C-304B-1266A38C29AF}"/>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341166504"/>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p:cNvGrpSpPr/>
          <p:nvPr/>
        </p:nvGrpSpPr>
        <p:grpSpPr>
          <a:xfrm>
            <a:off x="561850" y="4471091"/>
            <a:ext cx="8782050" cy="711454"/>
            <a:chOff x="557644" y="5085181"/>
            <a:chExt cx="8782050" cy="711454"/>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129</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lại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df</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sử</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dụng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thuộc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tính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lớp</a:t>
              </a:r>
              <a:r>
                <a:rPr lang="en-US" altLang="ko-KR" sz="1300" dirty="0">
                  <a:solidFill>
                    <a:prstClr val="black">
                      <a:lumMod val="85000"/>
                      <a:lumOff val="15000"/>
                    </a:prstClr>
                  </a:solidFill>
                  <a:latin typeface="SamsungOne-400" panose="020B0503030303020204" pitchFamily="34" charset="0"/>
                </a:rPr>
                <a:t>).</a:t>
              </a:r>
            </a:p>
          </p:txBody>
        </p:sp>
      </p:grpSp>
      <p:grpSp>
        <p:nvGrpSpPr>
          <p:cNvPr id="2" name="그룹 1">
            <a:extLst>
              <a:ext uri="{FF2B5EF4-FFF2-40B4-BE49-F238E27FC236}">
                <a16:creationId xmlns:a16="http://schemas.microsoft.com/office/drawing/2014/main" id="{161FD478-F901-4502-B2BA-B892224FAB48}"/>
              </a:ext>
            </a:extLst>
          </p:cNvPr>
          <p:cNvGrpSpPr/>
          <p:nvPr/>
        </p:nvGrpSpPr>
        <p:grpSpPr>
          <a:xfrm>
            <a:off x="558924" y="1772817"/>
            <a:ext cx="8782050" cy="2592287"/>
            <a:chOff x="558924" y="1772817"/>
            <a:chExt cx="8782050" cy="2592287"/>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7"/>
              <a:ext cx="8782050" cy="259228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l="1288" r="17944"/>
            <a:stretch/>
          </p:blipFill>
          <p:spPr>
            <a:xfrm>
              <a:off x="671804" y="1827137"/>
              <a:ext cx="8669170" cy="2483605"/>
            </a:xfrm>
            <a:prstGeom prst="rect">
              <a:avLst/>
            </a:prstGeom>
          </p:spPr>
        </p:pic>
      </p:grpSp>
      <p:sp>
        <p:nvSpPr>
          <p:cNvPr id="16" name="직사각형 15">
            <a:extLst>
              <a:ext uri="{FF2B5EF4-FFF2-40B4-BE49-F238E27FC236}">
                <a16:creationId xmlns:a16="http://schemas.microsoft.com/office/drawing/2014/main" id="{50254E1F-C1B1-41F1-B82F-00695313535B}"/>
              </a:ext>
            </a:extLst>
          </p:cNvPr>
          <p:cNvSpPr/>
          <p:nvPr/>
        </p:nvSpPr>
        <p:spPr>
          <a:xfrm>
            <a:off x="580388" y="1413381"/>
            <a:ext cx="8887612" cy="5591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78">
            <a:extLst>
              <a:ext uri="{FF2B5EF4-FFF2-40B4-BE49-F238E27FC236}">
                <a16:creationId xmlns:a16="http://schemas.microsoft.com/office/drawing/2014/main" id="{BA9D682E-EFCA-43A8-1C46-A0A8013D0D93}"/>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6F06A6B5-709F-C0CB-0690-D98F5B721CB0}"/>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FB1095D6-E7A5-044E-2D03-06ACA9B6DBF7}"/>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103664698"/>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026979"/>
            <a:ext cx="8782050" cy="360038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0" name="그룹 9"/>
          <p:cNvGrpSpPr/>
          <p:nvPr/>
        </p:nvGrpSpPr>
        <p:grpSpPr>
          <a:xfrm>
            <a:off x="561850" y="5710335"/>
            <a:ext cx="8782050" cy="634482"/>
            <a:chOff x="557644" y="5125642"/>
            <a:chExt cx="8782050" cy="634482"/>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125642"/>
              <a:ext cx="8782050" cy="63448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222415"/>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99683"/>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132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Một cột cụ thể được đặt làm chỉ mục hàng của DataFrame.</a:t>
              </a:r>
              <a:endParaRPr lang="en-US" altLang="ko-KR" sz="1300" dirty="0">
                <a:solidFill>
                  <a:prstClr val="black">
                    <a:lumMod val="85000"/>
                    <a:lumOff val="15000"/>
                  </a:prstClr>
                </a:solidFill>
                <a:latin typeface="SamsungOne-400" panose="020B0503030303020204" pitchFamily="34" charset="0"/>
              </a:endParaRPr>
            </a:p>
          </p:txBody>
        </p:sp>
      </p:grpSp>
      <p:sp>
        <p:nvSpPr>
          <p:cNvPr id="16" name="Rectangle 12">
            <a:extLst>
              <a:ext uri="{FF2B5EF4-FFF2-40B4-BE49-F238E27FC236}">
                <a16:creationId xmlns:a16="http://schemas.microsoft.com/office/drawing/2014/main" id="{39C1D0BA-7152-4AAC-B295-DCCB5F8378F4}"/>
              </a:ext>
            </a:extLst>
          </p:cNvPr>
          <p:cNvSpPr/>
          <p:nvPr/>
        </p:nvSpPr>
        <p:spPr>
          <a:xfrm>
            <a:off x="711201" y="1666124"/>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Cài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đặt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mục</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pic>
        <p:nvPicPr>
          <p:cNvPr id="2" name="그림 1"/>
          <p:cNvPicPr>
            <a:picLocks noChangeAspect="1"/>
          </p:cNvPicPr>
          <p:nvPr/>
        </p:nvPicPr>
        <p:blipFill rotWithShape="1">
          <a:blip r:embed="rId4"/>
          <a:srcRect r="5402"/>
          <a:stretch/>
        </p:blipFill>
        <p:spPr>
          <a:xfrm>
            <a:off x="645886" y="2111293"/>
            <a:ext cx="8695087" cy="3401572"/>
          </a:xfrm>
          <a:prstGeom prst="rect">
            <a:avLst/>
          </a:prstGeom>
        </p:spPr>
      </p:pic>
      <p:sp>
        <p:nvSpPr>
          <p:cNvPr id="17" name="직사각형 16">
            <a:extLst>
              <a:ext uri="{FF2B5EF4-FFF2-40B4-BE49-F238E27FC236}">
                <a16:creationId xmlns:a16="http://schemas.microsoft.com/office/drawing/2014/main" id="{4085A296-8042-436F-9FCD-CBA631E8BC59}"/>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78">
            <a:extLst>
              <a:ext uri="{FF2B5EF4-FFF2-40B4-BE49-F238E27FC236}">
                <a16:creationId xmlns:a16="http://schemas.microsoft.com/office/drawing/2014/main" id="{CF10BA67-F2F9-93ED-9FB3-92035B4951D5}"/>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B8A67DDF-A1C6-B95F-97D1-B5AC471027E7}"/>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5" name="직사각형 80">
              <a:extLst>
                <a:ext uri="{FF2B5EF4-FFF2-40B4-BE49-F238E27FC236}">
                  <a16:creationId xmlns:a16="http://schemas.microsoft.com/office/drawing/2014/main" id="{DFB92413-B483-15DC-E5BC-BCC95D099ADB}"/>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830170469"/>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10C25CF0-5F30-4605-A241-FE3B36AAEEA6}"/>
              </a:ext>
            </a:extLst>
          </p:cNvPr>
          <p:cNvGrpSpPr/>
          <p:nvPr/>
        </p:nvGrpSpPr>
        <p:grpSpPr>
          <a:xfrm>
            <a:off x="558924" y="1772817"/>
            <a:ext cx="8782050" cy="3004456"/>
            <a:chOff x="558924" y="1772817"/>
            <a:chExt cx="8782050" cy="3004456"/>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7"/>
              <a:ext cx="8782050" cy="300445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100" r="18625"/>
            <a:stretch/>
          </p:blipFill>
          <p:spPr>
            <a:xfrm>
              <a:off x="662472" y="1837154"/>
              <a:ext cx="8678502" cy="2880319"/>
            </a:xfrm>
            <a:prstGeom prst="rect">
              <a:avLst/>
            </a:prstGeom>
          </p:spPr>
        </p:pic>
      </p:grpSp>
      <p:sp>
        <p:nvSpPr>
          <p:cNvPr id="10" name="직사각형 9">
            <a:extLst>
              <a:ext uri="{FF2B5EF4-FFF2-40B4-BE49-F238E27FC236}">
                <a16:creationId xmlns:a16="http://schemas.microsoft.com/office/drawing/2014/main" id="{0CAD0BA6-0571-498A-BD36-253F6AD6BBD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DEE77B7E-B911-2FEE-F2B6-37ABA0221D96}"/>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E06699F5-104A-33B1-A10D-BB94657DB1AC}"/>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1C651133-3C41-8811-0A1F-4B00EA9CC9C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85088816"/>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p:cNvGrpSpPr/>
          <p:nvPr/>
        </p:nvGrpSpPr>
        <p:grpSpPr>
          <a:xfrm>
            <a:off x="561850" y="4762468"/>
            <a:ext cx="8782050" cy="711454"/>
            <a:chOff x="557644" y="5085181"/>
            <a:chExt cx="8782050" cy="711454"/>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136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Đa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mục</a:t>
              </a:r>
              <a:endParaRPr lang="en-US" altLang="ko-KR" sz="1300" dirty="0">
                <a:solidFill>
                  <a:prstClr val="black">
                    <a:lumMod val="85000"/>
                    <a:lumOff val="15000"/>
                  </a:prstClr>
                </a:solidFill>
                <a:latin typeface="SamsungOne-400" panose="020B0503030303020204" pitchFamily="34" charset="0"/>
              </a:endParaRPr>
            </a:p>
          </p:txBody>
        </p:sp>
      </p:grpSp>
      <p:grpSp>
        <p:nvGrpSpPr>
          <p:cNvPr id="3" name="그룹 2">
            <a:extLst>
              <a:ext uri="{FF2B5EF4-FFF2-40B4-BE49-F238E27FC236}">
                <a16:creationId xmlns:a16="http://schemas.microsoft.com/office/drawing/2014/main" id="{C3850C96-9EC1-4B2B-8F9F-5F0237CF4D2F}"/>
              </a:ext>
            </a:extLst>
          </p:cNvPr>
          <p:cNvGrpSpPr/>
          <p:nvPr/>
        </p:nvGrpSpPr>
        <p:grpSpPr>
          <a:xfrm>
            <a:off x="558924" y="1772818"/>
            <a:ext cx="8782050" cy="2880318"/>
            <a:chOff x="558924" y="1772818"/>
            <a:chExt cx="8782050" cy="2880318"/>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8"/>
              <a:ext cx="8782050" cy="288031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043" r="17191"/>
            <a:stretch/>
          </p:blipFill>
          <p:spPr>
            <a:xfrm>
              <a:off x="662471" y="1828440"/>
              <a:ext cx="8678503" cy="2773548"/>
            </a:xfrm>
            <a:prstGeom prst="rect">
              <a:avLst/>
            </a:prstGeom>
          </p:spPr>
        </p:pic>
      </p:grpSp>
      <p:sp>
        <p:nvSpPr>
          <p:cNvPr id="16" name="직사각형 15">
            <a:extLst>
              <a:ext uri="{FF2B5EF4-FFF2-40B4-BE49-F238E27FC236}">
                <a16:creationId xmlns:a16="http://schemas.microsoft.com/office/drawing/2014/main" id="{578F74C2-8309-4022-98BF-8B11DF6EE56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5FFE8FF6-E967-17AA-7F36-A90245388B3D}"/>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AFF2123A-78E9-9DF3-82A2-1A6B17163CD2}"/>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C237D9FD-17B0-197A-787C-A391FCF79B6A}"/>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85026271"/>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p:cNvGrpSpPr/>
          <p:nvPr/>
        </p:nvGrpSpPr>
        <p:grpSpPr>
          <a:xfrm>
            <a:off x="561850" y="2960153"/>
            <a:ext cx="8782050" cy="1223074"/>
            <a:chOff x="557644" y="5085181"/>
            <a:chExt cx="8782050" cy="1223074"/>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122307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138-1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Khởi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dict</a:t>
              </a:r>
              <a:endParaRPr lang="en-US" altLang="ko-KR" sz="1300" dirty="0">
                <a:solidFill>
                  <a:prstClr val="black">
                    <a:lumMod val="85000"/>
                    <a:lumOff val="15000"/>
                  </a:prstClr>
                </a:solidFill>
                <a:latin typeface="SamsungOne-400" panose="020B0503030303020204" pitchFamily="34" charset="0"/>
              </a:endParaRPr>
            </a:p>
          </p:txBody>
        </p:sp>
      </p:grpSp>
      <p:sp>
        <p:nvSpPr>
          <p:cNvPr id="16" name="Rectangle 12">
            <a:extLst>
              <a:ext uri="{FF2B5EF4-FFF2-40B4-BE49-F238E27FC236}">
                <a16:creationId xmlns:a16="http://schemas.microsoft.com/office/drawing/2014/main" id="{39C1D0BA-7152-4AAC-B295-DCCB5F8378F4}"/>
              </a:ext>
            </a:extLst>
          </p:cNvPr>
          <p:cNvSpPr/>
          <p:nvPr/>
        </p:nvSpPr>
        <p:spPr>
          <a:xfrm>
            <a:off x="711201" y="1666124"/>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Index</a:t>
            </a:r>
          </a:p>
        </p:txBody>
      </p:sp>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8837" y="3549618"/>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27618" y="3526886"/>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138-2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28258" y="3861780"/>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dict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định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mục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rPr>
              <a:t> [r0, r1, r2].</a:t>
            </a:r>
          </a:p>
        </p:txBody>
      </p:sp>
      <p:grpSp>
        <p:nvGrpSpPr>
          <p:cNvPr id="2" name="그룹 1">
            <a:extLst>
              <a:ext uri="{FF2B5EF4-FFF2-40B4-BE49-F238E27FC236}">
                <a16:creationId xmlns:a16="http://schemas.microsoft.com/office/drawing/2014/main" id="{74E9F114-0A85-454D-B299-A587E76537C1}"/>
              </a:ext>
            </a:extLst>
          </p:cNvPr>
          <p:cNvGrpSpPr/>
          <p:nvPr/>
        </p:nvGrpSpPr>
        <p:grpSpPr>
          <a:xfrm>
            <a:off x="558924" y="2026979"/>
            <a:ext cx="8782051" cy="846937"/>
            <a:chOff x="558924" y="2026979"/>
            <a:chExt cx="8782051" cy="846937"/>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026979"/>
              <a:ext cx="8782050" cy="84693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23748"/>
            <a:stretch/>
          </p:blipFill>
          <p:spPr>
            <a:xfrm>
              <a:off x="571243" y="2086812"/>
              <a:ext cx="8769732" cy="629612"/>
            </a:xfrm>
            <a:prstGeom prst="rect">
              <a:avLst/>
            </a:prstGeom>
          </p:spPr>
        </p:pic>
      </p:grpSp>
      <p:sp>
        <p:nvSpPr>
          <p:cNvPr id="20" name="직사각형 19">
            <a:extLst>
              <a:ext uri="{FF2B5EF4-FFF2-40B4-BE49-F238E27FC236}">
                <a16:creationId xmlns:a16="http://schemas.microsoft.com/office/drawing/2014/main" id="{9868AA0E-758C-4A1E-803C-01C6AA4E18E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1A6E45BA-0F8B-BA71-0468-4C6EE13E8A42}"/>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FD6063C1-90BA-B676-B4D6-C1735E97C5C2}"/>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ED884C93-FF0E-20CF-2F0C-E7D56D839282}"/>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777042212"/>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p:cNvGrpSpPr/>
          <p:nvPr/>
        </p:nvGrpSpPr>
        <p:grpSpPr>
          <a:xfrm>
            <a:off x="561850" y="4869160"/>
            <a:ext cx="8782050" cy="711454"/>
            <a:chOff x="557644" y="5085181"/>
            <a:chExt cx="8782050" cy="711454"/>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139</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pt-BR" altLang="ko-KR" sz="1300" dirty="0">
                  <a:solidFill>
                    <a:prstClr val="black">
                      <a:lumMod val="85000"/>
                      <a:lumOff val="15000"/>
                    </a:prstClr>
                  </a:solidFill>
                  <a:latin typeface="SamsungOne-400" panose="020B0503030303020204" pitchFamily="34" charset="0"/>
                </a:rPr>
                <a:t>Chỉ định lại chỉ mục thành [r0, r1, r2, r3, r4].</a:t>
              </a:r>
              <a:endParaRPr lang="en-US" altLang="ko-KR"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1FAFEA18-6DBB-41F2-AA72-2D24CA764D5E}"/>
              </a:ext>
            </a:extLst>
          </p:cNvPr>
          <p:cNvGrpSpPr/>
          <p:nvPr/>
        </p:nvGrpSpPr>
        <p:grpSpPr>
          <a:xfrm>
            <a:off x="558924" y="1772818"/>
            <a:ext cx="8782050" cy="3013280"/>
            <a:chOff x="558924" y="1772818"/>
            <a:chExt cx="8782050" cy="3013280"/>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8"/>
              <a:ext cx="8782050" cy="301328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14758"/>
            <a:stretch/>
          </p:blipFill>
          <p:spPr>
            <a:xfrm>
              <a:off x="618877" y="1830884"/>
              <a:ext cx="8722097" cy="2853083"/>
            </a:xfrm>
            <a:prstGeom prst="rect">
              <a:avLst/>
            </a:prstGeom>
          </p:spPr>
        </p:pic>
      </p:grpSp>
      <p:sp>
        <p:nvSpPr>
          <p:cNvPr id="16" name="직사각형 15">
            <a:extLst>
              <a:ext uri="{FF2B5EF4-FFF2-40B4-BE49-F238E27FC236}">
                <a16:creationId xmlns:a16="http://schemas.microsoft.com/office/drawing/2014/main" id="{091E5D56-CFC2-46C2-8080-DA740323497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DB259715-36DC-77AA-62CB-9903835C3495}"/>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6D51E559-5210-E178-62C2-73C84427A118}"/>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2D0DAE7A-5B56-7D6B-373B-0051C0CE37E7}"/>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240887283"/>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p:cNvGrpSpPr/>
          <p:nvPr/>
        </p:nvGrpSpPr>
        <p:grpSpPr>
          <a:xfrm>
            <a:off x="561850" y="5220574"/>
            <a:ext cx="8782050" cy="711454"/>
            <a:chOff x="557644" y="5085181"/>
            <a:chExt cx="8782050" cy="711454"/>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Điền vào giá trị NaN được tạo bởi reindex bằng số 0.</a:t>
              </a:r>
              <a:endParaRPr lang="en-US" altLang="ko-KR" sz="1300" dirty="0">
                <a:solidFill>
                  <a:prstClr val="black">
                    <a:lumMod val="85000"/>
                    <a:lumOff val="15000"/>
                  </a:prstClr>
                </a:solidFill>
                <a:latin typeface="SamsungOne-400" panose="020B0503030303020204" pitchFamily="34" charset="0"/>
              </a:endParaRPr>
            </a:p>
          </p:txBody>
        </p:sp>
      </p:grpSp>
      <p:grpSp>
        <p:nvGrpSpPr>
          <p:cNvPr id="3" name="그룹 2">
            <a:extLst>
              <a:ext uri="{FF2B5EF4-FFF2-40B4-BE49-F238E27FC236}">
                <a16:creationId xmlns:a16="http://schemas.microsoft.com/office/drawing/2014/main" id="{A83035CD-EBA5-4D9C-9783-156ED23543EE}"/>
              </a:ext>
            </a:extLst>
          </p:cNvPr>
          <p:cNvGrpSpPr/>
          <p:nvPr/>
        </p:nvGrpSpPr>
        <p:grpSpPr>
          <a:xfrm>
            <a:off x="558924" y="1772818"/>
            <a:ext cx="8782050" cy="3368525"/>
            <a:chOff x="558924" y="1772818"/>
            <a:chExt cx="8782050" cy="3368525"/>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8"/>
              <a:ext cx="8782050" cy="336852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15872"/>
            <a:stretch/>
          </p:blipFill>
          <p:spPr>
            <a:xfrm>
              <a:off x="618877" y="1836881"/>
              <a:ext cx="8722097" cy="3238972"/>
            </a:xfrm>
            <a:prstGeom prst="rect">
              <a:avLst/>
            </a:prstGeom>
          </p:spPr>
        </p:pic>
      </p:grpSp>
      <p:sp>
        <p:nvSpPr>
          <p:cNvPr id="16" name="직사각형 15">
            <a:extLst>
              <a:ext uri="{FF2B5EF4-FFF2-40B4-BE49-F238E27FC236}">
                <a16:creationId xmlns:a16="http://schemas.microsoft.com/office/drawing/2014/main" id="{8486170C-FC76-4662-8426-A6D25D3B5E4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62FB3968-A26A-5E2E-170F-948D4BD78044}"/>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85B59F1C-ABC2-77D4-F1B9-9BD8B0895588}"/>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C59E90C6-3690-DD93-A21D-F88F47E4C36A}"/>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243357948"/>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187CE3CA-207F-4038-A4B7-00874E955AA7}"/>
              </a:ext>
            </a:extLst>
          </p:cNvPr>
          <p:cNvGrpSpPr/>
          <p:nvPr/>
        </p:nvGrpSpPr>
        <p:grpSpPr>
          <a:xfrm>
            <a:off x="561850" y="4399788"/>
            <a:ext cx="8782050" cy="1198206"/>
            <a:chOff x="561850" y="4542990"/>
            <a:chExt cx="8782050" cy="1198206"/>
          </a:xfrm>
        </p:grpSpPr>
        <p:grpSp>
          <p:nvGrpSpPr>
            <p:cNvPr id="10" name="그룹 9"/>
            <p:cNvGrpSpPr/>
            <p:nvPr/>
          </p:nvGrpSpPr>
          <p:grpSpPr>
            <a:xfrm>
              <a:off x="561850" y="4542990"/>
              <a:ext cx="8782050" cy="1198206"/>
              <a:chOff x="557644" y="5085181"/>
              <a:chExt cx="8782050" cy="1198206"/>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119820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142-1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Khởi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dict.</a:t>
                </a:r>
              </a:p>
            </p:txBody>
          </p:sp>
        </p:grpSp>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8837" y="516766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27618" y="514493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142-2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28258" y="547982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dict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định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mục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rPr>
                <a:t> [r0, r1, r2].</a:t>
              </a:r>
            </a:p>
          </p:txBody>
        </p:sp>
      </p:grpSp>
      <p:grpSp>
        <p:nvGrpSpPr>
          <p:cNvPr id="3" name="그룹 2">
            <a:extLst>
              <a:ext uri="{FF2B5EF4-FFF2-40B4-BE49-F238E27FC236}">
                <a16:creationId xmlns:a16="http://schemas.microsoft.com/office/drawing/2014/main" id="{14AAC41C-3247-423E-B113-35B1B05E8AE9}"/>
              </a:ext>
            </a:extLst>
          </p:cNvPr>
          <p:cNvGrpSpPr/>
          <p:nvPr/>
        </p:nvGrpSpPr>
        <p:grpSpPr>
          <a:xfrm>
            <a:off x="558924" y="1772816"/>
            <a:ext cx="8782050" cy="2532629"/>
            <a:chOff x="558924" y="1772816"/>
            <a:chExt cx="8782050" cy="2532629"/>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6"/>
              <a:ext cx="8782050" cy="253262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16912"/>
            <a:stretch/>
          </p:blipFill>
          <p:spPr>
            <a:xfrm>
              <a:off x="617895" y="1838553"/>
              <a:ext cx="8723079" cy="2367896"/>
            </a:xfrm>
            <a:prstGeom prst="rect">
              <a:avLst/>
            </a:prstGeom>
          </p:spPr>
        </p:pic>
      </p:grpSp>
      <p:sp>
        <p:nvSpPr>
          <p:cNvPr id="20" name="직사각형 19">
            <a:extLst>
              <a:ext uri="{FF2B5EF4-FFF2-40B4-BE49-F238E27FC236}">
                <a16:creationId xmlns:a16="http://schemas.microsoft.com/office/drawing/2014/main" id="{98A36636-BC80-4041-81B4-44AB2F0D9E7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5" name="그룹 78">
            <a:extLst>
              <a:ext uri="{FF2B5EF4-FFF2-40B4-BE49-F238E27FC236}">
                <a16:creationId xmlns:a16="http://schemas.microsoft.com/office/drawing/2014/main" id="{8BACEE13-D36E-BC51-4F0B-9B8AC829D424}"/>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652F35FA-4E00-0C56-401B-89D69A77A167}"/>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BAB4A5D4-D3D0-09E4-3C00-9B8328417EB0}"/>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629412492"/>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p:cNvGrpSpPr/>
          <p:nvPr/>
        </p:nvGrpSpPr>
        <p:grpSpPr>
          <a:xfrm>
            <a:off x="561850" y="4401018"/>
            <a:ext cx="8782050" cy="711454"/>
            <a:chOff x="557644" y="5085181"/>
            <a:chExt cx="8782050" cy="711454"/>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Đặt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lại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mục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số</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nguyên</a:t>
              </a:r>
              <a:r>
                <a:rPr lang="en-US" altLang="ko-KR" sz="1300" dirty="0">
                  <a:solidFill>
                    <a:prstClr val="black">
                      <a:lumMod val="85000"/>
                      <a:lumOff val="15000"/>
                    </a:prstClr>
                  </a:solidFill>
                  <a:latin typeface="SamsungOne-400" panose="020B0503030303020204" pitchFamily="34" charset="0"/>
                </a:rPr>
                <a:t>.</a:t>
              </a:r>
            </a:p>
          </p:txBody>
        </p:sp>
      </p:grpSp>
      <p:grpSp>
        <p:nvGrpSpPr>
          <p:cNvPr id="2" name="그룹 1">
            <a:extLst>
              <a:ext uri="{FF2B5EF4-FFF2-40B4-BE49-F238E27FC236}">
                <a16:creationId xmlns:a16="http://schemas.microsoft.com/office/drawing/2014/main" id="{0FA11A6B-17C9-4192-BF41-E15CA79B680C}"/>
              </a:ext>
            </a:extLst>
          </p:cNvPr>
          <p:cNvGrpSpPr/>
          <p:nvPr/>
        </p:nvGrpSpPr>
        <p:grpSpPr>
          <a:xfrm>
            <a:off x="558924" y="1772819"/>
            <a:ext cx="8782050" cy="2530566"/>
            <a:chOff x="558924" y="1772819"/>
            <a:chExt cx="8782050" cy="2530566"/>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9"/>
              <a:ext cx="8782050" cy="253056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16578"/>
            <a:stretch/>
          </p:blipFill>
          <p:spPr>
            <a:xfrm>
              <a:off x="637537" y="1847338"/>
              <a:ext cx="8703437" cy="2360767"/>
            </a:xfrm>
            <a:prstGeom prst="rect">
              <a:avLst/>
            </a:prstGeom>
          </p:spPr>
        </p:pic>
      </p:grpSp>
      <p:sp>
        <p:nvSpPr>
          <p:cNvPr id="16" name="직사각형 15">
            <a:extLst>
              <a:ext uri="{FF2B5EF4-FFF2-40B4-BE49-F238E27FC236}">
                <a16:creationId xmlns:a16="http://schemas.microsoft.com/office/drawing/2014/main" id="{6633980F-9AA0-4EBA-B121-3F6551DF4EE1}"/>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9FD4C118-0A0E-F1E1-ECD4-EDCBBE77562B}"/>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89ED07DA-CE37-6AA2-6557-208EFCED3187}"/>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DC78F28F-C028-D500-F819-0A3560A03AAF}"/>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263831625"/>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832903DB-5841-448E-BE37-0D4118F15433}"/>
              </a:ext>
            </a:extLst>
          </p:cNvPr>
          <p:cNvGrpSpPr/>
          <p:nvPr/>
        </p:nvGrpSpPr>
        <p:grpSpPr>
          <a:xfrm>
            <a:off x="561850" y="4399679"/>
            <a:ext cx="8782050" cy="1198206"/>
            <a:chOff x="561850" y="4390348"/>
            <a:chExt cx="8782050" cy="1198206"/>
          </a:xfrm>
        </p:grpSpPr>
        <p:grpSp>
          <p:nvGrpSpPr>
            <p:cNvPr id="10" name="그룹 9"/>
            <p:cNvGrpSpPr/>
            <p:nvPr/>
          </p:nvGrpSpPr>
          <p:grpSpPr>
            <a:xfrm>
              <a:off x="561850" y="4390348"/>
              <a:ext cx="8782050" cy="1198206"/>
              <a:chOff x="557644" y="5085181"/>
              <a:chExt cx="8782050" cy="1198206"/>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119820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145-1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Khởi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dict.</a:t>
                </a:r>
              </a:p>
            </p:txBody>
          </p:sp>
        </p:grpSp>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8837" y="5015022"/>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27618" y="4992290"/>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145-2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28258" y="5327184"/>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dict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định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mục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rPr>
                <a:t> [r0, r1, r2].</a:t>
              </a:r>
            </a:p>
          </p:txBody>
        </p:sp>
      </p:grpSp>
      <p:grpSp>
        <p:nvGrpSpPr>
          <p:cNvPr id="2" name="그룹 1">
            <a:extLst>
              <a:ext uri="{FF2B5EF4-FFF2-40B4-BE49-F238E27FC236}">
                <a16:creationId xmlns:a16="http://schemas.microsoft.com/office/drawing/2014/main" id="{A6C44AA8-937F-4542-BD7E-7D6ACCEC6AAB}"/>
              </a:ext>
            </a:extLst>
          </p:cNvPr>
          <p:cNvGrpSpPr/>
          <p:nvPr/>
        </p:nvGrpSpPr>
        <p:grpSpPr>
          <a:xfrm>
            <a:off x="558924" y="1772816"/>
            <a:ext cx="8782051" cy="2532629"/>
            <a:chOff x="558924" y="1772816"/>
            <a:chExt cx="8782051" cy="2532629"/>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6"/>
              <a:ext cx="8782050" cy="253262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17373"/>
            <a:stretch/>
          </p:blipFill>
          <p:spPr>
            <a:xfrm>
              <a:off x="634577" y="1832857"/>
              <a:ext cx="8706398" cy="2391958"/>
            </a:xfrm>
            <a:prstGeom prst="rect">
              <a:avLst/>
            </a:prstGeom>
          </p:spPr>
        </p:pic>
      </p:grpSp>
      <p:sp>
        <p:nvSpPr>
          <p:cNvPr id="20" name="직사각형 19">
            <a:extLst>
              <a:ext uri="{FF2B5EF4-FFF2-40B4-BE49-F238E27FC236}">
                <a16:creationId xmlns:a16="http://schemas.microsoft.com/office/drawing/2014/main" id="{A9B3C515-FF5A-43A1-AA3A-8939F40595C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5" name="그룹 78">
            <a:extLst>
              <a:ext uri="{FF2B5EF4-FFF2-40B4-BE49-F238E27FC236}">
                <a16:creationId xmlns:a16="http://schemas.microsoft.com/office/drawing/2014/main" id="{8EC6B551-2BFE-FBA0-EED4-1E1ED6FDF2CD}"/>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725C67EE-656F-90D7-B22A-125CA942412A}"/>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911FB316-06A0-A18E-287F-54D898440C0A}"/>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171924487"/>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p:cNvGrpSpPr/>
          <p:nvPr/>
        </p:nvGrpSpPr>
        <p:grpSpPr>
          <a:xfrm>
            <a:off x="561850" y="4149080"/>
            <a:ext cx="8782050" cy="711454"/>
            <a:chOff x="557644" y="5085181"/>
            <a:chExt cx="8782050" cy="711454"/>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Sắp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xếp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mục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theo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thứ</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tự</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giảm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dần</a:t>
              </a:r>
              <a:r>
                <a:rPr lang="en-US" altLang="ko-KR" sz="1300" dirty="0">
                  <a:solidFill>
                    <a:prstClr val="black">
                      <a:lumMod val="85000"/>
                      <a:lumOff val="15000"/>
                    </a:prstClr>
                  </a:solidFill>
                  <a:latin typeface="SamsungOne-400" panose="020B0503030303020204" pitchFamily="34" charset="0"/>
                </a:rPr>
                <a:t>.</a:t>
              </a:r>
            </a:p>
          </p:txBody>
        </p:sp>
      </p:grpSp>
      <p:grpSp>
        <p:nvGrpSpPr>
          <p:cNvPr id="3" name="그룹 2">
            <a:extLst>
              <a:ext uri="{FF2B5EF4-FFF2-40B4-BE49-F238E27FC236}">
                <a16:creationId xmlns:a16="http://schemas.microsoft.com/office/drawing/2014/main" id="{C156BA65-9511-4E56-982E-EE04BF45784A}"/>
              </a:ext>
            </a:extLst>
          </p:cNvPr>
          <p:cNvGrpSpPr/>
          <p:nvPr/>
        </p:nvGrpSpPr>
        <p:grpSpPr>
          <a:xfrm>
            <a:off x="558924" y="1772819"/>
            <a:ext cx="8782050" cy="2301828"/>
            <a:chOff x="558924" y="1772819"/>
            <a:chExt cx="8782050" cy="2301828"/>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9"/>
              <a:ext cx="8782050" cy="230182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19389"/>
            <a:stretch/>
          </p:blipFill>
          <p:spPr>
            <a:xfrm>
              <a:off x="637538" y="1847863"/>
              <a:ext cx="8703436" cy="2198791"/>
            </a:xfrm>
            <a:prstGeom prst="rect">
              <a:avLst/>
            </a:prstGeom>
          </p:spPr>
        </p:pic>
      </p:grpSp>
      <p:sp>
        <p:nvSpPr>
          <p:cNvPr id="16" name="직사각형 15">
            <a:extLst>
              <a:ext uri="{FF2B5EF4-FFF2-40B4-BE49-F238E27FC236}">
                <a16:creationId xmlns:a16="http://schemas.microsoft.com/office/drawing/2014/main" id="{9526FF7B-D53A-477B-BBE1-7863013466A4}"/>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39BAED1A-23C3-A186-1B98-DEBE8FFF9835}"/>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7BEF35BF-3C7F-416D-1914-0A02DB979525}"/>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30D7A24C-52C1-BE2B-84AA-8F56F207AA8B}"/>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736886152"/>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p:cNvGrpSpPr/>
          <p:nvPr/>
        </p:nvGrpSpPr>
        <p:grpSpPr>
          <a:xfrm>
            <a:off x="561850" y="4390348"/>
            <a:ext cx="8782050" cy="1198206"/>
            <a:chOff x="557644" y="5085181"/>
            <a:chExt cx="8782050" cy="1198206"/>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119820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147-1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Khởi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dict.</a:t>
              </a:r>
            </a:p>
          </p:txBody>
        </p:sp>
      </p:grpSp>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8837" y="5015022"/>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27618" y="4992290"/>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147-2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28258" y="5327184"/>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dict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định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mục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rPr>
              <a:t> [r0, r1, r2].</a:t>
            </a:r>
          </a:p>
        </p:txBody>
      </p:sp>
      <p:grpSp>
        <p:nvGrpSpPr>
          <p:cNvPr id="3" name="그룹 2">
            <a:extLst>
              <a:ext uri="{FF2B5EF4-FFF2-40B4-BE49-F238E27FC236}">
                <a16:creationId xmlns:a16="http://schemas.microsoft.com/office/drawing/2014/main" id="{4846D85C-92CF-46A9-94CD-721B7B339C66}"/>
              </a:ext>
            </a:extLst>
          </p:cNvPr>
          <p:cNvGrpSpPr/>
          <p:nvPr/>
        </p:nvGrpSpPr>
        <p:grpSpPr>
          <a:xfrm>
            <a:off x="558924" y="1772816"/>
            <a:ext cx="8782050" cy="2532629"/>
            <a:chOff x="558924" y="1772816"/>
            <a:chExt cx="8782050" cy="2532629"/>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6"/>
              <a:ext cx="8782050" cy="253262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17965"/>
            <a:stretch/>
          </p:blipFill>
          <p:spPr>
            <a:xfrm>
              <a:off x="643444" y="1825778"/>
              <a:ext cx="8697530" cy="2399037"/>
            </a:xfrm>
            <a:prstGeom prst="rect">
              <a:avLst/>
            </a:prstGeom>
          </p:spPr>
        </p:pic>
      </p:grpSp>
      <p:sp>
        <p:nvSpPr>
          <p:cNvPr id="20" name="직사각형 19">
            <a:extLst>
              <a:ext uri="{FF2B5EF4-FFF2-40B4-BE49-F238E27FC236}">
                <a16:creationId xmlns:a16="http://schemas.microsoft.com/office/drawing/2014/main" id="{8F35A5CB-046A-4774-9002-EE7A9380BF80}"/>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30E71810-EA15-F9AB-DCF9-CC49DE87A80C}"/>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B7A29763-AD50-BDB6-7E76-1D76972C146E}"/>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2E7664D4-5DD2-7751-5EE5-AFDAEE673D15}"/>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767254732"/>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p:cNvGrpSpPr/>
          <p:nvPr/>
        </p:nvGrpSpPr>
        <p:grpSpPr>
          <a:xfrm>
            <a:off x="561850" y="3509634"/>
            <a:ext cx="8782050" cy="711454"/>
            <a:chOff x="557644" y="5085181"/>
            <a:chExt cx="8782050" cy="711454"/>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114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Sắp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xếp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theo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thứ</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tự</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giảm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dần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dựa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vào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c1.</a:t>
              </a:r>
            </a:p>
          </p:txBody>
        </p:sp>
      </p:grpSp>
      <p:grpSp>
        <p:nvGrpSpPr>
          <p:cNvPr id="2" name="그룹 1">
            <a:extLst>
              <a:ext uri="{FF2B5EF4-FFF2-40B4-BE49-F238E27FC236}">
                <a16:creationId xmlns:a16="http://schemas.microsoft.com/office/drawing/2014/main" id="{9179A0A2-9FD8-4968-9AE2-D87C63B50B14}"/>
              </a:ext>
            </a:extLst>
          </p:cNvPr>
          <p:cNvGrpSpPr/>
          <p:nvPr/>
        </p:nvGrpSpPr>
        <p:grpSpPr>
          <a:xfrm>
            <a:off x="558924" y="1772819"/>
            <a:ext cx="8782051" cy="1656181"/>
            <a:chOff x="558924" y="1772819"/>
            <a:chExt cx="8782051" cy="1656181"/>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9"/>
              <a:ext cx="8782050" cy="165618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22736"/>
            <a:stretch/>
          </p:blipFill>
          <p:spPr>
            <a:xfrm>
              <a:off x="618877" y="1857662"/>
              <a:ext cx="8722098" cy="1557342"/>
            </a:xfrm>
            <a:prstGeom prst="rect">
              <a:avLst/>
            </a:prstGeom>
          </p:spPr>
        </p:pic>
      </p:grpSp>
      <p:sp>
        <p:nvSpPr>
          <p:cNvPr id="16" name="직사각형 15">
            <a:extLst>
              <a:ext uri="{FF2B5EF4-FFF2-40B4-BE49-F238E27FC236}">
                <a16:creationId xmlns:a16="http://schemas.microsoft.com/office/drawing/2014/main" id="{A7789036-5FE6-4F87-8046-10F2275D43C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78">
            <a:extLst>
              <a:ext uri="{FF2B5EF4-FFF2-40B4-BE49-F238E27FC236}">
                <a16:creationId xmlns:a16="http://schemas.microsoft.com/office/drawing/2014/main" id="{0815DBD9-299B-3144-1F49-784DF3F2C168}"/>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09BBFC8E-7A64-E21C-B8BC-AFF40304D300}"/>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8272F224-94DE-676F-7FBD-B6C382ECD980}"/>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864164494"/>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직사각형 18">
            <a:extLst>
              <a:ext uri="{FF2B5EF4-FFF2-40B4-BE49-F238E27FC236}">
                <a16:creationId xmlns:a16="http://schemas.microsoft.com/office/drawing/2014/main" id="{58B1BC1D-DFB7-4482-BA23-F01AD71B1BBE}"/>
              </a:ext>
            </a:extLst>
          </p:cNvPr>
          <p:cNvSpPr/>
          <p:nvPr/>
        </p:nvSpPr>
        <p:spPr>
          <a:xfrm>
            <a:off x="444580" y="1360864"/>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Các</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phép</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toán</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Series</a:t>
            </a:r>
          </a:p>
        </p:txBody>
      </p:sp>
      <p:grpSp>
        <p:nvGrpSpPr>
          <p:cNvPr id="4" name="그룹 3">
            <a:extLst>
              <a:ext uri="{FF2B5EF4-FFF2-40B4-BE49-F238E27FC236}">
                <a16:creationId xmlns:a16="http://schemas.microsoft.com/office/drawing/2014/main" id="{E2C565C5-8B02-4EC7-9774-A8102346F5B5}"/>
              </a:ext>
            </a:extLst>
          </p:cNvPr>
          <p:cNvGrpSpPr/>
          <p:nvPr/>
        </p:nvGrpSpPr>
        <p:grpSpPr>
          <a:xfrm>
            <a:off x="558923" y="2810502"/>
            <a:ext cx="8782050" cy="1050546"/>
            <a:chOff x="558923" y="3680695"/>
            <a:chExt cx="8782050" cy="1050546"/>
          </a:xfrm>
        </p:grpSpPr>
        <p:sp>
          <p:nvSpPr>
            <p:cNvPr id="10" name="모서리가 둥근 직사각형 4">
              <a:extLst>
                <a:ext uri="{FF2B5EF4-FFF2-40B4-BE49-F238E27FC236}">
                  <a16:creationId xmlns:a16="http://schemas.microsoft.com/office/drawing/2014/main" id="{A36E3BA1-83BF-4EF9-8B22-BB45DE7AA1FC}"/>
                </a:ext>
              </a:extLst>
            </p:cNvPr>
            <p:cNvSpPr/>
            <p:nvPr/>
          </p:nvSpPr>
          <p:spPr>
            <a:xfrm>
              <a:off x="558923" y="3680695"/>
              <a:ext cx="8782050" cy="10505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769" r="19093"/>
            <a:stretch/>
          </p:blipFill>
          <p:spPr>
            <a:xfrm>
              <a:off x="653142" y="3771701"/>
              <a:ext cx="8687831" cy="881435"/>
            </a:xfrm>
            <a:prstGeom prst="rect">
              <a:avLst/>
            </a:prstGeom>
          </p:spPr>
        </p:pic>
      </p:grpSp>
      <p:grpSp>
        <p:nvGrpSpPr>
          <p:cNvPr id="14" name="그룹 13">
            <a:extLst>
              <a:ext uri="{FF2B5EF4-FFF2-40B4-BE49-F238E27FC236}">
                <a16:creationId xmlns:a16="http://schemas.microsoft.com/office/drawing/2014/main" id="{2B293D9F-BCF2-4050-A6E5-6BEB90827B8A}"/>
              </a:ext>
            </a:extLst>
          </p:cNvPr>
          <p:cNvGrpSpPr/>
          <p:nvPr/>
        </p:nvGrpSpPr>
        <p:grpSpPr>
          <a:xfrm>
            <a:off x="524240" y="1870666"/>
            <a:ext cx="8887612" cy="795209"/>
            <a:chOff x="524240" y="1870666"/>
            <a:chExt cx="8887612" cy="795209"/>
          </a:xfrm>
        </p:grpSpPr>
        <p:sp>
          <p:nvSpPr>
            <p:cNvPr id="20" name="직사각형 19">
              <a:extLst>
                <a:ext uri="{FF2B5EF4-FFF2-40B4-BE49-F238E27FC236}">
                  <a16:creationId xmlns:a16="http://schemas.microsoft.com/office/drawing/2014/main" id="{EC87B877-768F-44C8-96AD-A7DFB1BE27D5}"/>
                </a:ext>
              </a:extLst>
            </p:cNvPr>
            <p:cNvSpPr/>
            <p:nvPr/>
          </p:nvSpPr>
          <p:spPr>
            <a:xfrm>
              <a:off x="651633" y="2120359"/>
              <a:ext cx="8632825"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Việc cộng một số vào một đối tượng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series</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 sẽ được thực hiện bằng cách cộng số đó vào từng phần tử riêng lẻ của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series</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 và chuyển đổi kết quả được tính toán thành một đối tượng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series</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21" name="직사각형 20">
              <a:extLst>
                <a:ext uri="{FF2B5EF4-FFF2-40B4-BE49-F238E27FC236}">
                  <a16:creationId xmlns:a16="http://schemas.microsoft.com/office/drawing/2014/main" id="{A5D00255-EF88-4569-B82A-4066EF42E426}"/>
                </a:ext>
              </a:extLst>
            </p:cNvPr>
            <p:cNvSpPr/>
            <p:nvPr/>
          </p:nvSpPr>
          <p:spPr>
            <a:xfrm>
              <a:off x="524240" y="1870666"/>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Series vs. </a:t>
              </a:r>
              <a:r>
                <a:rPr lang="en-US" altLang="ko-KR" sz="1400" dirty="0" err="1">
                  <a:solidFill>
                    <a:schemeClr val="tx1"/>
                  </a:solidFill>
                  <a:latin typeface="SamsungOne-400" panose="020B0503030303020204" pitchFamily="34" charset="0"/>
                  <a:ea typeface="SamsungOne-400" panose="020B0503030303020204" pitchFamily="34" charset="0"/>
                </a:rPr>
                <a:t>Số</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grpSp>
        <p:nvGrpSpPr>
          <p:cNvPr id="2" name="그룹 78">
            <a:extLst>
              <a:ext uri="{FF2B5EF4-FFF2-40B4-BE49-F238E27FC236}">
                <a16:creationId xmlns:a16="http://schemas.microsoft.com/office/drawing/2014/main" id="{BFB03E66-D34D-5BCF-CBD3-3DD950D97879}"/>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5CF9BB68-E46A-4AA6-DE82-09B591C7F798}"/>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82C8F826-629E-07FD-E18F-8F2B2C6F2E07}"/>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710856185"/>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E9191AD4-6369-4A2E-A7A0-98D26073F288}"/>
              </a:ext>
            </a:extLst>
          </p:cNvPr>
          <p:cNvGrpSpPr/>
          <p:nvPr/>
        </p:nvGrpSpPr>
        <p:grpSpPr>
          <a:xfrm>
            <a:off x="561850" y="5016445"/>
            <a:ext cx="8782050" cy="1232548"/>
            <a:chOff x="561850" y="4589754"/>
            <a:chExt cx="8782050" cy="1232548"/>
          </a:xfrm>
        </p:grpSpPr>
        <p:grpSp>
          <p:nvGrpSpPr>
            <p:cNvPr id="10" name="그룹 9"/>
            <p:cNvGrpSpPr/>
            <p:nvPr/>
          </p:nvGrpSpPr>
          <p:grpSpPr>
            <a:xfrm>
              <a:off x="561850" y="4589754"/>
              <a:ext cx="8782050" cy="1232548"/>
              <a:chOff x="557644" y="5085181"/>
              <a:chExt cx="8782050" cy="1232548"/>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123254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pandas series </a:t>
                </a:r>
                <a:r>
                  <a:rPr lang="en-US" altLang="ko-KR" sz="1300" dirty="0" err="1">
                    <a:solidFill>
                      <a:prstClr val="black">
                        <a:lumMod val="85000"/>
                        <a:lumOff val="15000"/>
                      </a:prstClr>
                    </a:solidFill>
                    <a:latin typeface="SamsungOne-400" panose="020B0503030303020204" pitchFamily="34" charset="0"/>
                  </a:rPr>
                  <a:t>với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từ</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dict.</a:t>
                </a:r>
              </a:p>
            </p:txBody>
          </p:sp>
        </p:grpSp>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0211" y="5221039"/>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18992" y="5198307"/>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19632" y="5533201"/>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solidFill>
                    <a:prstClr val="black">
                      <a:lumMod val="85000"/>
                      <a:lumOff val="15000"/>
                    </a:prstClr>
                  </a:solidFill>
                  <a:latin typeface="SamsungOne-400" panose="020B0503030303020204" pitchFamily="34" charset="0"/>
                </a:rPr>
                <a:t>Chia </a:t>
              </a:r>
              <a:r>
                <a:rPr lang="en-US" altLang="ko-KR" sz="1300" dirty="0" err="1">
                  <a:solidFill>
                    <a:prstClr val="black">
                      <a:lumMod val="85000"/>
                      <a:lumOff val="15000"/>
                    </a:prstClr>
                  </a:solidFill>
                  <a:latin typeface="SamsungOne-400" panose="020B0503030303020204" pitchFamily="34" charset="0"/>
                </a:rPr>
                <a:t>điểm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học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sinh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cho</a:t>
              </a:r>
              <a:r>
                <a:rPr lang="en-US" altLang="ko-KR" sz="1300" dirty="0">
                  <a:solidFill>
                    <a:prstClr val="black">
                      <a:lumMod val="85000"/>
                      <a:lumOff val="15000"/>
                    </a:prstClr>
                  </a:solidFill>
                  <a:latin typeface="SamsungOne-400" panose="020B0503030303020204" pitchFamily="34" charset="0"/>
                </a:rPr>
                <a:t> 200 </a:t>
              </a:r>
              <a:r>
                <a:rPr lang="en-US" altLang="ko-KR" sz="1300" dirty="0" err="1">
                  <a:solidFill>
                    <a:prstClr val="black">
                      <a:lumMod val="85000"/>
                      <a:lumOff val="15000"/>
                    </a:prstClr>
                  </a:solidFill>
                  <a:latin typeface="SamsungOne-400" panose="020B0503030303020204" pitchFamily="34" charset="0"/>
                </a:rPr>
                <a:t>mỗi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môn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học</a:t>
              </a:r>
              <a:r>
                <a:rPr lang="en-US" altLang="ko-KR" sz="1300" dirty="0">
                  <a:solidFill>
                    <a:prstClr val="black">
                      <a:lumMod val="85000"/>
                      <a:lumOff val="15000"/>
                    </a:prstClr>
                  </a:solidFill>
                  <a:latin typeface="SamsungOne-400" panose="020B0503030303020204" pitchFamily="34" charset="0"/>
                </a:rPr>
                <a:t>.</a:t>
              </a:r>
            </a:p>
          </p:txBody>
        </p:sp>
      </p:grpSp>
      <p:grpSp>
        <p:nvGrpSpPr>
          <p:cNvPr id="5" name="그룹 4">
            <a:extLst>
              <a:ext uri="{FF2B5EF4-FFF2-40B4-BE49-F238E27FC236}">
                <a16:creationId xmlns:a16="http://schemas.microsoft.com/office/drawing/2014/main" id="{ED5E2F27-272D-4805-91F8-F25C36792FB4}"/>
              </a:ext>
            </a:extLst>
          </p:cNvPr>
          <p:cNvGrpSpPr/>
          <p:nvPr/>
        </p:nvGrpSpPr>
        <p:grpSpPr>
          <a:xfrm>
            <a:off x="558924" y="2216970"/>
            <a:ext cx="8782050" cy="2700261"/>
            <a:chOff x="558924" y="2235632"/>
            <a:chExt cx="8782050" cy="2700261"/>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235632"/>
              <a:ext cx="8782050" cy="270026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486" r="22473"/>
            <a:stretch/>
          </p:blipFill>
          <p:spPr>
            <a:xfrm>
              <a:off x="690464" y="2306853"/>
              <a:ext cx="8650510" cy="2574176"/>
            </a:xfrm>
            <a:prstGeom prst="rect">
              <a:avLst/>
            </a:prstGeom>
          </p:spPr>
        </p:pic>
      </p:grpSp>
      <p:grpSp>
        <p:nvGrpSpPr>
          <p:cNvPr id="6" name="그룹 5">
            <a:extLst>
              <a:ext uri="{FF2B5EF4-FFF2-40B4-BE49-F238E27FC236}">
                <a16:creationId xmlns:a16="http://schemas.microsoft.com/office/drawing/2014/main" id="{BBAC7F5F-FD2B-448A-A8E6-1C0EFDDCBF34}"/>
              </a:ext>
            </a:extLst>
          </p:cNvPr>
          <p:cNvGrpSpPr/>
          <p:nvPr/>
        </p:nvGrpSpPr>
        <p:grpSpPr>
          <a:xfrm>
            <a:off x="580388" y="1413381"/>
            <a:ext cx="8887612" cy="769091"/>
            <a:chOff x="580388" y="1413381"/>
            <a:chExt cx="8887612" cy="769091"/>
          </a:xfrm>
        </p:grpSpPr>
        <p:sp>
          <p:nvSpPr>
            <p:cNvPr id="16" name="직사각형 15"/>
            <p:cNvSpPr/>
            <p:nvPr/>
          </p:nvSpPr>
          <p:spPr>
            <a:xfrm>
              <a:off x="711201" y="1636956"/>
              <a:ext cx="8632825"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Việc cộng một số vào một đối tượng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series</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 sẽ được thực hiện bằng cách cộng số đó vào từng phần tử riêng lẻ của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series</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 và chuyển đổi kết quả được tính toán thành một đối tượng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series</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20" name="직사각형 19">
              <a:extLst>
                <a:ext uri="{FF2B5EF4-FFF2-40B4-BE49-F238E27FC236}">
                  <a16:creationId xmlns:a16="http://schemas.microsoft.com/office/drawing/2014/main" id="{FCDBC5E7-D315-4483-B05A-6667F2E8B91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Series vs. </a:t>
              </a:r>
              <a:r>
                <a:rPr lang="en-US" altLang="ko-KR" sz="1400" dirty="0" err="1">
                  <a:solidFill>
                    <a:schemeClr val="tx1"/>
                  </a:solidFill>
                  <a:latin typeface="SamsungOne-400" panose="020B0503030303020204" pitchFamily="34" charset="0"/>
                  <a:ea typeface="SamsungOne-400" panose="020B0503030303020204" pitchFamily="34" charset="0"/>
                </a:rPr>
                <a:t>Số</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grpSp>
        <p:nvGrpSpPr>
          <p:cNvPr id="3" name="그룹 78">
            <a:extLst>
              <a:ext uri="{FF2B5EF4-FFF2-40B4-BE49-F238E27FC236}">
                <a16:creationId xmlns:a16="http://schemas.microsoft.com/office/drawing/2014/main" id="{41DD8B08-FB82-9CE0-054B-0199F8EE8BB0}"/>
              </a:ext>
            </a:extLst>
          </p:cNvPr>
          <p:cNvGrpSpPr/>
          <p:nvPr/>
        </p:nvGrpSpPr>
        <p:grpSpPr>
          <a:xfrm>
            <a:off x="450000" y="450000"/>
            <a:ext cx="9018000" cy="276999"/>
            <a:chOff x="450000" y="450000"/>
            <a:chExt cx="9018000" cy="276999"/>
          </a:xfrm>
        </p:grpSpPr>
        <p:sp>
          <p:nvSpPr>
            <p:cNvPr id="7" name="직사각형 79">
              <a:extLst>
                <a:ext uri="{FF2B5EF4-FFF2-40B4-BE49-F238E27FC236}">
                  <a16:creationId xmlns:a16="http://schemas.microsoft.com/office/drawing/2014/main" id="{6E160C92-F322-96E4-F536-666BB2845E28}"/>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8" name="직사각형 80">
              <a:extLst>
                <a:ext uri="{FF2B5EF4-FFF2-40B4-BE49-F238E27FC236}">
                  <a16:creationId xmlns:a16="http://schemas.microsoft.com/office/drawing/2014/main" id="{7EBA1F51-3772-BB15-A976-A8A1A09E0FD3}"/>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114008775"/>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그룹 4">
            <a:extLst>
              <a:ext uri="{FF2B5EF4-FFF2-40B4-BE49-F238E27FC236}">
                <a16:creationId xmlns:a16="http://schemas.microsoft.com/office/drawing/2014/main" id="{78502464-CF85-468C-BF21-283F05B18CCA}"/>
              </a:ext>
            </a:extLst>
          </p:cNvPr>
          <p:cNvGrpSpPr/>
          <p:nvPr/>
        </p:nvGrpSpPr>
        <p:grpSpPr>
          <a:xfrm>
            <a:off x="561850" y="3758166"/>
            <a:ext cx="8782050" cy="1215510"/>
            <a:chOff x="561850" y="3771788"/>
            <a:chExt cx="8782050" cy="1215510"/>
          </a:xfrm>
        </p:grpSpPr>
        <p:grpSp>
          <p:nvGrpSpPr>
            <p:cNvPr id="10" name="그룹 9"/>
            <p:cNvGrpSpPr/>
            <p:nvPr/>
          </p:nvGrpSpPr>
          <p:grpSpPr>
            <a:xfrm>
              <a:off x="561850" y="3771788"/>
              <a:ext cx="8782050" cy="1215510"/>
              <a:chOff x="557644" y="5085181"/>
              <a:chExt cx="8782050" cy="1215510"/>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121551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pandas series </a:t>
                </a:r>
                <a:r>
                  <a:rPr lang="en-US" altLang="ko-KR" sz="1300" dirty="0" err="1">
                    <a:solidFill>
                      <a:prstClr val="black">
                        <a:lumMod val="85000"/>
                        <a:lumOff val="15000"/>
                      </a:prstClr>
                    </a:solidFill>
                    <a:latin typeface="SamsungOne-400" panose="020B0503030303020204" pitchFamily="34" charset="0"/>
                  </a:rPr>
                  <a:t>với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từ</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dict.</a:t>
                </a:r>
              </a:p>
            </p:txBody>
          </p:sp>
        </p:grpSp>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0211" y="4403073"/>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18992" y="4380341"/>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5-4 ~ 5-7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19632" y="4715235"/>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Thực hiện bốn phép tính số học cơ bản dựa trên điểm số của mỗi học sinh cho mỗi môn học.</a:t>
              </a:r>
              <a:endParaRPr lang="en-US" altLang="ko-KR" sz="1300" dirty="0">
                <a:solidFill>
                  <a:prstClr val="black">
                    <a:lumMod val="85000"/>
                    <a:lumOff val="15000"/>
                  </a:prstClr>
                </a:solidFill>
                <a:latin typeface="SamsungOne-400" panose="020B0503030303020204" pitchFamily="34" charset="0"/>
              </a:endParaRPr>
            </a:p>
          </p:txBody>
        </p:sp>
      </p:grpSp>
      <p:grpSp>
        <p:nvGrpSpPr>
          <p:cNvPr id="23" name="그룹 22">
            <a:extLst>
              <a:ext uri="{FF2B5EF4-FFF2-40B4-BE49-F238E27FC236}">
                <a16:creationId xmlns:a16="http://schemas.microsoft.com/office/drawing/2014/main" id="{65926F18-E46C-426A-AB5B-605A87F1CB08}"/>
              </a:ext>
            </a:extLst>
          </p:cNvPr>
          <p:cNvGrpSpPr/>
          <p:nvPr/>
        </p:nvGrpSpPr>
        <p:grpSpPr>
          <a:xfrm>
            <a:off x="580388" y="1413381"/>
            <a:ext cx="8887612" cy="569036"/>
            <a:chOff x="580388" y="1413381"/>
            <a:chExt cx="8887612" cy="569036"/>
          </a:xfrm>
        </p:grpSpPr>
        <p:sp>
          <p:nvSpPr>
            <p:cNvPr id="24" name="직사각형 23">
              <a:extLst>
                <a:ext uri="{FF2B5EF4-FFF2-40B4-BE49-F238E27FC236}">
                  <a16:creationId xmlns:a16="http://schemas.microsoft.com/office/drawing/2014/main" id="{E2D6BAB6-20DF-4AB7-A9B5-3C6E2C367AF0}"/>
                </a:ext>
              </a:extLst>
            </p:cNvPr>
            <p:cNvSpPr/>
            <p:nvPr/>
          </p:nvSpPr>
          <p:spPr>
            <a:xfrm>
              <a:off x="711201" y="1636956"/>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Đối với tất cả các chỉ số trong series, các phần tử có cùng chỉ số được tính toán.</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25" name="직사각형 24">
              <a:extLst>
                <a:ext uri="{FF2B5EF4-FFF2-40B4-BE49-F238E27FC236}">
                  <a16:creationId xmlns:a16="http://schemas.microsoft.com/office/drawing/2014/main" id="{7043414E-C605-4980-BA32-288411D00EA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Series vs. Series</a:t>
              </a:r>
            </a:p>
          </p:txBody>
        </p:sp>
      </p:grpSp>
      <p:grpSp>
        <p:nvGrpSpPr>
          <p:cNvPr id="2" name="그룹 78">
            <a:extLst>
              <a:ext uri="{FF2B5EF4-FFF2-40B4-BE49-F238E27FC236}">
                <a16:creationId xmlns:a16="http://schemas.microsoft.com/office/drawing/2014/main" id="{490DAF84-FEA0-B8E5-40C2-B82315532D13}"/>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89332699-0BB4-AD11-39BB-AD9EB6CE331F}"/>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8" name="직사각형 80">
              <a:extLst>
                <a:ext uri="{FF2B5EF4-FFF2-40B4-BE49-F238E27FC236}">
                  <a16:creationId xmlns:a16="http://schemas.microsoft.com/office/drawing/2014/main" id="{82B48D1A-EAD0-9D9F-ED68-821BD2F48C64}"/>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9" name="그룹 20">
            <a:extLst>
              <a:ext uri="{FF2B5EF4-FFF2-40B4-BE49-F238E27FC236}">
                <a16:creationId xmlns:a16="http://schemas.microsoft.com/office/drawing/2014/main" id="{E1941BF3-85DC-4EBE-F1A1-11E1C89BD7F2}"/>
              </a:ext>
            </a:extLst>
          </p:cNvPr>
          <p:cNvGrpSpPr/>
          <p:nvPr/>
        </p:nvGrpSpPr>
        <p:grpSpPr>
          <a:xfrm>
            <a:off x="558397" y="1990548"/>
            <a:ext cx="8782050" cy="1642699"/>
            <a:chOff x="558397" y="1990548"/>
            <a:chExt cx="8782050" cy="1642699"/>
          </a:xfrm>
        </p:grpSpPr>
        <p:sp>
          <p:nvSpPr>
            <p:cNvPr id="16" name="모서리가 둥근 직사각형 4">
              <a:extLst>
                <a:ext uri="{FF2B5EF4-FFF2-40B4-BE49-F238E27FC236}">
                  <a16:creationId xmlns:a16="http://schemas.microsoft.com/office/drawing/2014/main" id="{5EB27179-2BE9-5B16-1ECC-47FFB78C4204}"/>
                </a:ext>
              </a:extLst>
            </p:cNvPr>
            <p:cNvSpPr/>
            <p:nvPr/>
          </p:nvSpPr>
          <p:spPr>
            <a:xfrm>
              <a:off x="558397" y="1990548"/>
              <a:ext cx="8782050" cy="164269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0" name="그림 6">
              <a:extLst>
                <a:ext uri="{FF2B5EF4-FFF2-40B4-BE49-F238E27FC236}">
                  <a16:creationId xmlns:a16="http://schemas.microsoft.com/office/drawing/2014/main" id="{9EA2C26A-1E68-3324-7D4F-A8C620132B7F}"/>
                </a:ext>
              </a:extLst>
            </p:cNvPr>
            <p:cNvPicPr>
              <a:picLocks noChangeAspect="1"/>
            </p:cNvPicPr>
            <p:nvPr/>
          </p:nvPicPr>
          <p:blipFill rotWithShape="1">
            <a:blip r:embed="rId5"/>
            <a:srcRect r="17810"/>
            <a:stretch/>
          </p:blipFill>
          <p:spPr>
            <a:xfrm>
              <a:off x="1201317" y="2066255"/>
              <a:ext cx="8139130" cy="1473776"/>
            </a:xfrm>
            <a:prstGeom prst="rect">
              <a:avLst/>
            </a:prstGeom>
          </p:spPr>
        </p:pic>
        <p:pic>
          <p:nvPicPr>
            <p:cNvPr id="21" name="그림 19">
              <a:extLst>
                <a:ext uri="{FF2B5EF4-FFF2-40B4-BE49-F238E27FC236}">
                  <a16:creationId xmlns:a16="http://schemas.microsoft.com/office/drawing/2014/main" id="{4244BB01-397A-1BDC-7A5F-21B8367FAA72}"/>
                </a:ext>
              </a:extLst>
            </p:cNvPr>
            <p:cNvPicPr>
              <a:picLocks noChangeAspect="1"/>
            </p:cNvPicPr>
            <p:nvPr/>
          </p:nvPicPr>
          <p:blipFill>
            <a:blip r:embed="rId6"/>
            <a:stretch>
              <a:fillRect/>
            </a:stretch>
          </p:blipFill>
          <p:spPr>
            <a:xfrm>
              <a:off x="726090" y="2182472"/>
              <a:ext cx="468443" cy="172108"/>
            </a:xfrm>
            <a:prstGeom prst="rect">
              <a:avLst/>
            </a:prstGeom>
          </p:spPr>
        </p:pic>
        <p:sp>
          <p:nvSpPr>
            <p:cNvPr id="22" name="직사각형 10">
              <a:extLst>
                <a:ext uri="{FF2B5EF4-FFF2-40B4-BE49-F238E27FC236}">
                  <a16:creationId xmlns:a16="http://schemas.microsoft.com/office/drawing/2014/main" id="{0431FC36-9C01-8418-5701-930383CCF9BC}"/>
                </a:ext>
              </a:extLst>
            </p:cNvPr>
            <p:cNvSpPr/>
            <p:nvPr/>
          </p:nvSpPr>
          <p:spPr>
            <a:xfrm>
              <a:off x="1009597" y="2209799"/>
              <a:ext cx="49682" cy="121921"/>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050" dirty="0">
                  <a:solidFill>
                    <a:srgbClr val="2D3C9D"/>
                  </a:solidFill>
                  <a:latin typeface="D2Coding" panose="020B0609020101020101" pitchFamily="49" charset="-127"/>
                  <a:ea typeface="D2Coding" panose="020B0609020101020101" pitchFamily="49" charset="-127"/>
                </a:rPr>
                <a:t>5</a:t>
              </a:r>
              <a:endParaRPr lang="ko-KR" altLang="en-US" sz="1050" dirty="0">
                <a:solidFill>
                  <a:srgbClr val="2D3C9D"/>
                </a:solidFill>
                <a:latin typeface="D2Coding" panose="020B0609020101020101" pitchFamily="49" charset="-127"/>
                <a:ea typeface="D2Coding" panose="020B0609020101020101" pitchFamily="49" charset="-127"/>
              </a:endParaRPr>
            </a:p>
          </p:txBody>
        </p:sp>
      </p:grpSp>
    </p:spTree>
    <p:extLst>
      <p:ext uri="{BB962C8B-B14F-4D97-AF65-F5344CB8AC3E}">
        <p14:creationId xmlns:p14="http://schemas.microsoft.com/office/powerpoint/2010/main" val="3573075537"/>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p:cNvGrpSpPr/>
          <p:nvPr/>
        </p:nvGrpSpPr>
        <p:grpSpPr>
          <a:xfrm>
            <a:off x="561850" y="4553317"/>
            <a:ext cx="8782050" cy="737332"/>
            <a:chOff x="557644" y="5085181"/>
            <a:chExt cx="8782050" cy="737332"/>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3733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Kết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hợp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kết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quả</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phép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toán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số</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học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vào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 (series-&gt;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a:t>
              </a:r>
            </a:p>
          </p:txBody>
        </p:sp>
      </p:grpSp>
      <p:sp>
        <p:nvSpPr>
          <p:cNvPr id="20" name="직사각형 19"/>
          <p:cNvSpPr/>
          <p:nvPr/>
        </p:nvSpPr>
        <p:spPr>
          <a:xfrm>
            <a:off x="711200" y="5361227"/>
            <a:ext cx="8632825"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Trong ví dụ trên, thứ tự của các tên môn học được đưa ra bởi chỉ mục là khác nhau, nhưng pandas tìm và sắp xếp để có cùng tên môn học (chỉ mục), sau đó mới thực thi các phép tính.</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16" name="직사각형 15">
            <a:extLst>
              <a:ext uri="{FF2B5EF4-FFF2-40B4-BE49-F238E27FC236}">
                <a16:creationId xmlns:a16="http://schemas.microsoft.com/office/drawing/2014/main" id="{ED2CB474-F06E-49DE-969C-19FFE29AED8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Series vs. Series</a:t>
            </a:r>
          </a:p>
        </p:txBody>
      </p:sp>
      <p:grpSp>
        <p:nvGrpSpPr>
          <p:cNvPr id="9" name="그룹 8">
            <a:extLst>
              <a:ext uri="{FF2B5EF4-FFF2-40B4-BE49-F238E27FC236}">
                <a16:creationId xmlns:a16="http://schemas.microsoft.com/office/drawing/2014/main" id="{F6D5AF4B-F3EF-48CA-88B2-4C1ACD923CE1}"/>
              </a:ext>
            </a:extLst>
          </p:cNvPr>
          <p:cNvGrpSpPr/>
          <p:nvPr/>
        </p:nvGrpSpPr>
        <p:grpSpPr>
          <a:xfrm>
            <a:off x="558924" y="1719470"/>
            <a:ext cx="8782050" cy="2733871"/>
            <a:chOff x="558924" y="1719470"/>
            <a:chExt cx="8782050" cy="2733871"/>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19470"/>
              <a:ext cx="8782050" cy="273387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5"/>
            <a:srcRect l="1665" r="15445"/>
            <a:stretch/>
          </p:blipFill>
          <p:spPr>
            <a:xfrm>
              <a:off x="653142" y="1786857"/>
              <a:ext cx="8687832" cy="2585868"/>
            </a:xfrm>
            <a:prstGeom prst="rect">
              <a:avLst/>
            </a:prstGeom>
          </p:spPr>
        </p:pic>
        <p:sp>
          <p:nvSpPr>
            <p:cNvPr id="18" name="직사각형 17">
              <a:extLst>
                <a:ext uri="{FF2B5EF4-FFF2-40B4-BE49-F238E27FC236}">
                  <a16:creationId xmlns:a16="http://schemas.microsoft.com/office/drawing/2014/main" id="{8B388DFD-D504-4451-BA62-5156A0913CDF}"/>
                </a:ext>
              </a:extLst>
            </p:cNvPr>
            <p:cNvSpPr/>
            <p:nvPr/>
          </p:nvSpPr>
          <p:spPr>
            <a:xfrm>
              <a:off x="824694" y="3056822"/>
              <a:ext cx="1109433" cy="307975"/>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00" b="1" dirty="0">
                  <a:solidFill>
                    <a:schemeClr val="tx1"/>
                  </a:solidFill>
                  <a:latin typeface="D2Coding" panose="020B0609020101020101" pitchFamily="49" charset="-127"/>
                  <a:ea typeface="D2Coding" panose="020B0609020101020101" pitchFamily="49" charset="-127"/>
                </a:rPr>
                <a:t>addition</a:t>
              </a:r>
            </a:p>
          </p:txBody>
        </p:sp>
        <p:sp>
          <p:nvSpPr>
            <p:cNvPr id="19" name="직사각형 18">
              <a:extLst>
                <a:ext uri="{FF2B5EF4-FFF2-40B4-BE49-F238E27FC236}">
                  <a16:creationId xmlns:a16="http://schemas.microsoft.com/office/drawing/2014/main" id="{D12E2F75-8857-47E1-BC85-6FFE0B1874F3}"/>
                </a:ext>
              </a:extLst>
            </p:cNvPr>
            <p:cNvSpPr/>
            <p:nvPr/>
          </p:nvSpPr>
          <p:spPr>
            <a:xfrm>
              <a:off x="3930418" y="2770092"/>
              <a:ext cx="367191" cy="1780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400" dirty="0">
                  <a:solidFill>
                    <a:schemeClr val="tx1"/>
                  </a:solidFill>
                  <a:latin typeface="D2Coding" panose="020B0609020101020101" pitchFamily="49" charset="-127"/>
                  <a:ea typeface="D2Coding" panose="020B0609020101020101" pitchFamily="49" charset="-127"/>
                </a:rPr>
                <a:t>eng</a:t>
              </a:r>
            </a:p>
          </p:txBody>
        </p:sp>
        <p:sp>
          <p:nvSpPr>
            <p:cNvPr id="22" name="직사각형 21">
              <a:extLst>
                <a:ext uri="{FF2B5EF4-FFF2-40B4-BE49-F238E27FC236}">
                  <a16:creationId xmlns:a16="http://schemas.microsoft.com/office/drawing/2014/main" id="{0A711880-CE7D-4D9D-98CC-15110CFCB2DE}"/>
                </a:ext>
              </a:extLst>
            </p:cNvPr>
            <p:cNvSpPr/>
            <p:nvPr/>
          </p:nvSpPr>
          <p:spPr>
            <a:xfrm>
              <a:off x="1150315" y="4080943"/>
              <a:ext cx="792088" cy="2422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200" b="1" dirty="0">
                  <a:solidFill>
                    <a:schemeClr val="tx1"/>
                  </a:solidFill>
                  <a:latin typeface="D2Coding" panose="020B0609020101020101" pitchFamily="49" charset="-127"/>
                  <a:ea typeface="D2Coding" panose="020B0609020101020101" pitchFamily="49" charset="-127"/>
                </a:rPr>
                <a:t>division</a:t>
              </a:r>
            </a:p>
          </p:txBody>
        </p:sp>
        <p:sp>
          <p:nvSpPr>
            <p:cNvPr id="23" name="직사각형 22">
              <a:extLst>
                <a:ext uri="{FF2B5EF4-FFF2-40B4-BE49-F238E27FC236}">
                  <a16:creationId xmlns:a16="http://schemas.microsoft.com/office/drawing/2014/main" id="{357FB9C0-52F2-4654-876E-A6FD25EED504}"/>
                </a:ext>
              </a:extLst>
            </p:cNvPr>
            <p:cNvSpPr/>
            <p:nvPr/>
          </p:nvSpPr>
          <p:spPr>
            <a:xfrm>
              <a:off x="824694" y="3705625"/>
              <a:ext cx="1134185" cy="325747"/>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200" b="1" dirty="0">
                  <a:solidFill>
                    <a:schemeClr val="tx1"/>
                  </a:solidFill>
                  <a:latin typeface="D2Coding" panose="020B0609020101020101" pitchFamily="49" charset="-127"/>
                  <a:ea typeface="D2Coding" panose="020B0609020101020101" pitchFamily="49" charset="-127"/>
                </a:rPr>
                <a:t>Multiplication</a:t>
              </a:r>
            </a:p>
          </p:txBody>
        </p:sp>
        <p:sp>
          <p:nvSpPr>
            <p:cNvPr id="24" name="직사각형 23">
              <a:extLst>
                <a:ext uri="{FF2B5EF4-FFF2-40B4-BE49-F238E27FC236}">
                  <a16:creationId xmlns:a16="http://schemas.microsoft.com/office/drawing/2014/main" id="{14F4FA35-590D-4519-AD89-9444AEEEE37E}"/>
                </a:ext>
              </a:extLst>
            </p:cNvPr>
            <p:cNvSpPr/>
            <p:nvPr/>
          </p:nvSpPr>
          <p:spPr>
            <a:xfrm>
              <a:off x="1056099" y="3409281"/>
              <a:ext cx="878028" cy="2422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200" b="1" dirty="0">
                  <a:solidFill>
                    <a:schemeClr val="tx1"/>
                  </a:solidFill>
                  <a:latin typeface="D2Coding" panose="020B0609020101020101" pitchFamily="49" charset="-127"/>
                  <a:ea typeface="D2Coding" panose="020B0609020101020101" pitchFamily="49" charset="-127"/>
                </a:rPr>
                <a:t>subtraction</a:t>
              </a:r>
            </a:p>
          </p:txBody>
        </p:sp>
        <p:sp>
          <p:nvSpPr>
            <p:cNvPr id="25" name="직사각형 24">
              <a:extLst>
                <a:ext uri="{FF2B5EF4-FFF2-40B4-BE49-F238E27FC236}">
                  <a16:creationId xmlns:a16="http://schemas.microsoft.com/office/drawing/2014/main" id="{7C7EE3B1-9182-4443-BA21-9FC16A01EFFD}"/>
                </a:ext>
              </a:extLst>
            </p:cNvPr>
            <p:cNvSpPr/>
            <p:nvPr/>
          </p:nvSpPr>
          <p:spPr>
            <a:xfrm>
              <a:off x="3079205" y="2770092"/>
              <a:ext cx="594100" cy="1780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400" dirty="0">
                  <a:solidFill>
                    <a:schemeClr val="tx1"/>
                  </a:solidFill>
                  <a:latin typeface="D2Coding" panose="020B0609020101020101" pitchFamily="49" charset="-127"/>
                  <a:ea typeface="D2Coding" panose="020B0609020101020101" pitchFamily="49" charset="-127"/>
                </a:rPr>
                <a:t>math</a:t>
              </a:r>
            </a:p>
          </p:txBody>
        </p:sp>
        <p:sp>
          <p:nvSpPr>
            <p:cNvPr id="26" name="직사각형 25">
              <a:extLst>
                <a:ext uri="{FF2B5EF4-FFF2-40B4-BE49-F238E27FC236}">
                  <a16:creationId xmlns:a16="http://schemas.microsoft.com/office/drawing/2014/main" id="{A0FF3C8E-3B6A-468B-A42D-5FB4F2EC3E3F}"/>
                </a:ext>
              </a:extLst>
            </p:cNvPr>
            <p:cNvSpPr/>
            <p:nvPr/>
          </p:nvSpPr>
          <p:spPr>
            <a:xfrm>
              <a:off x="2514767" y="2770092"/>
              <a:ext cx="367191" cy="1780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400" dirty="0">
                  <a:solidFill>
                    <a:schemeClr val="tx1"/>
                  </a:solidFill>
                  <a:latin typeface="D2Coding" panose="020B0609020101020101" pitchFamily="49" charset="-127"/>
                  <a:ea typeface="D2Coding" panose="020B0609020101020101" pitchFamily="49" charset="-127"/>
                </a:rPr>
                <a:t>kor</a:t>
              </a:r>
            </a:p>
          </p:txBody>
        </p:sp>
        <p:sp>
          <p:nvSpPr>
            <p:cNvPr id="27" name="직사각형 26">
              <a:extLst>
                <a:ext uri="{FF2B5EF4-FFF2-40B4-BE49-F238E27FC236}">
                  <a16:creationId xmlns:a16="http://schemas.microsoft.com/office/drawing/2014/main" id="{A75C7887-319E-489B-862C-D2FEB56AEB55}"/>
                </a:ext>
              </a:extLst>
            </p:cNvPr>
            <p:cNvSpPr/>
            <p:nvPr/>
          </p:nvSpPr>
          <p:spPr>
            <a:xfrm>
              <a:off x="3471280" y="2074350"/>
              <a:ext cx="4293250" cy="189880"/>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en-US" altLang="ko-KR" sz="1200" dirty="0">
                  <a:solidFill>
                    <a:schemeClr val="tx1"/>
                  </a:solidFill>
                  <a:latin typeface="D2Coding" panose="020B0609020101020101" pitchFamily="49" charset="-127"/>
                  <a:ea typeface="D2Coding" panose="020B0609020101020101" pitchFamily="49" charset="-127"/>
                </a:rPr>
                <a:t>[</a:t>
              </a:r>
              <a:r>
                <a:rPr lang="en-US" altLang="ko-KR" sz="1200" dirty="0">
                  <a:solidFill>
                    <a:srgbClr val="B8151E"/>
                  </a:solidFill>
                  <a:latin typeface="D2Coding" panose="020B0609020101020101" pitchFamily="49" charset="-127"/>
                  <a:ea typeface="D2Coding" panose="020B0609020101020101" pitchFamily="49" charset="-127"/>
                </a:rPr>
                <a:t>‘addition’</a:t>
              </a:r>
              <a:r>
                <a:rPr lang="en-US" altLang="ko-KR" sz="1200" dirty="0">
                  <a:solidFill>
                    <a:schemeClr val="tx1"/>
                  </a:solidFill>
                  <a:latin typeface="D2Coding" panose="020B0609020101020101" pitchFamily="49" charset="-127"/>
                  <a:ea typeface="D2Coding" panose="020B0609020101020101" pitchFamily="49" charset="-127"/>
                </a:rPr>
                <a:t>,</a:t>
              </a:r>
              <a:r>
                <a:rPr lang="en-US" altLang="ko-KR" sz="1200" dirty="0">
                  <a:solidFill>
                    <a:srgbClr val="B8151E"/>
                  </a:solidFill>
                  <a:latin typeface="D2Coding" panose="020B0609020101020101" pitchFamily="49" charset="-127"/>
                  <a:ea typeface="D2Coding" panose="020B0609020101020101" pitchFamily="49" charset="-127"/>
                </a:rPr>
                <a:t> ‘subtraction’</a:t>
              </a:r>
              <a:r>
                <a:rPr lang="en-US" altLang="ko-KR" sz="1200" dirty="0">
                  <a:solidFill>
                    <a:schemeClr val="tx1"/>
                  </a:solidFill>
                  <a:latin typeface="D2Coding" panose="020B0609020101020101" pitchFamily="49" charset="-127"/>
                  <a:ea typeface="D2Coding" panose="020B0609020101020101" pitchFamily="49" charset="-127"/>
                </a:rPr>
                <a:t>,</a:t>
              </a:r>
              <a:r>
                <a:rPr lang="en-US" altLang="ko-KR" sz="1200" dirty="0">
                  <a:solidFill>
                    <a:srgbClr val="B8151E"/>
                  </a:solidFill>
                  <a:latin typeface="D2Coding" panose="020B0609020101020101" pitchFamily="49" charset="-127"/>
                  <a:ea typeface="D2Coding" panose="020B0609020101020101" pitchFamily="49" charset="-127"/>
                </a:rPr>
                <a:t> ‘multiplication’</a:t>
              </a:r>
              <a:r>
                <a:rPr lang="en-US" altLang="ko-KR" sz="1200" dirty="0">
                  <a:solidFill>
                    <a:schemeClr val="tx1"/>
                  </a:solidFill>
                  <a:latin typeface="D2Coding" panose="020B0609020101020101" pitchFamily="49" charset="-127"/>
                  <a:ea typeface="D2Coding" panose="020B0609020101020101" pitchFamily="49" charset="-127"/>
                </a:rPr>
                <a:t>,</a:t>
              </a:r>
              <a:r>
                <a:rPr lang="en-US" altLang="ko-KR" sz="1200" dirty="0">
                  <a:solidFill>
                    <a:srgbClr val="B8151E"/>
                  </a:solidFill>
                  <a:latin typeface="D2Coding" panose="020B0609020101020101" pitchFamily="49" charset="-127"/>
                  <a:ea typeface="D2Coding" panose="020B0609020101020101" pitchFamily="49" charset="-127"/>
                </a:rPr>
                <a:t> ‘division’</a:t>
              </a:r>
              <a:r>
                <a:rPr lang="en-US" altLang="ko-KR" sz="1200" dirty="0">
                  <a:solidFill>
                    <a:schemeClr val="tx1"/>
                  </a:solidFill>
                  <a:latin typeface="D2Coding" panose="020B0609020101020101" pitchFamily="49" charset="-127"/>
                  <a:ea typeface="D2Coding" panose="020B0609020101020101" pitchFamily="49" charset="-127"/>
                </a:rPr>
                <a:t>]</a:t>
              </a:r>
            </a:p>
          </p:txBody>
        </p:sp>
        <p:sp>
          <p:nvSpPr>
            <p:cNvPr id="7" name="직사각형 6">
              <a:extLst>
                <a:ext uri="{FF2B5EF4-FFF2-40B4-BE49-F238E27FC236}">
                  <a16:creationId xmlns:a16="http://schemas.microsoft.com/office/drawing/2014/main" id="{05AF7398-1D95-4DDB-BA53-2B5520346F71}"/>
                </a:ext>
              </a:extLst>
            </p:cNvPr>
            <p:cNvSpPr/>
            <p:nvPr/>
          </p:nvSpPr>
          <p:spPr>
            <a:xfrm>
              <a:off x="752474" y="2981324"/>
              <a:ext cx="3724275" cy="715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5" name="직선 연결선 34">
              <a:extLst>
                <a:ext uri="{FF2B5EF4-FFF2-40B4-BE49-F238E27FC236}">
                  <a16:creationId xmlns:a16="http://schemas.microsoft.com/office/drawing/2014/main" id="{6347CE5A-2845-4089-8ED6-245BA4D1CDCC}"/>
                </a:ext>
              </a:extLst>
            </p:cNvPr>
            <p:cNvCxnSpPr>
              <a:cxnSpLocks/>
            </p:cNvCxnSpPr>
            <p:nvPr/>
          </p:nvCxnSpPr>
          <p:spPr>
            <a:xfrm>
              <a:off x="824694" y="3064065"/>
              <a:ext cx="3472915" cy="0"/>
            </a:xfrm>
            <a:prstGeom prst="line">
              <a:avLst/>
            </a:prstGeom>
            <a:ln w="2032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 name="그룹 78">
            <a:extLst>
              <a:ext uri="{FF2B5EF4-FFF2-40B4-BE49-F238E27FC236}">
                <a16:creationId xmlns:a16="http://schemas.microsoft.com/office/drawing/2014/main" id="{56092B10-8A09-F05D-6AD4-32702A88A680}"/>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95225AC8-E2D7-110E-66D3-22AD9E241E89}"/>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5" name="직사각형 80">
              <a:extLst>
                <a:ext uri="{FF2B5EF4-FFF2-40B4-BE49-F238E27FC236}">
                  <a16:creationId xmlns:a16="http://schemas.microsoft.com/office/drawing/2014/main" id="{2A169216-D331-399E-3A66-6E0DCCB81677}"/>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007763656"/>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12CC1054-EFBA-42D1-85C8-9B8222543A18}"/>
              </a:ext>
            </a:extLst>
          </p:cNvPr>
          <p:cNvGrpSpPr/>
          <p:nvPr/>
        </p:nvGrpSpPr>
        <p:grpSpPr>
          <a:xfrm>
            <a:off x="561850" y="4032858"/>
            <a:ext cx="8782050" cy="1434491"/>
            <a:chOff x="561850" y="4074397"/>
            <a:chExt cx="8782050" cy="1434491"/>
          </a:xfrm>
        </p:grpSpPr>
        <p:grpSp>
          <p:nvGrpSpPr>
            <p:cNvPr id="10" name="그룹 9"/>
            <p:cNvGrpSpPr/>
            <p:nvPr/>
          </p:nvGrpSpPr>
          <p:grpSpPr>
            <a:xfrm>
              <a:off x="561850" y="4074397"/>
              <a:ext cx="8782050" cy="1434491"/>
              <a:chOff x="557644" y="5085180"/>
              <a:chExt cx="8782050" cy="1434491"/>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0"/>
                <a:ext cx="8782050" cy="143449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pandas series </a:t>
                </a:r>
                <a:r>
                  <a:rPr lang="en-US" altLang="ko-KR" sz="1300" dirty="0" err="1">
                    <a:solidFill>
                      <a:prstClr val="black">
                        <a:lumMod val="85000"/>
                        <a:lumOff val="15000"/>
                      </a:prstClr>
                    </a:solidFill>
                    <a:latin typeface="SamsungOne-400" panose="020B0503030303020204" pitchFamily="34" charset="0"/>
                  </a:rPr>
                  <a:t>với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từ</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dict.</a:t>
                </a:r>
              </a:p>
            </p:txBody>
          </p:sp>
        </p:grpSp>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0211" y="4705683"/>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18992" y="4682951"/>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7-4 ~ 5-7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19632" y="5017845"/>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Thực hiện bốn phép tính số học cơ bản dựa trên điểm số của mỗi học sinh cho mỗi môn học. (Series vs. Series)</a:t>
              </a:r>
              <a:endParaRPr lang="en-US" altLang="ko-KR" sz="1300" dirty="0">
                <a:solidFill>
                  <a:prstClr val="black">
                    <a:lumMod val="85000"/>
                    <a:lumOff val="15000"/>
                  </a:prstClr>
                </a:solidFill>
                <a:latin typeface="SamsungOne-400" panose="020B0503030303020204" pitchFamily="34" charset="0"/>
              </a:endParaRPr>
            </a:p>
          </p:txBody>
        </p:sp>
      </p:grpSp>
      <p:grpSp>
        <p:nvGrpSpPr>
          <p:cNvPr id="5" name="그룹 4">
            <a:extLst>
              <a:ext uri="{FF2B5EF4-FFF2-40B4-BE49-F238E27FC236}">
                <a16:creationId xmlns:a16="http://schemas.microsoft.com/office/drawing/2014/main" id="{73A4BE8C-9DC9-4E16-9AE2-4679448F5580}"/>
              </a:ext>
            </a:extLst>
          </p:cNvPr>
          <p:cNvGrpSpPr/>
          <p:nvPr/>
        </p:nvGrpSpPr>
        <p:grpSpPr>
          <a:xfrm>
            <a:off x="580388" y="1413381"/>
            <a:ext cx="8887612" cy="769091"/>
            <a:chOff x="580388" y="1413381"/>
            <a:chExt cx="8887612" cy="769091"/>
          </a:xfrm>
        </p:grpSpPr>
        <p:sp>
          <p:nvSpPr>
            <p:cNvPr id="23" name="직사각형 22">
              <a:extLst>
                <a:ext uri="{FF2B5EF4-FFF2-40B4-BE49-F238E27FC236}">
                  <a16:creationId xmlns:a16="http://schemas.microsoft.com/office/drawing/2014/main" id="{65C89CF2-1B44-40A5-97AD-90423BDAE1B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Series vs. Series</a:t>
              </a:r>
            </a:p>
          </p:txBody>
        </p:sp>
        <p:sp>
          <p:nvSpPr>
            <p:cNvPr id="24" name="직사각형 23">
              <a:extLst>
                <a:ext uri="{FF2B5EF4-FFF2-40B4-BE49-F238E27FC236}">
                  <a16:creationId xmlns:a16="http://schemas.microsoft.com/office/drawing/2014/main" id="{187E853F-89C7-4A65-8D86-9DE9985348DD}"/>
                </a:ext>
              </a:extLst>
            </p:cNvPr>
            <p:cNvSpPr/>
            <p:nvPr/>
          </p:nvSpPr>
          <p:spPr>
            <a:xfrm>
              <a:off x="711201" y="1636956"/>
              <a:ext cx="8632825"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Nếu số lượng phần tử trong hai series khác nhau hoặc kích thước của các series không giống nhau, những phần tử không có chỉ mục chung sẽ được coi là not-a-number (NaN), có nghĩa là không có giá trị hợp lệ.</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6" name="그룹 78">
            <a:extLst>
              <a:ext uri="{FF2B5EF4-FFF2-40B4-BE49-F238E27FC236}">
                <a16:creationId xmlns:a16="http://schemas.microsoft.com/office/drawing/2014/main" id="{239EBC1E-DA74-CCDE-B6FB-51E4FB61F11E}"/>
              </a:ext>
            </a:extLst>
          </p:cNvPr>
          <p:cNvGrpSpPr/>
          <p:nvPr/>
        </p:nvGrpSpPr>
        <p:grpSpPr>
          <a:xfrm>
            <a:off x="450000" y="450000"/>
            <a:ext cx="9018000" cy="276999"/>
            <a:chOff x="450000" y="450000"/>
            <a:chExt cx="9018000" cy="276999"/>
          </a:xfrm>
        </p:grpSpPr>
        <p:sp>
          <p:nvSpPr>
            <p:cNvPr id="7" name="직사각형 79">
              <a:extLst>
                <a:ext uri="{FF2B5EF4-FFF2-40B4-BE49-F238E27FC236}">
                  <a16:creationId xmlns:a16="http://schemas.microsoft.com/office/drawing/2014/main" id="{C890DB38-60D4-6D8C-248B-C78DC97FBCAA}"/>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8" name="직사각형 80">
              <a:extLst>
                <a:ext uri="{FF2B5EF4-FFF2-40B4-BE49-F238E27FC236}">
                  <a16:creationId xmlns:a16="http://schemas.microsoft.com/office/drawing/2014/main" id="{03511F74-7504-AFC5-5847-8BE5A455450B}"/>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30" name="모서리가 둥근 직사각형 4">
            <a:extLst>
              <a:ext uri="{FF2B5EF4-FFF2-40B4-BE49-F238E27FC236}">
                <a16:creationId xmlns:a16="http://schemas.microsoft.com/office/drawing/2014/main" id="{1E86D849-5758-B96A-14E8-A78D5BC01817}"/>
              </a:ext>
            </a:extLst>
          </p:cNvPr>
          <p:cNvSpPr/>
          <p:nvPr/>
        </p:nvSpPr>
        <p:spPr>
          <a:xfrm>
            <a:off x="558396" y="2190285"/>
            <a:ext cx="8782050" cy="173039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1" name="그림 5">
            <a:extLst>
              <a:ext uri="{FF2B5EF4-FFF2-40B4-BE49-F238E27FC236}">
                <a16:creationId xmlns:a16="http://schemas.microsoft.com/office/drawing/2014/main" id="{5F5EE8A5-45EF-E7A9-0541-7FD8A98432E1}"/>
              </a:ext>
            </a:extLst>
          </p:cNvPr>
          <p:cNvPicPr>
            <a:picLocks noChangeAspect="1"/>
          </p:cNvPicPr>
          <p:nvPr/>
        </p:nvPicPr>
        <p:blipFill rotWithShape="1">
          <a:blip r:embed="rId5"/>
          <a:srcRect r="7888"/>
          <a:stretch/>
        </p:blipFill>
        <p:spPr>
          <a:xfrm>
            <a:off x="1217882" y="2276872"/>
            <a:ext cx="8122564" cy="1546500"/>
          </a:xfrm>
          <a:prstGeom prst="rect">
            <a:avLst/>
          </a:prstGeom>
        </p:spPr>
      </p:pic>
      <p:pic>
        <p:nvPicPr>
          <p:cNvPr id="32" name="그림 7">
            <a:extLst>
              <a:ext uri="{FF2B5EF4-FFF2-40B4-BE49-F238E27FC236}">
                <a16:creationId xmlns:a16="http://schemas.microsoft.com/office/drawing/2014/main" id="{0CE3F93D-0BDE-3058-BCF9-25E83AA4353C}"/>
              </a:ext>
            </a:extLst>
          </p:cNvPr>
          <p:cNvPicPr>
            <a:picLocks noChangeAspect="1"/>
          </p:cNvPicPr>
          <p:nvPr/>
        </p:nvPicPr>
        <p:blipFill>
          <a:blip r:embed="rId6"/>
          <a:stretch>
            <a:fillRect/>
          </a:stretch>
        </p:blipFill>
        <p:spPr>
          <a:xfrm>
            <a:off x="667806" y="2343938"/>
            <a:ext cx="526727" cy="193522"/>
          </a:xfrm>
          <a:prstGeom prst="rect">
            <a:avLst/>
          </a:prstGeom>
        </p:spPr>
      </p:pic>
      <p:sp>
        <p:nvSpPr>
          <p:cNvPr id="33" name="직사각형 8">
            <a:extLst>
              <a:ext uri="{FF2B5EF4-FFF2-40B4-BE49-F238E27FC236}">
                <a16:creationId xmlns:a16="http://schemas.microsoft.com/office/drawing/2014/main" id="{E2FDDDDA-7812-E860-8916-3148870B3B72}"/>
              </a:ext>
            </a:extLst>
          </p:cNvPr>
          <p:cNvSpPr/>
          <p:nvPr/>
        </p:nvSpPr>
        <p:spPr>
          <a:xfrm>
            <a:off x="977900" y="2378885"/>
            <a:ext cx="73759" cy="121921"/>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200" dirty="0">
                <a:solidFill>
                  <a:srgbClr val="2D3C9D"/>
                </a:solidFill>
                <a:latin typeface="D2Coding" panose="020B0609020101020101" pitchFamily="49" charset="-127"/>
                <a:ea typeface="D2Coding" panose="020B0609020101020101" pitchFamily="49" charset="-127"/>
              </a:rPr>
              <a:t>7</a:t>
            </a:r>
            <a:endParaRPr lang="ko-KR" altLang="en-US" sz="1200" dirty="0">
              <a:solidFill>
                <a:srgbClr val="2D3C9D"/>
              </a:solidFill>
              <a:latin typeface="D2Coding" panose="020B0609020101020101" pitchFamily="49" charset="-127"/>
              <a:ea typeface="D2Coding" panose="020B0609020101020101" pitchFamily="49" charset="-127"/>
            </a:endParaRPr>
          </a:p>
        </p:txBody>
      </p:sp>
    </p:spTree>
    <p:extLst>
      <p:ext uri="{BB962C8B-B14F-4D97-AF65-F5344CB8AC3E}">
        <p14:creationId xmlns:p14="http://schemas.microsoft.com/office/powerpoint/2010/main" val="3976782190"/>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p:cNvGrpSpPr/>
          <p:nvPr/>
        </p:nvGrpSpPr>
        <p:grpSpPr>
          <a:xfrm>
            <a:off x="561850" y="5017638"/>
            <a:ext cx="8782050" cy="737332"/>
            <a:chOff x="557644" y="5085181"/>
            <a:chExt cx="8782050" cy="737332"/>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3733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Kết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hợp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kết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quả</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phép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toán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số</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học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vào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 (Series-&gt;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a:t>
              </a:r>
            </a:p>
          </p:txBody>
        </p:sp>
      </p:grpSp>
      <p:sp>
        <p:nvSpPr>
          <p:cNvPr id="16" name="직사각형 15">
            <a:extLst>
              <a:ext uri="{FF2B5EF4-FFF2-40B4-BE49-F238E27FC236}">
                <a16:creationId xmlns:a16="http://schemas.microsoft.com/office/drawing/2014/main" id="{9BFD18E8-0649-4F11-8D7C-A731888DB66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Series vs. Series</a:t>
            </a:r>
          </a:p>
        </p:txBody>
      </p:sp>
      <p:grpSp>
        <p:nvGrpSpPr>
          <p:cNvPr id="7" name="그룹 6">
            <a:extLst>
              <a:ext uri="{FF2B5EF4-FFF2-40B4-BE49-F238E27FC236}">
                <a16:creationId xmlns:a16="http://schemas.microsoft.com/office/drawing/2014/main" id="{E30D093C-7C38-407E-891A-09F02C75BA49}"/>
              </a:ext>
            </a:extLst>
          </p:cNvPr>
          <p:cNvGrpSpPr/>
          <p:nvPr/>
        </p:nvGrpSpPr>
        <p:grpSpPr>
          <a:xfrm>
            <a:off x="558924" y="1772815"/>
            <a:ext cx="8782050" cy="3142085"/>
            <a:chOff x="558924" y="1772815"/>
            <a:chExt cx="8782050" cy="3142085"/>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5"/>
              <a:ext cx="8782050" cy="314208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5"/>
            <a:srcRect l="1369" r="19110"/>
            <a:stretch/>
          </p:blipFill>
          <p:spPr>
            <a:xfrm>
              <a:off x="638175" y="1854773"/>
              <a:ext cx="8702799" cy="2987646"/>
            </a:xfrm>
            <a:prstGeom prst="rect">
              <a:avLst/>
            </a:prstGeom>
          </p:spPr>
        </p:pic>
        <p:sp>
          <p:nvSpPr>
            <p:cNvPr id="17" name="직사각형 16">
              <a:extLst>
                <a:ext uri="{FF2B5EF4-FFF2-40B4-BE49-F238E27FC236}">
                  <a16:creationId xmlns:a16="http://schemas.microsoft.com/office/drawing/2014/main" id="{CA6BF69B-9B3E-4944-A0A7-8CABF3EBB173}"/>
                </a:ext>
              </a:extLst>
            </p:cNvPr>
            <p:cNvSpPr/>
            <p:nvPr/>
          </p:nvSpPr>
          <p:spPr>
            <a:xfrm>
              <a:off x="3617798" y="2184261"/>
              <a:ext cx="4449877" cy="177939"/>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en-US" altLang="ko-KR" sz="1200" dirty="0">
                  <a:solidFill>
                    <a:schemeClr val="tx1"/>
                  </a:solidFill>
                  <a:latin typeface="D2Coding" panose="020B0609020101020101" pitchFamily="49" charset="-127"/>
                  <a:ea typeface="D2Coding" panose="020B0609020101020101" pitchFamily="49" charset="-127"/>
                </a:rPr>
                <a:t>[</a:t>
              </a:r>
              <a:r>
                <a:rPr lang="en-US" altLang="ko-KR" sz="1200" dirty="0">
                  <a:solidFill>
                    <a:srgbClr val="B8151E"/>
                  </a:solidFill>
                  <a:latin typeface="D2Coding" panose="020B0609020101020101" pitchFamily="49" charset="-127"/>
                  <a:ea typeface="D2Coding" panose="020B0609020101020101" pitchFamily="49" charset="-127"/>
                </a:rPr>
                <a:t>‘addition’</a:t>
              </a:r>
              <a:r>
                <a:rPr lang="en-US" altLang="ko-KR" sz="1200" dirty="0">
                  <a:solidFill>
                    <a:schemeClr val="tx1"/>
                  </a:solidFill>
                  <a:latin typeface="D2Coding" panose="020B0609020101020101" pitchFamily="49" charset="-127"/>
                  <a:ea typeface="D2Coding" panose="020B0609020101020101" pitchFamily="49" charset="-127"/>
                </a:rPr>
                <a:t>,</a:t>
              </a:r>
              <a:r>
                <a:rPr lang="en-US" altLang="ko-KR" sz="1200" dirty="0">
                  <a:solidFill>
                    <a:srgbClr val="B8151E"/>
                  </a:solidFill>
                  <a:latin typeface="D2Coding" panose="020B0609020101020101" pitchFamily="49" charset="-127"/>
                  <a:ea typeface="D2Coding" panose="020B0609020101020101" pitchFamily="49" charset="-127"/>
                </a:rPr>
                <a:t> ‘subtraction’</a:t>
              </a:r>
              <a:r>
                <a:rPr lang="en-US" altLang="ko-KR" sz="1200" dirty="0">
                  <a:solidFill>
                    <a:schemeClr val="tx1"/>
                  </a:solidFill>
                  <a:latin typeface="D2Coding" panose="020B0609020101020101" pitchFamily="49" charset="-127"/>
                  <a:ea typeface="D2Coding" panose="020B0609020101020101" pitchFamily="49" charset="-127"/>
                </a:rPr>
                <a:t>,</a:t>
              </a:r>
              <a:r>
                <a:rPr lang="en-US" altLang="ko-KR" sz="1200" dirty="0">
                  <a:solidFill>
                    <a:srgbClr val="B8151E"/>
                  </a:solidFill>
                  <a:latin typeface="D2Coding" panose="020B0609020101020101" pitchFamily="49" charset="-127"/>
                  <a:ea typeface="D2Coding" panose="020B0609020101020101" pitchFamily="49" charset="-127"/>
                </a:rPr>
                <a:t> ‘multiplication’</a:t>
              </a:r>
              <a:r>
                <a:rPr lang="en-US" altLang="ko-KR" sz="1200" dirty="0">
                  <a:solidFill>
                    <a:schemeClr val="tx1"/>
                  </a:solidFill>
                  <a:latin typeface="D2Coding" panose="020B0609020101020101" pitchFamily="49" charset="-127"/>
                  <a:ea typeface="D2Coding" panose="020B0609020101020101" pitchFamily="49" charset="-127"/>
                </a:rPr>
                <a:t>,</a:t>
              </a:r>
              <a:r>
                <a:rPr lang="en-US" altLang="ko-KR" sz="1200" dirty="0">
                  <a:solidFill>
                    <a:srgbClr val="B8151E"/>
                  </a:solidFill>
                  <a:latin typeface="D2Coding" panose="020B0609020101020101" pitchFamily="49" charset="-127"/>
                  <a:ea typeface="D2Coding" panose="020B0609020101020101" pitchFamily="49" charset="-127"/>
                </a:rPr>
                <a:t> ‘division’</a:t>
              </a:r>
              <a:r>
                <a:rPr lang="en-US" altLang="ko-KR" sz="1200" dirty="0">
                  <a:solidFill>
                    <a:schemeClr val="tx1"/>
                  </a:solidFill>
                  <a:latin typeface="D2Coding" panose="020B0609020101020101" pitchFamily="49" charset="-127"/>
                  <a:ea typeface="D2Coding" panose="020B0609020101020101" pitchFamily="49" charset="-127"/>
                </a:rPr>
                <a:t>])</a:t>
              </a:r>
            </a:p>
          </p:txBody>
        </p:sp>
        <p:sp>
          <p:nvSpPr>
            <p:cNvPr id="27" name="직사각형 26">
              <a:extLst>
                <a:ext uri="{FF2B5EF4-FFF2-40B4-BE49-F238E27FC236}">
                  <a16:creationId xmlns:a16="http://schemas.microsoft.com/office/drawing/2014/main" id="{B8C23768-733E-484B-A098-B0C4D5FC584A}"/>
                </a:ext>
              </a:extLst>
            </p:cNvPr>
            <p:cNvSpPr/>
            <p:nvPr/>
          </p:nvSpPr>
          <p:spPr>
            <a:xfrm>
              <a:off x="862794" y="3475922"/>
              <a:ext cx="1109433" cy="307975"/>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00" b="1" dirty="0">
                  <a:solidFill>
                    <a:schemeClr val="tx1"/>
                  </a:solidFill>
                  <a:latin typeface="D2Coding" panose="020B0609020101020101" pitchFamily="49" charset="-127"/>
                  <a:ea typeface="D2Coding" panose="020B0609020101020101" pitchFamily="49" charset="-127"/>
                </a:rPr>
                <a:t>addition</a:t>
              </a:r>
            </a:p>
          </p:txBody>
        </p:sp>
        <p:sp>
          <p:nvSpPr>
            <p:cNvPr id="28" name="직사각형 27">
              <a:extLst>
                <a:ext uri="{FF2B5EF4-FFF2-40B4-BE49-F238E27FC236}">
                  <a16:creationId xmlns:a16="http://schemas.microsoft.com/office/drawing/2014/main" id="{AC6D005C-84EA-4B7C-BCFF-9A1115E2DBA1}"/>
                </a:ext>
              </a:extLst>
            </p:cNvPr>
            <p:cNvSpPr/>
            <p:nvPr/>
          </p:nvSpPr>
          <p:spPr>
            <a:xfrm>
              <a:off x="3384737" y="3160617"/>
              <a:ext cx="367191" cy="1780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400" dirty="0">
                  <a:solidFill>
                    <a:schemeClr val="tx1"/>
                  </a:solidFill>
                  <a:latin typeface="D2Coding" panose="020B0609020101020101" pitchFamily="49" charset="-127"/>
                  <a:ea typeface="D2Coding" panose="020B0609020101020101" pitchFamily="49" charset="-127"/>
                </a:rPr>
                <a:t>eng</a:t>
              </a:r>
            </a:p>
          </p:txBody>
        </p:sp>
        <p:sp>
          <p:nvSpPr>
            <p:cNvPr id="29" name="직사각형 28">
              <a:extLst>
                <a:ext uri="{FF2B5EF4-FFF2-40B4-BE49-F238E27FC236}">
                  <a16:creationId xmlns:a16="http://schemas.microsoft.com/office/drawing/2014/main" id="{90730B1E-52DB-4360-8E84-5050ECF484D0}"/>
                </a:ext>
              </a:extLst>
            </p:cNvPr>
            <p:cNvSpPr/>
            <p:nvPr/>
          </p:nvSpPr>
          <p:spPr>
            <a:xfrm>
              <a:off x="1188415" y="4500043"/>
              <a:ext cx="792088" cy="2422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200" b="1" dirty="0">
                  <a:solidFill>
                    <a:schemeClr val="tx1"/>
                  </a:solidFill>
                  <a:latin typeface="D2Coding" panose="020B0609020101020101" pitchFamily="49" charset="-127"/>
                  <a:ea typeface="D2Coding" panose="020B0609020101020101" pitchFamily="49" charset="-127"/>
                </a:rPr>
                <a:t>division</a:t>
              </a:r>
            </a:p>
          </p:txBody>
        </p:sp>
        <p:sp>
          <p:nvSpPr>
            <p:cNvPr id="30" name="직사각형 29">
              <a:extLst>
                <a:ext uri="{FF2B5EF4-FFF2-40B4-BE49-F238E27FC236}">
                  <a16:creationId xmlns:a16="http://schemas.microsoft.com/office/drawing/2014/main" id="{1E513FE9-5689-47D8-B6DC-80C4493ED225}"/>
                </a:ext>
              </a:extLst>
            </p:cNvPr>
            <p:cNvSpPr/>
            <p:nvPr/>
          </p:nvSpPr>
          <p:spPr>
            <a:xfrm>
              <a:off x="862794" y="4124725"/>
              <a:ext cx="1134185" cy="325747"/>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200" b="1" dirty="0">
                  <a:solidFill>
                    <a:schemeClr val="tx1"/>
                  </a:solidFill>
                  <a:latin typeface="D2Coding" panose="020B0609020101020101" pitchFamily="49" charset="-127"/>
                  <a:ea typeface="D2Coding" panose="020B0609020101020101" pitchFamily="49" charset="-127"/>
                </a:rPr>
                <a:t>Multiplication</a:t>
              </a:r>
            </a:p>
          </p:txBody>
        </p:sp>
        <p:sp>
          <p:nvSpPr>
            <p:cNvPr id="31" name="직사각형 30">
              <a:extLst>
                <a:ext uri="{FF2B5EF4-FFF2-40B4-BE49-F238E27FC236}">
                  <a16:creationId xmlns:a16="http://schemas.microsoft.com/office/drawing/2014/main" id="{4ABB3F90-598F-4AE9-9541-DD93779AAF1A}"/>
                </a:ext>
              </a:extLst>
            </p:cNvPr>
            <p:cNvSpPr/>
            <p:nvPr/>
          </p:nvSpPr>
          <p:spPr>
            <a:xfrm>
              <a:off x="1094199" y="3828381"/>
              <a:ext cx="878028" cy="2422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200" b="1" dirty="0">
                  <a:solidFill>
                    <a:schemeClr val="tx1"/>
                  </a:solidFill>
                  <a:latin typeface="D2Coding" panose="020B0609020101020101" pitchFamily="49" charset="-127"/>
                  <a:ea typeface="D2Coding" panose="020B0609020101020101" pitchFamily="49" charset="-127"/>
                </a:rPr>
                <a:t>subtraction</a:t>
              </a:r>
            </a:p>
          </p:txBody>
        </p:sp>
        <p:sp>
          <p:nvSpPr>
            <p:cNvPr id="35" name="직사각형 34">
              <a:extLst>
                <a:ext uri="{FF2B5EF4-FFF2-40B4-BE49-F238E27FC236}">
                  <a16:creationId xmlns:a16="http://schemas.microsoft.com/office/drawing/2014/main" id="{41895BE1-B2C9-4C0A-A0BA-493B02AC7AA7}"/>
                </a:ext>
              </a:extLst>
            </p:cNvPr>
            <p:cNvSpPr/>
            <p:nvPr/>
          </p:nvSpPr>
          <p:spPr>
            <a:xfrm>
              <a:off x="2719164" y="3160617"/>
              <a:ext cx="506465" cy="1921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400" dirty="0">
                  <a:solidFill>
                    <a:schemeClr val="tx1"/>
                  </a:solidFill>
                  <a:latin typeface="D2Coding" panose="020B0609020101020101" pitchFamily="49" charset="-127"/>
                  <a:ea typeface="D2Coding" panose="020B0609020101020101" pitchFamily="49" charset="-127"/>
                </a:rPr>
                <a:t>math</a:t>
              </a:r>
            </a:p>
          </p:txBody>
        </p:sp>
        <p:sp>
          <p:nvSpPr>
            <p:cNvPr id="36" name="직사각형 35">
              <a:extLst>
                <a:ext uri="{FF2B5EF4-FFF2-40B4-BE49-F238E27FC236}">
                  <a16:creationId xmlns:a16="http://schemas.microsoft.com/office/drawing/2014/main" id="{6B902D72-93C6-4C7A-A589-4CA18D216E88}"/>
                </a:ext>
              </a:extLst>
            </p:cNvPr>
            <p:cNvSpPr/>
            <p:nvPr/>
          </p:nvSpPr>
          <p:spPr>
            <a:xfrm>
              <a:off x="2067092" y="3160617"/>
              <a:ext cx="367191" cy="1780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400" dirty="0">
                  <a:solidFill>
                    <a:schemeClr val="tx1"/>
                  </a:solidFill>
                  <a:latin typeface="D2Coding" panose="020B0609020101020101" pitchFamily="49" charset="-127"/>
                  <a:ea typeface="D2Coding" panose="020B0609020101020101" pitchFamily="49" charset="-127"/>
                </a:rPr>
                <a:t>kor</a:t>
              </a:r>
            </a:p>
          </p:txBody>
        </p:sp>
        <p:sp>
          <p:nvSpPr>
            <p:cNvPr id="37" name="직사각형 36">
              <a:extLst>
                <a:ext uri="{FF2B5EF4-FFF2-40B4-BE49-F238E27FC236}">
                  <a16:creationId xmlns:a16="http://schemas.microsoft.com/office/drawing/2014/main" id="{268008E9-84D3-48F7-873A-3431EE57710A}"/>
                </a:ext>
              </a:extLst>
            </p:cNvPr>
            <p:cNvSpPr/>
            <p:nvPr/>
          </p:nvSpPr>
          <p:spPr>
            <a:xfrm>
              <a:off x="790574" y="3400424"/>
              <a:ext cx="3724275" cy="715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8" name="직선 연결선 37">
              <a:extLst>
                <a:ext uri="{FF2B5EF4-FFF2-40B4-BE49-F238E27FC236}">
                  <a16:creationId xmlns:a16="http://schemas.microsoft.com/office/drawing/2014/main" id="{9F32E50D-6668-4847-89DC-16BE5E820CCE}"/>
                </a:ext>
              </a:extLst>
            </p:cNvPr>
            <p:cNvCxnSpPr>
              <a:cxnSpLocks/>
            </p:cNvCxnSpPr>
            <p:nvPr/>
          </p:nvCxnSpPr>
          <p:spPr>
            <a:xfrm>
              <a:off x="862794" y="3483165"/>
              <a:ext cx="2916000" cy="0"/>
            </a:xfrm>
            <a:prstGeom prst="line">
              <a:avLst/>
            </a:prstGeom>
            <a:ln w="2032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 name="그룹 78">
            <a:extLst>
              <a:ext uri="{FF2B5EF4-FFF2-40B4-BE49-F238E27FC236}">
                <a16:creationId xmlns:a16="http://schemas.microsoft.com/office/drawing/2014/main" id="{C5A0CCC7-1F7B-35ED-3BB7-257C0E76D9AB}"/>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871C396D-A729-FBB1-B870-2EAA332BFFA4}"/>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5" name="직사각형 80">
              <a:extLst>
                <a:ext uri="{FF2B5EF4-FFF2-40B4-BE49-F238E27FC236}">
                  <a16:creationId xmlns:a16="http://schemas.microsoft.com/office/drawing/2014/main" id="{CAB2C540-5BD6-72EB-329A-D6C4DFBF461D}"/>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957130919"/>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11200" y="1667959"/>
            <a:ext cx="8632825"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Như bạn đã học trong các slide trước, khi không có chỉ mục chung hoặc NAN trong các giá trị, nó sẽ trả về NaN. Để không xảy ra kết quả này, hãy lấp đầy các giá trị cho tập dữ liệu.</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nvGrpSpPr>
          <p:cNvPr id="5" name="그룹 4">
            <a:extLst>
              <a:ext uri="{FF2B5EF4-FFF2-40B4-BE49-F238E27FC236}">
                <a16:creationId xmlns:a16="http://schemas.microsoft.com/office/drawing/2014/main" id="{56230903-F8AB-48DB-9869-1A3BABD9FBB9}"/>
              </a:ext>
            </a:extLst>
          </p:cNvPr>
          <p:cNvGrpSpPr/>
          <p:nvPr/>
        </p:nvGrpSpPr>
        <p:grpSpPr>
          <a:xfrm>
            <a:off x="561850" y="4057155"/>
            <a:ext cx="8782050" cy="1453977"/>
            <a:chOff x="561850" y="4074397"/>
            <a:chExt cx="8782050" cy="1453977"/>
          </a:xfrm>
        </p:grpSpPr>
        <p:grpSp>
          <p:nvGrpSpPr>
            <p:cNvPr id="10" name="그룹 9"/>
            <p:cNvGrpSpPr/>
            <p:nvPr/>
          </p:nvGrpSpPr>
          <p:grpSpPr>
            <a:xfrm>
              <a:off x="561850" y="4074397"/>
              <a:ext cx="8782050" cy="1453977"/>
              <a:chOff x="557644" y="5085180"/>
              <a:chExt cx="8782050" cy="1453977"/>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0"/>
                <a:ext cx="8782050" cy="145397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pandas series </a:t>
                </a:r>
                <a:r>
                  <a:rPr lang="en-US" altLang="ko-KR" sz="1300" dirty="0" err="1">
                    <a:solidFill>
                      <a:prstClr val="black">
                        <a:lumMod val="85000"/>
                        <a:lumOff val="15000"/>
                      </a:prstClr>
                    </a:solidFill>
                    <a:latin typeface="SamsungOne-400" panose="020B0503030303020204" pitchFamily="34" charset="0"/>
                  </a:rPr>
                  <a:t>với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từ</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dict.</a:t>
                </a:r>
              </a:p>
            </p:txBody>
          </p:sp>
        </p:grpSp>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0211" y="4705683"/>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18992" y="4682951"/>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10-4 ~ 5-7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19632" y="5017845"/>
              <a:ext cx="8281138" cy="400110"/>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Thực hiện bốn phép tính số học cơ bản dựa trên điểm số của mỗi học sinh cho mỗi môn học. (Sử dụng Phương thức </a:t>
              </a:r>
              <a:r>
                <a:rPr lang="en-US" altLang="ko-KR" sz="1300" dirty="0" err="1">
                  <a:solidFill>
                    <a:prstClr val="black">
                      <a:lumMod val="85000"/>
                      <a:lumOff val="15000"/>
                    </a:prstClr>
                  </a:solidFill>
                  <a:latin typeface="SamsungOne-400" panose="020B0503030303020204" pitchFamily="34" charset="0"/>
                </a:rPr>
                <a:t>tính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toán</a:t>
              </a:r>
              <a:r>
                <a:rPr lang="vi-VN" altLang="ko-KR" sz="1300" dirty="0">
                  <a:solidFill>
                    <a:prstClr val="black">
                      <a:lumMod val="85000"/>
                      <a:lumOff val="15000"/>
                    </a:prstClr>
                  </a:solidFill>
                  <a:latin typeface="SamsungOne-400" panose="020B0503030303020204" pitchFamily="34" charset="0"/>
                </a:rPr>
                <a:t>)</a:t>
              </a:r>
              <a:endParaRPr lang="en-US" altLang="ko-KR" sz="1300" dirty="0">
                <a:solidFill>
                  <a:prstClr val="black">
                    <a:lumMod val="85000"/>
                    <a:lumOff val="15000"/>
                  </a:prstClr>
                </a:solidFill>
                <a:latin typeface="SamsungOne-400" panose="020B0503030303020204" pitchFamily="34" charset="0"/>
              </a:endParaRPr>
            </a:p>
          </p:txBody>
        </p:sp>
      </p:grpSp>
      <p:sp>
        <p:nvSpPr>
          <p:cNvPr id="28" name="직사각형 27">
            <a:extLst>
              <a:ext uri="{FF2B5EF4-FFF2-40B4-BE49-F238E27FC236}">
                <a16:creationId xmlns:a16="http://schemas.microsoft.com/office/drawing/2014/main" id="{45345BD3-53C4-4146-91AE-CD5BD0D96C2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Phương </a:t>
            </a:r>
            <a:r>
              <a:rPr lang="en-US" altLang="ko-KR" sz="1400" dirty="0" err="1">
                <a:solidFill>
                  <a:schemeClr val="tx1"/>
                </a:solidFill>
                <a:latin typeface="SamsungOne-400" panose="020B0503030303020204" pitchFamily="34" charset="0"/>
                <a:ea typeface="SamsungOne-400" panose="020B0503030303020204" pitchFamily="34" charset="0"/>
              </a:rPr>
              <a:t>thức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tính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toán</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7" name="그룹 6">
            <a:extLst>
              <a:ext uri="{FF2B5EF4-FFF2-40B4-BE49-F238E27FC236}">
                <a16:creationId xmlns:a16="http://schemas.microsoft.com/office/drawing/2014/main" id="{DE3C67E8-3FEB-4048-9280-148523E7BE89}"/>
              </a:ext>
            </a:extLst>
          </p:cNvPr>
          <p:cNvGrpSpPr/>
          <p:nvPr/>
        </p:nvGrpSpPr>
        <p:grpSpPr>
          <a:xfrm>
            <a:off x="558924" y="2276872"/>
            <a:ext cx="8782050" cy="1665337"/>
            <a:chOff x="558924" y="2276872"/>
            <a:chExt cx="8782050" cy="1665337"/>
          </a:xfrm>
        </p:grpSpPr>
        <p:grpSp>
          <p:nvGrpSpPr>
            <p:cNvPr id="6" name="그룹 5">
              <a:extLst>
                <a:ext uri="{FF2B5EF4-FFF2-40B4-BE49-F238E27FC236}">
                  <a16:creationId xmlns:a16="http://schemas.microsoft.com/office/drawing/2014/main" id="{31EEA556-C182-47FF-89EB-5156A4D3311B}"/>
                </a:ext>
              </a:extLst>
            </p:cNvPr>
            <p:cNvGrpSpPr/>
            <p:nvPr/>
          </p:nvGrpSpPr>
          <p:grpSpPr>
            <a:xfrm>
              <a:off x="558924" y="2276872"/>
              <a:ext cx="8782050" cy="1665337"/>
              <a:chOff x="558924" y="2420887"/>
              <a:chExt cx="8782050" cy="1665337"/>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420887"/>
                <a:ext cx="8782050" cy="166533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dirty="0">
                  <a:latin typeface="SamsungOne-400" panose="020B0503030303020204" pitchFamily="34" charset="0"/>
                </a:endParaRPr>
              </a:p>
            </p:txBody>
          </p:sp>
          <p:pic>
            <p:nvPicPr>
              <p:cNvPr id="3" name="그림 2"/>
              <p:cNvPicPr>
                <a:picLocks noChangeAspect="1"/>
              </p:cNvPicPr>
              <p:nvPr/>
            </p:nvPicPr>
            <p:blipFill rotWithShape="1">
              <a:blip r:embed="rId5"/>
              <a:srcRect l="1186" r="20147"/>
              <a:stretch/>
            </p:blipFill>
            <p:spPr>
              <a:xfrm>
                <a:off x="647700" y="2455876"/>
                <a:ext cx="8693274" cy="1540640"/>
              </a:xfrm>
              <a:prstGeom prst="rect">
                <a:avLst/>
              </a:prstGeom>
            </p:spPr>
          </p:pic>
        </p:grpSp>
        <p:sp>
          <p:nvSpPr>
            <p:cNvPr id="35" name="직사각형 34">
              <a:extLst>
                <a:ext uri="{FF2B5EF4-FFF2-40B4-BE49-F238E27FC236}">
                  <a16:creationId xmlns:a16="http://schemas.microsoft.com/office/drawing/2014/main" id="{78C4C77A-D026-4D3F-9282-FAB8A02C1E55}"/>
                </a:ext>
              </a:extLst>
            </p:cNvPr>
            <p:cNvSpPr/>
            <p:nvPr/>
          </p:nvSpPr>
          <p:spPr>
            <a:xfrm>
              <a:off x="3587030" y="2499969"/>
              <a:ext cx="337270" cy="180469"/>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100" dirty="0">
                  <a:solidFill>
                    <a:srgbClr val="B8151E"/>
                  </a:solidFill>
                  <a:latin typeface="D2Coding" panose="020B0609020101020101" pitchFamily="49" charset="-127"/>
                  <a:ea typeface="D2Coding" panose="020B0609020101020101" pitchFamily="49" charset="-127"/>
                </a:rPr>
                <a:t>kor</a:t>
              </a:r>
            </a:p>
          </p:txBody>
        </p:sp>
        <p:sp>
          <p:nvSpPr>
            <p:cNvPr id="36" name="직사각형 35">
              <a:extLst>
                <a:ext uri="{FF2B5EF4-FFF2-40B4-BE49-F238E27FC236}">
                  <a16:creationId xmlns:a16="http://schemas.microsoft.com/office/drawing/2014/main" id="{9EED900B-D421-4864-A003-FB583284C72F}"/>
                </a:ext>
              </a:extLst>
            </p:cNvPr>
            <p:cNvSpPr/>
            <p:nvPr/>
          </p:nvSpPr>
          <p:spPr>
            <a:xfrm>
              <a:off x="4793276" y="2487269"/>
              <a:ext cx="367191" cy="178023"/>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100" dirty="0">
                  <a:solidFill>
                    <a:srgbClr val="B8151E"/>
                  </a:solidFill>
                  <a:latin typeface="D2Coding" panose="020B0609020101020101" pitchFamily="49" charset="-127"/>
                  <a:ea typeface="D2Coding" panose="020B0609020101020101" pitchFamily="49" charset="-127"/>
                </a:rPr>
                <a:t>eng</a:t>
              </a:r>
            </a:p>
          </p:txBody>
        </p:sp>
        <p:sp>
          <p:nvSpPr>
            <p:cNvPr id="37" name="직사각형 36">
              <a:extLst>
                <a:ext uri="{FF2B5EF4-FFF2-40B4-BE49-F238E27FC236}">
                  <a16:creationId xmlns:a16="http://schemas.microsoft.com/office/drawing/2014/main" id="{8DF5B08D-A54B-41F2-A51E-FCA4B053A4D2}"/>
                </a:ext>
              </a:extLst>
            </p:cNvPr>
            <p:cNvSpPr/>
            <p:nvPr/>
          </p:nvSpPr>
          <p:spPr>
            <a:xfrm>
              <a:off x="5684595" y="2494357"/>
              <a:ext cx="367191" cy="195131"/>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100" dirty="0">
                  <a:solidFill>
                    <a:srgbClr val="B8151E"/>
                  </a:solidFill>
                  <a:latin typeface="D2Coding" panose="020B0609020101020101" pitchFamily="49" charset="-127"/>
                  <a:ea typeface="D2Coding" panose="020B0609020101020101" pitchFamily="49" charset="-127"/>
                </a:rPr>
                <a:t>math</a:t>
              </a:r>
            </a:p>
          </p:txBody>
        </p:sp>
        <p:sp>
          <p:nvSpPr>
            <p:cNvPr id="38" name="직사각형 37">
              <a:extLst>
                <a:ext uri="{FF2B5EF4-FFF2-40B4-BE49-F238E27FC236}">
                  <a16:creationId xmlns:a16="http://schemas.microsoft.com/office/drawing/2014/main" id="{785EDC95-A291-4577-968A-484576EC223D}"/>
                </a:ext>
              </a:extLst>
            </p:cNvPr>
            <p:cNvSpPr/>
            <p:nvPr/>
          </p:nvSpPr>
          <p:spPr>
            <a:xfrm>
              <a:off x="3591059" y="2671642"/>
              <a:ext cx="367191" cy="195131"/>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100" dirty="0">
                  <a:solidFill>
                    <a:srgbClr val="B8151E"/>
                  </a:solidFill>
                  <a:latin typeface="D2Coding" panose="020B0609020101020101" pitchFamily="49" charset="-127"/>
                  <a:ea typeface="D2Coding" panose="020B0609020101020101" pitchFamily="49" charset="-127"/>
                </a:rPr>
                <a:t>math</a:t>
              </a:r>
            </a:p>
          </p:txBody>
        </p:sp>
        <p:sp>
          <p:nvSpPr>
            <p:cNvPr id="39" name="직사각형 38">
              <a:extLst>
                <a:ext uri="{FF2B5EF4-FFF2-40B4-BE49-F238E27FC236}">
                  <a16:creationId xmlns:a16="http://schemas.microsoft.com/office/drawing/2014/main" id="{6D034AD7-86B5-40C2-B961-C1C8C3001918}"/>
                </a:ext>
              </a:extLst>
            </p:cNvPr>
            <p:cNvSpPr/>
            <p:nvPr/>
          </p:nvSpPr>
          <p:spPr>
            <a:xfrm>
              <a:off x="4497281" y="2681053"/>
              <a:ext cx="337270" cy="180469"/>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100" dirty="0">
                  <a:solidFill>
                    <a:srgbClr val="B8151E"/>
                  </a:solidFill>
                  <a:latin typeface="D2Coding" panose="020B0609020101020101" pitchFamily="49" charset="-127"/>
                  <a:ea typeface="D2Coding" panose="020B0609020101020101" pitchFamily="49" charset="-127"/>
                </a:rPr>
                <a:t>kor</a:t>
              </a:r>
            </a:p>
          </p:txBody>
        </p:sp>
      </p:grpSp>
      <p:grpSp>
        <p:nvGrpSpPr>
          <p:cNvPr id="2" name="그룹 78">
            <a:extLst>
              <a:ext uri="{FF2B5EF4-FFF2-40B4-BE49-F238E27FC236}">
                <a16:creationId xmlns:a16="http://schemas.microsoft.com/office/drawing/2014/main" id="{E8083EDE-0613-2FF2-E8D2-80CC1EC9A8D1}"/>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2F50681B-2F33-24BA-CC89-69366C3B7A19}"/>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8" name="직사각형 80">
              <a:extLst>
                <a:ext uri="{FF2B5EF4-FFF2-40B4-BE49-F238E27FC236}">
                  <a16:creationId xmlns:a16="http://schemas.microsoft.com/office/drawing/2014/main" id="{4EEF136D-920D-4B0C-AEF9-2C098566BE9B}"/>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080780813"/>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p:cNvGrpSpPr/>
          <p:nvPr/>
        </p:nvGrpSpPr>
        <p:grpSpPr>
          <a:xfrm>
            <a:off x="561850" y="4782065"/>
            <a:ext cx="8782050" cy="737332"/>
            <a:chOff x="557644" y="5085181"/>
            <a:chExt cx="8782050" cy="737332"/>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3733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Line 11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Kết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hợp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kết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quả</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phép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toán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số</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học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vào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 (series-&gt;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a:t>
              </a:r>
            </a:p>
          </p:txBody>
        </p:sp>
      </p:grpSp>
      <p:sp>
        <p:nvSpPr>
          <p:cNvPr id="16" name="직사각형 15">
            <a:extLst>
              <a:ext uri="{FF2B5EF4-FFF2-40B4-BE49-F238E27FC236}">
                <a16:creationId xmlns:a16="http://schemas.microsoft.com/office/drawing/2014/main" id="{CD6094B5-323F-4EF2-8576-43C42C62C30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Phương </a:t>
            </a:r>
            <a:r>
              <a:rPr lang="en-US" altLang="ko-KR" sz="1400" dirty="0" err="1">
                <a:solidFill>
                  <a:schemeClr val="tx1"/>
                </a:solidFill>
                <a:latin typeface="SamsungOne-400" panose="020B0503030303020204" pitchFamily="34" charset="0"/>
                <a:ea typeface="SamsungOne-400" panose="020B0503030303020204" pitchFamily="34" charset="0"/>
              </a:rPr>
              <a:t>thức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tính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toán</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6" name="그룹 5">
            <a:extLst>
              <a:ext uri="{FF2B5EF4-FFF2-40B4-BE49-F238E27FC236}">
                <a16:creationId xmlns:a16="http://schemas.microsoft.com/office/drawing/2014/main" id="{536FAFEB-D5BC-4DC4-AC2D-7FE904887DFC}"/>
              </a:ext>
            </a:extLst>
          </p:cNvPr>
          <p:cNvGrpSpPr/>
          <p:nvPr/>
        </p:nvGrpSpPr>
        <p:grpSpPr>
          <a:xfrm>
            <a:off x="558924" y="1772815"/>
            <a:ext cx="8782051" cy="2903959"/>
            <a:chOff x="558924" y="1772815"/>
            <a:chExt cx="8782051" cy="2903959"/>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5"/>
              <a:ext cx="8782050" cy="290395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dirty="0">
                <a:latin typeface="SamsungOne-400" panose="020B0503030303020204" pitchFamily="34" charset="0"/>
              </a:endParaRPr>
            </a:p>
          </p:txBody>
        </p:sp>
        <p:pic>
          <p:nvPicPr>
            <p:cNvPr id="2" name="그림 1"/>
            <p:cNvPicPr>
              <a:picLocks noChangeAspect="1"/>
            </p:cNvPicPr>
            <p:nvPr/>
          </p:nvPicPr>
          <p:blipFill rotWithShape="1">
            <a:blip r:embed="rId5"/>
            <a:srcRect l="1177" r="19348"/>
            <a:stretch/>
          </p:blipFill>
          <p:spPr>
            <a:xfrm>
              <a:off x="676275" y="1879701"/>
              <a:ext cx="8664700" cy="2713676"/>
            </a:xfrm>
            <a:prstGeom prst="rect">
              <a:avLst/>
            </a:prstGeom>
          </p:spPr>
        </p:pic>
        <p:sp>
          <p:nvSpPr>
            <p:cNvPr id="17" name="직사각형 16">
              <a:extLst>
                <a:ext uri="{FF2B5EF4-FFF2-40B4-BE49-F238E27FC236}">
                  <a16:creationId xmlns:a16="http://schemas.microsoft.com/office/drawing/2014/main" id="{15C04ACD-9E56-45FD-9D9D-A26335C2DB74}"/>
                </a:ext>
              </a:extLst>
            </p:cNvPr>
            <p:cNvSpPr/>
            <p:nvPr/>
          </p:nvSpPr>
          <p:spPr>
            <a:xfrm>
              <a:off x="3617798" y="2184261"/>
              <a:ext cx="4449877" cy="177939"/>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en-US" altLang="ko-KR" sz="1100" dirty="0">
                  <a:solidFill>
                    <a:schemeClr val="tx1"/>
                  </a:solidFill>
                  <a:latin typeface="D2Coding" panose="020B0609020101020101" pitchFamily="49" charset="-127"/>
                  <a:ea typeface="D2Coding" panose="020B0609020101020101" pitchFamily="49" charset="-127"/>
                </a:rPr>
                <a:t>[</a:t>
              </a:r>
              <a:r>
                <a:rPr lang="en-US" altLang="ko-KR" sz="1100" dirty="0">
                  <a:solidFill>
                    <a:srgbClr val="B8151E"/>
                  </a:solidFill>
                  <a:latin typeface="D2Coding" panose="020B0609020101020101" pitchFamily="49" charset="-127"/>
                  <a:ea typeface="D2Coding" panose="020B0609020101020101" pitchFamily="49" charset="-127"/>
                </a:rPr>
                <a:t>‘addition’</a:t>
              </a:r>
              <a:r>
                <a:rPr lang="en-US" altLang="ko-KR" sz="1100" dirty="0">
                  <a:solidFill>
                    <a:schemeClr val="tx1"/>
                  </a:solidFill>
                  <a:latin typeface="D2Coding" panose="020B0609020101020101" pitchFamily="49" charset="-127"/>
                  <a:ea typeface="D2Coding" panose="020B0609020101020101" pitchFamily="49" charset="-127"/>
                </a:rPr>
                <a:t>,</a:t>
              </a:r>
              <a:r>
                <a:rPr lang="en-US" altLang="ko-KR" sz="1100" dirty="0">
                  <a:solidFill>
                    <a:srgbClr val="B8151E"/>
                  </a:solidFill>
                  <a:latin typeface="D2Coding" panose="020B0609020101020101" pitchFamily="49" charset="-127"/>
                  <a:ea typeface="D2Coding" panose="020B0609020101020101" pitchFamily="49" charset="-127"/>
                </a:rPr>
                <a:t> ‘subtraction’</a:t>
              </a:r>
              <a:r>
                <a:rPr lang="en-US" altLang="ko-KR" sz="1100" dirty="0">
                  <a:solidFill>
                    <a:schemeClr val="tx1"/>
                  </a:solidFill>
                  <a:latin typeface="D2Coding" panose="020B0609020101020101" pitchFamily="49" charset="-127"/>
                  <a:ea typeface="D2Coding" panose="020B0609020101020101" pitchFamily="49" charset="-127"/>
                </a:rPr>
                <a:t>,</a:t>
              </a:r>
              <a:r>
                <a:rPr lang="en-US" altLang="ko-KR" sz="1100" dirty="0">
                  <a:solidFill>
                    <a:srgbClr val="B8151E"/>
                  </a:solidFill>
                  <a:latin typeface="D2Coding" panose="020B0609020101020101" pitchFamily="49" charset="-127"/>
                  <a:ea typeface="D2Coding" panose="020B0609020101020101" pitchFamily="49" charset="-127"/>
                </a:rPr>
                <a:t> ‘multiplication’</a:t>
              </a:r>
              <a:r>
                <a:rPr lang="en-US" altLang="ko-KR" sz="1100" dirty="0">
                  <a:solidFill>
                    <a:schemeClr val="tx1"/>
                  </a:solidFill>
                  <a:latin typeface="D2Coding" panose="020B0609020101020101" pitchFamily="49" charset="-127"/>
                  <a:ea typeface="D2Coding" panose="020B0609020101020101" pitchFamily="49" charset="-127"/>
                </a:rPr>
                <a:t>,</a:t>
              </a:r>
              <a:r>
                <a:rPr lang="en-US" altLang="ko-KR" sz="1100" dirty="0">
                  <a:solidFill>
                    <a:srgbClr val="B8151E"/>
                  </a:solidFill>
                  <a:latin typeface="D2Coding" panose="020B0609020101020101" pitchFamily="49" charset="-127"/>
                  <a:ea typeface="D2Coding" panose="020B0609020101020101" pitchFamily="49" charset="-127"/>
                </a:rPr>
                <a:t> ‘division’</a:t>
              </a:r>
              <a:r>
                <a:rPr lang="en-US" altLang="ko-KR" sz="1100" dirty="0">
                  <a:solidFill>
                    <a:schemeClr val="tx1"/>
                  </a:solidFill>
                  <a:latin typeface="D2Coding" panose="020B0609020101020101" pitchFamily="49" charset="-127"/>
                  <a:ea typeface="D2Coding" panose="020B0609020101020101" pitchFamily="49" charset="-127"/>
                </a:rPr>
                <a:t>])</a:t>
              </a:r>
            </a:p>
          </p:txBody>
        </p:sp>
        <p:sp>
          <p:nvSpPr>
            <p:cNvPr id="18" name="직사각형 17">
              <a:extLst>
                <a:ext uri="{FF2B5EF4-FFF2-40B4-BE49-F238E27FC236}">
                  <a16:creationId xmlns:a16="http://schemas.microsoft.com/office/drawing/2014/main" id="{D3A63398-4C78-425A-B69F-0138DBE77324}"/>
                </a:ext>
              </a:extLst>
            </p:cNvPr>
            <p:cNvSpPr/>
            <p:nvPr/>
          </p:nvSpPr>
          <p:spPr>
            <a:xfrm>
              <a:off x="891369" y="3228272"/>
              <a:ext cx="1109433" cy="307975"/>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100" b="1" dirty="0">
                  <a:solidFill>
                    <a:schemeClr val="tx1"/>
                  </a:solidFill>
                  <a:latin typeface="D2Coding" panose="020B0609020101020101" pitchFamily="49" charset="-127"/>
                  <a:ea typeface="D2Coding" panose="020B0609020101020101" pitchFamily="49" charset="-127"/>
                </a:rPr>
                <a:t>addition</a:t>
              </a:r>
            </a:p>
          </p:txBody>
        </p:sp>
        <p:sp>
          <p:nvSpPr>
            <p:cNvPr id="19" name="직사각형 18">
              <a:extLst>
                <a:ext uri="{FF2B5EF4-FFF2-40B4-BE49-F238E27FC236}">
                  <a16:creationId xmlns:a16="http://schemas.microsoft.com/office/drawing/2014/main" id="{F9BD936F-B588-4579-9D52-1B95E999716A}"/>
                </a:ext>
              </a:extLst>
            </p:cNvPr>
            <p:cNvSpPr/>
            <p:nvPr/>
          </p:nvSpPr>
          <p:spPr>
            <a:xfrm>
              <a:off x="3513626" y="2941542"/>
              <a:ext cx="367191" cy="1780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200" dirty="0">
                  <a:solidFill>
                    <a:schemeClr val="tx1"/>
                  </a:solidFill>
                  <a:latin typeface="D2Coding" panose="020B0609020101020101" pitchFamily="49" charset="-127"/>
                  <a:ea typeface="D2Coding" panose="020B0609020101020101" pitchFamily="49" charset="-127"/>
                </a:rPr>
                <a:t>eng</a:t>
              </a:r>
            </a:p>
          </p:txBody>
        </p:sp>
        <p:sp>
          <p:nvSpPr>
            <p:cNvPr id="20" name="직사각형 19">
              <a:extLst>
                <a:ext uri="{FF2B5EF4-FFF2-40B4-BE49-F238E27FC236}">
                  <a16:creationId xmlns:a16="http://schemas.microsoft.com/office/drawing/2014/main" id="{2A326062-3B86-4392-8469-0673C0201993}"/>
                </a:ext>
              </a:extLst>
            </p:cNvPr>
            <p:cNvSpPr/>
            <p:nvPr/>
          </p:nvSpPr>
          <p:spPr>
            <a:xfrm>
              <a:off x="1216990" y="4252393"/>
              <a:ext cx="792088" cy="2422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100" b="1" dirty="0">
                  <a:solidFill>
                    <a:schemeClr val="tx1"/>
                  </a:solidFill>
                  <a:latin typeface="D2Coding" panose="020B0609020101020101" pitchFamily="49" charset="-127"/>
                  <a:ea typeface="D2Coding" panose="020B0609020101020101" pitchFamily="49" charset="-127"/>
                </a:rPr>
                <a:t>division</a:t>
              </a:r>
            </a:p>
          </p:txBody>
        </p:sp>
        <p:sp>
          <p:nvSpPr>
            <p:cNvPr id="21" name="직사각형 20">
              <a:extLst>
                <a:ext uri="{FF2B5EF4-FFF2-40B4-BE49-F238E27FC236}">
                  <a16:creationId xmlns:a16="http://schemas.microsoft.com/office/drawing/2014/main" id="{D42A6FD2-6044-4842-8F2A-33A7B28C6F7B}"/>
                </a:ext>
              </a:extLst>
            </p:cNvPr>
            <p:cNvSpPr/>
            <p:nvPr/>
          </p:nvSpPr>
          <p:spPr>
            <a:xfrm>
              <a:off x="891369" y="3877075"/>
              <a:ext cx="1134185" cy="325747"/>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100" b="1" dirty="0">
                  <a:solidFill>
                    <a:schemeClr val="tx1"/>
                  </a:solidFill>
                  <a:latin typeface="D2Coding" panose="020B0609020101020101" pitchFamily="49" charset="-127"/>
                  <a:ea typeface="D2Coding" panose="020B0609020101020101" pitchFamily="49" charset="-127"/>
                </a:rPr>
                <a:t>Multiplication</a:t>
              </a:r>
            </a:p>
          </p:txBody>
        </p:sp>
        <p:sp>
          <p:nvSpPr>
            <p:cNvPr id="22" name="직사각형 21">
              <a:extLst>
                <a:ext uri="{FF2B5EF4-FFF2-40B4-BE49-F238E27FC236}">
                  <a16:creationId xmlns:a16="http://schemas.microsoft.com/office/drawing/2014/main" id="{2D436737-E990-4435-AE29-06EB57292AA0}"/>
                </a:ext>
              </a:extLst>
            </p:cNvPr>
            <p:cNvSpPr/>
            <p:nvPr/>
          </p:nvSpPr>
          <p:spPr>
            <a:xfrm>
              <a:off x="1122774" y="3580731"/>
              <a:ext cx="878028" cy="2422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100" b="1" dirty="0">
                  <a:solidFill>
                    <a:schemeClr val="tx1"/>
                  </a:solidFill>
                  <a:latin typeface="D2Coding" panose="020B0609020101020101" pitchFamily="49" charset="-127"/>
                  <a:ea typeface="D2Coding" panose="020B0609020101020101" pitchFamily="49" charset="-127"/>
                </a:rPr>
                <a:t>subtraction</a:t>
              </a:r>
            </a:p>
          </p:txBody>
        </p:sp>
        <p:sp>
          <p:nvSpPr>
            <p:cNvPr id="23" name="직사각형 22">
              <a:extLst>
                <a:ext uri="{FF2B5EF4-FFF2-40B4-BE49-F238E27FC236}">
                  <a16:creationId xmlns:a16="http://schemas.microsoft.com/office/drawing/2014/main" id="{8F55C576-B24A-4754-B06B-FD6C45189352}"/>
                </a:ext>
              </a:extLst>
            </p:cNvPr>
            <p:cNvSpPr/>
            <p:nvPr/>
          </p:nvSpPr>
          <p:spPr>
            <a:xfrm>
              <a:off x="2956680" y="2934784"/>
              <a:ext cx="410556" cy="18478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200" dirty="0">
                  <a:solidFill>
                    <a:schemeClr val="tx1"/>
                  </a:solidFill>
                  <a:latin typeface="D2Coding" panose="020B0609020101020101" pitchFamily="49" charset="-127"/>
                  <a:ea typeface="D2Coding" panose="020B0609020101020101" pitchFamily="49" charset="-127"/>
                </a:rPr>
                <a:t>math</a:t>
              </a:r>
            </a:p>
          </p:txBody>
        </p:sp>
        <p:sp>
          <p:nvSpPr>
            <p:cNvPr id="24" name="직사각형 23">
              <a:extLst>
                <a:ext uri="{FF2B5EF4-FFF2-40B4-BE49-F238E27FC236}">
                  <a16:creationId xmlns:a16="http://schemas.microsoft.com/office/drawing/2014/main" id="{C3F6D31E-BC83-4DEA-8C89-6F2222E409BD}"/>
                </a:ext>
              </a:extLst>
            </p:cNvPr>
            <p:cNvSpPr/>
            <p:nvPr/>
          </p:nvSpPr>
          <p:spPr>
            <a:xfrm>
              <a:off x="2207259" y="2941542"/>
              <a:ext cx="367191" cy="1780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200" dirty="0">
                  <a:solidFill>
                    <a:schemeClr val="tx1"/>
                  </a:solidFill>
                  <a:latin typeface="D2Coding" panose="020B0609020101020101" pitchFamily="49" charset="-127"/>
                  <a:ea typeface="D2Coding" panose="020B0609020101020101" pitchFamily="49" charset="-127"/>
                </a:rPr>
                <a:t>kor</a:t>
              </a:r>
            </a:p>
          </p:txBody>
        </p:sp>
        <p:sp>
          <p:nvSpPr>
            <p:cNvPr id="25" name="직사각형 24">
              <a:extLst>
                <a:ext uri="{FF2B5EF4-FFF2-40B4-BE49-F238E27FC236}">
                  <a16:creationId xmlns:a16="http://schemas.microsoft.com/office/drawing/2014/main" id="{BF933BA1-6BD9-4D4D-89FE-6C54D7D8BCD3}"/>
                </a:ext>
              </a:extLst>
            </p:cNvPr>
            <p:cNvSpPr/>
            <p:nvPr/>
          </p:nvSpPr>
          <p:spPr>
            <a:xfrm>
              <a:off x="819149" y="3152774"/>
              <a:ext cx="3724275" cy="715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cxnSp>
          <p:nvCxnSpPr>
            <p:cNvPr id="26" name="직선 연결선 25">
              <a:extLst>
                <a:ext uri="{FF2B5EF4-FFF2-40B4-BE49-F238E27FC236}">
                  <a16:creationId xmlns:a16="http://schemas.microsoft.com/office/drawing/2014/main" id="{C785FBC3-6BD7-41F9-B927-3B9132919F9B}"/>
                </a:ext>
              </a:extLst>
            </p:cNvPr>
            <p:cNvCxnSpPr>
              <a:cxnSpLocks/>
            </p:cNvCxnSpPr>
            <p:nvPr/>
          </p:nvCxnSpPr>
          <p:spPr>
            <a:xfrm>
              <a:off x="900894" y="3235515"/>
              <a:ext cx="2979923" cy="0"/>
            </a:xfrm>
            <a:prstGeom prst="line">
              <a:avLst/>
            </a:prstGeom>
            <a:ln w="2032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 name="그룹 78">
            <a:extLst>
              <a:ext uri="{FF2B5EF4-FFF2-40B4-BE49-F238E27FC236}">
                <a16:creationId xmlns:a16="http://schemas.microsoft.com/office/drawing/2014/main" id="{E2FF7DCF-4CF2-47DC-C298-DE95EAF9B648}"/>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4BF73723-622A-1B04-4CFD-B64E34E2FFB8}"/>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5" name="직사각형 80">
              <a:extLst>
                <a:ext uri="{FF2B5EF4-FFF2-40B4-BE49-F238E27FC236}">
                  <a16:creationId xmlns:a16="http://schemas.microsoft.com/office/drawing/2014/main" id="{8D1B9D07-08C9-F76E-FE96-84D6485E22BD}"/>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955373496"/>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직사각형 18">
            <a:extLst>
              <a:ext uri="{FF2B5EF4-FFF2-40B4-BE49-F238E27FC236}">
                <a16:creationId xmlns:a16="http://schemas.microsoft.com/office/drawing/2014/main" id="{58B1BC1D-DFB7-4482-BA23-F01AD71B1BBE}"/>
              </a:ext>
            </a:extLst>
          </p:cNvPr>
          <p:cNvSpPr/>
          <p:nvPr/>
        </p:nvSpPr>
        <p:spPr>
          <a:xfrm>
            <a:off x="444580" y="1360864"/>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Các</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Phép</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tính</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của</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DataFrame</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sp>
        <p:nvSpPr>
          <p:cNvPr id="17" name="직사각형 16">
            <a:extLst>
              <a:ext uri="{FF2B5EF4-FFF2-40B4-BE49-F238E27FC236}">
                <a16:creationId xmlns:a16="http://schemas.microsoft.com/office/drawing/2014/main" id="{2955CA29-BBD7-41B9-B588-5BE75FF1A41B}"/>
              </a:ext>
            </a:extLst>
          </p:cNvPr>
          <p:cNvSpPr/>
          <p:nvPr/>
        </p:nvSpPr>
        <p:spPr>
          <a:xfrm>
            <a:off x="711200" y="1911316"/>
            <a:ext cx="8632825"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spcAft>
                <a:spcPts val="600"/>
              </a:spcAft>
            </a:pPr>
            <a:r>
              <a:rPr lang="vi-VN" altLang="ko-KR" sz="1400" dirty="0">
                <a:solidFill>
                  <a:schemeClr val="tx1">
                    <a:lumMod val="85000"/>
                    <a:lumOff val="15000"/>
                  </a:schemeClr>
                </a:solidFill>
                <a:latin typeface="SamsungOne-400" panose="020B0503030303020204" pitchFamily="34" charset="0"/>
                <a:ea typeface="SamsungOne-400" panose="020B0503030303020204" pitchFamily="34" charset="0"/>
              </a:rPr>
              <a:t>Các phép tính trên DataFrames có thể được hiểu là khái niệm mở rộng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phép</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tính</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rPr>
              <a:t>trên</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rPr>
              <a:t> Series</a:t>
            </a:r>
            <a:r>
              <a:rPr lang="vi-VN" altLang="ko-KR" sz="1400" dirty="0">
                <a:solidFill>
                  <a:schemeClr val="tx1">
                    <a:lumMod val="85000"/>
                    <a:lumOff val="15000"/>
                  </a:schemeClr>
                </a:solidFill>
                <a:latin typeface="SamsungOne-400" panose="020B0503030303020204" pitchFamily="34" charset="0"/>
                <a:ea typeface="SamsungOne-400" panose="020B0503030303020204" pitchFamily="34" charset="0"/>
              </a:rPr>
              <a:t>. Đầu tiên, nó được sắp xếp dựa trên chỉ số hàng/cột và được tính toán giữa các phần tử tương ứng từng phần tử một.</a:t>
            </a:r>
            <a:endPar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18" name="직사각형 17">
            <a:extLst>
              <a:ext uri="{FF2B5EF4-FFF2-40B4-BE49-F238E27FC236}">
                <a16:creationId xmlns:a16="http://schemas.microsoft.com/office/drawing/2014/main" id="{43511744-F027-4716-A457-49D15C49E2D8}"/>
              </a:ext>
            </a:extLst>
          </p:cNvPr>
          <p:cNvSpPr/>
          <p:nvPr/>
        </p:nvSpPr>
        <p:spPr>
          <a:xfrm>
            <a:off x="558800" y="1916445"/>
            <a:ext cx="36000" cy="1800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scene3d>
              <a:camera prst="orthographicFront"/>
              <a:lightRig rig="threePt" dir="t"/>
            </a:scene3d>
            <a:sp3d>
              <a:bevelT w="0" h="6350"/>
            </a:sp3d>
          </a:bodyPr>
          <a:lstStyle/>
          <a:p>
            <a:pPr algn="ctr"/>
            <a:endParaRPr lang="ko-KR" altLang="en-US" dirty="0"/>
          </a:p>
        </p:txBody>
      </p:sp>
      <p:grpSp>
        <p:nvGrpSpPr>
          <p:cNvPr id="2" name="그룹 78">
            <a:extLst>
              <a:ext uri="{FF2B5EF4-FFF2-40B4-BE49-F238E27FC236}">
                <a16:creationId xmlns:a16="http://schemas.microsoft.com/office/drawing/2014/main" id="{25B7D5C3-AFD0-6E1F-13AF-B1431F81B3A7}"/>
              </a:ext>
            </a:extLst>
          </p:cNvPr>
          <p:cNvGrpSpPr/>
          <p:nvPr/>
        </p:nvGrpSpPr>
        <p:grpSpPr>
          <a:xfrm>
            <a:off x="450000" y="450000"/>
            <a:ext cx="9018000" cy="276999"/>
            <a:chOff x="450000" y="450000"/>
            <a:chExt cx="9018000" cy="276999"/>
          </a:xfrm>
        </p:grpSpPr>
        <p:sp>
          <p:nvSpPr>
            <p:cNvPr id="3" name="직사각형 79">
              <a:extLst>
                <a:ext uri="{FF2B5EF4-FFF2-40B4-BE49-F238E27FC236}">
                  <a16:creationId xmlns:a16="http://schemas.microsoft.com/office/drawing/2014/main" id="{37076B86-E6BA-704F-2F82-9A11C3023147}"/>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4" name="직사각형 80">
              <a:extLst>
                <a:ext uri="{FF2B5EF4-FFF2-40B4-BE49-F238E27FC236}">
                  <a16:creationId xmlns:a16="http://schemas.microsoft.com/office/drawing/2014/main" id="{1AF2533A-A8DA-7A0E-C3D8-FC7C82BF5D45}"/>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215963338"/>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D690B303-0413-4230-A1D3-53219D01CA4A}"/>
              </a:ext>
            </a:extLst>
          </p:cNvPr>
          <p:cNvGrpSpPr/>
          <p:nvPr/>
        </p:nvGrpSpPr>
        <p:grpSpPr>
          <a:xfrm>
            <a:off x="558924" y="2060848"/>
            <a:ext cx="8782050" cy="929088"/>
            <a:chOff x="558924" y="2235006"/>
            <a:chExt cx="8782050" cy="929088"/>
          </a:xfrm>
        </p:grpSpPr>
        <p:sp>
          <p:nvSpPr>
            <p:cNvPr id="17" name="모서리가 둥근 직사각형 4">
              <a:extLst>
                <a:ext uri="{FF2B5EF4-FFF2-40B4-BE49-F238E27FC236}">
                  <a16:creationId xmlns:a16="http://schemas.microsoft.com/office/drawing/2014/main" id="{A36E3BA1-83BF-4EF9-8B22-BB45DE7AA1FC}"/>
                </a:ext>
              </a:extLst>
            </p:cNvPr>
            <p:cNvSpPr/>
            <p:nvPr/>
          </p:nvSpPr>
          <p:spPr>
            <a:xfrm>
              <a:off x="558924" y="2235006"/>
              <a:ext cx="8782050" cy="92908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091" r="22748"/>
            <a:stretch/>
          </p:blipFill>
          <p:spPr>
            <a:xfrm>
              <a:off x="609599" y="2278667"/>
              <a:ext cx="8731375" cy="820065"/>
            </a:xfrm>
            <a:prstGeom prst="rect">
              <a:avLst/>
            </a:prstGeom>
          </p:spPr>
        </p:pic>
      </p:grpSp>
      <p:grpSp>
        <p:nvGrpSpPr>
          <p:cNvPr id="23" name="그룹 22">
            <a:extLst>
              <a:ext uri="{FF2B5EF4-FFF2-40B4-BE49-F238E27FC236}">
                <a16:creationId xmlns:a16="http://schemas.microsoft.com/office/drawing/2014/main" id="{AF36DD26-5290-435C-B288-3E75CFB76537}"/>
              </a:ext>
            </a:extLst>
          </p:cNvPr>
          <p:cNvGrpSpPr/>
          <p:nvPr/>
        </p:nvGrpSpPr>
        <p:grpSpPr>
          <a:xfrm>
            <a:off x="580388" y="1413381"/>
            <a:ext cx="8887612" cy="569036"/>
            <a:chOff x="580388" y="1413381"/>
            <a:chExt cx="8887612" cy="569036"/>
          </a:xfrm>
        </p:grpSpPr>
        <p:sp>
          <p:nvSpPr>
            <p:cNvPr id="24" name="직사각형 23">
              <a:extLst>
                <a:ext uri="{FF2B5EF4-FFF2-40B4-BE49-F238E27FC236}">
                  <a16:creationId xmlns:a16="http://schemas.microsoft.com/office/drawing/2014/main" id="{8247F8F6-5F70-4C7F-A9AD-B4780DF173D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DataFrame</a:t>
              </a:r>
              <a:r>
                <a:rPr lang="en-US" altLang="ko-KR" sz="1400" dirty="0">
                  <a:solidFill>
                    <a:schemeClr val="tx1"/>
                  </a:solidFill>
                  <a:latin typeface="SamsungOne-400" panose="020B0503030303020204" pitchFamily="34" charset="0"/>
                  <a:ea typeface="SamsungOne-400" panose="020B0503030303020204" pitchFamily="34" charset="0"/>
                </a:rPr>
                <a:t> vs </a:t>
              </a:r>
              <a:r>
                <a:rPr lang="en-US" altLang="ko-KR" sz="1400" dirty="0" err="1">
                  <a:solidFill>
                    <a:schemeClr val="tx1"/>
                  </a:solidFill>
                  <a:latin typeface="SamsungOne-400" panose="020B0503030303020204" pitchFamily="34" charset="0"/>
                  <a:ea typeface="SamsungOne-400" panose="020B0503030303020204" pitchFamily="34" charset="0"/>
                </a:rPr>
                <a:t>Số</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25" name="직사각형 24">
              <a:extLst>
                <a:ext uri="{FF2B5EF4-FFF2-40B4-BE49-F238E27FC236}">
                  <a16:creationId xmlns:a16="http://schemas.microsoft.com/office/drawing/2014/main" id="{41102090-E1C9-4DE6-AEE6-F77E1509570D}"/>
                </a:ext>
              </a:extLst>
            </p:cNvPr>
            <p:cNvSpPr/>
            <p:nvPr/>
          </p:nvSpPr>
          <p:spPr>
            <a:xfrm>
              <a:off x="711201" y="1636956"/>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Thư viện seaborn sẽ được đề cập sau trong phần trực quan hóa, nhưng ở đây, nó được sử dụng để nhập dữ liệu.</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4" name="그룹 78">
            <a:extLst>
              <a:ext uri="{FF2B5EF4-FFF2-40B4-BE49-F238E27FC236}">
                <a16:creationId xmlns:a16="http://schemas.microsoft.com/office/drawing/2014/main" id="{B768DBB1-F634-FB08-F152-6E073614CC1A}"/>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2E087BD0-17E0-5C54-E429-AC7EC464498A}"/>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4ED4B434-BD5D-A475-61B3-EDE5FD4A520D}"/>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995958341"/>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8BB1A74A-0B1C-4232-894F-C7020862AFAF}"/>
              </a:ext>
            </a:extLst>
          </p:cNvPr>
          <p:cNvGrpSpPr/>
          <p:nvPr/>
        </p:nvGrpSpPr>
        <p:grpSpPr>
          <a:xfrm>
            <a:off x="561850" y="5024605"/>
            <a:ext cx="8782050" cy="1138070"/>
            <a:chOff x="561850" y="5381842"/>
            <a:chExt cx="8782050" cy="1138070"/>
          </a:xfrm>
        </p:grpSpPr>
        <p:grpSp>
          <p:nvGrpSpPr>
            <p:cNvPr id="10" name="그룹 9"/>
            <p:cNvGrpSpPr/>
            <p:nvPr/>
          </p:nvGrpSpPr>
          <p:grpSpPr>
            <a:xfrm>
              <a:off x="561850" y="5381842"/>
              <a:ext cx="8782050" cy="1138070"/>
              <a:chOff x="557644" y="5085181"/>
              <a:chExt cx="8782050" cy="1138070"/>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113807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33792"/>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bằng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chọn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hai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tuổi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vé</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từ</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tập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titanic.</a:t>
                </a:r>
              </a:p>
            </p:txBody>
          </p:sp>
        </p:grpSp>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0211" y="5946477"/>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18992" y="5946477"/>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13-3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19632" y="6234509"/>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hiển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thị</a:t>
              </a:r>
              <a:r>
                <a:rPr lang="en-US" altLang="ko-KR" sz="1300" dirty="0">
                  <a:solidFill>
                    <a:prstClr val="black">
                      <a:lumMod val="85000"/>
                      <a:lumOff val="15000"/>
                    </a:prstClr>
                  </a:solidFill>
                  <a:latin typeface="SamsungOne-400" panose="020B0503030303020204" pitchFamily="34" charset="0"/>
                </a:rPr>
                <a:t> 5 </a:t>
              </a:r>
              <a:r>
                <a:rPr lang="en-US" altLang="ko-KR" sz="1300" dirty="0" err="1">
                  <a:solidFill>
                    <a:prstClr val="black">
                      <a:lumMod val="85000"/>
                      <a:lumOff val="15000"/>
                    </a:prstClr>
                  </a:solidFill>
                  <a:latin typeface="SamsungOne-400" panose="020B0503030303020204" pitchFamily="34" charset="0"/>
                </a:rPr>
                <a:t>dòng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đầu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tiên</a:t>
              </a:r>
              <a:r>
                <a:rPr lang="en-US" altLang="ko-KR" sz="1300" dirty="0">
                  <a:solidFill>
                    <a:prstClr val="black">
                      <a:lumMod val="85000"/>
                      <a:lumOff val="15000"/>
                    </a:prstClr>
                  </a:solidFill>
                  <a:latin typeface="SamsungOne-400" panose="020B0503030303020204" pitchFamily="34" charset="0"/>
                </a:rPr>
                <a:t>.</a:t>
              </a:r>
            </a:p>
          </p:txBody>
        </p:sp>
      </p:grpSp>
      <p:grpSp>
        <p:nvGrpSpPr>
          <p:cNvPr id="3" name="그룹 2">
            <a:extLst>
              <a:ext uri="{FF2B5EF4-FFF2-40B4-BE49-F238E27FC236}">
                <a16:creationId xmlns:a16="http://schemas.microsoft.com/office/drawing/2014/main" id="{F8BFAA1E-846A-493F-89A1-5C1F6A44F47C}"/>
              </a:ext>
            </a:extLst>
          </p:cNvPr>
          <p:cNvGrpSpPr/>
          <p:nvPr/>
        </p:nvGrpSpPr>
        <p:grpSpPr>
          <a:xfrm>
            <a:off x="558924" y="1700808"/>
            <a:ext cx="8782050" cy="3231648"/>
            <a:chOff x="558924" y="1864227"/>
            <a:chExt cx="8782050" cy="3231648"/>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864227"/>
              <a:ext cx="8782050" cy="323164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888" r="19718"/>
            <a:stretch/>
          </p:blipFill>
          <p:spPr>
            <a:xfrm>
              <a:off x="638174" y="1941878"/>
              <a:ext cx="8702800" cy="3040417"/>
            </a:xfrm>
            <a:prstGeom prst="rect">
              <a:avLst/>
            </a:prstGeom>
          </p:spPr>
        </p:pic>
      </p:grpSp>
      <p:sp>
        <p:nvSpPr>
          <p:cNvPr id="20" name="직사각형 19">
            <a:extLst>
              <a:ext uri="{FF2B5EF4-FFF2-40B4-BE49-F238E27FC236}">
                <a16:creationId xmlns:a16="http://schemas.microsoft.com/office/drawing/2014/main" id="{D9AC5217-353F-4CA0-98F1-6C98B3BFEDA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DataFrame</a:t>
            </a:r>
            <a:r>
              <a:rPr lang="en-US" altLang="ko-KR" sz="1400" dirty="0">
                <a:solidFill>
                  <a:schemeClr val="tx1"/>
                </a:solidFill>
                <a:latin typeface="SamsungOne-400" panose="020B0503030303020204" pitchFamily="34" charset="0"/>
                <a:ea typeface="SamsungOne-400" panose="020B0503030303020204" pitchFamily="34" charset="0"/>
              </a:rPr>
              <a:t> vs </a:t>
            </a:r>
            <a:r>
              <a:rPr lang="en-US" altLang="ko-KR" sz="1400" dirty="0" err="1">
                <a:solidFill>
                  <a:schemeClr val="tx1"/>
                </a:solidFill>
                <a:latin typeface="SamsungOne-400" panose="020B0503030303020204" pitchFamily="34" charset="0"/>
                <a:ea typeface="SamsungOne-400" panose="020B0503030303020204" pitchFamily="34" charset="0"/>
              </a:rPr>
              <a:t>Số</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5" name="그룹 78">
            <a:extLst>
              <a:ext uri="{FF2B5EF4-FFF2-40B4-BE49-F238E27FC236}">
                <a16:creationId xmlns:a16="http://schemas.microsoft.com/office/drawing/2014/main" id="{83C100DF-6B33-ADB3-77EC-660015936D0A}"/>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153A4F1C-7CD9-C0A5-2207-FC5315E29891}"/>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7F28AA2A-7662-466D-626E-F9036032025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890136400"/>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692683"/>
            <a:ext cx="8782050" cy="286979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0" name="그룹 9"/>
          <p:cNvGrpSpPr/>
          <p:nvPr/>
        </p:nvGrpSpPr>
        <p:grpSpPr>
          <a:xfrm>
            <a:off x="561850" y="4651338"/>
            <a:ext cx="8782050" cy="1177962"/>
            <a:chOff x="557644" y="5085181"/>
            <a:chExt cx="8782050" cy="1177962"/>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117796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27969"/>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Thêm</a:t>
              </a:r>
              <a:r>
                <a:rPr lang="en-US" altLang="ko-KR" sz="1300" dirty="0">
                  <a:solidFill>
                    <a:prstClr val="black">
                      <a:lumMod val="85000"/>
                      <a:lumOff val="15000"/>
                    </a:prstClr>
                  </a:solidFill>
                  <a:latin typeface="SamsungOne-400" panose="020B0503030303020204" pitchFamily="34" charset="0"/>
                </a:rPr>
                <a:t> 10 </a:t>
              </a:r>
              <a:r>
                <a:rPr lang="en-US" altLang="ko-KR" sz="1300" dirty="0" err="1">
                  <a:solidFill>
                    <a:prstClr val="black">
                      <a:lumMod val="85000"/>
                      <a:lumOff val="15000"/>
                    </a:prstClr>
                  </a:solidFill>
                  <a:latin typeface="SamsungOne-400" panose="020B0503030303020204" pitchFamily="34" charset="0"/>
                </a:rPr>
                <a:t>vào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a:t>
              </a:r>
            </a:p>
          </p:txBody>
        </p:sp>
      </p:grpSp>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0211" y="5210150"/>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18992" y="5210150"/>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19632" y="5498182"/>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hiển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thị</a:t>
            </a:r>
            <a:r>
              <a:rPr lang="en-US" altLang="ko-KR" sz="1300" dirty="0">
                <a:solidFill>
                  <a:prstClr val="black">
                    <a:lumMod val="85000"/>
                    <a:lumOff val="15000"/>
                  </a:prstClr>
                </a:solidFill>
                <a:latin typeface="SamsungOne-400" panose="020B0503030303020204" pitchFamily="34" charset="0"/>
              </a:rPr>
              <a:t> 5 </a:t>
            </a:r>
            <a:r>
              <a:rPr lang="en-US" altLang="ko-KR" sz="1300" dirty="0" err="1">
                <a:solidFill>
                  <a:prstClr val="black">
                    <a:lumMod val="85000"/>
                    <a:lumOff val="15000"/>
                  </a:prstClr>
                </a:solidFill>
                <a:latin typeface="SamsungOne-400" panose="020B0503030303020204" pitchFamily="34" charset="0"/>
              </a:rPr>
              <a:t>dòng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đầu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tiên</a:t>
            </a:r>
            <a:r>
              <a:rPr lang="en-US" altLang="ko-KR" sz="1300" dirty="0">
                <a:solidFill>
                  <a:prstClr val="black">
                    <a:lumMod val="85000"/>
                    <a:lumOff val="15000"/>
                  </a:prstClr>
                </a:solidFill>
                <a:latin typeface="SamsungOne-400" panose="020B0503030303020204" pitchFamily="34" charset="0"/>
              </a:rPr>
              <a:t>.</a:t>
            </a:r>
          </a:p>
        </p:txBody>
      </p:sp>
      <p:pic>
        <p:nvPicPr>
          <p:cNvPr id="3" name="그림 2"/>
          <p:cNvPicPr>
            <a:picLocks noChangeAspect="1"/>
          </p:cNvPicPr>
          <p:nvPr/>
        </p:nvPicPr>
        <p:blipFill rotWithShape="1">
          <a:blip r:embed="rId4"/>
          <a:srcRect l="1006" r="14289"/>
          <a:stretch/>
        </p:blipFill>
        <p:spPr>
          <a:xfrm>
            <a:off x="639299" y="1729449"/>
            <a:ext cx="8701675" cy="2762494"/>
          </a:xfrm>
          <a:prstGeom prst="rect">
            <a:avLst/>
          </a:prstGeom>
        </p:spPr>
      </p:pic>
      <p:sp>
        <p:nvSpPr>
          <p:cNvPr id="20" name="직사각형 19"/>
          <p:cNvSpPr/>
          <p:nvPr/>
        </p:nvSpPr>
        <p:spPr>
          <a:xfrm>
            <a:off x="711200" y="5858222"/>
            <a:ext cx="8632825"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Trong khi vẫn duy trì dạng của DataFrame hiện có, chỉ có giá trị của các phần tử được thay thế bằng giá trị được tính toán mới và được trả về dưới dạng đối tượng DataFrame mới.</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21" name="직사각형 20">
            <a:extLst>
              <a:ext uri="{FF2B5EF4-FFF2-40B4-BE49-F238E27FC236}">
                <a16:creationId xmlns:a16="http://schemas.microsoft.com/office/drawing/2014/main" id="{04224E79-9F78-434F-8507-79D10F9F8F2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DataFrame vs. </a:t>
            </a:r>
            <a:r>
              <a:rPr lang="en-US" altLang="ko-KR" sz="1400" dirty="0" err="1">
                <a:solidFill>
                  <a:schemeClr val="tx1"/>
                </a:solidFill>
                <a:latin typeface="SamsungOne-400" panose="020B0503030303020204" pitchFamily="34" charset="0"/>
                <a:ea typeface="SamsungOne-400" panose="020B0503030303020204" pitchFamily="34" charset="0"/>
              </a:rPr>
              <a:t>Số</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2" name="그룹 78">
            <a:extLst>
              <a:ext uri="{FF2B5EF4-FFF2-40B4-BE49-F238E27FC236}">
                <a16:creationId xmlns:a16="http://schemas.microsoft.com/office/drawing/2014/main" id="{CBE3DFA5-328E-1769-E97C-C00F541B9216}"/>
              </a:ext>
            </a:extLst>
          </p:cNvPr>
          <p:cNvGrpSpPr/>
          <p:nvPr/>
        </p:nvGrpSpPr>
        <p:grpSpPr>
          <a:xfrm>
            <a:off x="450000" y="450000"/>
            <a:ext cx="9018000" cy="276999"/>
            <a:chOff x="450000" y="450000"/>
            <a:chExt cx="9018000" cy="276999"/>
          </a:xfrm>
        </p:grpSpPr>
        <p:sp>
          <p:nvSpPr>
            <p:cNvPr id="4" name="직사각형 79">
              <a:extLst>
                <a:ext uri="{FF2B5EF4-FFF2-40B4-BE49-F238E27FC236}">
                  <a16:creationId xmlns:a16="http://schemas.microsoft.com/office/drawing/2014/main" id="{4A24A628-D302-B83C-99BB-D4CF78B209DD}"/>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5" name="직사각형 80">
              <a:extLst>
                <a:ext uri="{FF2B5EF4-FFF2-40B4-BE49-F238E27FC236}">
                  <a16:creationId xmlns:a16="http://schemas.microsoft.com/office/drawing/2014/main" id="{A3258D58-246C-6CB2-446E-F53804C1F3ED}"/>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932119760"/>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그룹 20"/>
          <p:cNvGrpSpPr/>
          <p:nvPr/>
        </p:nvGrpSpPr>
        <p:grpSpPr>
          <a:xfrm>
            <a:off x="561850" y="3051708"/>
            <a:ext cx="8782050" cy="737332"/>
            <a:chOff x="557644" y="5085181"/>
            <a:chExt cx="8782050" cy="737332"/>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3733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4" name="TextBox 2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5" name="TextBox 2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bằng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chọn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hai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tuổi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vé</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từ</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tập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titanic.</a:t>
              </a:r>
            </a:p>
          </p:txBody>
        </p:sp>
      </p:grpSp>
      <p:grpSp>
        <p:nvGrpSpPr>
          <p:cNvPr id="3" name="그룹 2">
            <a:extLst>
              <a:ext uri="{FF2B5EF4-FFF2-40B4-BE49-F238E27FC236}">
                <a16:creationId xmlns:a16="http://schemas.microsoft.com/office/drawing/2014/main" id="{88E2C806-2517-4D02-9D6A-725C1146CCE2}"/>
              </a:ext>
            </a:extLst>
          </p:cNvPr>
          <p:cNvGrpSpPr/>
          <p:nvPr/>
        </p:nvGrpSpPr>
        <p:grpSpPr>
          <a:xfrm>
            <a:off x="558924" y="2216188"/>
            <a:ext cx="8782050" cy="727694"/>
            <a:chOff x="558924" y="2348881"/>
            <a:chExt cx="8782050" cy="727694"/>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2348881"/>
              <a:ext cx="8782050" cy="72769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879" r="18947"/>
            <a:stretch/>
          </p:blipFill>
          <p:spPr>
            <a:xfrm>
              <a:off x="596759" y="2393030"/>
              <a:ext cx="8744215" cy="628920"/>
            </a:xfrm>
            <a:prstGeom prst="rect">
              <a:avLst/>
            </a:prstGeom>
          </p:spPr>
        </p:pic>
      </p:grpSp>
      <p:grpSp>
        <p:nvGrpSpPr>
          <p:cNvPr id="26" name="그룹 25">
            <a:extLst>
              <a:ext uri="{FF2B5EF4-FFF2-40B4-BE49-F238E27FC236}">
                <a16:creationId xmlns:a16="http://schemas.microsoft.com/office/drawing/2014/main" id="{F15E5240-63CD-4BBB-9695-BBBBF9047386}"/>
              </a:ext>
            </a:extLst>
          </p:cNvPr>
          <p:cNvGrpSpPr/>
          <p:nvPr/>
        </p:nvGrpSpPr>
        <p:grpSpPr>
          <a:xfrm>
            <a:off x="580388" y="1413381"/>
            <a:ext cx="8887612" cy="769091"/>
            <a:chOff x="580388" y="1413381"/>
            <a:chExt cx="8887612" cy="769091"/>
          </a:xfrm>
        </p:grpSpPr>
        <p:sp>
          <p:nvSpPr>
            <p:cNvPr id="27" name="직사각형 26">
              <a:extLst>
                <a:ext uri="{FF2B5EF4-FFF2-40B4-BE49-F238E27FC236}">
                  <a16:creationId xmlns:a16="http://schemas.microsoft.com/office/drawing/2014/main" id="{EC4730E1-6EC1-4465-ACE0-8FA9C9CD4F76}"/>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DataFrame vs. DataFrame</a:t>
              </a:r>
            </a:p>
          </p:txBody>
        </p:sp>
        <p:sp>
          <p:nvSpPr>
            <p:cNvPr id="28" name="직사각형 27">
              <a:extLst>
                <a:ext uri="{FF2B5EF4-FFF2-40B4-BE49-F238E27FC236}">
                  <a16:creationId xmlns:a16="http://schemas.microsoft.com/office/drawing/2014/main" id="{D6CE4F87-59B1-4A7E-86D1-7CE4E0957BEB}"/>
                </a:ext>
              </a:extLst>
            </p:cNvPr>
            <p:cNvSpPr/>
            <p:nvPr/>
          </p:nvSpPr>
          <p:spPr>
            <a:xfrm>
              <a:off x="711201" y="1636956"/>
              <a:ext cx="8632825"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Các phần tử trong cùng vị trí hàng và cột của mỗi DataFrame được tính toán. Nếu phần tử không có ở hai bên hoặc NaN, kết quả tính toán được coi là NaN.</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4" name="그룹 78">
            <a:extLst>
              <a:ext uri="{FF2B5EF4-FFF2-40B4-BE49-F238E27FC236}">
                <a16:creationId xmlns:a16="http://schemas.microsoft.com/office/drawing/2014/main" id="{A36FAD54-0B29-6B10-CAF1-EC62D0D4EE64}"/>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0CCAD694-09BF-C00A-7190-7921C0AF82F5}"/>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F8934322-7CA1-ADD8-1980-352F3479BF2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124251946"/>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그룹 20"/>
          <p:cNvGrpSpPr/>
          <p:nvPr/>
        </p:nvGrpSpPr>
        <p:grpSpPr>
          <a:xfrm>
            <a:off x="561850" y="4995924"/>
            <a:ext cx="8782050" cy="737332"/>
            <a:chOff x="557644" y="5085181"/>
            <a:chExt cx="8782050" cy="737332"/>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73733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24" name="TextBox 2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25" name="TextBox 24">
              <a:extLst>
                <a:ext uri="{FF2B5EF4-FFF2-40B4-BE49-F238E27FC236}">
                  <a16:creationId xmlns:a16="http://schemas.microsoft.com/office/drawing/2014/main" id="{0800EE66-B78E-4CCD-A49E-31BBE412C7F6}"/>
                </a:ext>
              </a:extLst>
            </p:cNvPr>
            <p:cNvSpPr txBox="1"/>
            <p:nvPr/>
          </p:nvSpPr>
          <p:spPr>
            <a:xfrm>
              <a:off x="1021818" y="549208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Thêm</a:t>
              </a:r>
              <a:r>
                <a:rPr lang="en-US" altLang="ko-KR" sz="1300" dirty="0">
                  <a:solidFill>
                    <a:prstClr val="black">
                      <a:lumMod val="85000"/>
                      <a:lumOff val="15000"/>
                    </a:prstClr>
                  </a:solidFill>
                  <a:latin typeface="SamsungOne-400" panose="020B0503030303020204" pitchFamily="34" charset="0"/>
                </a:rPr>
                <a:t> 10 </a:t>
              </a:r>
              <a:r>
                <a:rPr lang="en-US" altLang="ko-KR" sz="1300" dirty="0" err="1">
                  <a:solidFill>
                    <a:prstClr val="black">
                      <a:lumMod val="85000"/>
                      <a:lumOff val="15000"/>
                    </a:prstClr>
                  </a:solidFill>
                  <a:latin typeface="SamsungOne-400" panose="020B0503030303020204" pitchFamily="34" charset="0"/>
                </a:rPr>
                <a:t>vào</a:t>
              </a:r>
              <a:r>
                <a:rPr lang="en-US" altLang="ko-KR" sz="1300" dirty="0">
                  <a:solidFill>
                    <a:prstClr val="black">
                      <a:lumMod val="85000"/>
                      <a:lumOff val="15000"/>
                    </a:prstClr>
                  </a:solidFill>
                  <a:latin typeface="SamsungOne-400" panose="020B0503030303020204" pitchFamily="34" charset="0"/>
                </a:rPr>
                <a:t> DataFrame.</a:t>
              </a:r>
            </a:p>
          </p:txBody>
        </p:sp>
      </p:grpSp>
      <p:grpSp>
        <p:nvGrpSpPr>
          <p:cNvPr id="2" name="그룹 1">
            <a:extLst>
              <a:ext uri="{FF2B5EF4-FFF2-40B4-BE49-F238E27FC236}">
                <a16:creationId xmlns:a16="http://schemas.microsoft.com/office/drawing/2014/main" id="{594A8398-6F10-41B1-8A3E-6B5DB6ACF174}"/>
              </a:ext>
            </a:extLst>
          </p:cNvPr>
          <p:cNvGrpSpPr/>
          <p:nvPr/>
        </p:nvGrpSpPr>
        <p:grpSpPr>
          <a:xfrm>
            <a:off x="558924" y="1727888"/>
            <a:ext cx="8782050" cy="3168352"/>
            <a:chOff x="558924" y="1772816"/>
            <a:chExt cx="8782050" cy="3168352"/>
          </a:xfrm>
        </p:grpSpPr>
        <p:sp>
          <p:nvSpPr>
            <p:cNvPr id="11" name="모서리가 둥근 직사각형 4">
              <a:extLst>
                <a:ext uri="{FF2B5EF4-FFF2-40B4-BE49-F238E27FC236}">
                  <a16:creationId xmlns:a16="http://schemas.microsoft.com/office/drawing/2014/main" id="{A36E3BA1-83BF-4EF9-8B22-BB45DE7AA1FC}"/>
                </a:ext>
              </a:extLst>
            </p:cNvPr>
            <p:cNvSpPr/>
            <p:nvPr/>
          </p:nvSpPr>
          <p:spPr>
            <a:xfrm>
              <a:off x="558924" y="1772816"/>
              <a:ext cx="8782050" cy="316835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l="757" r="16358"/>
            <a:stretch/>
          </p:blipFill>
          <p:spPr>
            <a:xfrm>
              <a:off x="609600" y="1808376"/>
              <a:ext cx="8731374" cy="3044953"/>
            </a:xfrm>
            <a:prstGeom prst="rect">
              <a:avLst/>
            </a:prstGeom>
          </p:spPr>
        </p:pic>
      </p:grpSp>
      <p:sp>
        <p:nvSpPr>
          <p:cNvPr id="15" name="직사각형 14">
            <a:extLst>
              <a:ext uri="{FF2B5EF4-FFF2-40B4-BE49-F238E27FC236}">
                <a16:creationId xmlns:a16="http://schemas.microsoft.com/office/drawing/2014/main" id="{4003FCBB-0C45-4CD4-93AE-54D09E6EDCB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DataFrame vs. </a:t>
            </a:r>
            <a:r>
              <a:rPr lang="en-US" altLang="ko-KR" sz="1400" dirty="0" err="1">
                <a:solidFill>
                  <a:schemeClr val="tx1"/>
                </a:solidFill>
                <a:latin typeface="SamsungOne-400" panose="020B0503030303020204" pitchFamily="34" charset="0"/>
                <a:ea typeface="SamsungOne-400" panose="020B0503030303020204" pitchFamily="34" charset="0"/>
              </a:rPr>
              <a:t>Số</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78">
            <a:extLst>
              <a:ext uri="{FF2B5EF4-FFF2-40B4-BE49-F238E27FC236}">
                <a16:creationId xmlns:a16="http://schemas.microsoft.com/office/drawing/2014/main" id="{44BD95C9-1E0A-1115-E48E-3E83A128B9AA}"/>
              </a:ext>
            </a:extLst>
          </p:cNvPr>
          <p:cNvGrpSpPr/>
          <p:nvPr/>
        </p:nvGrpSpPr>
        <p:grpSpPr>
          <a:xfrm>
            <a:off x="450000" y="450000"/>
            <a:ext cx="9018000" cy="276999"/>
            <a:chOff x="450000" y="450000"/>
            <a:chExt cx="9018000" cy="276999"/>
          </a:xfrm>
        </p:grpSpPr>
        <p:sp>
          <p:nvSpPr>
            <p:cNvPr id="5" name="직사각형 79">
              <a:extLst>
                <a:ext uri="{FF2B5EF4-FFF2-40B4-BE49-F238E27FC236}">
                  <a16:creationId xmlns:a16="http://schemas.microsoft.com/office/drawing/2014/main" id="{C3204258-5E15-8E43-CCA6-D54219890E94}"/>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6" name="직사각형 80">
              <a:extLst>
                <a:ext uri="{FF2B5EF4-FFF2-40B4-BE49-F238E27FC236}">
                  <a16:creationId xmlns:a16="http://schemas.microsoft.com/office/drawing/2014/main" id="{758750EF-30E8-AE66-AFFE-22327CFA6E81}"/>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627736611"/>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F5735E1D-688E-46A5-A1E8-68F446FF0F04}"/>
              </a:ext>
            </a:extLst>
          </p:cNvPr>
          <p:cNvGrpSpPr/>
          <p:nvPr/>
        </p:nvGrpSpPr>
        <p:grpSpPr>
          <a:xfrm>
            <a:off x="561850" y="4853396"/>
            <a:ext cx="8782050" cy="1177417"/>
            <a:chOff x="561850" y="4851908"/>
            <a:chExt cx="8782050" cy="1177417"/>
          </a:xfrm>
        </p:grpSpPr>
        <p:grpSp>
          <p:nvGrpSpPr>
            <p:cNvPr id="10" name="그룹 9"/>
            <p:cNvGrpSpPr/>
            <p:nvPr/>
          </p:nvGrpSpPr>
          <p:grpSpPr>
            <a:xfrm>
              <a:off x="561850" y="4851908"/>
              <a:ext cx="8782050" cy="1177417"/>
              <a:chOff x="557644" y="5085181"/>
              <a:chExt cx="8782050" cy="1177417"/>
            </a:xfrm>
          </p:grpSpPr>
          <p:sp>
            <p:nvSpPr>
              <p:cNvPr id="12" name="모서리가 둥근 직사각형 4">
                <a:extLst>
                  <a:ext uri="{FF2B5EF4-FFF2-40B4-BE49-F238E27FC236}">
                    <a16:creationId xmlns:a16="http://schemas.microsoft.com/office/drawing/2014/main" id="{C3569CBD-5212-483A-A582-6794A42BDB63}"/>
                  </a:ext>
                </a:extLst>
              </p:cNvPr>
              <p:cNvSpPr/>
              <p:nvPr/>
            </p:nvSpPr>
            <p:spPr>
              <a:xfrm>
                <a:off x="557644" y="5085181"/>
                <a:ext cx="8782050" cy="117741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3"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2397" y="5179924"/>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EE836FE5-4E63-409C-97E4-2898B8159708}"/>
                  </a:ext>
                </a:extLst>
              </p:cNvPr>
              <p:cNvSpPr txBox="1"/>
              <p:nvPr/>
            </p:nvSpPr>
            <p:spPr>
              <a:xfrm>
                <a:off x="921178" y="5157192"/>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17-1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5" name="TextBox 14">
                <a:extLst>
                  <a:ext uri="{FF2B5EF4-FFF2-40B4-BE49-F238E27FC236}">
                    <a16:creationId xmlns:a16="http://schemas.microsoft.com/office/drawing/2014/main" id="{0800EE66-B78E-4CCD-A49E-31BBE412C7F6}"/>
                  </a:ext>
                </a:extLst>
              </p:cNvPr>
              <p:cNvSpPr txBox="1"/>
              <p:nvPr/>
            </p:nvSpPr>
            <p:spPr>
              <a:xfrm>
                <a:off x="1021818" y="5462473"/>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Tính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toán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giữa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DataFrames</a:t>
                </a:r>
                <a:endParaRPr lang="en-US" altLang="ko-KR" sz="1300" dirty="0">
                  <a:solidFill>
                    <a:prstClr val="black">
                      <a:lumMod val="85000"/>
                      <a:lumOff val="15000"/>
                    </a:prstClr>
                  </a:solidFill>
                  <a:latin typeface="SamsungOne-400" panose="020B0503030303020204" pitchFamily="34" charset="0"/>
                </a:endParaRPr>
              </a:p>
            </p:txBody>
          </p:sp>
        </p:grpSp>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660211" y="5483193"/>
              <a:ext cx="295715" cy="236991"/>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18992" y="5460461"/>
              <a:ext cx="2659325" cy="292387"/>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17-2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sp>
          <p:nvSpPr>
            <p:cNvPr id="19" name="TextBox 18">
              <a:extLst>
                <a:ext uri="{FF2B5EF4-FFF2-40B4-BE49-F238E27FC236}">
                  <a16:creationId xmlns:a16="http://schemas.microsoft.com/office/drawing/2014/main" id="{0800EE66-B78E-4CCD-A49E-31BBE412C7F6}"/>
                </a:ext>
              </a:extLst>
            </p:cNvPr>
            <p:cNvSpPr txBox="1"/>
            <p:nvPr/>
          </p:nvSpPr>
          <p:spPr>
            <a:xfrm>
              <a:off x="1019632" y="573325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hiển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thị</a:t>
              </a:r>
              <a:r>
                <a:rPr lang="en-US" altLang="ko-KR" sz="1300" dirty="0">
                  <a:solidFill>
                    <a:prstClr val="black">
                      <a:lumMod val="85000"/>
                      <a:lumOff val="15000"/>
                    </a:prstClr>
                  </a:solidFill>
                  <a:latin typeface="SamsungOne-400" panose="020B0503030303020204" pitchFamily="34" charset="0"/>
                </a:rPr>
                <a:t> 5 </a:t>
              </a:r>
              <a:r>
                <a:rPr lang="en-US" altLang="ko-KR" sz="1300" dirty="0" err="1">
                  <a:solidFill>
                    <a:prstClr val="black">
                      <a:lumMod val="85000"/>
                      <a:lumOff val="15000"/>
                    </a:prstClr>
                  </a:solidFill>
                  <a:latin typeface="SamsungOne-400" panose="020B0503030303020204" pitchFamily="34" charset="0"/>
                </a:rPr>
                <a:t>dòng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cuối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cùng</a:t>
              </a:r>
              <a:r>
                <a:rPr lang="en-US" altLang="ko-KR" sz="1300" dirty="0">
                  <a:solidFill>
                    <a:prstClr val="black">
                      <a:lumMod val="85000"/>
                      <a:lumOff val="15000"/>
                    </a:prstClr>
                  </a:solidFill>
                  <a:latin typeface="SamsungOne-400" panose="020B0503030303020204" pitchFamily="34" charset="0"/>
                </a:rPr>
                <a:t>.</a:t>
              </a:r>
            </a:p>
          </p:txBody>
        </p:sp>
      </p:grpSp>
      <p:grpSp>
        <p:nvGrpSpPr>
          <p:cNvPr id="4" name="그룹 3">
            <a:extLst>
              <a:ext uri="{FF2B5EF4-FFF2-40B4-BE49-F238E27FC236}">
                <a16:creationId xmlns:a16="http://schemas.microsoft.com/office/drawing/2014/main" id="{F3A2AD33-8B50-4054-B9B1-50BF9568ACE1}"/>
              </a:ext>
            </a:extLst>
          </p:cNvPr>
          <p:cNvGrpSpPr/>
          <p:nvPr/>
        </p:nvGrpSpPr>
        <p:grpSpPr>
          <a:xfrm>
            <a:off x="558924" y="1727888"/>
            <a:ext cx="8782051" cy="3025087"/>
            <a:chOff x="558924" y="1727888"/>
            <a:chExt cx="8782051" cy="3025087"/>
          </a:xfrm>
        </p:grpSpPr>
        <p:sp>
          <p:nvSpPr>
            <p:cNvPr id="21" name="모서리가 둥근 직사각형 4">
              <a:extLst>
                <a:ext uri="{FF2B5EF4-FFF2-40B4-BE49-F238E27FC236}">
                  <a16:creationId xmlns:a16="http://schemas.microsoft.com/office/drawing/2014/main" id="{BF3F3CEA-7347-44BA-9275-8ED89B65DA0C}"/>
                </a:ext>
              </a:extLst>
            </p:cNvPr>
            <p:cNvSpPr/>
            <p:nvPr/>
          </p:nvSpPr>
          <p:spPr>
            <a:xfrm>
              <a:off x="558924" y="1727888"/>
              <a:ext cx="8782050" cy="302508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888" r="18273"/>
            <a:stretch/>
          </p:blipFill>
          <p:spPr>
            <a:xfrm>
              <a:off x="628649" y="1759843"/>
              <a:ext cx="8712326" cy="2902818"/>
            </a:xfrm>
            <a:prstGeom prst="rect">
              <a:avLst/>
            </a:prstGeom>
          </p:spPr>
        </p:pic>
      </p:grpSp>
      <p:sp>
        <p:nvSpPr>
          <p:cNvPr id="20" name="직사각형 19">
            <a:extLst>
              <a:ext uri="{FF2B5EF4-FFF2-40B4-BE49-F238E27FC236}">
                <a16:creationId xmlns:a16="http://schemas.microsoft.com/office/drawing/2014/main" id="{D0B87D0D-6174-4574-BE08-450723C3277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DataFrame vs. </a:t>
            </a:r>
            <a:r>
              <a:rPr lang="en-US" altLang="ko-KR" sz="1400" dirty="0" err="1">
                <a:solidFill>
                  <a:schemeClr val="tx1"/>
                </a:solidFill>
                <a:latin typeface="SamsungOne-400" panose="020B0503030303020204" pitchFamily="34" charset="0"/>
                <a:ea typeface="SamsungOne-400" panose="020B0503030303020204" pitchFamily="34" charset="0"/>
              </a:rPr>
              <a:t>Số</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5" name="그룹 78">
            <a:extLst>
              <a:ext uri="{FF2B5EF4-FFF2-40B4-BE49-F238E27FC236}">
                <a16:creationId xmlns:a16="http://schemas.microsoft.com/office/drawing/2014/main" id="{99B6569F-64DD-D40B-3C88-E9C622D8B45A}"/>
              </a:ext>
            </a:extLst>
          </p:cNvPr>
          <p:cNvGrpSpPr/>
          <p:nvPr/>
        </p:nvGrpSpPr>
        <p:grpSpPr>
          <a:xfrm>
            <a:off x="450000" y="450000"/>
            <a:ext cx="9018000" cy="276999"/>
            <a:chOff x="450000" y="450000"/>
            <a:chExt cx="9018000" cy="276999"/>
          </a:xfrm>
        </p:grpSpPr>
        <p:sp>
          <p:nvSpPr>
            <p:cNvPr id="6" name="직사각형 79">
              <a:extLst>
                <a:ext uri="{FF2B5EF4-FFF2-40B4-BE49-F238E27FC236}">
                  <a16:creationId xmlns:a16="http://schemas.microsoft.com/office/drawing/2014/main" id="{8933B5E2-5FE2-6207-D78B-3E5D4D490ABC}"/>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7" name="직사각형 80">
              <a:extLst>
                <a:ext uri="{FF2B5EF4-FFF2-40B4-BE49-F238E27FC236}">
                  <a16:creationId xmlns:a16="http://schemas.microsoft.com/office/drawing/2014/main" id="{A7BCAB6A-2A45-FE18-F40F-5FC2D3E91173}"/>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4256240116"/>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직사각형 8">
            <a:extLst>
              <a:ext uri="{FF2B5EF4-FFF2-40B4-BE49-F238E27FC236}">
                <a16:creationId xmlns:a16="http://schemas.microsoft.com/office/drawing/2014/main" id="{58B1BC1D-DFB7-4482-BA23-F01AD71B1BBE}"/>
              </a:ext>
            </a:extLst>
          </p:cNvPr>
          <p:cNvSpPr/>
          <p:nvPr/>
        </p:nvSpPr>
        <p:spPr>
          <a:xfrm>
            <a:off x="546895" y="1523719"/>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Bài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tập</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coding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số</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0104</a:t>
            </a:r>
          </a:p>
        </p:txBody>
      </p:sp>
      <p:grpSp>
        <p:nvGrpSpPr>
          <p:cNvPr id="11" name="그룹 10">
            <a:extLst>
              <a:ext uri="{FF2B5EF4-FFF2-40B4-BE49-F238E27FC236}">
                <a16:creationId xmlns:a16="http://schemas.microsoft.com/office/drawing/2014/main" id="{A2A7775F-AE07-4A60-B96A-7B00D8607BDB}"/>
              </a:ext>
            </a:extLst>
          </p:cNvPr>
          <p:cNvGrpSpPr/>
          <p:nvPr/>
        </p:nvGrpSpPr>
        <p:grpSpPr>
          <a:xfrm>
            <a:off x="558798" y="2060849"/>
            <a:ext cx="8797129" cy="3960439"/>
            <a:chOff x="558798" y="2060849"/>
            <a:chExt cx="8797129" cy="3960439"/>
          </a:xfrm>
        </p:grpSpPr>
        <p:sp>
          <p:nvSpPr>
            <p:cNvPr id="12" name="직사각형 11">
              <a:extLst>
                <a:ext uri="{FF2B5EF4-FFF2-40B4-BE49-F238E27FC236}">
                  <a16:creationId xmlns:a16="http://schemas.microsoft.com/office/drawing/2014/main" id="{0E2B63F1-717C-45E5-9484-DF4505693008}"/>
                </a:ext>
              </a:extLst>
            </p:cNvPr>
            <p:cNvSpPr/>
            <p:nvPr/>
          </p:nvSpPr>
          <p:spPr>
            <a:xfrm>
              <a:off x="558799" y="2060849"/>
              <a:ext cx="8785225" cy="3960439"/>
            </a:xfrm>
            <a:prstGeom prst="rect">
              <a:avLst/>
            </a:prstGeom>
            <a:solidFill>
              <a:schemeClr val="accent5">
                <a:lumMod val="40000"/>
                <a:lumOff val="60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5" name="그룹 14">
              <a:extLst>
                <a:ext uri="{FF2B5EF4-FFF2-40B4-BE49-F238E27FC236}">
                  <a16:creationId xmlns:a16="http://schemas.microsoft.com/office/drawing/2014/main" id="{AC1F47E5-59C0-4468-B93D-A8F7F0C32C93}"/>
                </a:ext>
              </a:extLst>
            </p:cNvPr>
            <p:cNvGrpSpPr/>
            <p:nvPr/>
          </p:nvGrpSpPr>
          <p:grpSpPr>
            <a:xfrm>
              <a:off x="558798" y="3945816"/>
              <a:ext cx="8797129" cy="576572"/>
              <a:chOff x="4778069" y="4391025"/>
              <a:chExt cx="2349160" cy="431802"/>
            </a:xfrm>
          </p:grpSpPr>
          <p:sp>
            <p:nvSpPr>
              <p:cNvPr id="18" name="직사각형 17">
                <a:extLst>
                  <a:ext uri="{FF2B5EF4-FFF2-40B4-BE49-F238E27FC236}">
                    <a16:creationId xmlns:a16="http://schemas.microsoft.com/office/drawing/2014/main" id="{3C6A9AF5-127F-406D-B69A-2777F03F88E5}"/>
                  </a:ext>
                </a:extLst>
              </p:cNvPr>
              <p:cNvSpPr/>
              <p:nvPr/>
            </p:nvSpPr>
            <p:spPr>
              <a:xfrm>
                <a:off x="4778069" y="4391025"/>
                <a:ext cx="2349160" cy="43180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lightRig rig="threePt" dir="t"/>
                </a:scene3d>
                <a:sp3d>
                  <a:bevelT w="0" h="6350"/>
                </a:sp3d>
              </a:bodyPr>
              <a:lstStyle/>
              <a:p>
                <a:pPr algn="ctr"/>
                <a:endParaRPr lang="ko-KR" altLang="en-US" sz="2000" dirty="0"/>
              </a:p>
            </p:txBody>
          </p:sp>
          <p:sp>
            <p:nvSpPr>
              <p:cNvPr id="21" name="직사각형 133">
                <a:extLst>
                  <a:ext uri="{FF2B5EF4-FFF2-40B4-BE49-F238E27FC236}">
                    <a16:creationId xmlns:a16="http://schemas.microsoft.com/office/drawing/2014/main" id="{21A3736B-043B-48A0-AE25-A04C3CBB178F}"/>
                  </a:ext>
                </a:extLst>
              </p:cNvPr>
              <p:cNvSpPr/>
              <p:nvPr/>
            </p:nvSpPr>
            <p:spPr>
              <a:xfrm>
                <a:off x="4852511" y="4528465"/>
                <a:ext cx="2200275" cy="2304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algn="ctr"/>
                <a:r>
                  <a:rPr lang="vi-VN" altLang="ko-KR" sz="2000" dirty="0">
                    <a:solidFill>
                      <a:schemeClr val="bg1"/>
                    </a:solidFill>
                    <a:latin typeface="SamsungOne-700" panose="020B0803030303020204" pitchFamily="34" charset="0"/>
                    <a:ea typeface="SamsungOne-700" panose="020B0803030303020204" pitchFamily="34" charset="0"/>
                    <a:cs typeface="iCiel Samsung Sharp Sans Bold" pitchFamily="2" charset="0"/>
                  </a:rPr>
                  <a:t>Làm theo các bước thực hành trong tệp “ex_0</a:t>
                </a:r>
                <a:r>
                  <a:rPr lang="en-US" altLang="ko-KR" sz="2000" dirty="0">
                    <a:solidFill>
                      <a:schemeClr val="bg1"/>
                    </a:solidFill>
                    <a:latin typeface="SamsungOne-700" panose="020B0803030303020204" pitchFamily="34" charset="0"/>
                    <a:ea typeface="SamsungOne-700" panose="020B0803030303020204" pitchFamily="34" charset="0"/>
                    <a:cs typeface="iCiel Samsung Sharp Sans Bold" pitchFamily="2" charset="0"/>
                  </a:rPr>
                  <a:t>1</a:t>
                </a:r>
                <a:r>
                  <a:rPr lang="vi-VN" altLang="ko-KR" sz="2000" dirty="0">
                    <a:solidFill>
                      <a:schemeClr val="bg1"/>
                    </a:solidFill>
                    <a:latin typeface="SamsungOne-700" panose="020B0803030303020204" pitchFamily="34" charset="0"/>
                    <a:ea typeface="SamsungOne-700" panose="020B0803030303020204" pitchFamily="34" charset="0"/>
                    <a:cs typeface="iCiel Samsung Sharp Sans Bold" pitchFamily="2" charset="0"/>
                  </a:rPr>
                  <a:t>04.ipynb” </a:t>
                </a:r>
              </a:p>
            </p:txBody>
          </p:sp>
        </p:grpSp>
        <p:pic>
          <p:nvPicPr>
            <p:cNvPr id="16" name="그림 15" descr="텍스트, 클립아트이(가) 표시된 사진&#10;&#10;자동 생성된 설명">
              <a:extLst>
                <a:ext uri="{FF2B5EF4-FFF2-40B4-BE49-F238E27FC236}">
                  <a16:creationId xmlns:a16="http://schemas.microsoft.com/office/drawing/2014/main" id="{70D03265-398A-4B21-9492-31D700046C17}"/>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8593" t="14475" r="51947" b="14299"/>
            <a:stretch/>
          </p:blipFill>
          <p:spPr>
            <a:xfrm>
              <a:off x="4370123" y="2647560"/>
              <a:ext cx="1162577" cy="1174440"/>
            </a:xfrm>
            <a:prstGeom prst="ellipse">
              <a:avLst/>
            </a:prstGeom>
          </p:spPr>
        </p:pic>
      </p:grpSp>
      <p:grpSp>
        <p:nvGrpSpPr>
          <p:cNvPr id="2" name="그룹 78">
            <a:extLst>
              <a:ext uri="{FF2B5EF4-FFF2-40B4-BE49-F238E27FC236}">
                <a16:creationId xmlns:a16="http://schemas.microsoft.com/office/drawing/2014/main" id="{1ECBAE57-4CCB-B87B-7C73-5B61912E2E59}"/>
              </a:ext>
            </a:extLst>
          </p:cNvPr>
          <p:cNvGrpSpPr/>
          <p:nvPr/>
        </p:nvGrpSpPr>
        <p:grpSpPr>
          <a:xfrm>
            <a:off x="450000" y="450000"/>
            <a:ext cx="9018000" cy="276999"/>
            <a:chOff x="450000" y="450000"/>
            <a:chExt cx="9018000" cy="276999"/>
          </a:xfrm>
        </p:grpSpPr>
        <p:sp>
          <p:nvSpPr>
            <p:cNvPr id="3" name="직사각형 79">
              <a:extLst>
                <a:ext uri="{FF2B5EF4-FFF2-40B4-BE49-F238E27FC236}">
                  <a16:creationId xmlns:a16="http://schemas.microsoft.com/office/drawing/2014/main" id="{07A4A659-77AC-C794-390C-167339171B9B}"/>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4" name="직사각형 80">
              <a:extLst>
                <a:ext uri="{FF2B5EF4-FFF2-40B4-BE49-F238E27FC236}">
                  <a16:creationId xmlns:a16="http://schemas.microsoft.com/office/drawing/2014/main" id="{4BEF97D4-A83C-F6AD-CB9C-3D5B58E1AA3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909688468"/>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직사각형 8">
            <a:extLst>
              <a:ext uri="{FF2B5EF4-FFF2-40B4-BE49-F238E27FC236}">
                <a16:creationId xmlns:a16="http://schemas.microsoft.com/office/drawing/2014/main" id="{58B1BC1D-DFB7-4482-BA23-F01AD71B1BBE}"/>
              </a:ext>
            </a:extLst>
          </p:cNvPr>
          <p:cNvSpPr/>
          <p:nvPr/>
        </p:nvSpPr>
        <p:spPr>
          <a:xfrm>
            <a:off x="546895" y="1523719"/>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Bài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tập</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coding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số</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0105_</a:t>
            </a:r>
            <a:r>
              <a:rPr lang="en-US" altLang="ko-KR" sz="2400" dirty="0">
                <a:solidFill>
                  <a:schemeClr val="tx1">
                    <a:lumMod val="95000"/>
                    <a:lumOff val="5000"/>
                  </a:schemeClr>
                </a:solidFill>
                <a:latin typeface="iCiel Samsung Sharp Sans Bold" pitchFamily="2" charset="0"/>
                <a:cs typeface="iCiel Samsung Sharp Sans Bold" pitchFamily="2" charset="0"/>
              </a:rPr>
              <a:t>Edited</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11" name="그룹 10">
            <a:extLst>
              <a:ext uri="{FF2B5EF4-FFF2-40B4-BE49-F238E27FC236}">
                <a16:creationId xmlns:a16="http://schemas.microsoft.com/office/drawing/2014/main" id="{F71A8F13-84E4-40B3-B798-5B68CA293375}"/>
              </a:ext>
            </a:extLst>
          </p:cNvPr>
          <p:cNvGrpSpPr/>
          <p:nvPr/>
        </p:nvGrpSpPr>
        <p:grpSpPr>
          <a:xfrm>
            <a:off x="558798" y="2060849"/>
            <a:ext cx="8797129" cy="3960439"/>
            <a:chOff x="558798" y="2060849"/>
            <a:chExt cx="8797129" cy="3960439"/>
          </a:xfrm>
        </p:grpSpPr>
        <p:sp>
          <p:nvSpPr>
            <p:cNvPr id="12" name="직사각형 11">
              <a:extLst>
                <a:ext uri="{FF2B5EF4-FFF2-40B4-BE49-F238E27FC236}">
                  <a16:creationId xmlns:a16="http://schemas.microsoft.com/office/drawing/2014/main" id="{431727C6-3735-4456-83C8-7583F9F829A2}"/>
                </a:ext>
              </a:extLst>
            </p:cNvPr>
            <p:cNvSpPr/>
            <p:nvPr/>
          </p:nvSpPr>
          <p:spPr>
            <a:xfrm>
              <a:off x="558799" y="2060849"/>
              <a:ext cx="8785225" cy="3960439"/>
            </a:xfrm>
            <a:prstGeom prst="rect">
              <a:avLst/>
            </a:prstGeom>
            <a:solidFill>
              <a:schemeClr val="accent5">
                <a:lumMod val="40000"/>
                <a:lumOff val="60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5" name="그룹 14">
              <a:extLst>
                <a:ext uri="{FF2B5EF4-FFF2-40B4-BE49-F238E27FC236}">
                  <a16:creationId xmlns:a16="http://schemas.microsoft.com/office/drawing/2014/main" id="{663C148D-FA3C-4560-A7EB-54FDED6951D0}"/>
                </a:ext>
              </a:extLst>
            </p:cNvPr>
            <p:cNvGrpSpPr/>
            <p:nvPr/>
          </p:nvGrpSpPr>
          <p:grpSpPr>
            <a:xfrm>
              <a:off x="558798" y="3945816"/>
              <a:ext cx="8797129" cy="576572"/>
              <a:chOff x="4778069" y="4391025"/>
              <a:chExt cx="2349160" cy="431802"/>
            </a:xfrm>
          </p:grpSpPr>
          <p:sp>
            <p:nvSpPr>
              <p:cNvPr id="18" name="직사각형 17">
                <a:extLst>
                  <a:ext uri="{FF2B5EF4-FFF2-40B4-BE49-F238E27FC236}">
                    <a16:creationId xmlns:a16="http://schemas.microsoft.com/office/drawing/2014/main" id="{7437908E-5995-4E6A-8772-703025D18633}"/>
                  </a:ext>
                </a:extLst>
              </p:cNvPr>
              <p:cNvSpPr/>
              <p:nvPr/>
            </p:nvSpPr>
            <p:spPr>
              <a:xfrm>
                <a:off x="4778069" y="4391025"/>
                <a:ext cx="2349160" cy="43180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lightRig rig="threePt" dir="t"/>
                </a:scene3d>
                <a:sp3d>
                  <a:bevelT w="0" h="6350"/>
                </a:sp3d>
              </a:bodyPr>
              <a:lstStyle/>
              <a:p>
                <a:pPr algn="ctr"/>
                <a:endParaRPr lang="ko-KR" altLang="en-US" sz="2000" dirty="0"/>
              </a:p>
            </p:txBody>
          </p:sp>
          <p:sp>
            <p:nvSpPr>
              <p:cNvPr id="21" name="직사각형 133">
                <a:extLst>
                  <a:ext uri="{FF2B5EF4-FFF2-40B4-BE49-F238E27FC236}">
                    <a16:creationId xmlns:a16="http://schemas.microsoft.com/office/drawing/2014/main" id="{A01F907F-A073-4170-B9F3-994EBCE9800C}"/>
                  </a:ext>
                </a:extLst>
              </p:cNvPr>
              <p:cNvSpPr/>
              <p:nvPr/>
            </p:nvSpPr>
            <p:spPr>
              <a:xfrm>
                <a:off x="4852511" y="4528465"/>
                <a:ext cx="2200275" cy="2304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algn="ctr"/>
                <a:r>
                  <a:rPr lang="vi-VN" altLang="ko-KR" sz="2000" dirty="0">
                    <a:solidFill>
                      <a:schemeClr val="bg1"/>
                    </a:solidFill>
                    <a:latin typeface="SamsungOne-700" panose="020B0803030303020204" pitchFamily="34" charset="0"/>
                    <a:ea typeface="SamsungOne-700" panose="020B0803030303020204" pitchFamily="34" charset="0"/>
                    <a:cs typeface="iCiel Samsung Sharp Sans Bold" pitchFamily="2" charset="0"/>
                  </a:rPr>
                  <a:t>Làm theo các bước thực hành trong tệp</a:t>
                </a:r>
                <a:r>
                  <a:rPr lang="en-US" altLang="ko-KR" sz="2000" dirty="0">
                    <a:solidFill>
                      <a:schemeClr val="bg1"/>
                    </a:solidFill>
                    <a:latin typeface="SamsungOne-700" panose="020B0803030303020204" pitchFamily="34" charset="0"/>
                    <a:ea typeface="SamsungOne-700" panose="020B0803030303020204" pitchFamily="34" charset="0"/>
                    <a:cs typeface="iCiel Samsung Sharp Sans Bold" pitchFamily="2" charset="0"/>
                  </a:rPr>
                  <a:t> 'ex_0105_Edited.ipynb' </a:t>
                </a:r>
                <a:endParaRPr lang="ko-KR" altLang="en-US" sz="2000" dirty="0">
                  <a:solidFill>
                    <a:schemeClr val="bg1"/>
                  </a:solidFill>
                  <a:latin typeface="SamsungOne-700" panose="020B0803030303020204" pitchFamily="34" charset="0"/>
                  <a:cs typeface="iCiel Samsung Sharp Sans Bold" pitchFamily="2" charset="0"/>
                </a:endParaRPr>
              </a:p>
            </p:txBody>
          </p:sp>
        </p:grpSp>
        <p:pic>
          <p:nvPicPr>
            <p:cNvPr id="16" name="그림 15" descr="텍스트, 클립아트이(가) 표시된 사진&#10;&#10;자동 생성된 설명">
              <a:extLst>
                <a:ext uri="{FF2B5EF4-FFF2-40B4-BE49-F238E27FC236}">
                  <a16:creationId xmlns:a16="http://schemas.microsoft.com/office/drawing/2014/main" id="{7285493D-E447-4501-ADB9-D2A510D8FA85}"/>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8593" t="14475" r="51947" b="14299"/>
            <a:stretch/>
          </p:blipFill>
          <p:spPr>
            <a:xfrm>
              <a:off x="4370123" y="2647560"/>
              <a:ext cx="1162577" cy="1174440"/>
            </a:xfrm>
            <a:prstGeom prst="ellipse">
              <a:avLst/>
            </a:prstGeom>
          </p:spPr>
        </p:pic>
      </p:grpSp>
      <p:grpSp>
        <p:nvGrpSpPr>
          <p:cNvPr id="2" name="그룹 78">
            <a:extLst>
              <a:ext uri="{FF2B5EF4-FFF2-40B4-BE49-F238E27FC236}">
                <a16:creationId xmlns:a16="http://schemas.microsoft.com/office/drawing/2014/main" id="{F9FCC5FC-51C2-2502-BFF7-37D9451BB229}"/>
              </a:ext>
            </a:extLst>
          </p:cNvPr>
          <p:cNvGrpSpPr/>
          <p:nvPr/>
        </p:nvGrpSpPr>
        <p:grpSpPr>
          <a:xfrm>
            <a:off x="450000" y="450000"/>
            <a:ext cx="9018000" cy="276999"/>
            <a:chOff x="450000" y="450000"/>
            <a:chExt cx="9018000" cy="276999"/>
          </a:xfrm>
        </p:grpSpPr>
        <p:sp>
          <p:nvSpPr>
            <p:cNvPr id="3" name="직사각형 79">
              <a:extLst>
                <a:ext uri="{FF2B5EF4-FFF2-40B4-BE49-F238E27FC236}">
                  <a16:creationId xmlns:a16="http://schemas.microsoft.com/office/drawing/2014/main" id="{C1B4F5BD-0F30-C209-F637-364E669445A1}"/>
                </a:ext>
              </a:extLst>
            </p:cNvPr>
            <p:cNvSpPr/>
            <p:nvPr/>
          </p:nvSpPr>
          <p:spPr>
            <a:xfrm>
              <a:off x="450000" y="450000"/>
              <a:ext cx="8785226" cy="276999"/>
            </a:xfrm>
            <a:prstGeom prst="rect">
              <a:avLst/>
            </a:prstGeom>
          </p:spPr>
          <p:txBody>
            <a:bodyPr wrap="square" lIns="0" tIns="0" rIns="0" bIns="0">
              <a:spAutoFit/>
            </a:bodyPr>
            <a:lstStyle/>
            <a:p>
              <a:pPr defTabSz="457187">
                <a:defRPr/>
              </a:pP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2.2. Pandas Series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pt-BR"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pt-BR"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DataFrames</a:t>
              </a:r>
              <a:endParaRPr lang="ko-KR" altLang="en-US" dirty="0">
                <a:solidFill>
                  <a:prstClr val="white"/>
                </a:solidFill>
                <a:latin typeface="iCiel Samsung Sharp Sans Medium" pitchFamily="2" charset="0"/>
                <a:cs typeface="iCiel Samsung Sharp Sans Medium" pitchFamily="2" charset="0"/>
              </a:endParaRPr>
            </a:p>
          </p:txBody>
        </p:sp>
        <p:sp>
          <p:nvSpPr>
            <p:cNvPr id="4" name="직사각형 80">
              <a:extLst>
                <a:ext uri="{FF2B5EF4-FFF2-40B4-BE49-F238E27FC236}">
                  <a16:creationId xmlns:a16="http://schemas.microsoft.com/office/drawing/2014/main" id="{ABE075A6-A122-6056-4B77-34987C4006DA}"/>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142296083"/>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282D13-7058-A1B0-9E63-5ED9F4BE7F86}"/>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7F1E19B5-10E2-6324-02EA-0E0A1D2F9DB2}"/>
              </a:ext>
            </a:extLst>
          </p:cNvPr>
          <p:cNvGrpSpPr/>
          <p:nvPr/>
        </p:nvGrpSpPr>
        <p:grpSpPr>
          <a:xfrm>
            <a:off x="989683" y="2748696"/>
            <a:ext cx="8354217" cy="3401514"/>
            <a:chOff x="989683" y="2748696"/>
            <a:chExt cx="8354217" cy="3401514"/>
          </a:xfrm>
        </p:grpSpPr>
        <p:sp>
          <p:nvSpPr>
            <p:cNvPr id="22" name="직사각형 133">
              <a:extLst>
                <a:ext uri="{FF2B5EF4-FFF2-40B4-BE49-F238E27FC236}">
                  <a16:creationId xmlns:a16="http://schemas.microsoft.com/office/drawing/2014/main" id="{F069D3CA-3BE6-C5AA-86B4-F0CB19AA1F8C}"/>
                </a:ext>
              </a:extLst>
            </p:cNvPr>
            <p:cNvSpPr/>
            <p:nvPr/>
          </p:nvSpPr>
          <p:spPr>
            <a:xfrm>
              <a:off x="990600" y="3133792"/>
              <a:ext cx="8353300" cy="10464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fontAlgn="base" latinLnBrk="1">
                <a:spcBef>
                  <a:spcPct val="0"/>
                </a:spcBef>
                <a:spcAft>
                  <a:spcPct val="0"/>
                </a:spcAft>
                <a:defRPr/>
              </a:pPr>
              <a:r>
                <a:rPr kumimoji="1" lang="vi-VN" altLang="ko-KR" sz="3400" dirty="0">
                  <a:solidFill>
                    <a:prstClr val="black"/>
                  </a:solidFill>
                  <a:latin typeface="iCiel Samsung Sharp Sans Bold" pitchFamily="2" charset="0"/>
                  <a:ea typeface="iCiel Samsung Sharp Sans Bold" pitchFamily="2" charset="0"/>
                  <a:cs typeface="iCiel Samsung Sharp Sans Bold" pitchFamily="2" charset="0"/>
                </a:rPr>
                <a:t>Khám phá dữ liệu tối ưu thông qua Pandas</a:t>
              </a:r>
              <a:endParaRPr kumimoji="1" lang="ko-KR" altLang="en-US" sz="3400" dirty="0">
                <a:solidFill>
                  <a:prstClr val="black"/>
                </a:solidFill>
                <a:latin typeface="iCiel Samsung Sharp Sans Bold" pitchFamily="2" charset="0"/>
                <a:cs typeface="iCiel Samsung Sharp Sans Bold" pitchFamily="2" charset="0"/>
              </a:endParaRPr>
            </a:p>
          </p:txBody>
        </p:sp>
        <p:sp>
          <p:nvSpPr>
            <p:cNvPr id="25" name="직사각형 133">
              <a:extLst>
                <a:ext uri="{FF2B5EF4-FFF2-40B4-BE49-F238E27FC236}">
                  <a16:creationId xmlns:a16="http://schemas.microsoft.com/office/drawing/2014/main" id="{56C93CF4-2F4A-8AD7-69F6-0A6B6B2747CD}"/>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marL="0" marR="0" lvl="0" indent="0" algn="l" defTabSz="457063" rtl="0" eaLnBrk="1" fontAlgn="base" latinLnBrk="1" hangingPunct="1">
                <a:lnSpc>
                  <a:spcPct val="100000"/>
                </a:lnSpc>
                <a:spcBef>
                  <a:spcPct val="0"/>
                </a:spcBef>
                <a:spcAft>
                  <a:spcPct val="0"/>
                </a:spcAft>
                <a:buClrTx/>
                <a:buSzTx/>
                <a:buFontTx/>
                <a:buNone/>
                <a:tabLst/>
                <a:defRPr/>
              </a:pPr>
              <a:r>
                <a:rPr kumimoji="1" lang="en-US" altLang="ko-KR" sz="1999" b="0" i="0" u="none" strike="noStrike" kern="1200" cap="none" spc="0" normalizeH="0" baseline="0" noProof="0" dirty="0" err="1">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Bài</a:t>
              </a:r>
              <a:r>
                <a:rPr kumimoji="1" lang="en-US" altLang="ko-KR" sz="1999"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 2. </a:t>
              </a:r>
              <a:endParaRPr kumimoji="1" lang="en-US" altLang="ko-KR" sz="5398"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endParaRPr>
            </a:p>
          </p:txBody>
        </p:sp>
        <p:grpSp>
          <p:nvGrpSpPr>
            <p:cNvPr id="31" name="그룹 30">
              <a:extLst>
                <a:ext uri="{FF2B5EF4-FFF2-40B4-BE49-F238E27FC236}">
                  <a16:creationId xmlns:a16="http://schemas.microsoft.com/office/drawing/2014/main" id="{5929C028-4B3F-387C-C80B-80FECB26936F}"/>
                </a:ext>
              </a:extLst>
            </p:cNvPr>
            <p:cNvGrpSpPr/>
            <p:nvPr/>
          </p:nvGrpSpPr>
          <p:grpSpPr>
            <a:xfrm>
              <a:off x="1025537" y="4509120"/>
              <a:ext cx="8297776" cy="1641090"/>
              <a:chOff x="1025537" y="4609703"/>
              <a:chExt cx="8297776" cy="1641090"/>
            </a:xfrm>
          </p:grpSpPr>
          <p:sp>
            <p:nvSpPr>
              <p:cNvPr id="32" name="직사각형 31">
                <a:extLst>
                  <a:ext uri="{FF2B5EF4-FFF2-40B4-BE49-F238E27FC236}">
                    <a16:creationId xmlns:a16="http://schemas.microsoft.com/office/drawing/2014/main" id="{8334CD11-1BF1-6E77-911C-6D204926E186}"/>
                  </a:ext>
                </a:extLst>
              </p:cNvPr>
              <p:cNvSpPr/>
              <p:nvPr/>
            </p:nvSpPr>
            <p:spPr>
              <a:xfrm>
                <a:off x="1025537" y="4609703"/>
                <a:ext cx="4112444" cy="16410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defTabSz="914400" fontAlgn="base" latinLnBrk="1">
                  <a:spcBef>
                    <a:spcPct val="0"/>
                  </a:spcBef>
                  <a:spcAft>
                    <a:spcPts val="1000"/>
                  </a:spcAft>
                  <a:buSzPct val="120000"/>
                  <a:buBlip>
                    <a:blip r:embed="rId3"/>
                  </a:buBlip>
                  <a:defRPr/>
                </a:pPr>
                <a:r>
                  <a:rPr kumimoji="1" lang="vi-VN" altLang="ko-KR" sz="1799" dirty="0">
                    <a:solidFill>
                      <a:prstClr val="white">
                        <a:lumMod val="65000"/>
                      </a:prstClr>
                    </a:solidFill>
                    <a:latin typeface="SamsungOne-400" panose="020B0503030303020204" pitchFamily="34" charset="0"/>
                    <a:ea typeface="SamsungOne-400" panose="020B0503030303020204" pitchFamily="34" charset="0"/>
                  </a:rPr>
                  <a:t>2.1. Pipeline: Cấu trúc dữ liệu theo loại dữ liệu</a:t>
                </a:r>
                <a:endPar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endParaRPr>
              </a:p>
              <a:p>
                <a:pPr marL="176213" indent="-176213" fontAlgn="base">
                  <a:spcBef>
                    <a:spcPct val="0"/>
                  </a:spcBef>
                  <a:spcAft>
                    <a:spcPts val="1000"/>
                  </a:spcAft>
                  <a:buSzPct val="120000"/>
                  <a:buBlip>
                    <a:blip r:embed="rId4"/>
                  </a:buBlip>
                  <a:defRPr/>
                </a:pPr>
                <a:r>
                  <a:rPr kumimoji="1" lang="pt-BR" altLang="ko-KR" sz="1799" dirty="0">
                    <a:solidFill>
                      <a:prstClr val="white">
                        <a:lumMod val="65000"/>
                      </a:prstClr>
                    </a:solidFill>
                    <a:latin typeface="SamsungOne-400" panose="020B0503030303020204" pitchFamily="34" charset="0"/>
                    <a:ea typeface="SamsungOne-400" panose="020B0503030303020204" pitchFamily="34" charset="0"/>
                  </a:rPr>
                  <a:t>2.2. Pandas Series </a:t>
                </a:r>
                <a:r>
                  <a:rPr kumimoji="1" lang="pt-BR"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pt-BR"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pt-BR" altLang="ko-KR" sz="1799" dirty="0" err="1">
                    <a:solidFill>
                      <a:prstClr val="white">
                        <a:lumMod val="65000"/>
                      </a:prstClr>
                    </a:solidFill>
                    <a:latin typeface="SamsungOne-400" panose="020B0503030303020204" pitchFamily="34" charset="0"/>
                    <a:ea typeface="SamsungOne-400" panose="020B0503030303020204" pitchFamily="34" charset="0"/>
                  </a:rPr>
                  <a:t>DataFrames</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4"/>
                  </a:buBlip>
                  <a:defRPr/>
                </a:pP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2.3.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Hợp</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nhất</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và</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liên</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kết</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các</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DataFrame</a:t>
                </a:r>
                <a:endPar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endParaRPr>
              </a:p>
            </p:txBody>
          </p:sp>
          <p:sp>
            <p:nvSpPr>
              <p:cNvPr id="33" name="직사각형 32">
                <a:extLst>
                  <a:ext uri="{FF2B5EF4-FFF2-40B4-BE49-F238E27FC236}">
                    <a16:creationId xmlns:a16="http://schemas.microsoft.com/office/drawing/2014/main" id="{642E4276-4E36-56B3-108E-EF7DF52C7392}"/>
                  </a:ext>
                </a:extLst>
              </p:cNvPr>
              <p:cNvSpPr/>
              <p:nvPr/>
            </p:nvSpPr>
            <p:spPr>
              <a:xfrm>
                <a:off x="5137981" y="4609703"/>
                <a:ext cx="4185332" cy="15125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fontAlgn="base">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2.4.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Sắp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xếp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DataFrame</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Chỉ</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mục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cấp</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2.5.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Kiểm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các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đặc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điểm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của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thông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qua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thống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kê</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mô</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tả</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mẫu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endParaRPr kumimoji="1" lang="ko-KR" altLang="en-US" sz="1799" dirty="0">
                  <a:solidFill>
                    <a:prstClr val="white">
                      <a:lumMod val="65000"/>
                    </a:prstClr>
                  </a:solidFill>
                  <a:latin typeface="SamsungOne-400" panose="020B0503030303020204" pitchFamily="34" charset="0"/>
                  <a:ea typeface="SamsungOne-400" panose="020B0503030303020204" pitchFamily="34" charset="0"/>
                </a:endParaRPr>
              </a:p>
            </p:txBody>
          </p:sp>
        </p:grpSp>
      </p:grpSp>
    </p:spTree>
    <p:extLst>
      <p:ext uri="{BB962C8B-B14F-4D97-AF65-F5344CB8AC3E}">
        <p14:creationId xmlns:p14="http://schemas.microsoft.com/office/powerpoint/2010/main" val="3791176065"/>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Table 4">
            <a:extLst>
              <a:ext uri="{FF2B5EF4-FFF2-40B4-BE49-F238E27FC236}">
                <a16:creationId xmlns:a16="http://schemas.microsoft.com/office/drawing/2014/main" id="{EED9E90C-2C64-4842-935E-CF44A8576479}"/>
              </a:ext>
            </a:extLst>
          </p:cNvPr>
          <p:cNvGraphicFramePr>
            <a:graphicFrameLocks noGrp="1"/>
          </p:cNvGraphicFramePr>
          <p:nvPr>
            <p:extLst>
              <p:ext uri="{D42A27DB-BD31-4B8C-83A1-F6EECF244321}">
                <p14:modId xmlns:p14="http://schemas.microsoft.com/office/powerpoint/2010/main" val="632063313"/>
              </p:ext>
            </p:extLst>
          </p:nvPr>
        </p:nvGraphicFramePr>
        <p:xfrm>
          <a:off x="699295" y="4142044"/>
          <a:ext cx="3780000" cy="1781886"/>
        </p:xfrm>
        <a:graphic>
          <a:graphicData uri="http://schemas.openxmlformats.org/drawingml/2006/table">
            <a:tbl>
              <a:tblPr firstRow="1" bandRow="1">
                <a:tableStyleId>{5940675A-B579-460E-94D1-54222C63F5DA}</a:tableStyleId>
              </a:tblPr>
              <a:tblGrid>
                <a:gridCol w="12600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tblGrid>
              <a:tr h="296981">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Tên</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Giới</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baseline="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tính</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extLst>
                  <a:ext uri="{0D108BD9-81ED-4DB2-BD59-A6C34878D82A}">
                    <a16:rowId xmlns:a16="http://schemas.microsoft.com/office/drawing/2014/main" val="10000"/>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Harry</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Potter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23</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96981">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David Baker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31</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22</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Juan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Martinez</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36</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96981">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Jane 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Nữ</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graphicFrame>
        <p:nvGraphicFramePr>
          <p:cNvPr id="45" name="Table 19">
            <a:extLst>
              <a:ext uri="{FF2B5EF4-FFF2-40B4-BE49-F238E27FC236}">
                <a16:creationId xmlns:a16="http://schemas.microsoft.com/office/drawing/2014/main" id="{53DAEC5B-013C-41FB-A53B-C3E5925CA421}"/>
              </a:ext>
            </a:extLst>
          </p:cNvPr>
          <p:cNvGraphicFramePr>
            <a:graphicFrameLocks noGrp="1"/>
          </p:cNvGraphicFramePr>
          <p:nvPr>
            <p:extLst>
              <p:ext uri="{D42A27DB-BD31-4B8C-83A1-F6EECF244321}">
                <p14:modId xmlns:p14="http://schemas.microsoft.com/office/powerpoint/2010/main" val="2507037366"/>
              </p:ext>
            </p:extLst>
          </p:nvPr>
        </p:nvGraphicFramePr>
        <p:xfrm>
          <a:off x="5579265" y="4142282"/>
          <a:ext cx="3780000" cy="1494000"/>
        </p:xfrm>
        <a:graphic>
          <a:graphicData uri="http://schemas.openxmlformats.org/drawingml/2006/table">
            <a:tbl>
              <a:tblPr firstRow="1" bandRow="1">
                <a:tableStyleId>{5940675A-B579-460E-94D1-54222C63F5DA}</a:tableStyleId>
              </a:tblPr>
              <a:tblGrid>
                <a:gridCol w="12600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tblGrid>
              <a:tr h="298800">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Tên</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Chức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vụ</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Mức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lương</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Thực</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tập</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sinh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25000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Alex Du Bois</a:t>
                      </a: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Trưởng</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nhóm</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75000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98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Joanne Rowling</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Quản</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90000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Jane</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Quản</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70000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grpSp>
        <p:nvGrpSpPr>
          <p:cNvPr id="47" name="그룹 46">
            <a:extLst>
              <a:ext uri="{FF2B5EF4-FFF2-40B4-BE49-F238E27FC236}">
                <a16:creationId xmlns:a16="http://schemas.microsoft.com/office/drawing/2014/main" id="{F5A86451-F4D5-4EC7-8265-0D3908355D1D}"/>
              </a:ext>
            </a:extLst>
          </p:cNvPr>
          <p:cNvGrpSpPr/>
          <p:nvPr/>
        </p:nvGrpSpPr>
        <p:grpSpPr>
          <a:xfrm>
            <a:off x="1945676" y="2564904"/>
            <a:ext cx="1287239" cy="1287239"/>
            <a:chOff x="12525064" y="1807108"/>
            <a:chExt cx="1584176" cy="1584176"/>
          </a:xfrm>
        </p:grpSpPr>
        <p:sp>
          <p:nvSpPr>
            <p:cNvPr id="48" name="Oval 3">
              <a:extLst>
                <a:ext uri="{FF2B5EF4-FFF2-40B4-BE49-F238E27FC236}">
                  <a16:creationId xmlns:a16="http://schemas.microsoft.com/office/drawing/2014/main" id="{C3A2620E-F710-44ED-91A1-92594597DCB8}"/>
                </a:ext>
              </a:extLst>
            </p:cNvPr>
            <p:cNvSpPr/>
            <p:nvPr/>
          </p:nvSpPr>
          <p:spPr>
            <a:xfrm>
              <a:off x="12525064" y="1807108"/>
              <a:ext cx="1584176" cy="1584176"/>
            </a:xfrm>
            <a:prstGeom prst="ellipse">
              <a:avLst/>
            </a:prstGeom>
            <a:solidFill>
              <a:srgbClr val="193EB0">
                <a:alpha val="20000"/>
              </a:srgbClr>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amsungOne-700" panose="020B0803030303020204" pitchFamily="34" charset="0"/>
              </a:endParaRPr>
            </a:p>
          </p:txBody>
        </p:sp>
        <p:sp>
          <p:nvSpPr>
            <p:cNvPr id="49" name="TextBox 48">
              <a:extLst>
                <a:ext uri="{FF2B5EF4-FFF2-40B4-BE49-F238E27FC236}">
                  <a16:creationId xmlns:a16="http://schemas.microsoft.com/office/drawing/2014/main" id="{B08AF2EF-F67F-4C80-BF3A-E8D058DF48EE}"/>
                </a:ext>
              </a:extLst>
            </p:cNvPr>
            <p:cNvSpPr txBox="1"/>
            <p:nvPr/>
          </p:nvSpPr>
          <p:spPr>
            <a:xfrm>
              <a:off x="13158420" y="2460696"/>
              <a:ext cx="317462" cy="340896"/>
            </a:xfrm>
            <a:prstGeom prst="rect">
              <a:avLst/>
            </a:prstGeom>
            <a:noFill/>
          </p:spPr>
          <p:txBody>
            <a:bodyPr wrap="square" lIns="0" tIns="0" rIns="0" bIns="0" rtlCol="0">
              <a:spAutoFit/>
            </a:bodyPr>
            <a:lstStyle/>
            <a:p>
              <a:pPr algn="ctr"/>
              <a:r>
                <a:rPr lang="en-US" dirty="0">
                  <a:solidFill>
                    <a:srgbClr val="193EB0"/>
                  </a:solidFill>
                  <a:latin typeface="SamsungOne-700" panose="020B0803030303020204" pitchFamily="34" charset="0"/>
                  <a:ea typeface="SamsungOne-700" panose="020B0803030303020204" pitchFamily="34" charset="0"/>
                  <a:cs typeface="Times New Roman" panose="02020603050405020304" pitchFamily="18" charset="0"/>
                </a:rPr>
                <a:t>A</a:t>
              </a:r>
            </a:p>
          </p:txBody>
        </p:sp>
      </p:grpSp>
      <p:grpSp>
        <p:nvGrpSpPr>
          <p:cNvPr id="50" name="그룹 49">
            <a:extLst>
              <a:ext uri="{FF2B5EF4-FFF2-40B4-BE49-F238E27FC236}">
                <a16:creationId xmlns:a16="http://schemas.microsoft.com/office/drawing/2014/main" id="{08BA71DE-8A59-4463-9861-F9073AD73FEB}"/>
              </a:ext>
            </a:extLst>
          </p:cNvPr>
          <p:cNvGrpSpPr/>
          <p:nvPr/>
        </p:nvGrpSpPr>
        <p:grpSpPr>
          <a:xfrm>
            <a:off x="6825646" y="2564904"/>
            <a:ext cx="1287239" cy="1287239"/>
            <a:chOff x="18141687" y="1807108"/>
            <a:chExt cx="1584176" cy="1584176"/>
          </a:xfrm>
        </p:grpSpPr>
        <p:sp>
          <p:nvSpPr>
            <p:cNvPr id="51" name="Oval 16">
              <a:extLst>
                <a:ext uri="{FF2B5EF4-FFF2-40B4-BE49-F238E27FC236}">
                  <a16:creationId xmlns:a16="http://schemas.microsoft.com/office/drawing/2014/main" id="{3D63BBA8-13FD-4824-88B8-2D454435DC2A}"/>
                </a:ext>
              </a:extLst>
            </p:cNvPr>
            <p:cNvSpPr/>
            <p:nvPr/>
          </p:nvSpPr>
          <p:spPr>
            <a:xfrm>
              <a:off x="18141687" y="1807108"/>
              <a:ext cx="1584176" cy="1584176"/>
            </a:xfrm>
            <a:prstGeom prst="ellipse">
              <a:avLst/>
            </a:prstGeom>
            <a:solidFill>
              <a:srgbClr val="00B050">
                <a:alpha val="20000"/>
              </a:srgbClr>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amsungOne-700" panose="020B0803030303020204" pitchFamily="34" charset="0"/>
              </a:endParaRPr>
            </a:p>
          </p:txBody>
        </p:sp>
        <p:sp>
          <p:nvSpPr>
            <p:cNvPr id="52" name="TextBox 51">
              <a:extLst>
                <a:ext uri="{FF2B5EF4-FFF2-40B4-BE49-F238E27FC236}">
                  <a16:creationId xmlns:a16="http://schemas.microsoft.com/office/drawing/2014/main" id="{084E9328-9167-46A4-833F-8C91EDE43C9E}"/>
                </a:ext>
              </a:extLst>
            </p:cNvPr>
            <p:cNvSpPr txBox="1"/>
            <p:nvPr/>
          </p:nvSpPr>
          <p:spPr>
            <a:xfrm>
              <a:off x="18775044" y="2460696"/>
              <a:ext cx="317462" cy="340896"/>
            </a:xfrm>
            <a:prstGeom prst="rect">
              <a:avLst/>
            </a:prstGeom>
            <a:noFill/>
          </p:spPr>
          <p:txBody>
            <a:bodyPr wrap="square" lIns="0" tIns="0" rIns="0" bIns="0" rtlCol="0">
              <a:spAutoFit/>
            </a:bodyPr>
            <a:lstStyle/>
            <a:p>
              <a:pPr algn="ctr"/>
              <a:r>
                <a:rPr lang="en-US" dirty="0">
                  <a:solidFill>
                    <a:srgbClr val="00B050"/>
                  </a:solidFill>
                  <a:latin typeface="SamsungOne-700" panose="020B0803030303020204" pitchFamily="34" charset="0"/>
                  <a:ea typeface="SamsungOne-700" panose="020B0803030303020204" pitchFamily="34" charset="0"/>
                  <a:cs typeface="Times New Roman" panose="02020603050405020304" pitchFamily="18" charset="0"/>
                </a:rPr>
                <a:t>B</a:t>
              </a:r>
            </a:p>
          </p:txBody>
        </p:sp>
      </p:grpSp>
      <p:sp>
        <p:nvSpPr>
          <p:cNvPr id="16" name="직사각형 15">
            <a:extLst>
              <a:ext uri="{FF2B5EF4-FFF2-40B4-BE49-F238E27FC236}">
                <a16:creationId xmlns:a16="http://schemas.microsoft.com/office/drawing/2014/main" id="{58B1BC1D-DFB7-4482-BA23-F01AD71B1BBE}"/>
              </a:ext>
            </a:extLst>
          </p:cNvPr>
          <p:cNvSpPr/>
          <p:nvPr/>
        </p:nvSpPr>
        <p:spPr>
          <a:xfrm>
            <a:off x="450378" y="1371248"/>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Xử</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lý</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DataFrame</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20" name="그룹 1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1" name="직사각형 20">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2" name="직사각형 21">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18" name="직사각형 17">
            <a:extLst>
              <a:ext uri="{FF2B5EF4-FFF2-40B4-BE49-F238E27FC236}">
                <a16:creationId xmlns:a16="http://schemas.microsoft.com/office/drawing/2014/main" id="{FBC15F59-A4D7-4968-A7E8-5C861EF87111}"/>
              </a:ext>
            </a:extLst>
          </p:cNvPr>
          <p:cNvSpPr/>
          <p:nvPr/>
        </p:nvSpPr>
        <p:spPr>
          <a:xfrm>
            <a:off x="507606" y="1854349"/>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extLst>
      <p:ext uri="{BB962C8B-B14F-4D97-AF65-F5344CB8AC3E}">
        <p14:creationId xmlns:p14="http://schemas.microsoft.com/office/powerpoint/2010/main" val="753704253"/>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 name="Table 4">
            <a:extLst>
              <a:ext uri="{FF2B5EF4-FFF2-40B4-BE49-F238E27FC236}">
                <a16:creationId xmlns:a16="http://schemas.microsoft.com/office/drawing/2014/main" id="{51AAE296-C5D2-42BC-8C9C-99C19223B94C}"/>
              </a:ext>
            </a:extLst>
          </p:cNvPr>
          <p:cNvGraphicFramePr>
            <a:graphicFrameLocks noGrp="1"/>
          </p:cNvGraphicFramePr>
          <p:nvPr>
            <p:extLst>
              <p:ext uri="{D42A27DB-BD31-4B8C-83A1-F6EECF244321}">
                <p14:modId xmlns:p14="http://schemas.microsoft.com/office/powerpoint/2010/main" val="1109405411"/>
              </p:ext>
            </p:extLst>
          </p:nvPr>
        </p:nvGraphicFramePr>
        <p:xfrm>
          <a:off x="699295" y="3646167"/>
          <a:ext cx="3780000" cy="1781886"/>
        </p:xfrm>
        <a:graphic>
          <a:graphicData uri="http://schemas.openxmlformats.org/drawingml/2006/table">
            <a:tbl>
              <a:tblPr firstRow="1" bandRow="1">
                <a:tableStyleId>{5940675A-B579-460E-94D1-54222C63F5DA}</a:tableStyleId>
              </a:tblPr>
              <a:tblGrid>
                <a:gridCol w="12600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tblGrid>
              <a:tr h="296981">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Tên</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Giới</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baseline="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tính</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extLst>
                  <a:ext uri="{0D108BD9-81ED-4DB2-BD59-A6C34878D82A}">
                    <a16:rowId xmlns:a16="http://schemas.microsoft.com/office/drawing/2014/main" val="10000"/>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Harry</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Potter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23</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96981">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David Baker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31</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22</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Juan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Martinez</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36</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96981">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 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Nữ</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30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5"/>
                  </a:ext>
                </a:extLst>
              </a:tr>
            </a:tbl>
          </a:graphicData>
        </a:graphic>
      </p:graphicFrame>
      <p:graphicFrame>
        <p:nvGraphicFramePr>
          <p:cNvPr id="33" name="Table 19">
            <a:extLst>
              <a:ext uri="{FF2B5EF4-FFF2-40B4-BE49-F238E27FC236}">
                <a16:creationId xmlns:a16="http://schemas.microsoft.com/office/drawing/2014/main" id="{C845231E-2A6F-4F2E-BA43-E916AE91C9BF}"/>
              </a:ext>
            </a:extLst>
          </p:cNvPr>
          <p:cNvGraphicFramePr>
            <a:graphicFrameLocks noGrp="1"/>
          </p:cNvGraphicFramePr>
          <p:nvPr>
            <p:extLst>
              <p:ext uri="{D42A27DB-BD31-4B8C-83A1-F6EECF244321}">
                <p14:modId xmlns:p14="http://schemas.microsoft.com/office/powerpoint/2010/main" val="481464213"/>
              </p:ext>
            </p:extLst>
          </p:nvPr>
        </p:nvGraphicFramePr>
        <p:xfrm>
          <a:off x="5579265" y="3646405"/>
          <a:ext cx="3780000" cy="1494000"/>
        </p:xfrm>
        <a:graphic>
          <a:graphicData uri="http://schemas.openxmlformats.org/drawingml/2006/table">
            <a:tbl>
              <a:tblPr firstRow="1" bandRow="1">
                <a:tableStyleId>{5940675A-B579-460E-94D1-54222C63F5DA}</a:tableStyleId>
              </a:tblPr>
              <a:tblGrid>
                <a:gridCol w="12600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tblGrid>
              <a:tr h="298800">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Tên</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Chức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vụ</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Mức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lương</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Thực</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tập</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sinh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25000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Alex Du Bois</a:t>
                      </a: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Trưởng</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nhóm</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75000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98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Joanne Rowling</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Quản</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90000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Quản</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70000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bl>
          </a:graphicData>
        </a:graphic>
      </p:graphicFrame>
      <p:grpSp>
        <p:nvGrpSpPr>
          <p:cNvPr id="15" name="그룹 14">
            <a:extLst>
              <a:ext uri="{FF2B5EF4-FFF2-40B4-BE49-F238E27FC236}">
                <a16:creationId xmlns:a16="http://schemas.microsoft.com/office/drawing/2014/main" id="{F5A86451-F4D5-4EC7-8265-0D3908355D1D}"/>
              </a:ext>
            </a:extLst>
          </p:cNvPr>
          <p:cNvGrpSpPr/>
          <p:nvPr/>
        </p:nvGrpSpPr>
        <p:grpSpPr>
          <a:xfrm>
            <a:off x="1945676" y="2069027"/>
            <a:ext cx="1287239" cy="1287239"/>
            <a:chOff x="12525064" y="1807108"/>
            <a:chExt cx="1584176" cy="1584176"/>
          </a:xfrm>
        </p:grpSpPr>
        <p:sp>
          <p:nvSpPr>
            <p:cNvPr id="16" name="Oval 3">
              <a:extLst>
                <a:ext uri="{FF2B5EF4-FFF2-40B4-BE49-F238E27FC236}">
                  <a16:creationId xmlns:a16="http://schemas.microsoft.com/office/drawing/2014/main" id="{C3A2620E-F710-44ED-91A1-92594597DCB8}"/>
                </a:ext>
              </a:extLst>
            </p:cNvPr>
            <p:cNvSpPr/>
            <p:nvPr/>
          </p:nvSpPr>
          <p:spPr>
            <a:xfrm>
              <a:off x="12525064" y="1807108"/>
              <a:ext cx="1584176" cy="1584176"/>
            </a:xfrm>
            <a:prstGeom prst="ellipse">
              <a:avLst/>
            </a:prstGeom>
            <a:solidFill>
              <a:srgbClr val="193EB0">
                <a:alpha val="20000"/>
              </a:srgbClr>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amsungOne-700" panose="020B0803030303020204" pitchFamily="34" charset="0"/>
              </a:endParaRPr>
            </a:p>
          </p:txBody>
        </p:sp>
        <p:sp>
          <p:nvSpPr>
            <p:cNvPr id="17" name="TextBox 16">
              <a:extLst>
                <a:ext uri="{FF2B5EF4-FFF2-40B4-BE49-F238E27FC236}">
                  <a16:creationId xmlns:a16="http://schemas.microsoft.com/office/drawing/2014/main" id="{B08AF2EF-F67F-4C80-BF3A-E8D058DF48EE}"/>
                </a:ext>
              </a:extLst>
            </p:cNvPr>
            <p:cNvSpPr txBox="1"/>
            <p:nvPr/>
          </p:nvSpPr>
          <p:spPr>
            <a:xfrm>
              <a:off x="13158420" y="2460696"/>
              <a:ext cx="317462" cy="340896"/>
            </a:xfrm>
            <a:prstGeom prst="rect">
              <a:avLst/>
            </a:prstGeom>
            <a:noFill/>
          </p:spPr>
          <p:txBody>
            <a:bodyPr wrap="square" lIns="0" tIns="0" rIns="0" bIns="0" rtlCol="0">
              <a:spAutoFit/>
            </a:bodyPr>
            <a:lstStyle/>
            <a:p>
              <a:pPr algn="ctr"/>
              <a:r>
                <a:rPr lang="en-US" dirty="0">
                  <a:solidFill>
                    <a:srgbClr val="193EB0"/>
                  </a:solidFill>
                  <a:latin typeface="SamsungOne-700" panose="020B0803030303020204" pitchFamily="34" charset="0"/>
                  <a:ea typeface="SamsungOne-700" panose="020B0803030303020204" pitchFamily="34" charset="0"/>
                  <a:cs typeface="Times New Roman" panose="02020603050405020304" pitchFamily="18" charset="0"/>
                </a:rPr>
                <a:t>A</a:t>
              </a:r>
            </a:p>
          </p:txBody>
        </p:sp>
      </p:grpSp>
      <p:grpSp>
        <p:nvGrpSpPr>
          <p:cNvPr id="18" name="그룹 17">
            <a:extLst>
              <a:ext uri="{FF2B5EF4-FFF2-40B4-BE49-F238E27FC236}">
                <a16:creationId xmlns:a16="http://schemas.microsoft.com/office/drawing/2014/main" id="{08BA71DE-8A59-4463-9861-F9073AD73FEB}"/>
              </a:ext>
            </a:extLst>
          </p:cNvPr>
          <p:cNvGrpSpPr/>
          <p:nvPr/>
        </p:nvGrpSpPr>
        <p:grpSpPr>
          <a:xfrm>
            <a:off x="6825646" y="2069027"/>
            <a:ext cx="1287239" cy="1287239"/>
            <a:chOff x="18141687" y="1807108"/>
            <a:chExt cx="1584176" cy="1584176"/>
          </a:xfrm>
        </p:grpSpPr>
        <p:sp>
          <p:nvSpPr>
            <p:cNvPr id="24" name="Oval 16">
              <a:extLst>
                <a:ext uri="{FF2B5EF4-FFF2-40B4-BE49-F238E27FC236}">
                  <a16:creationId xmlns:a16="http://schemas.microsoft.com/office/drawing/2014/main" id="{3D63BBA8-13FD-4824-88B8-2D454435DC2A}"/>
                </a:ext>
              </a:extLst>
            </p:cNvPr>
            <p:cNvSpPr/>
            <p:nvPr/>
          </p:nvSpPr>
          <p:spPr>
            <a:xfrm>
              <a:off x="18141687" y="1807108"/>
              <a:ext cx="1584176" cy="1584176"/>
            </a:xfrm>
            <a:prstGeom prst="ellipse">
              <a:avLst/>
            </a:prstGeom>
            <a:solidFill>
              <a:srgbClr val="00B050">
                <a:alpha val="20000"/>
              </a:srgbClr>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amsungOne-700" panose="020B0803030303020204" pitchFamily="34" charset="0"/>
              </a:endParaRPr>
            </a:p>
          </p:txBody>
        </p:sp>
        <p:sp>
          <p:nvSpPr>
            <p:cNvPr id="25" name="TextBox 24">
              <a:extLst>
                <a:ext uri="{FF2B5EF4-FFF2-40B4-BE49-F238E27FC236}">
                  <a16:creationId xmlns:a16="http://schemas.microsoft.com/office/drawing/2014/main" id="{084E9328-9167-46A4-833F-8C91EDE43C9E}"/>
                </a:ext>
              </a:extLst>
            </p:cNvPr>
            <p:cNvSpPr txBox="1"/>
            <p:nvPr/>
          </p:nvSpPr>
          <p:spPr>
            <a:xfrm>
              <a:off x="18775044" y="2460696"/>
              <a:ext cx="317462" cy="340896"/>
            </a:xfrm>
            <a:prstGeom prst="rect">
              <a:avLst/>
            </a:prstGeom>
            <a:noFill/>
          </p:spPr>
          <p:txBody>
            <a:bodyPr wrap="square" lIns="0" tIns="0" rIns="0" bIns="0" rtlCol="0">
              <a:spAutoFit/>
            </a:bodyPr>
            <a:lstStyle/>
            <a:p>
              <a:pPr algn="ctr"/>
              <a:r>
                <a:rPr lang="en-US" dirty="0">
                  <a:solidFill>
                    <a:srgbClr val="00B050"/>
                  </a:solidFill>
                  <a:latin typeface="SamsungOne-700" panose="020B0803030303020204" pitchFamily="34" charset="0"/>
                  <a:ea typeface="SamsungOne-700" panose="020B0803030303020204" pitchFamily="34" charset="0"/>
                  <a:cs typeface="Times New Roman" panose="02020603050405020304" pitchFamily="18" charset="0"/>
                </a:rPr>
                <a:t>B</a:t>
              </a:r>
            </a:p>
          </p:txBody>
        </p:sp>
      </p:grpSp>
      <p:grpSp>
        <p:nvGrpSpPr>
          <p:cNvPr id="21" name="그룹 20">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2" name="직사각형 21">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3" name="직사각형 22">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19" name="직사각형 18">
            <a:extLst>
              <a:ext uri="{FF2B5EF4-FFF2-40B4-BE49-F238E27FC236}">
                <a16:creationId xmlns:a16="http://schemas.microsoft.com/office/drawing/2014/main" id="{7F55488A-78AD-4D3A-B58A-DDC281E949E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Hợp nhất DataFrame: Dùng A.Name và B.Name làm key. </a:t>
            </a:r>
          </a:p>
        </p:txBody>
      </p:sp>
    </p:spTree>
    <p:extLst>
      <p:ext uri="{BB962C8B-B14F-4D97-AF65-F5344CB8AC3E}">
        <p14:creationId xmlns:p14="http://schemas.microsoft.com/office/powerpoint/2010/main" val="1616365534"/>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Table 4">
            <a:extLst>
              <a:ext uri="{FF2B5EF4-FFF2-40B4-BE49-F238E27FC236}">
                <a16:creationId xmlns:a16="http://schemas.microsoft.com/office/drawing/2014/main" id="{8C4C9508-25C9-485E-A84E-D5279D2CB144}"/>
              </a:ext>
            </a:extLst>
          </p:cNvPr>
          <p:cNvGraphicFramePr>
            <a:graphicFrameLocks noGrp="1"/>
          </p:cNvGraphicFramePr>
          <p:nvPr>
            <p:extLst>
              <p:ext uri="{D42A27DB-BD31-4B8C-83A1-F6EECF244321}">
                <p14:modId xmlns:p14="http://schemas.microsoft.com/office/powerpoint/2010/main" val="1592824888"/>
              </p:ext>
            </p:extLst>
          </p:nvPr>
        </p:nvGraphicFramePr>
        <p:xfrm>
          <a:off x="699295" y="3644473"/>
          <a:ext cx="3780000" cy="1781886"/>
        </p:xfrm>
        <a:graphic>
          <a:graphicData uri="http://schemas.openxmlformats.org/drawingml/2006/table">
            <a:tbl>
              <a:tblPr firstRow="1" bandRow="1">
                <a:tableStyleId>{5940675A-B579-460E-94D1-54222C63F5DA}</a:tableStyleId>
              </a:tblPr>
              <a:tblGrid>
                <a:gridCol w="12600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tblGrid>
              <a:tr h="296981">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Tên</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Giới</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baseline="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tính</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extLst>
                  <a:ext uri="{0D108BD9-81ED-4DB2-BD59-A6C34878D82A}">
                    <a16:rowId xmlns:a16="http://schemas.microsoft.com/office/drawing/2014/main" val="10000"/>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Harry</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Potter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23</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96981">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David Baker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31</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22</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Juan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Martinez</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36</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96981">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 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Nữ</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30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5"/>
                  </a:ext>
                </a:extLst>
              </a:tr>
            </a:tbl>
          </a:graphicData>
        </a:graphic>
      </p:graphicFrame>
      <p:graphicFrame>
        <p:nvGraphicFramePr>
          <p:cNvPr id="45" name="Table 19">
            <a:extLst>
              <a:ext uri="{FF2B5EF4-FFF2-40B4-BE49-F238E27FC236}">
                <a16:creationId xmlns:a16="http://schemas.microsoft.com/office/drawing/2014/main" id="{679B1029-10A3-4BBB-ADB8-B66B1BFAB31E}"/>
              </a:ext>
            </a:extLst>
          </p:cNvPr>
          <p:cNvGraphicFramePr>
            <a:graphicFrameLocks noGrp="1"/>
          </p:cNvGraphicFramePr>
          <p:nvPr>
            <p:extLst>
              <p:ext uri="{D42A27DB-BD31-4B8C-83A1-F6EECF244321}">
                <p14:modId xmlns:p14="http://schemas.microsoft.com/office/powerpoint/2010/main" val="1755050876"/>
              </p:ext>
            </p:extLst>
          </p:nvPr>
        </p:nvGraphicFramePr>
        <p:xfrm>
          <a:off x="5579265" y="3644711"/>
          <a:ext cx="3780000" cy="1494000"/>
        </p:xfrm>
        <a:graphic>
          <a:graphicData uri="http://schemas.openxmlformats.org/drawingml/2006/table">
            <a:tbl>
              <a:tblPr firstRow="1" bandRow="1">
                <a:tableStyleId>{5940675A-B579-460E-94D1-54222C63F5DA}</a:tableStyleId>
              </a:tblPr>
              <a:tblGrid>
                <a:gridCol w="12600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tblGrid>
              <a:tr h="298800">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Tên</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Chức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vụ</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Mức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lương</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Thực</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tập</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sinh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25000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Alex Du Bois</a:t>
                      </a: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Trưởng</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nhóm</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75000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98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Joanne Rowling</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Quản</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90000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Quản</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70000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bl>
          </a:graphicData>
        </a:graphic>
      </p:graphicFrame>
      <p:cxnSp>
        <p:nvCxnSpPr>
          <p:cNvPr id="39" name="Straight Connector 5">
            <a:extLst>
              <a:ext uri="{FF2B5EF4-FFF2-40B4-BE49-F238E27FC236}">
                <a16:creationId xmlns:a16="http://schemas.microsoft.com/office/drawing/2014/main" id="{4AEDB801-B095-408B-AB39-8D5C16B7FBC4}"/>
              </a:ext>
            </a:extLst>
          </p:cNvPr>
          <p:cNvCxnSpPr>
            <a:cxnSpLocks/>
          </p:cNvCxnSpPr>
          <p:nvPr/>
        </p:nvCxnSpPr>
        <p:spPr>
          <a:xfrm>
            <a:off x="701040" y="4387856"/>
            <a:ext cx="377444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2" name="Straight Connector 5">
            <a:extLst>
              <a:ext uri="{FF2B5EF4-FFF2-40B4-BE49-F238E27FC236}">
                <a16:creationId xmlns:a16="http://schemas.microsoft.com/office/drawing/2014/main" id="{A4A12FC8-4803-468B-9655-213FCD2A5BF0}"/>
              </a:ext>
            </a:extLst>
          </p:cNvPr>
          <p:cNvCxnSpPr>
            <a:cxnSpLocks/>
          </p:cNvCxnSpPr>
          <p:nvPr/>
        </p:nvCxnSpPr>
        <p:spPr>
          <a:xfrm>
            <a:off x="701040" y="4977136"/>
            <a:ext cx="377444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3" name="Straight Connector 5">
            <a:extLst>
              <a:ext uri="{FF2B5EF4-FFF2-40B4-BE49-F238E27FC236}">
                <a16:creationId xmlns:a16="http://schemas.microsoft.com/office/drawing/2014/main" id="{2D4F6DDC-36D8-4D3A-A450-D8E79F787946}"/>
              </a:ext>
            </a:extLst>
          </p:cNvPr>
          <p:cNvCxnSpPr>
            <a:cxnSpLocks/>
          </p:cNvCxnSpPr>
          <p:nvPr/>
        </p:nvCxnSpPr>
        <p:spPr>
          <a:xfrm>
            <a:off x="5562600" y="4677746"/>
            <a:ext cx="377444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4" name="Straight Connector 5">
            <a:extLst>
              <a:ext uri="{FF2B5EF4-FFF2-40B4-BE49-F238E27FC236}">
                <a16:creationId xmlns:a16="http://schemas.microsoft.com/office/drawing/2014/main" id="{53C7B54D-4E88-45B4-992E-4C048929D722}"/>
              </a:ext>
            </a:extLst>
          </p:cNvPr>
          <p:cNvCxnSpPr>
            <a:cxnSpLocks/>
          </p:cNvCxnSpPr>
          <p:nvPr/>
        </p:nvCxnSpPr>
        <p:spPr>
          <a:xfrm>
            <a:off x="5562600" y="4387856"/>
            <a:ext cx="377444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58" name="자유형: 도형 57">
            <a:extLst>
              <a:ext uri="{FF2B5EF4-FFF2-40B4-BE49-F238E27FC236}">
                <a16:creationId xmlns:a16="http://schemas.microsoft.com/office/drawing/2014/main" id="{A220686D-7993-42D4-AB78-32C4000A149A}"/>
              </a:ext>
            </a:extLst>
          </p:cNvPr>
          <p:cNvSpPr/>
          <p:nvPr/>
        </p:nvSpPr>
        <p:spPr>
          <a:xfrm>
            <a:off x="4541520" y="5000027"/>
            <a:ext cx="960120" cy="277368"/>
          </a:xfrm>
          <a:custGeom>
            <a:avLst/>
            <a:gdLst>
              <a:gd name="connsiteX0" fmla="*/ 0 w 960120"/>
              <a:gd name="connsiteY0" fmla="*/ 579120 h 579120"/>
              <a:gd name="connsiteX1" fmla="*/ 533400 w 960120"/>
              <a:gd name="connsiteY1" fmla="*/ 579120 h 579120"/>
              <a:gd name="connsiteX2" fmla="*/ 533400 w 960120"/>
              <a:gd name="connsiteY2" fmla="*/ 0 h 579120"/>
              <a:gd name="connsiteX3" fmla="*/ 960120 w 960120"/>
              <a:gd name="connsiteY3" fmla="*/ 0 h 579120"/>
            </a:gdLst>
            <a:ahLst/>
            <a:cxnLst>
              <a:cxn ang="0">
                <a:pos x="connsiteX0" y="connsiteY0"/>
              </a:cxn>
              <a:cxn ang="0">
                <a:pos x="connsiteX1" y="connsiteY1"/>
              </a:cxn>
              <a:cxn ang="0">
                <a:pos x="connsiteX2" y="connsiteY2"/>
              </a:cxn>
              <a:cxn ang="0">
                <a:pos x="connsiteX3" y="connsiteY3"/>
              </a:cxn>
            </a:cxnLst>
            <a:rect l="l" t="t" r="r" b="b"/>
            <a:pathLst>
              <a:path w="960120" h="579120">
                <a:moveTo>
                  <a:pt x="0" y="579120"/>
                </a:moveTo>
                <a:lnTo>
                  <a:pt x="533400" y="579120"/>
                </a:lnTo>
                <a:lnTo>
                  <a:pt x="533400" y="0"/>
                </a:lnTo>
                <a:lnTo>
                  <a:pt x="960120" y="0"/>
                </a:lnTo>
              </a:path>
            </a:pathLst>
          </a:custGeom>
          <a:ln w="127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dirty="0"/>
          </a:p>
        </p:txBody>
      </p:sp>
      <p:sp>
        <p:nvSpPr>
          <p:cNvPr id="61" name="자유형: 도형 60">
            <a:extLst>
              <a:ext uri="{FF2B5EF4-FFF2-40B4-BE49-F238E27FC236}">
                <a16:creationId xmlns:a16="http://schemas.microsoft.com/office/drawing/2014/main" id="{D02E47EF-9F6B-4D28-86B9-4AE49A93A7A5}"/>
              </a:ext>
            </a:extLst>
          </p:cNvPr>
          <p:cNvSpPr/>
          <p:nvPr/>
        </p:nvSpPr>
        <p:spPr>
          <a:xfrm>
            <a:off x="4541520" y="4111015"/>
            <a:ext cx="960120" cy="576445"/>
          </a:xfrm>
          <a:custGeom>
            <a:avLst/>
            <a:gdLst>
              <a:gd name="connsiteX0" fmla="*/ 0 w 960120"/>
              <a:gd name="connsiteY0" fmla="*/ 579120 h 579120"/>
              <a:gd name="connsiteX1" fmla="*/ 533400 w 960120"/>
              <a:gd name="connsiteY1" fmla="*/ 579120 h 579120"/>
              <a:gd name="connsiteX2" fmla="*/ 533400 w 960120"/>
              <a:gd name="connsiteY2" fmla="*/ 0 h 579120"/>
              <a:gd name="connsiteX3" fmla="*/ 960120 w 960120"/>
              <a:gd name="connsiteY3" fmla="*/ 0 h 579120"/>
            </a:gdLst>
            <a:ahLst/>
            <a:cxnLst>
              <a:cxn ang="0">
                <a:pos x="connsiteX0" y="connsiteY0"/>
              </a:cxn>
              <a:cxn ang="0">
                <a:pos x="connsiteX1" y="connsiteY1"/>
              </a:cxn>
              <a:cxn ang="0">
                <a:pos x="connsiteX2" y="connsiteY2"/>
              </a:cxn>
              <a:cxn ang="0">
                <a:pos x="connsiteX3" y="connsiteY3"/>
              </a:cxn>
            </a:cxnLst>
            <a:rect l="l" t="t" r="r" b="b"/>
            <a:pathLst>
              <a:path w="960120" h="579120">
                <a:moveTo>
                  <a:pt x="0" y="579120"/>
                </a:moveTo>
                <a:lnTo>
                  <a:pt x="533400" y="579120"/>
                </a:lnTo>
                <a:lnTo>
                  <a:pt x="533400" y="0"/>
                </a:lnTo>
                <a:lnTo>
                  <a:pt x="960120" y="0"/>
                </a:lnTo>
              </a:path>
            </a:pathLst>
          </a:custGeom>
          <a:ln w="127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dirty="0"/>
          </a:p>
        </p:txBody>
      </p:sp>
      <p:cxnSp>
        <p:nvCxnSpPr>
          <p:cNvPr id="62" name="Straight Connector 5">
            <a:extLst>
              <a:ext uri="{FF2B5EF4-FFF2-40B4-BE49-F238E27FC236}">
                <a16:creationId xmlns:a16="http://schemas.microsoft.com/office/drawing/2014/main" id="{12ED6EBB-57EE-4BB4-8A4C-A87AF8F6853C}"/>
              </a:ext>
            </a:extLst>
          </p:cNvPr>
          <p:cNvCxnSpPr>
            <a:cxnSpLocks/>
          </p:cNvCxnSpPr>
          <p:nvPr/>
        </p:nvCxnSpPr>
        <p:spPr>
          <a:xfrm>
            <a:off x="701040" y="4083056"/>
            <a:ext cx="377444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2" name="그룹 21">
            <a:extLst>
              <a:ext uri="{FF2B5EF4-FFF2-40B4-BE49-F238E27FC236}">
                <a16:creationId xmlns:a16="http://schemas.microsoft.com/office/drawing/2014/main" id="{F5A86451-F4D5-4EC7-8265-0D3908355D1D}"/>
              </a:ext>
            </a:extLst>
          </p:cNvPr>
          <p:cNvGrpSpPr/>
          <p:nvPr/>
        </p:nvGrpSpPr>
        <p:grpSpPr>
          <a:xfrm>
            <a:off x="1945676" y="2067333"/>
            <a:ext cx="1287239" cy="1287239"/>
            <a:chOff x="12525064" y="1807108"/>
            <a:chExt cx="1584176" cy="1584176"/>
          </a:xfrm>
        </p:grpSpPr>
        <p:sp>
          <p:nvSpPr>
            <p:cNvPr id="23" name="Oval 3">
              <a:extLst>
                <a:ext uri="{FF2B5EF4-FFF2-40B4-BE49-F238E27FC236}">
                  <a16:creationId xmlns:a16="http://schemas.microsoft.com/office/drawing/2014/main" id="{C3A2620E-F710-44ED-91A1-92594597DCB8}"/>
                </a:ext>
              </a:extLst>
            </p:cNvPr>
            <p:cNvSpPr/>
            <p:nvPr/>
          </p:nvSpPr>
          <p:spPr>
            <a:xfrm>
              <a:off x="12525064" y="1807108"/>
              <a:ext cx="1584176" cy="1584176"/>
            </a:xfrm>
            <a:prstGeom prst="ellipse">
              <a:avLst/>
            </a:prstGeom>
            <a:solidFill>
              <a:srgbClr val="193EB0">
                <a:alpha val="20000"/>
              </a:srgbClr>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amsungOne-700" panose="020B0803030303020204" pitchFamily="34" charset="0"/>
              </a:endParaRPr>
            </a:p>
          </p:txBody>
        </p:sp>
        <p:sp>
          <p:nvSpPr>
            <p:cNvPr id="24" name="TextBox 23">
              <a:extLst>
                <a:ext uri="{FF2B5EF4-FFF2-40B4-BE49-F238E27FC236}">
                  <a16:creationId xmlns:a16="http://schemas.microsoft.com/office/drawing/2014/main" id="{B08AF2EF-F67F-4C80-BF3A-E8D058DF48EE}"/>
                </a:ext>
              </a:extLst>
            </p:cNvPr>
            <p:cNvSpPr txBox="1"/>
            <p:nvPr/>
          </p:nvSpPr>
          <p:spPr>
            <a:xfrm>
              <a:off x="13158420" y="2460696"/>
              <a:ext cx="317462" cy="340896"/>
            </a:xfrm>
            <a:prstGeom prst="rect">
              <a:avLst/>
            </a:prstGeom>
            <a:noFill/>
          </p:spPr>
          <p:txBody>
            <a:bodyPr wrap="square" lIns="0" tIns="0" rIns="0" bIns="0" rtlCol="0">
              <a:spAutoFit/>
            </a:bodyPr>
            <a:lstStyle/>
            <a:p>
              <a:pPr algn="ctr"/>
              <a:r>
                <a:rPr lang="en-US" dirty="0">
                  <a:solidFill>
                    <a:srgbClr val="193EB0"/>
                  </a:solidFill>
                  <a:latin typeface="SamsungOne-700" panose="020B0803030303020204" pitchFamily="34" charset="0"/>
                  <a:ea typeface="SamsungOne-700" panose="020B0803030303020204" pitchFamily="34" charset="0"/>
                  <a:cs typeface="Times New Roman" panose="02020603050405020304" pitchFamily="18" charset="0"/>
                </a:rPr>
                <a:t>A</a:t>
              </a:r>
            </a:p>
          </p:txBody>
        </p:sp>
      </p:grpSp>
      <p:grpSp>
        <p:nvGrpSpPr>
          <p:cNvPr id="25" name="그룹 24">
            <a:extLst>
              <a:ext uri="{FF2B5EF4-FFF2-40B4-BE49-F238E27FC236}">
                <a16:creationId xmlns:a16="http://schemas.microsoft.com/office/drawing/2014/main" id="{08BA71DE-8A59-4463-9861-F9073AD73FEB}"/>
              </a:ext>
            </a:extLst>
          </p:cNvPr>
          <p:cNvGrpSpPr/>
          <p:nvPr/>
        </p:nvGrpSpPr>
        <p:grpSpPr>
          <a:xfrm>
            <a:off x="6825646" y="2067333"/>
            <a:ext cx="1287239" cy="1287239"/>
            <a:chOff x="18141687" y="1807108"/>
            <a:chExt cx="1584176" cy="1584176"/>
          </a:xfrm>
        </p:grpSpPr>
        <p:sp>
          <p:nvSpPr>
            <p:cNvPr id="31" name="Oval 16">
              <a:extLst>
                <a:ext uri="{FF2B5EF4-FFF2-40B4-BE49-F238E27FC236}">
                  <a16:creationId xmlns:a16="http://schemas.microsoft.com/office/drawing/2014/main" id="{3D63BBA8-13FD-4824-88B8-2D454435DC2A}"/>
                </a:ext>
              </a:extLst>
            </p:cNvPr>
            <p:cNvSpPr/>
            <p:nvPr/>
          </p:nvSpPr>
          <p:spPr>
            <a:xfrm>
              <a:off x="18141687" y="1807108"/>
              <a:ext cx="1584176" cy="1584176"/>
            </a:xfrm>
            <a:prstGeom prst="ellipse">
              <a:avLst/>
            </a:prstGeom>
            <a:solidFill>
              <a:srgbClr val="00B050">
                <a:alpha val="20000"/>
              </a:srgbClr>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amsungOne-700" panose="020B0803030303020204" pitchFamily="34" charset="0"/>
              </a:endParaRPr>
            </a:p>
          </p:txBody>
        </p:sp>
        <p:sp>
          <p:nvSpPr>
            <p:cNvPr id="32" name="TextBox 31">
              <a:extLst>
                <a:ext uri="{FF2B5EF4-FFF2-40B4-BE49-F238E27FC236}">
                  <a16:creationId xmlns:a16="http://schemas.microsoft.com/office/drawing/2014/main" id="{084E9328-9167-46A4-833F-8C91EDE43C9E}"/>
                </a:ext>
              </a:extLst>
            </p:cNvPr>
            <p:cNvSpPr txBox="1"/>
            <p:nvPr/>
          </p:nvSpPr>
          <p:spPr>
            <a:xfrm>
              <a:off x="18775044" y="2460696"/>
              <a:ext cx="317462" cy="340896"/>
            </a:xfrm>
            <a:prstGeom prst="rect">
              <a:avLst/>
            </a:prstGeom>
            <a:noFill/>
          </p:spPr>
          <p:txBody>
            <a:bodyPr wrap="square" lIns="0" tIns="0" rIns="0" bIns="0" rtlCol="0">
              <a:spAutoFit/>
            </a:bodyPr>
            <a:lstStyle/>
            <a:p>
              <a:pPr algn="ctr"/>
              <a:r>
                <a:rPr lang="en-US" dirty="0">
                  <a:solidFill>
                    <a:srgbClr val="00B050"/>
                  </a:solidFill>
                  <a:latin typeface="SamsungOne-700" panose="020B0803030303020204" pitchFamily="34" charset="0"/>
                  <a:ea typeface="SamsungOne-700" panose="020B0803030303020204" pitchFamily="34" charset="0"/>
                  <a:cs typeface="Times New Roman" panose="02020603050405020304" pitchFamily="18" charset="0"/>
                </a:rPr>
                <a:t>B</a:t>
              </a:r>
            </a:p>
          </p:txBody>
        </p:sp>
      </p:grpSp>
      <p:grpSp>
        <p:nvGrpSpPr>
          <p:cNvPr id="28" name="그룹 27">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9" name="직사각형 28">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30" name="직사각형 29">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26" name="직사각형 25">
            <a:extLst>
              <a:ext uri="{FF2B5EF4-FFF2-40B4-BE49-F238E27FC236}">
                <a16:creationId xmlns:a16="http://schemas.microsoft.com/office/drawing/2014/main" id="{69AF6C0A-3764-4C9A-BDEE-0DF3A4463AA0}"/>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r>
              <a:rPr lang="en-US" altLang="ko-KR" sz="1400" dirty="0">
                <a:solidFill>
                  <a:schemeClr val="tx1"/>
                </a:solidFill>
                <a:latin typeface="SamsungOne-400" panose="020B0503030303020204" pitchFamily="34" charset="0"/>
                <a:ea typeface="SamsungOne-400" panose="020B0503030303020204" pitchFamily="34" charset="0"/>
              </a:rPr>
              <a:t>: Inner join.</a:t>
            </a:r>
          </a:p>
        </p:txBody>
      </p:sp>
    </p:spTree>
    <p:extLst>
      <p:ext uri="{BB962C8B-B14F-4D97-AF65-F5344CB8AC3E}">
        <p14:creationId xmlns:p14="http://schemas.microsoft.com/office/powerpoint/2010/main" val="625474976"/>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 name="Table 4">
            <a:extLst>
              <a:ext uri="{FF2B5EF4-FFF2-40B4-BE49-F238E27FC236}">
                <a16:creationId xmlns:a16="http://schemas.microsoft.com/office/drawing/2014/main" id="{609A12CE-FAB8-4A29-BBFC-EFF444AC9226}"/>
              </a:ext>
            </a:extLst>
          </p:cNvPr>
          <p:cNvGraphicFramePr>
            <a:graphicFrameLocks noGrp="1"/>
          </p:cNvGraphicFramePr>
          <p:nvPr>
            <p:extLst>
              <p:ext uri="{D42A27DB-BD31-4B8C-83A1-F6EECF244321}">
                <p14:modId xmlns:p14="http://schemas.microsoft.com/office/powerpoint/2010/main" val="1810634123"/>
              </p:ext>
            </p:extLst>
          </p:nvPr>
        </p:nvGraphicFramePr>
        <p:xfrm>
          <a:off x="699295" y="3782004"/>
          <a:ext cx="8659970" cy="902400"/>
        </p:xfrm>
        <a:graphic>
          <a:graphicData uri="http://schemas.openxmlformats.org/drawingml/2006/table">
            <a:tbl>
              <a:tblPr firstRow="1" bandRow="1">
                <a:tableStyleId>{5940675A-B579-460E-94D1-54222C63F5DA}</a:tableStyleId>
              </a:tblPr>
              <a:tblGrid>
                <a:gridCol w="1530864">
                  <a:extLst>
                    <a:ext uri="{9D8B030D-6E8A-4147-A177-3AD203B41FA5}">
                      <a16:colId xmlns:a16="http://schemas.microsoft.com/office/drawing/2014/main" val="20000"/>
                    </a:ext>
                  </a:extLst>
                </a:gridCol>
                <a:gridCol w="1309702">
                  <a:extLst>
                    <a:ext uri="{9D8B030D-6E8A-4147-A177-3AD203B41FA5}">
                      <a16:colId xmlns:a16="http://schemas.microsoft.com/office/drawing/2014/main" val="20001"/>
                    </a:ext>
                  </a:extLst>
                </a:gridCol>
                <a:gridCol w="1385020">
                  <a:extLst>
                    <a:ext uri="{9D8B030D-6E8A-4147-A177-3AD203B41FA5}">
                      <a16:colId xmlns:a16="http://schemas.microsoft.com/office/drawing/2014/main" val="20002"/>
                    </a:ext>
                  </a:extLst>
                </a:gridCol>
                <a:gridCol w="1757427">
                  <a:extLst>
                    <a:ext uri="{9D8B030D-6E8A-4147-A177-3AD203B41FA5}">
                      <a16:colId xmlns:a16="http://schemas.microsoft.com/office/drawing/2014/main" val="1767892721"/>
                    </a:ext>
                  </a:extLst>
                </a:gridCol>
                <a:gridCol w="1221830">
                  <a:extLst>
                    <a:ext uri="{9D8B030D-6E8A-4147-A177-3AD203B41FA5}">
                      <a16:colId xmlns:a16="http://schemas.microsoft.com/office/drawing/2014/main" val="774661330"/>
                    </a:ext>
                  </a:extLst>
                </a:gridCol>
                <a:gridCol w="1455127">
                  <a:extLst>
                    <a:ext uri="{9D8B030D-6E8A-4147-A177-3AD203B41FA5}">
                      <a16:colId xmlns:a16="http://schemas.microsoft.com/office/drawing/2014/main" val="1836977935"/>
                    </a:ext>
                  </a:extLst>
                </a:gridCol>
              </a:tblGrid>
              <a:tr h="298800">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A.Tên</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Giới</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baseline="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tính</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B.Tên</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Chức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vụ</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baseline="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Mức</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baseline="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ương</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98800">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Nam</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Thực</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tập</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sinh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25000</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298800">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 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Nữ</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30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 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Quản</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70000</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5"/>
                  </a:ext>
                </a:extLst>
              </a:tr>
            </a:tbl>
          </a:graphicData>
        </a:graphic>
      </p:graphicFrame>
      <p:grpSp>
        <p:nvGrpSpPr>
          <p:cNvPr id="5" name="그룹 4"/>
          <p:cNvGrpSpPr/>
          <p:nvPr/>
        </p:nvGrpSpPr>
        <p:grpSpPr>
          <a:xfrm>
            <a:off x="3853896" y="2204864"/>
            <a:ext cx="2195033" cy="1287239"/>
            <a:chOff x="3853896" y="2705299"/>
            <a:chExt cx="2195033" cy="1287239"/>
          </a:xfrm>
        </p:grpSpPr>
        <p:grpSp>
          <p:nvGrpSpPr>
            <p:cNvPr id="2" name="그룹 1"/>
            <p:cNvGrpSpPr/>
            <p:nvPr/>
          </p:nvGrpSpPr>
          <p:grpSpPr>
            <a:xfrm>
              <a:off x="3853896" y="2705299"/>
              <a:ext cx="2195033" cy="1287239"/>
              <a:chOff x="5917852" y="2705299"/>
              <a:chExt cx="2195033" cy="1287239"/>
            </a:xfrm>
          </p:grpSpPr>
          <p:sp>
            <p:nvSpPr>
              <p:cNvPr id="16" name="Oval 3">
                <a:extLst>
                  <a:ext uri="{FF2B5EF4-FFF2-40B4-BE49-F238E27FC236}">
                    <a16:creationId xmlns:a16="http://schemas.microsoft.com/office/drawing/2014/main" id="{C3A2620E-F710-44ED-91A1-92594597DCB8}"/>
                  </a:ext>
                </a:extLst>
              </p:cNvPr>
              <p:cNvSpPr/>
              <p:nvPr/>
            </p:nvSpPr>
            <p:spPr>
              <a:xfrm>
                <a:off x="5917852" y="2705299"/>
                <a:ext cx="1287239" cy="1287239"/>
              </a:xfrm>
              <a:prstGeom prst="ellipse">
                <a:avLst/>
              </a:prstGeom>
              <a:solidFill>
                <a:schemeClr val="bg1">
                  <a:alpha val="2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amsungOne-700" panose="020B0803030303020204" pitchFamily="34" charset="0"/>
                </a:endParaRPr>
              </a:p>
            </p:txBody>
          </p:sp>
          <p:sp>
            <p:nvSpPr>
              <p:cNvPr id="19" name="Oval 16">
                <a:extLst>
                  <a:ext uri="{FF2B5EF4-FFF2-40B4-BE49-F238E27FC236}">
                    <a16:creationId xmlns:a16="http://schemas.microsoft.com/office/drawing/2014/main" id="{3D63BBA8-13FD-4824-88B8-2D454435DC2A}"/>
                  </a:ext>
                </a:extLst>
              </p:cNvPr>
              <p:cNvSpPr/>
              <p:nvPr/>
            </p:nvSpPr>
            <p:spPr>
              <a:xfrm>
                <a:off x="6825646" y="2705299"/>
                <a:ext cx="1287239" cy="1287239"/>
              </a:xfrm>
              <a:prstGeom prst="ellipse">
                <a:avLst/>
              </a:prstGeom>
              <a:solidFill>
                <a:schemeClr val="bg1">
                  <a:alpha val="2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amsungOne-700" panose="020B0803030303020204" pitchFamily="34" charset="0"/>
                </a:endParaRPr>
              </a:p>
            </p:txBody>
          </p:sp>
        </p:grpSp>
        <p:sp>
          <p:nvSpPr>
            <p:cNvPr id="25" name="자유형 24">
              <a:extLst>
                <a:ext uri="{FF2B5EF4-FFF2-40B4-BE49-F238E27FC236}">
                  <a16:creationId xmlns:a16="http://schemas.microsoft.com/office/drawing/2014/main" id="{C3A2620E-F710-44ED-91A1-92594597DCB8}"/>
                </a:ext>
              </a:extLst>
            </p:cNvPr>
            <p:cNvSpPr/>
            <p:nvPr/>
          </p:nvSpPr>
          <p:spPr>
            <a:xfrm>
              <a:off x="4761689" y="2892812"/>
              <a:ext cx="379446" cy="912215"/>
            </a:xfrm>
            <a:custGeom>
              <a:avLst/>
              <a:gdLst>
                <a:gd name="connsiteX0" fmla="*/ 189723 w 379446"/>
                <a:gd name="connsiteY0" fmla="*/ 0 h 912215"/>
                <a:gd name="connsiteX1" fmla="*/ 190934 w 379446"/>
                <a:gd name="connsiteY1" fmla="*/ 999 h 912215"/>
                <a:gd name="connsiteX2" fmla="*/ 379446 w 379446"/>
                <a:gd name="connsiteY2" fmla="*/ 456107 h 912215"/>
                <a:gd name="connsiteX3" fmla="*/ 190934 w 379446"/>
                <a:gd name="connsiteY3" fmla="*/ 911215 h 912215"/>
                <a:gd name="connsiteX4" fmla="*/ 189723 w 379446"/>
                <a:gd name="connsiteY4" fmla="*/ 912215 h 912215"/>
                <a:gd name="connsiteX5" fmla="*/ 188512 w 379446"/>
                <a:gd name="connsiteY5" fmla="*/ 911215 h 912215"/>
                <a:gd name="connsiteX6" fmla="*/ 0 w 379446"/>
                <a:gd name="connsiteY6" fmla="*/ 456107 h 912215"/>
                <a:gd name="connsiteX7" fmla="*/ 188512 w 379446"/>
                <a:gd name="connsiteY7" fmla="*/ 999 h 91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9446" h="912215">
                  <a:moveTo>
                    <a:pt x="189723" y="0"/>
                  </a:moveTo>
                  <a:lnTo>
                    <a:pt x="190934" y="999"/>
                  </a:lnTo>
                  <a:cubicBezTo>
                    <a:pt x="307407" y="117471"/>
                    <a:pt x="379446" y="278376"/>
                    <a:pt x="379446" y="456107"/>
                  </a:cubicBezTo>
                  <a:cubicBezTo>
                    <a:pt x="379446" y="633838"/>
                    <a:pt x="307407" y="794743"/>
                    <a:pt x="190934" y="911215"/>
                  </a:cubicBezTo>
                  <a:lnTo>
                    <a:pt x="189723" y="912215"/>
                  </a:lnTo>
                  <a:lnTo>
                    <a:pt x="188512" y="911215"/>
                  </a:lnTo>
                  <a:cubicBezTo>
                    <a:pt x="72040" y="794743"/>
                    <a:pt x="0" y="633838"/>
                    <a:pt x="0" y="456107"/>
                  </a:cubicBezTo>
                  <a:cubicBezTo>
                    <a:pt x="0" y="278376"/>
                    <a:pt x="72040" y="117471"/>
                    <a:pt x="188512" y="999"/>
                  </a:cubicBez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SamsungOne-700" panose="020B0803030303020204" pitchFamily="34" charset="0"/>
              </a:endParaRPr>
            </a:p>
          </p:txBody>
        </p:sp>
      </p:grpSp>
      <p:grpSp>
        <p:nvGrpSpPr>
          <p:cNvPr id="21" name="그룹 20">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2" name="직사각형 21">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3" name="직사각형 22">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24" name="직사각형 23">
            <a:extLst>
              <a:ext uri="{FF2B5EF4-FFF2-40B4-BE49-F238E27FC236}">
                <a16:creationId xmlns:a16="http://schemas.microsoft.com/office/drawing/2014/main" id="{11E58764-66AA-4A60-83F6-81AC2C9CDEB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r>
              <a:rPr lang="en-US" altLang="ko-KR" sz="1400" dirty="0">
                <a:solidFill>
                  <a:schemeClr val="tx1"/>
                </a:solidFill>
                <a:latin typeface="SamsungOne-400" panose="020B0503030303020204" pitchFamily="34" charset="0"/>
                <a:ea typeface="SamsungOne-400" panose="020B0503030303020204" pitchFamily="34" charset="0"/>
              </a:rPr>
              <a:t>: Inner join.</a:t>
            </a:r>
          </a:p>
        </p:txBody>
      </p:sp>
    </p:spTree>
    <p:extLst>
      <p:ext uri="{BB962C8B-B14F-4D97-AF65-F5344CB8AC3E}">
        <p14:creationId xmlns:p14="http://schemas.microsoft.com/office/powerpoint/2010/main" val="134318431"/>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0" name="Table 4">
            <a:extLst>
              <a:ext uri="{FF2B5EF4-FFF2-40B4-BE49-F238E27FC236}">
                <a16:creationId xmlns:a16="http://schemas.microsoft.com/office/drawing/2014/main" id="{E107F1A7-DFAF-4E79-81F1-6B2DC2137F93}"/>
              </a:ext>
            </a:extLst>
          </p:cNvPr>
          <p:cNvGraphicFramePr>
            <a:graphicFrameLocks noGrp="1"/>
          </p:cNvGraphicFramePr>
          <p:nvPr>
            <p:extLst>
              <p:ext uri="{D42A27DB-BD31-4B8C-83A1-F6EECF244321}">
                <p14:modId xmlns:p14="http://schemas.microsoft.com/office/powerpoint/2010/main" val="1283841061"/>
              </p:ext>
            </p:extLst>
          </p:nvPr>
        </p:nvGraphicFramePr>
        <p:xfrm>
          <a:off x="699295" y="3645146"/>
          <a:ext cx="3780000" cy="1781886"/>
        </p:xfrm>
        <a:graphic>
          <a:graphicData uri="http://schemas.openxmlformats.org/drawingml/2006/table">
            <a:tbl>
              <a:tblPr firstRow="1" bandRow="1">
                <a:tableStyleId>{5940675A-B579-460E-94D1-54222C63F5DA}</a:tableStyleId>
              </a:tblPr>
              <a:tblGrid>
                <a:gridCol w="12600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tblGrid>
              <a:tr h="296981">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Tên</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Giới</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baseline="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tính</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extLst>
                  <a:ext uri="{0D108BD9-81ED-4DB2-BD59-A6C34878D82A}">
                    <a16:rowId xmlns:a16="http://schemas.microsoft.com/office/drawing/2014/main" val="10000"/>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Harry</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Potter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23</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96981">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David Baker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31</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22</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Juan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Martinez</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36</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96981">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 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Nữ</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30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5"/>
                  </a:ext>
                </a:extLst>
              </a:tr>
            </a:tbl>
          </a:graphicData>
        </a:graphic>
      </p:graphicFrame>
      <p:graphicFrame>
        <p:nvGraphicFramePr>
          <p:cNvPr id="41" name="Table 19">
            <a:extLst>
              <a:ext uri="{FF2B5EF4-FFF2-40B4-BE49-F238E27FC236}">
                <a16:creationId xmlns:a16="http://schemas.microsoft.com/office/drawing/2014/main" id="{52AF84F2-11C9-449C-87F8-9E8A083EF988}"/>
              </a:ext>
            </a:extLst>
          </p:cNvPr>
          <p:cNvGraphicFramePr>
            <a:graphicFrameLocks noGrp="1"/>
          </p:cNvGraphicFramePr>
          <p:nvPr>
            <p:extLst>
              <p:ext uri="{D42A27DB-BD31-4B8C-83A1-F6EECF244321}">
                <p14:modId xmlns:p14="http://schemas.microsoft.com/office/powerpoint/2010/main" val="1245346739"/>
              </p:ext>
            </p:extLst>
          </p:nvPr>
        </p:nvGraphicFramePr>
        <p:xfrm>
          <a:off x="5579265" y="3645384"/>
          <a:ext cx="3780000" cy="1494000"/>
        </p:xfrm>
        <a:graphic>
          <a:graphicData uri="http://schemas.openxmlformats.org/drawingml/2006/table">
            <a:tbl>
              <a:tblPr firstRow="1" bandRow="1">
                <a:tableStyleId>{5940675A-B579-460E-94D1-54222C63F5DA}</a:tableStyleId>
              </a:tblPr>
              <a:tblGrid>
                <a:gridCol w="12600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tblGrid>
              <a:tr h="298800">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Tên</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Chức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vụ</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Mức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lương</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Thực</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tập</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sinh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25000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Alex Du Bois</a:t>
                      </a: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Trưởng</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nhóm</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75000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98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Joanne Rowling</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Quản</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90000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Quản</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70000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bl>
          </a:graphicData>
        </a:graphic>
      </p:graphicFrame>
      <p:cxnSp>
        <p:nvCxnSpPr>
          <p:cNvPr id="50" name="Straight Connector 5">
            <a:extLst>
              <a:ext uri="{FF2B5EF4-FFF2-40B4-BE49-F238E27FC236}">
                <a16:creationId xmlns:a16="http://schemas.microsoft.com/office/drawing/2014/main" id="{2C37307C-0907-4774-A1F3-5B3876DD73A0}"/>
              </a:ext>
            </a:extLst>
          </p:cNvPr>
          <p:cNvCxnSpPr>
            <a:cxnSpLocks/>
          </p:cNvCxnSpPr>
          <p:nvPr/>
        </p:nvCxnSpPr>
        <p:spPr>
          <a:xfrm>
            <a:off x="5562600" y="4678419"/>
            <a:ext cx="377444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1" name="Straight Connector 5">
            <a:extLst>
              <a:ext uri="{FF2B5EF4-FFF2-40B4-BE49-F238E27FC236}">
                <a16:creationId xmlns:a16="http://schemas.microsoft.com/office/drawing/2014/main" id="{5335153A-60E1-4551-8755-082C23A241BA}"/>
              </a:ext>
            </a:extLst>
          </p:cNvPr>
          <p:cNvCxnSpPr>
            <a:cxnSpLocks/>
          </p:cNvCxnSpPr>
          <p:nvPr/>
        </p:nvCxnSpPr>
        <p:spPr>
          <a:xfrm>
            <a:off x="5562600" y="4388529"/>
            <a:ext cx="377444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54" name="자유형: 도형 53">
            <a:extLst>
              <a:ext uri="{FF2B5EF4-FFF2-40B4-BE49-F238E27FC236}">
                <a16:creationId xmlns:a16="http://schemas.microsoft.com/office/drawing/2014/main" id="{8C7DAA48-973F-4212-A87A-89217F3DD94F}"/>
              </a:ext>
            </a:extLst>
          </p:cNvPr>
          <p:cNvSpPr/>
          <p:nvPr/>
        </p:nvSpPr>
        <p:spPr>
          <a:xfrm>
            <a:off x="4541520" y="4087108"/>
            <a:ext cx="1036320" cy="591312"/>
          </a:xfrm>
          <a:custGeom>
            <a:avLst/>
            <a:gdLst>
              <a:gd name="connsiteX0" fmla="*/ 0 w 960120"/>
              <a:gd name="connsiteY0" fmla="*/ 579120 h 579120"/>
              <a:gd name="connsiteX1" fmla="*/ 533400 w 960120"/>
              <a:gd name="connsiteY1" fmla="*/ 579120 h 579120"/>
              <a:gd name="connsiteX2" fmla="*/ 533400 w 960120"/>
              <a:gd name="connsiteY2" fmla="*/ 0 h 579120"/>
              <a:gd name="connsiteX3" fmla="*/ 960120 w 960120"/>
              <a:gd name="connsiteY3" fmla="*/ 0 h 579120"/>
            </a:gdLst>
            <a:ahLst/>
            <a:cxnLst>
              <a:cxn ang="0">
                <a:pos x="connsiteX0" y="connsiteY0"/>
              </a:cxn>
              <a:cxn ang="0">
                <a:pos x="connsiteX1" y="connsiteY1"/>
              </a:cxn>
              <a:cxn ang="0">
                <a:pos x="connsiteX2" y="connsiteY2"/>
              </a:cxn>
              <a:cxn ang="0">
                <a:pos x="connsiteX3" y="connsiteY3"/>
              </a:cxn>
            </a:cxnLst>
            <a:rect l="l" t="t" r="r" b="b"/>
            <a:pathLst>
              <a:path w="960120" h="579120">
                <a:moveTo>
                  <a:pt x="0" y="579120"/>
                </a:moveTo>
                <a:lnTo>
                  <a:pt x="533400" y="579120"/>
                </a:lnTo>
                <a:lnTo>
                  <a:pt x="533400" y="0"/>
                </a:lnTo>
                <a:lnTo>
                  <a:pt x="960120" y="0"/>
                </a:lnTo>
              </a:path>
            </a:pathLst>
          </a:custGeom>
          <a:ln w="12700">
            <a:solidFill>
              <a:srgbClr val="FF00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dirty="0"/>
          </a:p>
        </p:txBody>
      </p:sp>
      <p:sp>
        <p:nvSpPr>
          <p:cNvPr id="55" name="자유형: 도형 54">
            <a:extLst>
              <a:ext uri="{FF2B5EF4-FFF2-40B4-BE49-F238E27FC236}">
                <a16:creationId xmlns:a16="http://schemas.microsoft.com/office/drawing/2014/main" id="{83FDA903-C500-42EF-B642-9E6BA3089C69}"/>
              </a:ext>
            </a:extLst>
          </p:cNvPr>
          <p:cNvSpPr/>
          <p:nvPr/>
        </p:nvSpPr>
        <p:spPr>
          <a:xfrm>
            <a:off x="4541520" y="4995410"/>
            <a:ext cx="1036320" cy="274321"/>
          </a:xfrm>
          <a:custGeom>
            <a:avLst/>
            <a:gdLst>
              <a:gd name="connsiteX0" fmla="*/ 0 w 960120"/>
              <a:gd name="connsiteY0" fmla="*/ 579120 h 579120"/>
              <a:gd name="connsiteX1" fmla="*/ 533400 w 960120"/>
              <a:gd name="connsiteY1" fmla="*/ 579120 h 579120"/>
              <a:gd name="connsiteX2" fmla="*/ 533400 w 960120"/>
              <a:gd name="connsiteY2" fmla="*/ 0 h 579120"/>
              <a:gd name="connsiteX3" fmla="*/ 960120 w 960120"/>
              <a:gd name="connsiteY3" fmla="*/ 0 h 579120"/>
            </a:gdLst>
            <a:ahLst/>
            <a:cxnLst>
              <a:cxn ang="0">
                <a:pos x="connsiteX0" y="connsiteY0"/>
              </a:cxn>
              <a:cxn ang="0">
                <a:pos x="connsiteX1" y="connsiteY1"/>
              </a:cxn>
              <a:cxn ang="0">
                <a:pos x="connsiteX2" y="connsiteY2"/>
              </a:cxn>
              <a:cxn ang="0">
                <a:pos x="connsiteX3" y="connsiteY3"/>
              </a:cxn>
            </a:cxnLst>
            <a:rect l="l" t="t" r="r" b="b"/>
            <a:pathLst>
              <a:path w="960120" h="579120">
                <a:moveTo>
                  <a:pt x="0" y="579120"/>
                </a:moveTo>
                <a:lnTo>
                  <a:pt x="533400" y="579120"/>
                </a:lnTo>
                <a:lnTo>
                  <a:pt x="533400" y="0"/>
                </a:lnTo>
                <a:lnTo>
                  <a:pt x="960120" y="0"/>
                </a:lnTo>
              </a:path>
            </a:pathLst>
          </a:custGeom>
          <a:ln w="12700">
            <a:solidFill>
              <a:srgbClr val="FF00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dirty="0"/>
          </a:p>
        </p:txBody>
      </p:sp>
      <p:grpSp>
        <p:nvGrpSpPr>
          <p:cNvPr id="19" name="그룹 18">
            <a:extLst>
              <a:ext uri="{FF2B5EF4-FFF2-40B4-BE49-F238E27FC236}">
                <a16:creationId xmlns:a16="http://schemas.microsoft.com/office/drawing/2014/main" id="{F5A86451-F4D5-4EC7-8265-0D3908355D1D}"/>
              </a:ext>
            </a:extLst>
          </p:cNvPr>
          <p:cNvGrpSpPr/>
          <p:nvPr/>
        </p:nvGrpSpPr>
        <p:grpSpPr>
          <a:xfrm>
            <a:off x="1945676" y="2068006"/>
            <a:ext cx="1287239" cy="1287239"/>
            <a:chOff x="12525064" y="1807108"/>
            <a:chExt cx="1584176" cy="1584176"/>
          </a:xfrm>
        </p:grpSpPr>
        <p:sp>
          <p:nvSpPr>
            <p:cNvPr id="20" name="Oval 3">
              <a:extLst>
                <a:ext uri="{FF2B5EF4-FFF2-40B4-BE49-F238E27FC236}">
                  <a16:creationId xmlns:a16="http://schemas.microsoft.com/office/drawing/2014/main" id="{C3A2620E-F710-44ED-91A1-92594597DCB8}"/>
                </a:ext>
              </a:extLst>
            </p:cNvPr>
            <p:cNvSpPr/>
            <p:nvPr/>
          </p:nvSpPr>
          <p:spPr>
            <a:xfrm>
              <a:off x="12525064" y="1807108"/>
              <a:ext cx="1584176" cy="1584176"/>
            </a:xfrm>
            <a:prstGeom prst="ellipse">
              <a:avLst/>
            </a:prstGeom>
            <a:solidFill>
              <a:srgbClr val="193EB0">
                <a:alpha val="20000"/>
              </a:srgbClr>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amsungOne-700" panose="020B0803030303020204" pitchFamily="34" charset="0"/>
              </a:endParaRPr>
            </a:p>
          </p:txBody>
        </p:sp>
        <p:sp>
          <p:nvSpPr>
            <p:cNvPr id="21" name="TextBox 20">
              <a:extLst>
                <a:ext uri="{FF2B5EF4-FFF2-40B4-BE49-F238E27FC236}">
                  <a16:creationId xmlns:a16="http://schemas.microsoft.com/office/drawing/2014/main" id="{B08AF2EF-F67F-4C80-BF3A-E8D058DF48EE}"/>
                </a:ext>
              </a:extLst>
            </p:cNvPr>
            <p:cNvSpPr txBox="1"/>
            <p:nvPr/>
          </p:nvSpPr>
          <p:spPr>
            <a:xfrm>
              <a:off x="13158420" y="2460696"/>
              <a:ext cx="317462" cy="340896"/>
            </a:xfrm>
            <a:prstGeom prst="rect">
              <a:avLst/>
            </a:prstGeom>
            <a:noFill/>
          </p:spPr>
          <p:txBody>
            <a:bodyPr wrap="square" lIns="0" tIns="0" rIns="0" bIns="0" rtlCol="0">
              <a:spAutoFit/>
            </a:bodyPr>
            <a:lstStyle/>
            <a:p>
              <a:pPr algn="ctr"/>
              <a:r>
                <a:rPr lang="en-US" dirty="0">
                  <a:solidFill>
                    <a:srgbClr val="193EB0"/>
                  </a:solidFill>
                  <a:latin typeface="SamsungOne-700" panose="020B0803030303020204" pitchFamily="34" charset="0"/>
                  <a:ea typeface="SamsungOne-700" panose="020B0803030303020204" pitchFamily="34" charset="0"/>
                  <a:cs typeface="Times New Roman" panose="02020603050405020304" pitchFamily="18" charset="0"/>
                </a:rPr>
                <a:t>A</a:t>
              </a:r>
            </a:p>
          </p:txBody>
        </p:sp>
      </p:grpSp>
      <p:grpSp>
        <p:nvGrpSpPr>
          <p:cNvPr id="22" name="그룹 21">
            <a:extLst>
              <a:ext uri="{FF2B5EF4-FFF2-40B4-BE49-F238E27FC236}">
                <a16:creationId xmlns:a16="http://schemas.microsoft.com/office/drawing/2014/main" id="{08BA71DE-8A59-4463-9861-F9073AD73FEB}"/>
              </a:ext>
            </a:extLst>
          </p:cNvPr>
          <p:cNvGrpSpPr/>
          <p:nvPr/>
        </p:nvGrpSpPr>
        <p:grpSpPr>
          <a:xfrm>
            <a:off x="6825646" y="2068006"/>
            <a:ext cx="1287239" cy="1287239"/>
            <a:chOff x="18141687" y="1807108"/>
            <a:chExt cx="1584176" cy="1584176"/>
          </a:xfrm>
        </p:grpSpPr>
        <p:sp>
          <p:nvSpPr>
            <p:cNvPr id="23" name="Oval 16">
              <a:extLst>
                <a:ext uri="{FF2B5EF4-FFF2-40B4-BE49-F238E27FC236}">
                  <a16:creationId xmlns:a16="http://schemas.microsoft.com/office/drawing/2014/main" id="{3D63BBA8-13FD-4824-88B8-2D454435DC2A}"/>
                </a:ext>
              </a:extLst>
            </p:cNvPr>
            <p:cNvSpPr/>
            <p:nvPr/>
          </p:nvSpPr>
          <p:spPr>
            <a:xfrm>
              <a:off x="18141687" y="1807108"/>
              <a:ext cx="1584176" cy="1584176"/>
            </a:xfrm>
            <a:prstGeom prst="ellipse">
              <a:avLst/>
            </a:prstGeom>
            <a:solidFill>
              <a:srgbClr val="00B050">
                <a:alpha val="20000"/>
              </a:srgbClr>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amsungOne-700" panose="020B0803030303020204" pitchFamily="34" charset="0"/>
              </a:endParaRPr>
            </a:p>
          </p:txBody>
        </p:sp>
        <p:sp>
          <p:nvSpPr>
            <p:cNvPr id="24" name="TextBox 23">
              <a:extLst>
                <a:ext uri="{FF2B5EF4-FFF2-40B4-BE49-F238E27FC236}">
                  <a16:creationId xmlns:a16="http://schemas.microsoft.com/office/drawing/2014/main" id="{084E9328-9167-46A4-833F-8C91EDE43C9E}"/>
                </a:ext>
              </a:extLst>
            </p:cNvPr>
            <p:cNvSpPr txBox="1"/>
            <p:nvPr/>
          </p:nvSpPr>
          <p:spPr>
            <a:xfrm>
              <a:off x="18775044" y="2460696"/>
              <a:ext cx="317462" cy="340896"/>
            </a:xfrm>
            <a:prstGeom prst="rect">
              <a:avLst/>
            </a:prstGeom>
            <a:noFill/>
          </p:spPr>
          <p:txBody>
            <a:bodyPr wrap="square" lIns="0" tIns="0" rIns="0" bIns="0" rtlCol="0">
              <a:spAutoFit/>
            </a:bodyPr>
            <a:lstStyle/>
            <a:p>
              <a:pPr algn="ctr"/>
              <a:r>
                <a:rPr lang="en-US" dirty="0">
                  <a:solidFill>
                    <a:srgbClr val="00B050"/>
                  </a:solidFill>
                  <a:latin typeface="SamsungOne-700" panose="020B0803030303020204" pitchFamily="34" charset="0"/>
                  <a:ea typeface="SamsungOne-700" panose="020B0803030303020204" pitchFamily="34" charset="0"/>
                  <a:cs typeface="Times New Roman" panose="02020603050405020304" pitchFamily="18" charset="0"/>
                </a:rPr>
                <a:t>B</a:t>
              </a:r>
            </a:p>
          </p:txBody>
        </p:sp>
      </p:grpSp>
      <p:grpSp>
        <p:nvGrpSpPr>
          <p:cNvPr id="30" name="그룹 2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31" name="직사각형 30">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32" name="직사각형 31">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25" name="직사각형 24">
            <a:extLst>
              <a:ext uri="{FF2B5EF4-FFF2-40B4-BE49-F238E27FC236}">
                <a16:creationId xmlns:a16="http://schemas.microsoft.com/office/drawing/2014/main" id="{A67CC263-4925-4D22-90F8-B2BA5DCE37E1}"/>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DataFrames</a:t>
            </a:r>
            <a:r>
              <a:rPr lang="en-US" altLang="ko-KR" sz="1400" dirty="0">
                <a:solidFill>
                  <a:schemeClr val="tx1"/>
                </a:solidFill>
                <a:latin typeface="SamsungOne-400" panose="020B0503030303020204" pitchFamily="34" charset="0"/>
                <a:ea typeface="SamsungOne-400" panose="020B0503030303020204" pitchFamily="34" charset="0"/>
              </a:rPr>
              <a:t>: Left join.</a:t>
            </a:r>
          </a:p>
        </p:txBody>
      </p:sp>
    </p:spTree>
    <p:extLst>
      <p:ext uri="{BB962C8B-B14F-4D97-AF65-F5344CB8AC3E}">
        <p14:creationId xmlns:p14="http://schemas.microsoft.com/office/powerpoint/2010/main" val="3011912160"/>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 name="Table 4">
            <a:extLst>
              <a:ext uri="{FF2B5EF4-FFF2-40B4-BE49-F238E27FC236}">
                <a16:creationId xmlns:a16="http://schemas.microsoft.com/office/drawing/2014/main" id="{B46287C6-D2D0-4C87-96E4-1B59BC223098}"/>
              </a:ext>
            </a:extLst>
          </p:cNvPr>
          <p:cNvGraphicFramePr>
            <a:graphicFrameLocks noGrp="1"/>
          </p:cNvGraphicFramePr>
          <p:nvPr>
            <p:extLst>
              <p:ext uri="{D42A27DB-BD31-4B8C-83A1-F6EECF244321}">
                <p14:modId xmlns:p14="http://schemas.microsoft.com/office/powerpoint/2010/main" val="2460350808"/>
              </p:ext>
            </p:extLst>
          </p:nvPr>
        </p:nvGraphicFramePr>
        <p:xfrm>
          <a:off x="699295" y="3580416"/>
          <a:ext cx="8659970" cy="2085120"/>
        </p:xfrm>
        <a:graphic>
          <a:graphicData uri="http://schemas.openxmlformats.org/drawingml/2006/table">
            <a:tbl>
              <a:tblPr firstRow="1" bandRow="1">
                <a:tableStyleId>{5940675A-B579-460E-94D1-54222C63F5DA}</a:tableStyleId>
              </a:tblPr>
              <a:tblGrid>
                <a:gridCol w="1530864">
                  <a:extLst>
                    <a:ext uri="{9D8B030D-6E8A-4147-A177-3AD203B41FA5}">
                      <a16:colId xmlns:a16="http://schemas.microsoft.com/office/drawing/2014/main" val="20000"/>
                    </a:ext>
                  </a:extLst>
                </a:gridCol>
                <a:gridCol w="1309702">
                  <a:extLst>
                    <a:ext uri="{9D8B030D-6E8A-4147-A177-3AD203B41FA5}">
                      <a16:colId xmlns:a16="http://schemas.microsoft.com/office/drawing/2014/main" val="20001"/>
                    </a:ext>
                  </a:extLst>
                </a:gridCol>
                <a:gridCol w="1385020">
                  <a:extLst>
                    <a:ext uri="{9D8B030D-6E8A-4147-A177-3AD203B41FA5}">
                      <a16:colId xmlns:a16="http://schemas.microsoft.com/office/drawing/2014/main" val="20002"/>
                    </a:ext>
                  </a:extLst>
                </a:gridCol>
                <a:gridCol w="1757427">
                  <a:extLst>
                    <a:ext uri="{9D8B030D-6E8A-4147-A177-3AD203B41FA5}">
                      <a16:colId xmlns:a16="http://schemas.microsoft.com/office/drawing/2014/main" val="1767892721"/>
                    </a:ext>
                  </a:extLst>
                </a:gridCol>
                <a:gridCol w="1221830">
                  <a:extLst>
                    <a:ext uri="{9D8B030D-6E8A-4147-A177-3AD203B41FA5}">
                      <a16:colId xmlns:a16="http://schemas.microsoft.com/office/drawing/2014/main" val="774661330"/>
                    </a:ext>
                  </a:extLst>
                </a:gridCol>
                <a:gridCol w="1455127">
                  <a:extLst>
                    <a:ext uri="{9D8B030D-6E8A-4147-A177-3AD203B41FA5}">
                      <a16:colId xmlns:a16="http://schemas.microsoft.com/office/drawing/2014/main" val="1836977935"/>
                    </a:ext>
                  </a:extLst>
                </a:gridCol>
              </a:tblGrid>
              <a:tr h="298800">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A.Tên</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Giới</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tính</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B.Tên</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Chức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vụ</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Mức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lương</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98800">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Harry</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Potter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23</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126"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126"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98800">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David Baker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31</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126"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126"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Nam</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22</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Thực</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tập</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sinh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25000</a:t>
                      </a: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643686523"/>
                  </a:ext>
                </a:extLst>
              </a:tr>
              <a:tr h="298800">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Juan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Martinez</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36</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84206271"/>
                  </a:ext>
                </a:extLst>
              </a:tr>
              <a:tr h="298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 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Nữ</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30</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 Connor</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Quản</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70000</a:t>
                      </a: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719788350"/>
                  </a:ext>
                </a:extLst>
              </a:tr>
            </a:tbl>
          </a:graphicData>
        </a:graphic>
      </p:graphicFrame>
      <p:grpSp>
        <p:nvGrpSpPr>
          <p:cNvPr id="12" name="그룹 11"/>
          <p:cNvGrpSpPr/>
          <p:nvPr/>
        </p:nvGrpSpPr>
        <p:grpSpPr>
          <a:xfrm>
            <a:off x="3853896" y="2003276"/>
            <a:ext cx="2195033" cy="1287239"/>
            <a:chOff x="5917852" y="2705299"/>
            <a:chExt cx="2195033" cy="1287239"/>
          </a:xfrm>
        </p:grpSpPr>
        <p:sp>
          <p:nvSpPr>
            <p:cNvPr id="14" name="Oval 3">
              <a:extLst>
                <a:ext uri="{FF2B5EF4-FFF2-40B4-BE49-F238E27FC236}">
                  <a16:creationId xmlns:a16="http://schemas.microsoft.com/office/drawing/2014/main" id="{C3A2620E-F710-44ED-91A1-92594597DCB8}"/>
                </a:ext>
              </a:extLst>
            </p:cNvPr>
            <p:cNvSpPr/>
            <p:nvPr/>
          </p:nvSpPr>
          <p:spPr>
            <a:xfrm>
              <a:off x="5917852" y="2705299"/>
              <a:ext cx="1287239" cy="1287239"/>
            </a:xfrm>
            <a:prstGeom prst="ellipse">
              <a:avLst/>
            </a:prstGeom>
            <a:solidFill>
              <a:schemeClr val="tx1">
                <a:alpha val="2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SamsungOne-700" panose="020B0803030303020204" pitchFamily="34" charset="0"/>
              </a:endParaRPr>
            </a:p>
          </p:txBody>
        </p:sp>
        <p:sp>
          <p:nvSpPr>
            <p:cNvPr id="15" name="Oval 16">
              <a:extLst>
                <a:ext uri="{FF2B5EF4-FFF2-40B4-BE49-F238E27FC236}">
                  <a16:creationId xmlns:a16="http://schemas.microsoft.com/office/drawing/2014/main" id="{3D63BBA8-13FD-4824-88B8-2D454435DC2A}"/>
                </a:ext>
              </a:extLst>
            </p:cNvPr>
            <p:cNvSpPr/>
            <p:nvPr/>
          </p:nvSpPr>
          <p:spPr>
            <a:xfrm>
              <a:off x="6825646" y="2705299"/>
              <a:ext cx="1287239" cy="1287239"/>
            </a:xfrm>
            <a:prstGeom prst="ellipse">
              <a:avLst/>
            </a:prstGeom>
            <a:solidFill>
              <a:schemeClr val="bg1">
                <a:alpha val="2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amsungOne-700" panose="020B0803030303020204" pitchFamily="34" charset="0"/>
              </a:endParaRPr>
            </a:p>
          </p:txBody>
        </p:sp>
      </p:grpSp>
      <p:grpSp>
        <p:nvGrpSpPr>
          <p:cNvPr id="19" name="그룹 1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0" name="직사각형 1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1" name="직사각형 20">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17" name="직사각형 16">
            <a:extLst>
              <a:ext uri="{FF2B5EF4-FFF2-40B4-BE49-F238E27FC236}">
                <a16:creationId xmlns:a16="http://schemas.microsoft.com/office/drawing/2014/main" id="{C5B667C2-2A8D-46BD-B0E1-2B2E5D6ED0A4}"/>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DataFrames</a:t>
            </a:r>
            <a:r>
              <a:rPr lang="en-US" altLang="ko-KR" sz="1400" dirty="0">
                <a:solidFill>
                  <a:schemeClr val="tx1"/>
                </a:solidFill>
                <a:latin typeface="SamsungOne-400" panose="020B0503030303020204" pitchFamily="34" charset="0"/>
                <a:ea typeface="SamsungOne-400" panose="020B0503030303020204" pitchFamily="34" charset="0"/>
              </a:rPr>
              <a:t>: Left join.</a:t>
            </a:r>
          </a:p>
        </p:txBody>
      </p:sp>
    </p:spTree>
    <p:extLst>
      <p:ext uri="{BB962C8B-B14F-4D97-AF65-F5344CB8AC3E}">
        <p14:creationId xmlns:p14="http://schemas.microsoft.com/office/powerpoint/2010/main" val="436724654"/>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0" name="Table 4">
            <a:extLst>
              <a:ext uri="{FF2B5EF4-FFF2-40B4-BE49-F238E27FC236}">
                <a16:creationId xmlns:a16="http://schemas.microsoft.com/office/drawing/2014/main" id="{31322B75-3BD5-411A-9397-630BC4ECF8E7}"/>
              </a:ext>
            </a:extLst>
          </p:cNvPr>
          <p:cNvGraphicFramePr>
            <a:graphicFrameLocks noGrp="1"/>
          </p:cNvGraphicFramePr>
          <p:nvPr>
            <p:extLst>
              <p:ext uri="{D42A27DB-BD31-4B8C-83A1-F6EECF244321}">
                <p14:modId xmlns:p14="http://schemas.microsoft.com/office/powerpoint/2010/main" val="3020705153"/>
              </p:ext>
            </p:extLst>
          </p:nvPr>
        </p:nvGraphicFramePr>
        <p:xfrm>
          <a:off x="699295" y="3644473"/>
          <a:ext cx="3780000" cy="1781886"/>
        </p:xfrm>
        <a:graphic>
          <a:graphicData uri="http://schemas.openxmlformats.org/drawingml/2006/table">
            <a:tbl>
              <a:tblPr firstRow="1" bandRow="1">
                <a:tableStyleId>{5940675A-B579-460E-94D1-54222C63F5DA}</a:tableStyleId>
              </a:tblPr>
              <a:tblGrid>
                <a:gridCol w="12600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tblGrid>
              <a:tr h="296981">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Tên</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Giới</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baseline="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tính</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extLst>
                  <a:ext uri="{0D108BD9-81ED-4DB2-BD59-A6C34878D82A}">
                    <a16:rowId xmlns:a16="http://schemas.microsoft.com/office/drawing/2014/main" val="10000"/>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Harry</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Potter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23</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96981">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David Baker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31</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22</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Juan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Martinez</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36</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96981">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 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Nữ</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30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5"/>
                  </a:ext>
                </a:extLst>
              </a:tr>
            </a:tbl>
          </a:graphicData>
        </a:graphic>
      </p:graphicFrame>
      <p:graphicFrame>
        <p:nvGraphicFramePr>
          <p:cNvPr id="31" name="Table 19">
            <a:extLst>
              <a:ext uri="{FF2B5EF4-FFF2-40B4-BE49-F238E27FC236}">
                <a16:creationId xmlns:a16="http://schemas.microsoft.com/office/drawing/2014/main" id="{93975B58-995C-4C38-929D-8ABB9981BEF0}"/>
              </a:ext>
            </a:extLst>
          </p:cNvPr>
          <p:cNvGraphicFramePr>
            <a:graphicFrameLocks noGrp="1"/>
          </p:cNvGraphicFramePr>
          <p:nvPr>
            <p:extLst>
              <p:ext uri="{D42A27DB-BD31-4B8C-83A1-F6EECF244321}">
                <p14:modId xmlns:p14="http://schemas.microsoft.com/office/powerpoint/2010/main" val="2969380108"/>
              </p:ext>
            </p:extLst>
          </p:nvPr>
        </p:nvGraphicFramePr>
        <p:xfrm>
          <a:off x="5579265" y="3644711"/>
          <a:ext cx="3780000" cy="1494000"/>
        </p:xfrm>
        <a:graphic>
          <a:graphicData uri="http://schemas.openxmlformats.org/drawingml/2006/table">
            <a:tbl>
              <a:tblPr firstRow="1" bandRow="1">
                <a:tableStyleId>{5940675A-B579-460E-94D1-54222C63F5DA}</a:tableStyleId>
              </a:tblPr>
              <a:tblGrid>
                <a:gridCol w="12600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tblGrid>
              <a:tr h="298800">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Tên</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Chức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vụ</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Mức</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baseline="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lương</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Thực</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tập</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sinh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25000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Alex Du Bois</a:t>
                      </a: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Trưởng</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nhóm</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75000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98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Joanne Rowling</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Quản</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90000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Quản</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70000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bl>
          </a:graphicData>
        </a:graphic>
      </p:graphicFrame>
      <p:sp>
        <p:nvSpPr>
          <p:cNvPr id="40" name="자유형: 도형 39">
            <a:extLst>
              <a:ext uri="{FF2B5EF4-FFF2-40B4-BE49-F238E27FC236}">
                <a16:creationId xmlns:a16="http://schemas.microsoft.com/office/drawing/2014/main" id="{194A5645-8268-43DD-8586-18F675A4F745}"/>
              </a:ext>
            </a:extLst>
          </p:cNvPr>
          <p:cNvSpPr/>
          <p:nvPr/>
        </p:nvSpPr>
        <p:spPr>
          <a:xfrm flipH="1" flipV="1">
            <a:off x="4482269" y="4086435"/>
            <a:ext cx="1036320" cy="591312"/>
          </a:xfrm>
          <a:custGeom>
            <a:avLst/>
            <a:gdLst>
              <a:gd name="connsiteX0" fmla="*/ 0 w 960120"/>
              <a:gd name="connsiteY0" fmla="*/ 579120 h 579120"/>
              <a:gd name="connsiteX1" fmla="*/ 533400 w 960120"/>
              <a:gd name="connsiteY1" fmla="*/ 579120 h 579120"/>
              <a:gd name="connsiteX2" fmla="*/ 533400 w 960120"/>
              <a:gd name="connsiteY2" fmla="*/ 0 h 579120"/>
              <a:gd name="connsiteX3" fmla="*/ 960120 w 960120"/>
              <a:gd name="connsiteY3" fmla="*/ 0 h 579120"/>
            </a:gdLst>
            <a:ahLst/>
            <a:cxnLst>
              <a:cxn ang="0">
                <a:pos x="connsiteX0" y="connsiteY0"/>
              </a:cxn>
              <a:cxn ang="0">
                <a:pos x="connsiteX1" y="connsiteY1"/>
              </a:cxn>
              <a:cxn ang="0">
                <a:pos x="connsiteX2" y="connsiteY2"/>
              </a:cxn>
              <a:cxn ang="0">
                <a:pos x="connsiteX3" y="connsiteY3"/>
              </a:cxn>
            </a:cxnLst>
            <a:rect l="l" t="t" r="r" b="b"/>
            <a:pathLst>
              <a:path w="960120" h="579120">
                <a:moveTo>
                  <a:pt x="0" y="579120"/>
                </a:moveTo>
                <a:lnTo>
                  <a:pt x="533400" y="579120"/>
                </a:lnTo>
                <a:lnTo>
                  <a:pt x="533400" y="0"/>
                </a:lnTo>
                <a:lnTo>
                  <a:pt x="960120" y="0"/>
                </a:lnTo>
              </a:path>
            </a:pathLst>
          </a:custGeom>
          <a:ln w="12700">
            <a:solidFill>
              <a:srgbClr val="FF00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dirty="0"/>
          </a:p>
        </p:txBody>
      </p:sp>
      <p:sp>
        <p:nvSpPr>
          <p:cNvPr id="41" name="자유형: 도형 40">
            <a:extLst>
              <a:ext uri="{FF2B5EF4-FFF2-40B4-BE49-F238E27FC236}">
                <a16:creationId xmlns:a16="http://schemas.microsoft.com/office/drawing/2014/main" id="{20830116-44FD-4052-A736-0DF13E2360E9}"/>
              </a:ext>
            </a:extLst>
          </p:cNvPr>
          <p:cNvSpPr/>
          <p:nvPr/>
        </p:nvSpPr>
        <p:spPr>
          <a:xfrm flipH="1" flipV="1">
            <a:off x="4482269" y="4994737"/>
            <a:ext cx="1036320" cy="274321"/>
          </a:xfrm>
          <a:custGeom>
            <a:avLst/>
            <a:gdLst>
              <a:gd name="connsiteX0" fmla="*/ 0 w 960120"/>
              <a:gd name="connsiteY0" fmla="*/ 579120 h 579120"/>
              <a:gd name="connsiteX1" fmla="*/ 533400 w 960120"/>
              <a:gd name="connsiteY1" fmla="*/ 579120 h 579120"/>
              <a:gd name="connsiteX2" fmla="*/ 533400 w 960120"/>
              <a:gd name="connsiteY2" fmla="*/ 0 h 579120"/>
              <a:gd name="connsiteX3" fmla="*/ 960120 w 960120"/>
              <a:gd name="connsiteY3" fmla="*/ 0 h 579120"/>
            </a:gdLst>
            <a:ahLst/>
            <a:cxnLst>
              <a:cxn ang="0">
                <a:pos x="connsiteX0" y="connsiteY0"/>
              </a:cxn>
              <a:cxn ang="0">
                <a:pos x="connsiteX1" y="connsiteY1"/>
              </a:cxn>
              <a:cxn ang="0">
                <a:pos x="connsiteX2" y="connsiteY2"/>
              </a:cxn>
              <a:cxn ang="0">
                <a:pos x="connsiteX3" y="connsiteY3"/>
              </a:cxn>
            </a:cxnLst>
            <a:rect l="l" t="t" r="r" b="b"/>
            <a:pathLst>
              <a:path w="960120" h="579120">
                <a:moveTo>
                  <a:pt x="0" y="579120"/>
                </a:moveTo>
                <a:lnTo>
                  <a:pt x="533400" y="579120"/>
                </a:lnTo>
                <a:lnTo>
                  <a:pt x="533400" y="0"/>
                </a:lnTo>
                <a:lnTo>
                  <a:pt x="960120" y="0"/>
                </a:lnTo>
              </a:path>
            </a:pathLst>
          </a:custGeom>
          <a:ln w="12700">
            <a:solidFill>
              <a:srgbClr val="FF00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dirty="0"/>
          </a:p>
        </p:txBody>
      </p:sp>
      <p:cxnSp>
        <p:nvCxnSpPr>
          <p:cNvPr id="42" name="Straight Connector 5">
            <a:extLst>
              <a:ext uri="{FF2B5EF4-FFF2-40B4-BE49-F238E27FC236}">
                <a16:creationId xmlns:a16="http://schemas.microsoft.com/office/drawing/2014/main" id="{A8EE75A5-434C-4F44-BF0F-D9EE157C2FB5}"/>
              </a:ext>
            </a:extLst>
          </p:cNvPr>
          <p:cNvCxnSpPr>
            <a:cxnSpLocks/>
          </p:cNvCxnSpPr>
          <p:nvPr/>
        </p:nvCxnSpPr>
        <p:spPr>
          <a:xfrm>
            <a:off x="701040" y="4387856"/>
            <a:ext cx="377444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3" name="Straight Connector 5">
            <a:extLst>
              <a:ext uri="{FF2B5EF4-FFF2-40B4-BE49-F238E27FC236}">
                <a16:creationId xmlns:a16="http://schemas.microsoft.com/office/drawing/2014/main" id="{86587675-C150-4F8A-BB8F-1C0E6B6E8306}"/>
              </a:ext>
            </a:extLst>
          </p:cNvPr>
          <p:cNvCxnSpPr>
            <a:cxnSpLocks/>
          </p:cNvCxnSpPr>
          <p:nvPr/>
        </p:nvCxnSpPr>
        <p:spPr>
          <a:xfrm>
            <a:off x="701040" y="4083056"/>
            <a:ext cx="377444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4" name="Straight Connector 5">
            <a:extLst>
              <a:ext uri="{FF2B5EF4-FFF2-40B4-BE49-F238E27FC236}">
                <a16:creationId xmlns:a16="http://schemas.microsoft.com/office/drawing/2014/main" id="{49563199-C3B6-4710-A98F-369DD58B7454}"/>
              </a:ext>
            </a:extLst>
          </p:cNvPr>
          <p:cNvCxnSpPr>
            <a:cxnSpLocks/>
          </p:cNvCxnSpPr>
          <p:nvPr/>
        </p:nvCxnSpPr>
        <p:spPr>
          <a:xfrm>
            <a:off x="701040" y="4977136"/>
            <a:ext cx="377444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0" name="그룹 19">
            <a:extLst>
              <a:ext uri="{FF2B5EF4-FFF2-40B4-BE49-F238E27FC236}">
                <a16:creationId xmlns:a16="http://schemas.microsoft.com/office/drawing/2014/main" id="{F5A86451-F4D5-4EC7-8265-0D3908355D1D}"/>
              </a:ext>
            </a:extLst>
          </p:cNvPr>
          <p:cNvGrpSpPr/>
          <p:nvPr/>
        </p:nvGrpSpPr>
        <p:grpSpPr>
          <a:xfrm>
            <a:off x="1945676" y="2067333"/>
            <a:ext cx="1287239" cy="1287239"/>
            <a:chOff x="12525064" y="1807108"/>
            <a:chExt cx="1584176" cy="1584176"/>
          </a:xfrm>
        </p:grpSpPr>
        <p:sp>
          <p:nvSpPr>
            <p:cNvPr id="21" name="Oval 3">
              <a:extLst>
                <a:ext uri="{FF2B5EF4-FFF2-40B4-BE49-F238E27FC236}">
                  <a16:creationId xmlns:a16="http://schemas.microsoft.com/office/drawing/2014/main" id="{C3A2620E-F710-44ED-91A1-92594597DCB8}"/>
                </a:ext>
              </a:extLst>
            </p:cNvPr>
            <p:cNvSpPr/>
            <p:nvPr/>
          </p:nvSpPr>
          <p:spPr>
            <a:xfrm>
              <a:off x="12525064" y="1807108"/>
              <a:ext cx="1584176" cy="1584176"/>
            </a:xfrm>
            <a:prstGeom prst="ellipse">
              <a:avLst/>
            </a:prstGeom>
            <a:solidFill>
              <a:srgbClr val="193EB0">
                <a:alpha val="20000"/>
              </a:srgbClr>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amsungOne-700" panose="020B0803030303020204" pitchFamily="34" charset="0"/>
              </a:endParaRPr>
            </a:p>
          </p:txBody>
        </p:sp>
        <p:sp>
          <p:nvSpPr>
            <p:cNvPr id="22" name="TextBox 21">
              <a:extLst>
                <a:ext uri="{FF2B5EF4-FFF2-40B4-BE49-F238E27FC236}">
                  <a16:creationId xmlns:a16="http://schemas.microsoft.com/office/drawing/2014/main" id="{B08AF2EF-F67F-4C80-BF3A-E8D058DF48EE}"/>
                </a:ext>
              </a:extLst>
            </p:cNvPr>
            <p:cNvSpPr txBox="1"/>
            <p:nvPr/>
          </p:nvSpPr>
          <p:spPr>
            <a:xfrm>
              <a:off x="13158420" y="2460696"/>
              <a:ext cx="317462" cy="340896"/>
            </a:xfrm>
            <a:prstGeom prst="rect">
              <a:avLst/>
            </a:prstGeom>
            <a:noFill/>
          </p:spPr>
          <p:txBody>
            <a:bodyPr wrap="square" lIns="0" tIns="0" rIns="0" bIns="0" rtlCol="0">
              <a:spAutoFit/>
            </a:bodyPr>
            <a:lstStyle/>
            <a:p>
              <a:pPr algn="ctr"/>
              <a:r>
                <a:rPr lang="en-US" dirty="0">
                  <a:solidFill>
                    <a:srgbClr val="193EB0"/>
                  </a:solidFill>
                  <a:latin typeface="SamsungOne-700" panose="020B0803030303020204" pitchFamily="34" charset="0"/>
                  <a:ea typeface="SamsungOne-700" panose="020B0803030303020204" pitchFamily="34" charset="0"/>
                  <a:cs typeface="Times New Roman" panose="02020603050405020304" pitchFamily="18" charset="0"/>
                </a:rPr>
                <a:t>A</a:t>
              </a:r>
            </a:p>
          </p:txBody>
        </p:sp>
      </p:grpSp>
      <p:grpSp>
        <p:nvGrpSpPr>
          <p:cNvPr id="25" name="그룹 24">
            <a:extLst>
              <a:ext uri="{FF2B5EF4-FFF2-40B4-BE49-F238E27FC236}">
                <a16:creationId xmlns:a16="http://schemas.microsoft.com/office/drawing/2014/main" id="{08BA71DE-8A59-4463-9861-F9073AD73FEB}"/>
              </a:ext>
            </a:extLst>
          </p:cNvPr>
          <p:cNvGrpSpPr/>
          <p:nvPr/>
        </p:nvGrpSpPr>
        <p:grpSpPr>
          <a:xfrm>
            <a:off x="6825646" y="2067333"/>
            <a:ext cx="1287239" cy="1287239"/>
            <a:chOff x="18141687" y="1807108"/>
            <a:chExt cx="1584176" cy="1584176"/>
          </a:xfrm>
        </p:grpSpPr>
        <p:sp>
          <p:nvSpPr>
            <p:cNvPr id="26" name="Oval 16">
              <a:extLst>
                <a:ext uri="{FF2B5EF4-FFF2-40B4-BE49-F238E27FC236}">
                  <a16:creationId xmlns:a16="http://schemas.microsoft.com/office/drawing/2014/main" id="{3D63BBA8-13FD-4824-88B8-2D454435DC2A}"/>
                </a:ext>
              </a:extLst>
            </p:cNvPr>
            <p:cNvSpPr/>
            <p:nvPr/>
          </p:nvSpPr>
          <p:spPr>
            <a:xfrm>
              <a:off x="18141687" y="1807108"/>
              <a:ext cx="1584176" cy="1584176"/>
            </a:xfrm>
            <a:prstGeom prst="ellipse">
              <a:avLst/>
            </a:prstGeom>
            <a:solidFill>
              <a:srgbClr val="00B050">
                <a:alpha val="20000"/>
              </a:srgbClr>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amsungOne-700" panose="020B0803030303020204" pitchFamily="34" charset="0"/>
              </a:endParaRPr>
            </a:p>
          </p:txBody>
        </p:sp>
        <p:sp>
          <p:nvSpPr>
            <p:cNvPr id="38" name="TextBox 37">
              <a:extLst>
                <a:ext uri="{FF2B5EF4-FFF2-40B4-BE49-F238E27FC236}">
                  <a16:creationId xmlns:a16="http://schemas.microsoft.com/office/drawing/2014/main" id="{084E9328-9167-46A4-833F-8C91EDE43C9E}"/>
                </a:ext>
              </a:extLst>
            </p:cNvPr>
            <p:cNvSpPr txBox="1"/>
            <p:nvPr/>
          </p:nvSpPr>
          <p:spPr>
            <a:xfrm>
              <a:off x="18775044" y="2460696"/>
              <a:ext cx="317462" cy="340896"/>
            </a:xfrm>
            <a:prstGeom prst="rect">
              <a:avLst/>
            </a:prstGeom>
            <a:noFill/>
          </p:spPr>
          <p:txBody>
            <a:bodyPr wrap="square" lIns="0" tIns="0" rIns="0" bIns="0" rtlCol="0">
              <a:spAutoFit/>
            </a:bodyPr>
            <a:lstStyle/>
            <a:p>
              <a:pPr algn="ctr"/>
              <a:r>
                <a:rPr lang="en-US" dirty="0">
                  <a:solidFill>
                    <a:srgbClr val="00B050"/>
                  </a:solidFill>
                  <a:latin typeface="SamsungOne-700" panose="020B0803030303020204" pitchFamily="34" charset="0"/>
                  <a:ea typeface="SamsungOne-700" panose="020B0803030303020204" pitchFamily="34" charset="0"/>
                  <a:cs typeface="Times New Roman" panose="02020603050405020304" pitchFamily="18" charset="0"/>
                </a:rPr>
                <a:t>B</a:t>
              </a:r>
            </a:p>
          </p:txBody>
        </p:sp>
      </p:grpSp>
      <p:grpSp>
        <p:nvGrpSpPr>
          <p:cNvPr id="27" name="그룹 26">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8" name="직사각형 2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9" name="직사각형 2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24" name="직사각형 23">
            <a:extLst>
              <a:ext uri="{FF2B5EF4-FFF2-40B4-BE49-F238E27FC236}">
                <a16:creationId xmlns:a16="http://schemas.microsoft.com/office/drawing/2014/main" id="{43E9D6AC-36FC-4C44-91F6-F6C74A90DD0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DataFrames</a:t>
            </a:r>
            <a:r>
              <a:rPr lang="en-US" altLang="ko-KR" sz="1400" dirty="0">
                <a:solidFill>
                  <a:schemeClr val="tx1"/>
                </a:solidFill>
                <a:latin typeface="SamsungOne-400" panose="020B0503030303020204" pitchFamily="34" charset="0"/>
                <a:ea typeface="SamsungOne-400" panose="020B0503030303020204" pitchFamily="34" charset="0"/>
              </a:rPr>
              <a:t>: Right join.</a:t>
            </a:r>
          </a:p>
        </p:txBody>
      </p:sp>
    </p:spTree>
    <p:extLst>
      <p:ext uri="{BB962C8B-B14F-4D97-AF65-F5344CB8AC3E}">
        <p14:creationId xmlns:p14="http://schemas.microsoft.com/office/powerpoint/2010/main" val="1559355982"/>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 name="Table 4">
            <a:extLst>
              <a:ext uri="{FF2B5EF4-FFF2-40B4-BE49-F238E27FC236}">
                <a16:creationId xmlns:a16="http://schemas.microsoft.com/office/drawing/2014/main" id="{75796F97-625B-470D-B047-89F6A944264E}"/>
              </a:ext>
            </a:extLst>
          </p:cNvPr>
          <p:cNvGraphicFramePr>
            <a:graphicFrameLocks noGrp="1"/>
          </p:cNvGraphicFramePr>
          <p:nvPr>
            <p:extLst>
              <p:ext uri="{D42A27DB-BD31-4B8C-83A1-F6EECF244321}">
                <p14:modId xmlns:p14="http://schemas.microsoft.com/office/powerpoint/2010/main" val="730190524"/>
              </p:ext>
            </p:extLst>
          </p:nvPr>
        </p:nvGraphicFramePr>
        <p:xfrm>
          <a:off x="699295" y="3709996"/>
          <a:ext cx="8659970" cy="1494000"/>
        </p:xfrm>
        <a:graphic>
          <a:graphicData uri="http://schemas.openxmlformats.org/drawingml/2006/table">
            <a:tbl>
              <a:tblPr firstRow="1" bandRow="1">
                <a:tableStyleId>{5940675A-B579-460E-94D1-54222C63F5DA}</a:tableStyleId>
              </a:tblPr>
              <a:tblGrid>
                <a:gridCol w="1530864">
                  <a:extLst>
                    <a:ext uri="{9D8B030D-6E8A-4147-A177-3AD203B41FA5}">
                      <a16:colId xmlns:a16="http://schemas.microsoft.com/office/drawing/2014/main" val="20000"/>
                    </a:ext>
                  </a:extLst>
                </a:gridCol>
                <a:gridCol w="1309702">
                  <a:extLst>
                    <a:ext uri="{9D8B030D-6E8A-4147-A177-3AD203B41FA5}">
                      <a16:colId xmlns:a16="http://schemas.microsoft.com/office/drawing/2014/main" val="20001"/>
                    </a:ext>
                  </a:extLst>
                </a:gridCol>
                <a:gridCol w="1385020">
                  <a:extLst>
                    <a:ext uri="{9D8B030D-6E8A-4147-A177-3AD203B41FA5}">
                      <a16:colId xmlns:a16="http://schemas.microsoft.com/office/drawing/2014/main" val="20002"/>
                    </a:ext>
                  </a:extLst>
                </a:gridCol>
                <a:gridCol w="1757427">
                  <a:extLst>
                    <a:ext uri="{9D8B030D-6E8A-4147-A177-3AD203B41FA5}">
                      <a16:colId xmlns:a16="http://schemas.microsoft.com/office/drawing/2014/main" val="1767892721"/>
                    </a:ext>
                  </a:extLst>
                </a:gridCol>
                <a:gridCol w="1221830">
                  <a:extLst>
                    <a:ext uri="{9D8B030D-6E8A-4147-A177-3AD203B41FA5}">
                      <a16:colId xmlns:a16="http://schemas.microsoft.com/office/drawing/2014/main" val="774661330"/>
                    </a:ext>
                  </a:extLst>
                </a:gridCol>
                <a:gridCol w="1455127">
                  <a:extLst>
                    <a:ext uri="{9D8B030D-6E8A-4147-A177-3AD203B41FA5}">
                      <a16:colId xmlns:a16="http://schemas.microsoft.com/office/drawing/2014/main" val="1836977935"/>
                    </a:ext>
                  </a:extLst>
                </a:gridCol>
              </a:tblGrid>
              <a:tr h="298800">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A.Tên</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Giới</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baseline="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tính</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B.Tên</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Chức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vụ</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Mức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lương</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98800">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Nam</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22</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Thực</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tập</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sinh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25000</a:t>
                      </a: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29880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Alex Du Bois</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Trưởng</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nhóm</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75000</a:t>
                      </a: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9880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Joanne Rowling</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Quản</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90000</a:t>
                      </a: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43686523"/>
                  </a:ext>
                </a:extLst>
              </a:tr>
              <a:tr h="298800">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 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Nữ</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30</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 Connor</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Quản</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70000</a:t>
                      </a: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484206271"/>
                  </a:ext>
                </a:extLst>
              </a:tr>
            </a:tbl>
          </a:graphicData>
        </a:graphic>
      </p:graphicFrame>
      <p:grpSp>
        <p:nvGrpSpPr>
          <p:cNvPr id="11" name="그룹 10"/>
          <p:cNvGrpSpPr/>
          <p:nvPr/>
        </p:nvGrpSpPr>
        <p:grpSpPr>
          <a:xfrm>
            <a:off x="3853896" y="2132856"/>
            <a:ext cx="2195033" cy="1287239"/>
            <a:chOff x="5917852" y="2705299"/>
            <a:chExt cx="2195033" cy="1287239"/>
          </a:xfrm>
        </p:grpSpPr>
        <p:sp>
          <p:nvSpPr>
            <p:cNvPr id="12" name="Oval 3">
              <a:extLst>
                <a:ext uri="{FF2B5EF4-FFF2-40B4-BE49-F238E27FC236}">
                  <a16:creationId xmlns:a16="http://schemas.microsoft.com/office/drawing/2014/main" id="{C3A2620E-F710-44ED-91A1-92594597DCB8}"/>
                </a:ext>
              </a:extLst>
            </p:cNvPr>
            <p:cNvSpPr/>
            <p:nvPr/>
          </p:nvSpPr>
          <p:spPr>
            <a:xfrm>
              <a:off x="5917852" y="2705299"/>
              <a:ext cx="1287239" cy="1287239"/>
            </a:xfrm>
            <a:prstGeom prst="ellipse">
              <a:avLst/>
            </a:prstGeom>
            <a:solidFill>
              <a:schemeClr val="bg1">
                <a:alpha val="2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amsungOne-700" panose="020B0803030303020204" pitchFamily="34" charset="0"/>
              </a:endParaRPr>
            </a:p>
          </p:txBody>
        </p:sp>
        <p:sp>
          <p:nvSpPr>
            <p:cNvPr id="13" name="Oval 16">
              <a:extLst>
                <a:ext uri="{FF2B5EF4-FFF2-40B4-BE49-F238E27FC236}">
                  <a16:creationId xmlns:a16="http://schemas.microsoft.com/office/drawing/2014/main" id="{3D63BBA8-13FD-4824-88B8-2D454435DC2A}"/>
                </a:ext>
              </a:extLst>
            </p:cNvPr>
            <p:cNvSpPr/>
            <p:nvPr/>
          </p:nvSpPr>
          <p:spPr>
            <a:xfrm>
              <a:off x="6825646" y="2705299"/>
              <a:ext cx="1287239" cy="1287239"/>
            </a:xfrm>
            <a:prstGeom prst="ellipse">
              <a:avLst/>
            </a:prstGeom>
            <a:solidFill>
              <a:schemeClr val="tx1">
                <a:alpha val="2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SamsungOne-700" panose="020B0803030303020204" pitchFamily="34" charset="0"/>
              </a:endParaRPr>
            </a:p>
          </p:txBody>
        </p:sp>
      </p:grpSp>
      <p:grpSp>
        <p:nvGrpSpPr>
          <p:cNvPr id="19" name="그룹 1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0" name="직사각형 1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1" name="직사각형 20">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15" name="직사각형 14">
            <a:extLst>
              <a:ext uri="{FF2B5EF4-FFF2-40B4-BE49-F238E27FC236}">
                <a16:creationId xmlns:a16="http://schemas.microsoft.com/office/drawing/2014/main" id="{8C9FA390-2B73-48DD-97DB-FA93D1562AD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DataFrames</a:t>
            </a:r>
            <a:r>
              <a:rPr lang="en-US" altLang="ko-KR" sz="1400" dirty="0">
                <a:solidFill>
                  <a:schemeClr val="tx1"/>
                </a:solidFill>
                <a:latin typeface="SamsungOne-400" panose="020B0503030303020204" pitchFamily="34" charset="0"/>
                <a:ea typeface="SamsungOne-400" panose="020B0503030303020204" pitchFamily="34" charset="0"/>
              </a:rPr>
              <a:t>: Right join.</a:t>
            </a:r>
          </a:p>
        </p:txBody>
      </p:sp>
    </p:spTree>
    <p:extLst>
      <p:ext uri="{BB962C8B-B14F-4D97-AF65-F5344CB8AC3E}">
        <p14:creationId xmlns:p14="http://schemas.microsoft.com/office/powerpoint/2010/main" val="2527252331"/>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Table 4">
            <a:extLst>
              <a:ext uri="{FF2B5EF4-FFF2-40B4-BE49-F238E27FC236}">
                <a16:creationId xmlns:a16="http://schemas.microsoft.com/office/drawing/2014/main" id="{C0B71A64-77A5-411D-8783-80AD80C52C44}"/>
              </a:ext>
            </a:extLst>
          </p:cNvPr>
          <p:cNvGraphicFramePr>
            <a:graphicFrameLocks noGrp="1"/>
          </p:cNvGraphicFramePr>
          <p:nvPr>
            <p:extLst>
              <p:ext uri="{D42A27DB-BD31-4B8C-83A1-F6EECF244321}">
                <p14:modId xmlns:p14="http://schemas.microsoft.com/office/powerpoint/2010/main" val="1199699894"/>
              </p:ext>
            </p:extLst>
          </p:nvPr>
        </p:nvGraphicFramePr>
        <p:xfrm>
          <a:off x="699295" y="3644473"/>
          <a:ext cx="3780000" cy="1781886"/>
        </p:xfrm>
        <a:graphic>
          <a:graphicData uri="http://schemas.openxmlformats.org/drawingml/2006/table">
            <a:tbl>
              <a:tblPr firstRow="1" bandRow="1">
                <a:tableStyleId>{5940675A-B579-460E-94D1-54222C63F5DA}</a:tableStyleId>
              </a:tblPr>
              <a:tblGrid>
                <a:gridCol w="12600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tblGrid>
              <a:tr h="296981">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Tên</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Giới</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baseline="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tính</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extLst>
                  <a:ext uri="{0D108BD9-81ED-4DB2-BD59-A6C34878D82A}">
                    <a16:rowId xmlns:a16="http://schemas.microsoft.com/office/drawing/2014/main" val="10000"/>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Harry</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Potter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23</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96981">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David Baker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31</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22</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296981">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Juan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Martinez</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36</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96981">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 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Nữ</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30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5"/>
                  </a:ext>
                </a:extLst>
              </a:tr>
            </a:tbl>
          </a:graphicData>
        </a:graphic>
      </p:graphicFrame>
      <p:graphicFrame>
        <p:nvGraphicFramePr>
          <p:cNvPr id="27" name="Table 19">
            <a:extLst>
              <a:ext uri="{FF2B5EF4-FFF2-40B4-BE49-F238E27FC236}">
                <a16:creationId xmlns:a16="http://schemas.microsoft.com/office/drawing/2014/main" id="{AD2134F5-B308-4E14-AFC3-29C1E681F787}"/>
              </a:ext>
            </a:extLst>
          </p:cNvPr>
          <p:cNvGraphicFramePr>
            <a:graphicFrameLocks noGrp="1"/>
          </p:cNvGraphicFramePr>
          <p:nvPr>
            <p:extLst>
              <p:ext uri="{D42A27DB-BD31-4B8C-83A1-F6EECF244321}">
                <p14:modId xmlns:p14="http://schemas.microsoft.com/office/powerpoint/2010/main" val="111690632"/>
              </p:ext>
            </p:extLst>
          </p:nvPr>
        </p:nvGraphicFramePr>
        <p:xfrm>
          <a:off x="5579265" y="3644711"/>
          <a:ext cx="3780000" cy="1494000"/>
        </p:xfrm>
        <a:graphic>
          <a:graphicData uri="http://schemas.openxmlformats.org/drawingml/2006/table">
            <a:tbl>
              <a:tblPr firstRow="1" bandRow="1">
                <a:tableStyleId>{5940675A-B579-460E-94D1-54222C63F5DA}</a:tableStyleId>
              </a:tblPr>
              <a:tblGrid>
                <a:gridCol w="12600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tblGrid>
              <a:tr h="298800">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Tên</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Chức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vụ</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Mức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lương</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Thực</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tập</a:t>
                      </a:r>
                      <a:r>
                        <a:rPr lang="en-US" sz="1300" b="0" kern="1200" baseline="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sinh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25000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Alex Du Bois</a:t>
                      </a: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Trưởng</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nhóm</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75000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98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Joanne Rowling</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Quản</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90000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Quản</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70000</a:t>
                      </a: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bl>
          </a:graphicData>
        </a:graphic>
      </p:graphicFrame>
      <p:sp>
        <p:nvSpPr>
          <p:cNvPr id="38" name="자유형: 도형 37">
            <a:extLst>
              <a:ext uri="{FF2B5EF4-FFF2-40B4-BE49-F238E27FC236}">
                <a16:creationId xmlns:a16="http://schemas.microsoft.com/office/drawing/2014/main" id="{CBB0AEE0-B4AE-49FE-A9A8-F991E11DCF5E}"/>
              </a:ext>
            </a:extLst>
          </p:cNvPr>
          <p:cNvSpPr/>
          <p:nvPr/>
        </p:nvSpPr>
        <p:spPr>
          <a:xfrm>
            <a:off x="4541520" y="5000027"/>
            <a:ext cx="960120" cy="277368"/>
          </a:xfrm>
          <a:custGeom>
            <a:avLst/>
            <a:gdLst>
              <a:gd name="connsiteX0" fmla="*/ 0 w 960120"/>
              <a:gd name="connsiteY0" fmla="*/ 579120 h 579120"/>
              <a:gd name="connsiteX1" fmla="*/ 533400 w 960120"/>
              <a:gd name="connsiteY1" fmla="*/ 579120 h 579120"/>
              <a:gd name="connsiteX2" fmla="*/ 533400 w 960120"/>
              <a:gd name="connsiteY2" fmla="*/ 0 h 579120"/>
              <a:gd name="connsiteX3" fmla="*/ 960120 w 960120"/>
              <a:gd name="connsiteY3" fmla="*/ 0 h 579120"/>
            </a:gdLst>
            <a:ahLst/>
            <a:cxnLst>
              <a:cxn ang="0">
                <a:pos x="connsiteX0" y="connsiteY0"/>
              </a:cxn>
              <a:cxn ang="0">
                <a:pos x="connsiteX1" y="connsiteY1"/>
              </a:cxn>
              <a:cxn ang="0">
                <a:pos x="connsiteX2" y="connsiteY2"/>
              </a:cxn>
              <a:cxn ang="0">
                <a:pos x="connsiteX3" y="connsiteY3"/>
              </a:cxn>
            </a:cxnLst>
            <a:rect l="l" t="t" r="r" b="b"/>
            <a:pathLst>
              <a:path w="960120" h="579120">
                <a:moveTo>
                  <a:pt x="0" y="579120"/>
                </a:moveTo>
                <a:lnTo>
                  <a:pt x="533400" y="579120"/>
                </a:lnTo>
                <a:lnTo>
                  <a:pt x="533400" y="0"/>
                </a:lnTo>
                <a:lnTo>
                  <a:pt x="960120" y="0"/>
                </a:lnTo>
              </a:path>
            </a:pathLst>
          </a:custGeom>
          <a:ln w="127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dirty="0"/>
          </a:p>
        </p:txBody>
      </p:sp>
      <p:sp>
        <p:nvSpPr>
          <p:cNvPr id="39" name="자유형: 도형 38">
            <a:extLst>
              <a:ext uri="{FF2B5EF4-FFF2-40B4-BE49-F238E27FC236}">
                <a16:creationId xmlns:a16="http://schemas.microsoft.com/office/drawing/2014/main" id="{67370C5E-8ED4-443C-B204-18EF3E831717}"/>
              </a:ext>
            </a:extLst>
          </p:cNvPr>
          <p:cNvSpPr/>
          <p:nvPr/>
        </p:nvSpPr>
        <p:spPr>
          <a:xfrm>
            <a:off x="4541520" y="4111015"/>
            <a:ext cx="960120" cy="576445"/>
          </a:xfrm>
          <a:custGeom>
            <a:avLst/>
            <a:gdLst>
              <a:gd name="connsiteX0" fmla="*/ 0 w 960120"/>
              <a:gd name="connsiteY0" fmla="*/ 579120 h 579120"/>
              <a:gd name="connsiteX1" fmla="*/ 533400 w 960120"/>
              <a:gd name="connsiteY1" fmla="*/ 579120 h 579120"/>
              <a:gd name="connsiteX2" fmla="*/ 533400 w 960120"/>
              <a:gd name="connsiteY2" fmla="*/ 0 h 579120"/>
              <a:gd name="connsiteX3" fmla="*/ 960120 w 960120"/>
              <a:gd name="connsiteY3" fmla="*/ 0 h 579120"/>
            </a:gdLst>
            <a:ahLst/>
            <a:cxnLst>
              <a:cxn ang="0">
                <a:pos x="connsiteX0" y="connsiteY0"/>
              </a:cxn>
              <a:cxn ang="0">
                <a:pos x="connsiteX1" y="connsiteY1"/>
              </a:cxn>
              <a:cxn ang="0">
                <a:pos x="connsiteX2" y="connsiteY2"/>
              </a:cxn>
              <a:cxn ang="0">
                <a:pos x="connsiteX3" y="connsiteY3"/>
              </a:cxn>
            </a:cxnLst>
            <a:rect l="l" t="t" r="r" b="b"/>
            <a:pathLst>
              <a:path w="960120" h="579120">
                <a:moveTo>
                  <a:pt x="0" y="579120"/>
                </a:moveTo>
                <a:lnTo>
                  <a:pt x="533400" y="579120"/>
                </a:lnTo>
                <a:lnTo>
                  <a:pt x="533400" y="0"/>
                </a:lnTo>
                <a:lnTo>
                  <a:pt x="960120" y="0"/>
                </a:lnTo>
              </a:path>
            </a:pathLst>
          </a:custGeom>
          <a:ln w="127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dirty="0"/>
          </a:p>
        </p:txBody>
      </p:sp>
      <p:grpSp>
        <p:nvGrpSpPr>
          <p:cNvPr id="17" name="그룹 16">
            <a:extLst>
              <a:ext uri="{FF2B5EF4-FFF2-40B4-BE49-F238E27FC236}">
                <a16:creationId xmlns:a16="http://schemas.microsoft.com/office/drawing/2014/main" id="{F5A86451-F4D5-4EC7-8265-0D3908355D1D}"/>
              </a:ext>
            </a:extLst>
          </p:cNvPr>
          <p:cNvGrpSpPr/>
          <p:nvPr/>
        </p:nvGrpSpPr>
        <p:grpSpPr>
          <a:xfrm>
            <a:off x="1945676" y="2067333"/>
            <a:ext cx="1287239" cy="1287239"/>
            <a:chOff x="12525064" y="1807108"/>
            <a:chExt cx="1584176" cy="1584176"/>
          </a:xfrm>
        </p:grpSpPr>
        <p:sp>
          <p:nvSpPr>
            <p:cNvPr id="18" name="Oval 3">
              <a:extLst>
                <a:ext uri="{FF2B5EF4-FFF2-40B4-BE49-F238E27FC236}">
                  <a16:creationId xmlns:a16="http://schemas.microsoft.com/office/drawing/2014/main" id="{C3A2620E-F710-44ED-91A1-92594597DCB8}"/>
                </a:ext>
              </a:extLst>
            </p:cNvPr>
            <p:cNvSpPr/>
            <p:nvPr/>
          </p:nvSpPr>
          <p:spPr>
            <a:xfrm>
              <a:off x="12525064" y="1807108"/>
              <a:ext cx="1584176" cy="1584176"/>
            </a:xfrm>
            <a:prstGeom prst="ellipse">
              <a:avLst/>
            </a:prstGeom>
            <a:solidFill>
              <a:srgbClr val="193EB0">
                <a:alpha val="20000"/>
              </a:srgbClr>
            </a:solid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amsungOne-700" panose="020B0803030303020204" pitchFamily="34" charset="0"/>
              </a:endParaRPr>
            </a:p>
          </p:txBody>
        </p:sp>
        <p:sp>
          <p:nvSpPr>
            <p:cNvPr id="19" name="TextBox 18">
              <a:extLst>
                <a:ext uri="{FF2B5EF4-FFF2-40B4-BE49-F238E27FC236}">
                  <a16:creationId xmlns:a16="http://schemas.microsoft.com/office/drawing/2014/main" id="{B08AF2EF-F67F-4C80-BF3A-E8D058DF48EE}"/>
                </a:ext>
              </a:extLst>
            </p:cNvPr>
            <p:cNvSpPr txBox="1"/>
            <p:nvPr/>
          </p:nvSpPr>
          <p:spPr>
            <a:xfrm>
              <a:off x="13158420" y="2460696"/>
              <a:ext cx="317462" cy="340896"/>
            </a:xfrm>
            <a:prstGeom prst="rect">
              <a:avLst/>
            </a:prstGeom>
            <a:noFill/>
          </p:spPr>
          <p:txBody>
            <a:bodyPr wrap="square" lIns="0" tIns="0" rIns="0" bIns="0" rtlCol="0">
              <a:spAutoFit/>
            </a:bodyPr>
            <a:lstStyle/>
            <a:p>
              <a:pPr algn="ctr"/>
              <a:r>
                <a:rPr lang="en-US" dirty="0">
                  <a:solidFill>
                    <a:srgbClr val="193EB0"/>
                  </a:solidFill>
                  <a:latin typeface="SamsungOne-700" panose="020B0803030303020204" pitchFamily="34" charset="0"/>
                  <a:ea typeface="SamsungOne-700" panose="020B0803030303020204" pitchFamily="34" charset="0"/>
                  <a:cs typeface="Times New Roman" panose="02020603050405020304" pitchFamily="18" charset="0"/>
                </a:rPr>
                <a:t>A</a:t>
              </a:r>
            </a:p>
          </p:txBody>
        </p:sp>
      </p:grpSp>
      <p:grpSp>
        <p:nvGrpSpPr>
          <p:cNvPr id="20" name="그룹 19">
            <a:extLst>
              <a:ext uri="{FF2B5EF4-FFF2-40B4-BE49-F238E27FC236}">
                <a16:creationId xmlns:a16="http://schemas.microsoft.com/office/drawing/2014/main" id="{08BA71DE-8A59-4463-9861-F9073AD73FEB}"/>
              </a:ext>
            </a:extLst>
          </p:cNvPr>
          <p:cNvGrpSpPr/>
          <p:nvPr/>
        </p:nvGrpSpPr>
        <p:grpSpPr>
          <a:xfrm>
            <a:off x="6825646" y="2067333"/>
            <a:ext cx="1287239" cy="1287239"/>
            <a:chOff x="18141687" y="1807108"/>
            <a:chExt cx="1584176" cy="1584176"/>
          </a:xfrm>
        </p:grpSpPr>
        <p:sp>
          <p:nvSpPr>
            <p:cNvPr id="34" name="Oval 16">
              <a:extLst>
                <a:ext uri="{FF2B5EF4-FFF2-40B4-BE49-F238E27FC236}">
                  <a16:creationId xmlns:a16="http://schemas.microsoft.com/office/drawing/2014/main" id="{3D63BBA8-13FD-4824-88B8-2D454435DC2A}"/>
                </a:ext>
              </a:extLst>
            </p:cNvPr>
            <p:cNvSpPr/>
            <p:nvPr/>
          </p:nvSpPr>
          <p:spPr>
            <a:xfrm>
              <a:off x="18141687" y="1807108"/>
              <a:ext cx="1584176" cy="1584176"/>
            </a:xfrm>
            <a:prstGeom prst="ellipse">
              <a:avLst/>
            </a:prstGeom>
            <a:solidFill>
              <a:srgbClr val="00B050">
                <a:alpha val="20000"/>
              </a:srgbClr>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amsungOne-700" panose="020B0803030303020204" pitchFamily="34" charset="0"/>
              </a:endParaRPr>
            </a:p>
          </p:txBody>
        </p:sp>
        <p:sp>
          <p:nvSpPr>
            <p:cNvPr id="35" name="TextBox 34">
              <a:extLst>
                <a:ext uri="{FF2B5EF4-FFF2-40B4-BE49-F238E27FC236}">
                  <a16:creationId xmlns:a16="http://schemas.microsoft.com/office/drawing/2014/main" id="{084E9328-9167-46A4-833F-8C91EDE43C9E}"/>
                </a:ext>
              </a:extLst>
            </p:cNvPr>
            <p:cNvSpPr txBox="1"/>
            <p:nvPr/>
          </p:nvSpPr>
          <p:spPr>
            <a:xfrm>
              <a:off x="18775044" y="2460696"/>
              <a:ext cx="317462" cy="340896"/>
            </a:xfrm>
            <a:prstGeom prst="rect">
              <a:avLst/>
            </a:prstGeom>
            <a:noFill/>
          </p:spPr>
          <p:txBody>
            <a:bodyPr wrap="square" lIns="0" tIns="0" rIns="0" bIns="0" rtlCol="0">
              <a:spAutoFit/>
            </a:bodyPr>
            <a:lstStyle/>
            <a:p>
              <a:pPr algn="ctr"/>
              <a:r>
                <a:rPr lang="en-US" dirty="0">
                  <a:solidFill>
                    <a:srgbClr val="00B050"/>
                  </a:solidFill>
                  <a:latin typeface="SamsungOne-700" panose="020B0803030303020204" pitchFamily="34" charset="0"/>
                  <a:ea typeface="SamsungOne-700" panose="020B0803030303020204" pitchFamily="34" charset="0"/>
                  <a:cs typeface="Times New Roman" panose="02020603050405020304" pitchFamily="18" charset="0"/>
                </a:rPr>
                <a:t>B</a:t>
              </a:r>
            </a:p>
          </p:txBody>
        </p:sp>
      </p:grpSp>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22" name="직사각형 21">
            <a:extLst>
              <a:ext uri="{FF2B5EF4-FFF2-40B4-BE49-F238E27FC236}">
                <a16:creationId xmlns:a16="http://schemas.microsoft.com/office/drawing/2014/main" id="{96E4BEAC-2E85-42C9-8E72-7358D8EEFBE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DataFrames</a:t>
            </a:r>
            <a:r>
              <a:rPr lang="en-US" altLang="ko-KR" sz="1400" dirty="0">
                <a:solidFill>
                  <a:schemeClr val="tx1"/>
                </a:solidFill>
                <a:latin typeface="SamsungOne-400" panose="020B0503030303020204" pitchFamily="34" charset="0"/>
                <a:ea typeface="SamsungOne-400" panose="020B0503030303020204" pitchFamily="34" charset="0"/>
              </a:rPr>
              <a:t>: Full outer join.</a:t>
            </a:r>
          </a:p>
        </p:txBody>
      </p:sp>
    </p:spTree>
    <p:extLst>
      <p:ext uri="{BB962C8B-B14F-4D97-AF65-F5344CB8AC3E}">
        <p14:creationId xmlns:p14="http://schemas.microsoft.com/office/powerpoint/2010/main" val="758673227"/>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 name="Table 4">
            <a:extLst>
              <a:ext uri="{FF2B5EF4-FFF2-40B4-BE49-F238E27FC236}">
                <a16:creationId xmlns:a16="http://schemas.microsoft.com/office/drawing/2014/main" id="{79BEBF7F-C896-4427-833A-F8D6401109CC}"/>
              </a:ext>
            </a:extLst>
          </p:cNvPr>
          <p:cNvGraphicFramePr>
            <a:graphicFrameLocks noGrp="1"/>
          </p:cNvGraphicFramePr>
          <p:nvPr>
            <p:extLst>
              <p:ext uri="{D42A27DB-BD31-4B8C-83A1-F6EECF244321}">
                <p14:modId xmlns:p14="http://schemas.microsoft.com/office/powerpoint/2010/main" val="3320630291"/>
              </p:ext>
            </p:extLst>
          </p:nvPr>
        </p:nvGraphicFramePr>
        <p:xfrm>
          <a:off x="699295" y="3488033"/>
          <a:ext cx="8659970" cy="2682720"/>
        </p:xfrm>
        <a:graphic>
          <a:graphicData uri="http://schemas.openxmlformats.org/drawingml/2006/table">
            <a:tbl>
              <a:tblPr firstRow="1" bandRow="1">
                <a:tableStyleId>{5940675A-B579-460E-94D1-54222C63F5DA}</a:tableStyleId>
              </a:tblPr>
              <a:tblGrid>
                <a:gridCol w="1530864">
                  <a:extLst>
                    <a:ext uri="{9D8B030D-6E8A-4147-A177-3AD203B41FA5}">
                      <a16:colId xmlns:a16="http://schemas.microsoft.com/office/drawing/2014/main" val="20000"/>
                    </a:ext>
                  </a:extLst>
                </a:gridCol>
                <a:gridCol w="1309702">
                  <a:extLst>
                    <a:ext uri="{9D8B030D-6E8A-4147-A177-3AD203B41FA5}">
                      <a16:colId xmlns:a16="http://schemas.microsoft.com/office/drawing/2014/main" val="20001"/>
                    </a:ext>
                  </a:extLst>
                </a:gridCol>
                <a:gridCol w="1385020">
                  <a:extLst>
                    <a:ext uri="{9D8B030D-6E8A-4147-A177-3AD203B41FA5}">
                      <a16:colId xmlns:a16="http://schemas.microsoft.com/office/drawing/2014/main" val="20002"/>
                    </a:ext>
                  </a:extLst>
                </a:gridCol>
                <a:gridCol w="1757427">
                  <a:extLst>
                    <a:ext uri="{9D8B030D-6E8A-4147-A177-3AD203B41FA5}">
                      <a16:colId xmlns:a16="http://schemas.microsoft.com/office/drawing/2014/main" val="1767892721"/>
                    </a:ext>
                  </a:extLst>
                </a:gridCol>
                <a:gridCol w="1221830">
                  <a:extLst>
                    <a:ext uri="{9D8B030D-6E8A-4147-A177-3AD203B41FA5}">
                      <a16:colId xmlns:a16="http://schemas.microsoft.com/office/drawing/2014/main" val="774661330"/>
                    </a:ext>
                  </a:extLst>
                </a:gridCol>
                <a:gridCol w="1455127">
                  <a:extLst>
                    <a:ext uri="{9D8B030D-6E8A-4147-A177-3AD203B41FA5}">
                      <a16:colId xmlns:a16="http://schemas.microsoft.com/office/drawing/2014/main" val="1836977935"/>
                    </a:ext>
                  </a:extLst>
                </a:gridCol>
              </a:tblGrid>
              <a:tr h="298800">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A.Tên</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Giới</a:t>
                      </a:r>
                      <a:r>
                        <a:rPr lang="en-US" sz="1400" b="0" kern="1200" baseline="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baseline="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tính</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algn="ct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B.Tên</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Chức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vụ</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tc>
                  <a:txBody>
                    <a:bodyPr/>
                    <a:lstStyle/>
                    <a:p>
                      <a:pPr marL="0" algn="ctr" defTabSz="914400" rtl="0" eaLnBrk="1" latinLnBrk="1" hangingPunct="1"/>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Mức</a:t>
                      </a:r>
                      <a:r>
                        <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400" b="0" kern="1200" dirty="0" err="1">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lương</a:t>
                      </a:r>
                      <a:endParaRPr lang="en-US" sz="1400" b="0" kern="1200" dirty="0">
                        <a:gradFill>
                          <a:gsLst>
                            <a:gs pos="0">
                              <a:schemeClr val="bg1"/>
                            </a:gs>
                            <a:gs pos="100000">
                              <a:schemeClr val="bg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98800">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Harry</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Potter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Male</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23</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126"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126"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126"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98800">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David Baker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Male</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31</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126"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126"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98800">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Male</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22</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John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Smith</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Thực</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tập</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sinh</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25000</a:t>
                      </a: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643686523"/>
                  </a:ext>
                </a:extLst>
              </a:tr>
              <a:tr h="298800">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Juan</a:t>
                      </a:r>
                      <a:r>
                        <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Martinez</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Male</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36</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484206271"/>
                  </a:ext>
                </a:extLst>
              </a:tr>
              <a:tr h="298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 Connor</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Female</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30</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Jane Connor</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Quản</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algn="ctr" defTabSz="914400" rtl="0" eaLnBrk="1" latinLnBrk="1" hangingPunct="1"/>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70000</a:t>
                      </a: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719788350"/>
                  </a:ext>
                </a:extLst>
              </a:tr>
              <a:tr h="29880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Alex Du Bois</a:t>
                      </a: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Trưởng</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nhóm</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75000</a:t>
                      </a: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3925341"/>
                  </a:ext>
                </a:extLst>
              </a:tr>
              <a:tr h="29880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300" b="0" kern="120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Không</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xác</a:t>
                      </a:r>
                      <a:r>
                        <a:rPr lang="en-US" altLang="ko-KR" sz="1300" b="0" kern="1200" baseline="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300" b="0" kern="1200" baseline="0" dirty="0" err="1">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định</a:t>
                      </a:r>
                      <a:endParaRPr lang="en-US" altLang="ko-KR" sz="13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Joanne Rowling</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Quản</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lý</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90000</a:t>
                      </a:r>
                    </a:p>
                  </a:txBody>
                  <a:tcPr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84061580"/>
                  </a:ext>
                </a:extLst>
              </a:tr>
            </a:tbl>
          </a:graphicData>
        </a:graphic>
      </p:graphicFrame>
      <p:grpSp>
        <p:nvGrpSpPr>
          <p:cNvPr id="11" name="그룹 10"/>
          <p:cNvGrpSpPr/>
          <p:nvPr/>
        </p:nvGrpSpPr>
        <p:grpSpPr>
          <a:xfrm>
            <a:off x="3853896" y="2060848"/>
            <a:ext cx="2195033" cy="1287239"/>
            <a:chOff x="5917852" y="2705299"/>
            <a:chExt cx="2195033" cy="1287239"/>
          </a:xfrm>
        </p:grpSpPr>
        <p:sp>
          <p:nvSpPr>
            <p:cNvPr id="12" name="Oval 3">
              <a:extLst>
                <a:ext uri="{FF2B5EF4-FFF2-40B4-BE49-F238E27FC236}">
                  <a16:creationId xmlns:a16="http://schemas.microsoft.com/office/drawing/2014/main" id="{C3A2620E-F710-44ED-91A1-92594597DCB8}"/>
                </a:ext>
              </a:extLst>
            </p:cNvPr>
            <p:cNvSpPr/>
            <p:nvPr/>
          </p:nvSpPr>
          <p:spPr>
            <a:xfrm>
              <a:off x="5917852" y="2705299"/>
              <a:ext cx="1287239" cy="1287239"/>
            </a:xfrm>
            <a:prstGeom prst="ellipse">
              <a:avLst/>
            </a:prstGeom>
            <a:solidFill>
              <a:schemeClr val="tx1">
                <a:alpha val="2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SamsungOne-700" panose="020B0803030303020204" pitchFamily="34" charset="0"/>
              </a:endParaRPr>
            </a:p>
          </p:txBody>
        </p:sp>
        <p:sp>
          <p:nvSpPr>
            <p:cNvPr id="13" name="Oval 16">
              <a:extLst>
                <a:ext uri="{FF2B5EF4-FFF2-40B4-BE49-F238E27FC236}">
                  <a16:creationId xmlns:a16="http://schemas.microsoft.com/office/drawing/2014/main" id="{3D63BBA8-13FD-4824-88B8-2D454435DC2A}"/>
                </a:ext>
              </a:extLst>
            </p:cNvPr>
            <p:cNvSpPr/>
            <p:nvPr/>
          </p:nvSpPr>
          <p:spPr>
            <a:xfrm>
              <a:off x="6825646" y="2705299"/>
              <a:ext cx="1287239" cy="1287239"/>
            </a:xfrm>
            <a:prstGeom prst="ellipse">
              <a:avLst/>
            </a:prstGeom>
            <a:solidFill>
              <a:schemeClr val="tx1">
                <a:alpha val="2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SamsungOne-700" panose="020B0803030303020204" pitchFamily="34" charset="0"/>
              </a:endParaRPr>
            </a:p>
          </p:txBody>
        </p:sp>
      </p:grpSp>
      <p:grpSp>
        <p:nvGrpSpPr>
          <p:cNvPr id="19" name="그룹 1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0" name="직사각형 1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1" name="직사각형 20">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15" name="직사각형 14">
            <a:extLst>
              <a:ext uri="{FF2B5EF4-FFF2-40B4-BE49-F238E27FC236}">
                <a16:creationId xmlns:a16="http://schemas.microsoft.com/office/drawing/2014/main" id="{7532BD83-F2C1-48D6-991A-48068CCD2B3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DataFrames</a:t>
            </a:r>
            <a:r>
              <a:rPr lang="en-US" altLang="ko-KR" sz="1400" dirty="0">
                <a:solidFill>
                  <a:schemeClr val="tx1"/>
                </a:solidFill>
                <a:latin typeface="SamsungOne-400" panose="020B0503030303020204" pitchFamily="34" charset="0"/>
                <a:ea typeface="SamsungOne-400" panose="020B0503030303020204" pitchFamily="34" charset="0"/>
              </a:rPr>
              <a:t>: Full outer join.</a:t>
            </a:r>
          </a:p>
        </p:txBody>
      </p:sp>
    </p:spTree>
    <p:extLst>
      <p:ext uri="{BB962C8B-B14F-4D97-AF65-F5344CB8AC3E}">
        <p14:creationId xmlns:p14="http://schemas.microsoft.com/office/powerpoint/2010/main" val="1642078464"/>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CF375338-14F1-47EC-8EA3-FCDC82F89882}"/>
              </a:ext>
            </a:extLst>
          </p:cNvPr>
          <p:cNvGrpSpPr/>
          <p:nvPr/>
        </p:nvGrpSpPr>
        <p:grpSpPr>
          <a:xfrm>
            <a:off x="558396" y="1772816"/>
            <a:ext cx="8782050" cy="1355576"/>
            <a:chOff x="558396" y="1844824"/>
            <a:chExt cx="8782050" cy="1355576"/>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8396" y="1844824"/>
              <a:ext cx="8782050" cy="135557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23070"/>
            <a:stretch/>
          </p:blipFill>
          <p:spPr>
            <a:xfrm>
              <a:off x="596901" y="1931778"/>
              <a:ext cx="8742793" cy="1212783"/>
            </a:xfrm>
            <a:prstGeom prst="rect">
              <a:avLst/>
            </a:prstGeom>
          </p:spPr>
        </p:pic>
      </p:grpSp>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28" name="직사각형 27">
            <a:extLst>
              <a:ext uri="{FF2B5EF4-FFF2-40B4-BE49-F238E27FC236}">
                <a16:creationId xmlns:a16="http://schemas.microsoft.com/office/drawing/2014/main" id="{7E3EAE4C-FB58-4499-B9BB-6AAF4F855F3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kết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5" name="그룹 4">
            <a:extLst>
              <a:ext uri="{FF2B5EF4-FFF2-40B4-BE49-F238E27FC236}">
                <a16:creationId xmlns:a16="http://schemas.microsoft.com/office/drawing/2014/main" id="{89767CB6-E1CE-41C5-B7A4-9DBDC9C932CB}"/>
              </a:ext>
            </a:extLst>
          </p:cNvPr>
          <p:cNvGrpSpPr/>
          <p:nvPr/>
        </p:nvGrpSpPr>
        <p:grpSpPr>
          <a:xfrm>
            <a:off x="557644" y="3215346"/>
            <a:ext cx="8782050" cy="2594904"/>
            <a:chOff x="557644" y="3215346"/>
            <a:chExt cx="8782050" cy="2594904"/>
          </a:xfrm>
        </p:grpSpPr>
        <p:grpSp>
          <p:nvGrpSpPr>
            <p:cNvPr id="17" name="그룹 16"/>
            <p:cNvGrpSpPr/>
            <p:nvPr/>
          </p:nvGrpSpPr>
          <p:grpSpPr>
            <a:xfrm>
              <a:off x="557644" y="3215346"/>
              <a:ext cx="8782050" cy="2594904"/>
              <a:chOff x="568325" y="5114924"/>
              <a:chExt cx="8782050" cy="2681380"/>
            </a:xfrm>
          </p:grpSpPr>
          <p:sp>
            <p:nvSpPr>
              <p:cNvPr id="18" name="모서리가 둥근 직사각형 4">
                <a:extLst>
                  <a:ext uri="{FF2B5EF4-FFF2-40B4-BE49-F238E27FC236}">
                    <a16:creationId xmlns:a16="http://schemas.microsoft.com/office/drawing/2014/main" id="{930158F8-A5B7-4F97-8E44-C73FC55364FC}"/>
                  </a:ext>
                </a:extLst>
              </p:cNvPr>
              <p:cNvSpPr/>
              <p:nvPr/>
            </p:nvSpPr>
            <p:spPr>
              <a:xfrm>
                <a:off x="568325" y="5114924"/>
                <a:ext cx="8782050" cy="268138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9" name="그룹 18"/>
              <p:cNvGrpSpPr/>
              <p:nvPr/>
            </p:nvGrpSpPr>
            <p:grpSpPr>
              <a:xfrm>
                <a:off x="675835" y="5210921"/>
                <a:ext cx="1477946" cy="302132"/>
                <a:chOff x="732985" y="5582396"/>
                <a:chExt cx="1477946" cy="302132"/>
              </a:xfrm>
            </p:grpSpPr>
            <p:pic>
              <p:nvPicPr>
                <p:cNvPr id="21" name="Picture 2" descr="Byte - Free electronics icons">
                  <a:extLst>
                    <a:ext uri="{FF2B5EF4-FFF2-40B4-BE49-F238E27FC236}">
                      <a16:creationId xmlns:a16="http://schemas.microsoft.com/office/drawing/2014/main" id="{2E1868BC-E3F2-46C6-A15E-1A8572E0F8A8}"/>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4FCF8530-89F0-4211-819E-6AFF60A92E66}"/>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1, 2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0" name="TextBox 19">
                <a:extLst>
                  <a:ext uri="{FF2B5EF4-FFF2-40B4-BE49-F238E27FC236}">
                    <a16:creationId xmlns:a16="http://schemas.microsoft.com/office/drawing/2014/main" id="{FF266B98-5C19-4B37-8678-61D0A80AF6D7}"/>
                  </a:ext>
                </a:extLst>
              </p:cNvPr>
              <p:cNvSpPr txBox="1"/>
              <p:nvPr/>
            </p:nvSpPr>
            <p:spPr>
              <a:xfrm>
                <a:off x="1035256" y="5556976"/>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latin typeface="SamsungOne-400" panose="020B0503030303020204" pitchFamily="34" charset="0"/>
                    <a:ea typeface="SamsungOne-400" panose="020B0503030303020204" pitchFamily="34" charset="0"/>
                    <a:cs typeface="Tahoma" panose="020B0604030504040204" pitchFamily="34" charset="0"/>
                  </a:rPr>
                  <a:t>Inner join.</a:t>
                </a:r>
              </a:p>
            </p:txBody>
          </p:sp>
        </p:grpSp>
        <p:grpSp>
          <p:nvGrpSpPr>
            <p:cNvPr id="31" name="그룹 30">
              <a:extLst>
                <a:ext uri="{FF2B5EF4-FFF2-40B4-BE49-F238E27FC236}">
                  <a16:creationId xmlns:a16="http://schemas.microsoft.com/office/drawing/2014/main" id="{0D8F4CA7-4F7A-4C13-A794-7B942B19785E}"/>
                </a:ext>
              </a:extLst>
            </p:cNvPr>
            <p:cNvGrpSpPr/>
            <p:nvPr/>
          </p:nvGrpSpPr>
          <p:grpSpPr>
            <a:xfrm>
              <a:off x="665154" y="3938835"/>
              <a:ext cx="8640559" cy="534950"/>
              <a:chOff x="665154" y="3305875"/>
              <a:chExt cx="8640559" cy="534950"/>
            </a:xfrm>
          </p:grpSpPr>
          <p:grpSp>
            <p:nvGrpSpPr>
              <p:cNvPr id="32" name="그룹 31">
                <a:extLst>
                  <a:ext uri="{FF2B5EF4-FFF2-40B4-BE49-F238E27FC236}">
                    <a16:creationId xmlns:a16="http://schemas.microsoft.com/office/drawing/2014/main" id="{0D0A2EEA-3D91-473A-99E3-BDAF8298C6B5}"/>
                  </a:ext>
                </a:extLst>
              </p:cNvPr>
              <p:cNvGrpSpPr/>
              <p:nvPr/>
            </p:nvGrpSpPr>
            <p:grpSpPr>
              <a:xfrm>
                <a:off x="665154" y="3305875"/>
                <a:ext cx="1477946" cy="292388"/>
                <a:chOff x="732985" y="5582396"/>
                <a:chExt cx="1477946" cy="302132"/>
              </a:xfrm>
            </p:grpSpPr>
            <p:pic>
              <p:nvPicPr>
                <p:cNvPr id="34" name="Picture 2" descr="Byte - Free electronics icons">
                  <a:extLst>
                    <a:ext uri="{FF2B5EF4-FFF2-40B4-BE49-F238E27FC236}">
                      <a16:creationId xmlns:a16="http://schemas.microsoft.com/office/drawing/2014/main" id="{F9901F6A-645F-489B-8320-268E28081247}"/>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5" name="TextBox 34">
                  <a:extLst>
                    <a:ext uri="{FF2B5EF4-FFF2-40B4-BE49-F238E27FC236}">
                      <a16:creationId xmlns:a16="http://schemas.microsoft.com/office/drawing/2014/main" id="{2847488B-DF2D-4C23-AB65-EE1F3A4C2EE0}"/>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3" name="TextBox 32">
                <a:extLst>
                  <a:ext uri="{FF2B5EF4-FFF2-40B4-BE49-F238E27FC236}">
                    <a16:creationId xmlns:a16="http://schemas.microsoft.com/office/drawing/2014/main" id="{EA335F7D-5FA0-4A1E-8249-2C231DDBE7C9}"/>
                  </a:ext>
                </a:extLst>
              </p:cNvPr>
              <p:cNvSpPr txBox="1"/>
              <p:nvPr/>
            </p:nvSpPr>
            <p:spPr>
              <a:xfrm>
                <a:off x="1024575" y="3640770"/>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latin typeface="SamsungOne-400" panose="020B0503030303020204" pitchFamily="34" charset="0"/>
                    <a:ea typeface="SamsungOne-400" panose="020B0503030303020204" pitchFamily="34" charset="0"/>
                    <a:cs typeface="Tahoma" panose="020B0604030504040204" pitchFamily="34" charset="0"/>
                  </a:rPr>
                  <a:t>Left join</a:t>
                </a:r>
              </a:p>
            </p:txBody>
          </p:sp>
        </p:grpSp>
        <p:grpSp>
          <p:nvGrpSpPr>
            <p:cNvPr id="36" name="그룹 35">
              <a:extLst>
                <a:ext uri="{FF2B5EF4-FFF2-40B4-BE49-F238E27FC236}">
                  <a16:creationId xmlns:a16="http://schemas.microsoft.com/office/drawing/2014/main" id="{78BAD899-86F1-4DF4-888C-5DFEEF26DE55}"/>
                </a:ext>
              </a:extLst>
            </p:cNvPr>
            <p:cNvGrpSpPr/>
            <p:nvPr/>
          </p:nvGrpSpPr>
          <p:grpSpPr>
            <a:xfrm>
              <a:off x="665154" y="4559490"/>
              <a:ext cx="8640559" cy="534950"/>
              <a:chOff x="665154" y="3327085"/>
              <a:chExt cx="8640559" cy="534950"/>
            </a:xfrm>
          </p:grpSpPr>
          <p:grpSp>
            <p:nvGrpSpPr>
              <p:cNvPr id="37" name="그룹 36">
                <a:extLst>
                  <a:ext uri="{FF2B5EF4-FFF2-40B4-BE49-F238E27FC236}">
                    <a16:creationId xmlns:a16="http://schemas.microsoft.com/office/drawing/2014/main" id="{E50AA644-3556-417A-B368-6C21F55C35B1}"/>
                  </a:ext>
                </a:extLst>
              </p:cNvPr>
              <p:cNvGrpSpPr/>
              <p:nvPr/>
            </p:nvGrpSpPr>
            <p:grpSpPr>
              <a:xfrm>
                <a:off x="665154" y="3327085"/>
                <a:ext cx="1477946" cy="292388"/>
                <a:chOff x="732985" y="5582396"/>
                <a:chExt cx="1477946" cy="302132"/>
              </a:xfrm>
            </p:grpSpPr>
            <p:pic>
              <p:nvPicPr>
                <p:cNvPr id="39" name="Picture 2" descr="Byte - Free electronics icons">
                  <a:extLst>
                    <a:ext uri="{FF2B5EF4-FFF2-40B4-BE49-F238E27FC236}">
                      <a16:creationId xmlns:a16="http://schemas.microsoft.com/office/drawing/2014/main" id="{BEFCF574-7621-4B84-8236-7C114F8A904F}"/>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0" name="TextBox 39">
                  <a:extLst>
                    <a:ext uri="{FF2B5EF4-FFF2-40B4-BE49-F238E27FC236}">
                      <a16:creationId xmlns:a16="http://schemas.microsoft.com/office/drawing/2014/main" id="{CB35A0F5-2AF4-4E7E-B81A-4A327698A51E}"/>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8" name="TextBox 37">
                <a:extLst>
                  <a:ext uri="{FF2B5EF4-FFF2-40B4-BE49-F238E27FC236}">
                    <a16:creationId xmlns:a16="http://schemas.microsoft.com/office/drawing/2014/main" id="{665FDA29-FF0E-4BF1-A316-2DFBC946BEEB}"/>
                  </a:ext>
                </a:extLst>
              </p:cNvPr>
              <p:cNvSpPr txBox="1"/>
              <p:nvPr/>
            </p:nvSpPr>
            <p:spPr>
              <a:xfrm>
                <a:off x="1024575" y="3661980"/>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latin typeface="SamsungOne-400" panose="020B0503030303020204" pitchFamily="34" charset="0"/>
                    <a:ea typeface="SamsungOne-400" panose="020B0503030303020204" pitchFamily="34" charset="0"/>
                    <a:cs typeface="Tahoma" panose="020B0604030504040204" pitchFamily="34" charset="0"/>
                  </a:rPr>
                  <a:t>Right join</a:t>
                </a:r>
              </a:p>
            </p:txBody>
          </p:sp>
        </p:grpSp>
        <p:grpSp>
          <p:nvGrpSpPr>
            <p:cNvPr id="41" name="그룹 40">
              <a:extLst>
                <a:ext uri="{FF2B5EF4-FFF2-40B4-BE49-F238E27FC236}">
                  <a16:creationId xmlns:a16="http://schemas.microsoft.com/office/drawing/2014/main" id="{DB2D60BE-C16D-42C2-BF81-217178FC28AD}"/>
                </a:ext>
              </a:extLst>
            </p:cNvPr>
            <p:cNvGrpSpPr/>
            <p:nvPr/>
          </p:nvGrpSpPr>
          <p:grpSpPr>
            <a:xfrm>
              <a:off x="665154" y="5155997"/>
              <a:ext cx="8640559" cy="534950"/>
              <a:chOff x="665154" y="3327085"/>
              <a:chExt cx="8640559" cy="534950"/>
            </a:xfrm>
          </p:grpSpPr>
          <p:grpSp>
            <p:nvGrpSpPr>
              <p:cNvPr id="42" name="그룹 41">
                <a:extLst>
                  <a:ext uri="{FF2B5EF4-FFF2-40B4-BE49-F238E27FC236}">
                    <a16:creationId xmlns:a16="http://schemas.microsoft.com/office/drawing/2014/main" id="{EA015894-4F55-45D5-AD45-D12E6862FFD6}"/>
                  </a:ext>
                </a:extLst>
              </p:cNvPr>
              <p:cNvGrpSpPr/>
              <p:nvPr/>
            </p:nvGrpSpPr>
            <p:grpSpPr>
              <a:xfrm>
                <a:off x="665154" y="3327085"/>
                <a:ext cx="1477946" cy="292388"/>
                <a:chOff x="732985" y="5582396"/>
                <a:chExt cx="1477946" cy="302132"/>
              </a:xfrm>
            </p:grpSpPr>
            <p:pic>
              <p:nvPicPr>
                <p:cNvPr id="44" name="Picture 2" descr="Byte - Free electronics icons">
                  <a:extLst>
                    <a:ext uri="{FF2B5EF4-FFF2-40B4-BE49-F238E27FC236}">
                      <a16:creationId xmlns:a16="http://schemas.microsoft.com/office/drawing/2014/main" id="{6E223764-EB8C-40EA-82E8-95885C5114E5}"/>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5" name="TextBox 44">
                  <a:extLst>
                    <a:ext uri="{FF2B5EF4-FFF2-40B4-BE49-F238E27FC236}">
                      <a16:creationId xmlns:a16="http://schemas.microsoft.com/office/drawing/2014/main" id="{F52DDBB2-5938-4076-9DF4-CF017DA48B74}"/>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43" name="TextBox 42">
                <a:extLst>
                  <a:ext uri="{FF2B5EF4-FFF2-40B4-BE49-F238E27FC236}">
                    <a16:creationId xmlns:a16="http://schemas.microsoft.com/office/drawing/2014/main" id="{47851B71-A885-44F9-9D9F-077013D3F9CE}"/>
                  </a:ext>
                </a:extLst>
              </p:cNvPr>
              <p:cNvSpPr txBox="1"/>
              <p:nvPr/>
            </p:nvSpPr>
            <p:spPr>
              <a:xfrm>
                <a:off x="1024575" y="3661980"/>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latin typeface="SamsungOne-400" panose="020B0503030303020204" pitchFamily="34" charset="0"/>
                    <a:ea typeface="SamsungOne-400" panose="020B0503030303020204" pitchFamily="34" charset="0"/>
                    <a:cs typeface="Tahoma" panose="020B0604030504040204" pitchFamily="34" charset="0"/>
                  </a:rPr>
                  <a:t>Full outer join</a:t>
                </a:r>
              </a:p>
            </p:txBody>
          </p:sp>
        </p:grpSp>
      </p:grpSp>
    </p:spTree>
    <p:extLst>
      <p:ext uri="{BB962C8B-B14F-4D97-AF65-F5344CB8AC3E}">
        <p14:creationId xmlns:p14="http://schemas.microsoft.com/office/powerpoint/2010/main" val="4097312932"/>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그룹 16"/>
          <p:cNvGrpSpPr/>
          <p:nvPr/>
        </p:nvGrpSpPr>
        <p:grpSpPr>
          <a:xfrm>
            <a:off x="557644" y="2621289"/>
            <a:ext cx="8782050" cy="1360161"/>
            <a:chOff x="568325" y="5114924"/>
            <a:chExt cx="8782050" cy="1405487"/>
          </a:xfrm>
        </p:grpSpPr>
        <p:sp>
          <p:nvSpPr>
            <p:cNvPr id="18" name="모서리가 둥근 직사각형 4">
              <a:extLst>
                <a:ext uri="{FF2B5EF4-FFF2-40B4-BE49-F238E27FC236}">
                  <a16:creationId xmlns:a16="http://schemas.microsoft.com/office/drawing/2014/main" id="{930158F8-A5B7-4F97-8E44-C73FC55364FC}"/>
                </a:ext>
              </a:extLst>
            </p:cNvPr>
            <p:cNvSpPr/>
            <p:nvPr/>
          </p:nvSpPr>
          <p:spPr>
            <a:xfrm>
              <a:off x="568325" y="5114924"/>
              <a:ext cx="8782050" cy="140548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9" name="그룹 18"/>
            <p:cNvGrpSpPr/>
            <p:nvPr/>
          </p:nvGrpSpPr>
          <p:grpSpPr>
            <a:xfrm>
              <a:off x="675835" y="5210921"/>
              <a:ext cx="1477946" cy="302132"/>
              <a:chOff x="732985" y="5582396"/>
              <a:chExt cx="1477946" cy="302132"/>
            </a:xfrm>
          </p:grpSpPr>
          <p:pic>
            <p:nvPicPr>
              <p:cNvPr id="21" name="Picture 2" descr="Byte - Free electronics icons">
                <a:extLst>
                  <a:ext uri="{FF2B5EF4-FFF2-40B4-BE49-F238E27FC236}">
                    <a16:creationId xmlns:a16="http://schemas.microsoft.com/office/drawing/2014/main" id="{2E1868BC-E3F2-46C6-A15E-1A8572E0F8A8}"/>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4FCF8530-89F0-4211-819E-6AFF60A92E66}"/>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0" name="TextBox 19">
              <a:extLst>
                <a:ext uri="{FF2B5EF4-FFF2-40B4-BE49-F238E27FC236}">
                  <a16:creationId xmlns:a16="http://schemas.microsoft.com/office/drawing/2014/main" id="{FF266B98-5C19-4B37-8678-61D0A80AF6D7}"/>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Liên</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kết</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theo</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chiều</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dọc</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bằng</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cách</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khớp</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tên</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cột</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a:t>
              </a:r>
            </a:p>
          </p:txBody>
        </p:sp>
      </p:grpSp>
      <p:grpSp>
        <p:nvGrpSpPr>
          <p:cNvPr id="2" name="그룹 1">
            <a:extLst>
              <a:ext uri="{FF2B5EF4-FFF2-40B4-BE49-F238E27FC236}">
                <a16:creationId xmlns:a16="http://schemas.microsoft.com/office/drawing/2014/main" id="{F85FA0A2-A8ED-46BE-A18E-70E78782F06F}"/>
              </a:ext>
            </a:extLst>
          </p:cNvPr>
          <p:cNvGrpSpPr/>
          <p:nvPr/>
        </p:nvGrpSpPr>
        <p:grpSpPr>
          <a:xfrm>
            <a:off x="558396" y="1772816"/>
            <a:ext cx="8782050" cy="745976"/>
            <a:chOff x="558396" y="1844825"/>
            <a:chExt cx="8782050" cy="745976"/>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8396" y="1844825"/>
              <a:ext cx="8782050" cy="74597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23374"/>
            <a:stretch/>
          </p:blipFill>
          <p:spPr>
            <a:xfrm>
              <a:off x="568325" y="1887367"/>
              <a:ext cx="8771369" cy="674857"/>
            </a:xfrm>
            <a:prstGeom prst="rect">
              <a:avLst/>
            </a:prstGeom>
          </p:spPr>
        </p:pic>
      </p:grpSp>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28" name="직사각형 27">
            <a:extLst>
              <a:ext uri="{FF2B5EF4-FFF2-40B4-BE49-F238E27FC236}">
                <a16:creationId xmlns:a16="http://schemas.microsoft.com/office/drawing/2014/main" id="{C61202A9-31E7-42A7-AC35-7CC304B5F5E8}"/>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kết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31" name="그룹 30">
            <a:extLst>
              <a:ext uri="{FF2B5EF4-FFF2-40B4-BE49-F238E27FC236}">
                <a16:creationId xmlns:a16="http://schemas.microsoft.com/office/drawing/2014/main" id="{C007FB95-53BB-4390-A96A-6BF2FCBDDE98}"/>
              </a:ext>
            </a:extLst>
          </p:cNvPr>
          <p:cNvGrpSpPr/>
          <p:nvPr/>
        </p:nvGrpSpPr>
        <p:grpSpPr>
          <a:xfrm>
            <a:off x="665154" y="3330859"/>
            <a:ext cx="8640559" cy="534949"/>
            <a:chOff x="665154" y="2842461"/>
            <a:chExt cx="8640559" cy="534949"/>
          </a:xfrm>
        </p:grpSpPr>
        <p:grpSp>
          <p:nvGrpSpPr>
            <p:cNvPr id="32" name="그룹 31">
              <a:extLst>
                <a:ext uri="{FF2B5EF4-FFF2-40B4-BE49-F238E27FC236}">
                  <a16:creationId xmlns:a16="http://schemas.microsoft.com/office/drawing/2014/main" id="{FA22EB4E-3C2A-4202-B16F-D05E13557F0D}"/>
                </a:ext>
              </a:extLst>
            </p:cNvPr>
            <p:cNvGrpSpPr/>
            <p:nvPr/>
          </p:nvGrpSpPr>
          <p:grpSpPr>
            <a:xfrm>
              <a:off x="665154" y="2842461"/>
              <a:ext cx="1477946" cy="292388"/>
              <a:chOff x="732985" y="5582396"/>
              <a:chExt cx="1477946" cy="302132"/>
            </a:xfrm>
          </p:grpSpPr>
          <p:pic>
            <p:nvPicPr>
              <p:cNvPr id="34" name="Picture 2" descr="Byte - Free electronics icons">
                <a:extLst>
                  <a:ext uri="{FF2B5EF4-FFF2-40B4-BE49-F238E27FC236}">
                    <a16:creationId xmlns:a16="http://schemas.microsoft.com/office/drawing/2014/main" id="{518480D1-D613-47A2-A213-71708D37896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5" name="TextBox 34">
                <a:extLst>
                  <a:ext uri="{FF2B5EF4-FFF2-40B4-BE49-F238E27FC236}">
                    <a16:creationId xmlns:a16="http://schemas.microsoft.com/office/drawing/2014/main" id="{4AA8D39F-939C-4D8B-867E-B4BCDE7C5A14}"/>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3" name="TextBox 32">
              <a:extLst>
                <a:ext uri="{FF2B5EF4-FFF2-40B4-BE49-F238E27FC236}">
                  <a16:creationId xmlns:a16="http://schemas.microsoft.com/office/drawing/2014/main" id="{A569ED95-094C-4F8A-B932-BC3C85A52970}"/>
                </a:ext>
              </a:extLst>
            </p:cNvPr>
            <p:cNvSpPr txBox="1"/>
            <p:nvPr/>
          </p:nvSpPr>
          <p:spPr>
            <a:xfrm>
              <a:off x="1024575" y="3177355"/>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latin typeface="SamsungOne-400" panose="020B0503030303020204" pitchFamily="34" charset="0"/>
                  <a:ea typeface="SamsungOne-400" panose="020B0503030303020204" pitchFamily="34" charset="0"/>
                  <a:cs typeface="Tahoma" panose="020B0604030504040204" pitchFamily="34" charset="0"/>
                </a:rPr>
                <a:t>Liên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kết</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theo</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chiều</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ngang</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bằng</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cách</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khớp</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các</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chỉ</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mục</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a:t>
              </a:r>
            </a:p>
          </p:txBody>
        </p:sp>
      </p:grpSp>
    </p:spTree>
    <p:extLst>
      <p:ext uri="{BB962C8B-B14F-4D97-AF65-F5344CB8AC3E}">
        <p14:creationId xmlns:p14="http://schemas.microsoft.com/office/powerpoint/2010/main" val="2949939784"/>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3" name="그룹 2">
            <a:extLst>
              <a:ext uri="{FF2B5EF4-FFF2-40B4-BE49-F238E27FC236}">
                <a16:creationId xmlns:a16="http://schemas.microsoft.com/office/drawing/2014/main" id="{04C69D5D-4F90-48AE-897C-D14DD4ED05E4}"/>
              </a:ext>
            </a:extLst>
          </p:cNvPr>
          <p:cNvGrpSpPr/>
          <p:nvPr/>
        </p:nvGrpSpPr>
        <p:grpSpPr>
          <a:xfrm>
            <a:off x="580388" y="1413381"/>
            <a:ext cx="8887612" cy="1463716"/>
            <a:chOff x="580388" y="1413381"/>
            <a:chExt cx="8887612" cy="1463716"/>
          </a:xfrm>
        </p:grpSpPr>
        <p:sp>
          <p:nvSpPr>
            <p:cNvPr id="28" name="직사각형 27">
              <a:extLst>
                <a:ext uri="{FF2B5EF4-FFF2-40B4-BE49-F238E27FC236}">
                  <a16:creationId xmlns:a16="http://schemas.microsoft.com/office/drawing/2014/main" id="{6AAC80D9-DBC8-41DA-83D9-AAFB759990D8}"/>
                </a:ext>
              </a:extLst>
            </p:cNvPr>
            <p:cNvSpPr/>
            <p:nvPr/>
          </p:nvSpPr>
          <p:spPr>
            <a:xfrm>
              <a:off x="711200" y="1628825"/>
              <a:ext cx="8632825" cy="1248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Khi dữ liệu được lưu ở nhiều nơi, có thể cần phải kết hợp chúng thành một hoặc ghép dữ liệu lại. Trong pandas, các hàm dùng để kết hợp hoặc ghép DataFrames bao gồm concat(), merge(), và join.</a:t>
              </a:r>
            </a:p>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pandas.concat (danh sách các DataFrames)</a:t>
              </a:r>
            </a:p>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Nếu hướng trục không được chỉ định, tùy chọn mặc định axis=0 được áp dụng và kết nối theo hướng hàng lên/xuống.</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1" name="직사각형 10">
              <a:extLst>
                <a:ext uri="{FF2B5EF4-FFF2-40B4-BE49-F238E27FC236}">
                  <a16:creationId xmlns:a16="http://schemas.microsoft.com/office/drawing/2014/main" id="{7E1050CB-55D4-4D7C-A4E1-BB2C1F853B9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Liên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kết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3261627709"/>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4" name="그룹 3">
            <a:extLst>
              <a:ext uri="{FF2B5EF4-FFF2-40B4-BE49-F238E27FC236}">
                <a16:creationId xmlns:a16="http://schemas.microsoft.com/office/drawing/2014/main" id="{EBDABF7D-4394-4770-9A96-AF210FDB1CD9}"/>
              </a:ext>
            </a:extLst>
          </p:cNvPr>
          <p:cNvGrpSpPr/>
          <p:nvPr/>
        </p:nvGrpSpPr>
        <p:grpSpPr>
          <a:xfrm>
            <a:off x="559817" y="1729383"/>
            <a:ext cx="8782050" cy="3880842"/>
            <a:chOff x="559817" y="1729383"/>
            <a:chExt cx="8782050" cy="3880842"/>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1729383"/>
              <a:ext cx="8782050" cy="388084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185" r="17419" b="3723"/>
            <a:stretch/>
          </p:blipFill>
          <p:spPr>
            <a:xfrm>
              <a:off x="609601" y="1783085"/>
              <a:ext cx="8732266" cy="3679136"/>
            </a:xfrm>
            <a:prstGeom prst="rect">
              <a:avLst/>
            </a:prstGeom>
          </p:spPr>
        </p:pic>
      </p:grpSp>
      <p:sp>
        <p:nvSpPr>
          <p:cNvPr id="11" name="직사각형 10">
            <a:extLst>
              <a:ext uri="{FF2B5EF4-FFF2-40B4-BE49-F238E27FC236}">
                <a16:creationId xmlns:a16="http://schemas.microsoft.com/office/drawing/2014/main" id="{F6FAC94E-CD1E-4E7B-A5EF-6EF9C31E6150}"/>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Liên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kết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1894304148"/>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11" name="직사각형 10">
            <a:extLst>
              <a:ext uri="{FF2B5EF4-FFF2-40B4-BE49-F238E27FC236}">
                <a16:creationId xmlns:a16="http://schemas.microsoft.com/office/drawing/2014/main" id="{00A1EE0D-48B3-47DF-9317-98763AD3D58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Liên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kết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24AF668B-1D60-4117-A371-0DC689DC2C83}"/>
              </a:ext>
            </a:extLst>
          </p:cNvPr>
          <p:cNvGrpSpPr/>
          <p:nvPr/>
        </p:nvGrpSpPr>
        <p:grpSpPr>
          <a:xfrm>
            <a:off x="559817" y="1729383"/>
            <a:ext cx="8782051" cy="3537942"/>
            <a:chOff x="559817" y="1729383"/>
            <a:chExt cx="8782051" cy="3537942"/>
          </a:xfrm>
        </p:grpSpPr>
        <p:sp>
          <p:nvSpPr>
            <p:cNvPr id="10" name="모서리가 둥근 직사각형 4">
              <a:extLst>
                <a:ext uri="{FF2B5EF4-FFF2-40B4-BE49-F238E27FC236}">
                  <a16:creationId xmlns:a16="http://schemas.microsoft.com/office/drawing/2014/main" id="{DB65F2FF-6A27-4550-8C61-DC8E0A0D58A3}"/>
                </a:ext>
              </a:extLst>
            </p:cNvPr>
            <p:cNvSpPr/>
            <p:nvPr/>
          </p:nvSpPr>
          <p:spPr>
            <a:xfrm>
              <a:off x="559817" y="1729383"/>
              <a:ext cx="8782050" cy="353794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2" name="그림 11">
              <a:extLst>
                <a:ext uri="{FF2B5EF4-FFF2-40B4-BE49-F238E27FC236}">
                  <a16:creationId xmlns:a16="http://schemas.microsoft.com/office/drawing/2014/main" id="{7465CC86-6AF9-4715-A4FB-657E0183837A}"/>
                </a:ext>
              </a:extLst>
            </p:cNvPr>
            <p:cNvPicPr>
              <a:picLocks noChangeAspect="1"/>
            </p:cNvPicPr>
            <p:nvPr/>
          </p:nvPicPr>
          <p:blipFill rotWithShape="1">
            <a:blip r:embed="rId4"/>
            <a:srcRect l="1560" r="16117" b="4045"/>
            <a:stretch/>
          </p:blipFill>
          <p:spPr>
            <a:xfrm>
              <a:off x="666750" y="1783086"/>
              <a:ext cx="8675118" cy="3350890"/>
            </a:xfrm>
            <a:prstGeom prst="rect">
              <a:avLst/>
            </a:prstGeom>
          </p:spPr>
        </p:pic>
      </p:grpSp>
    </p:spTree>
    <p:extLst>
      <p:ext uri="{BB962C8B-B14F-4D97-AF65-F5344CB8AC3E}">
        <p14:creationId xmlns:p14="http://schemas.microsoft.com/office/powerpoint/2010/main" val="2990227664"/>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4" name="그룹 3">
            <a:extLst>
              <a:ext uri="{FF2B5EF4-FFF2-40B4-BE49-F238E27FC236}">
                <a16:creationId xmlns:a16="http://schemas.microsoft.com/office/drawing/2014/main" id="{9D540CFA-253D-4193-9F1F-B303D6DA9686}"/>
              </a:ext>
            </a:extLst>
          </p:cNvPr>
          <p:cNvGrpSpPr/>
          <p:nvPr/>
        </p:nvGrpSpPr>
        <p:grpSpPr>
          <a:xfrm>
            <a:off x="559817" y="2043010"/>
            <a:ext cx="8782051" cy="3690246"/>
            <a:chOff x="559817" y="2100954"/>
            <a:chExt cx="8782051" cy="3690246"/>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2100954"/>
              <a:ext cx="8782050" cy="3690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187" r="14992"/>
            <a:stretch/>
          </p:blipFill>
          <p:spPr>
            <a:xfrm>
              <a:off x="624414" y="2176530"/>
              <a:ext cx="8717454" cy="3560294"/>
            </a:xfrm>
            <a:prstGeom prst="rect">
              <a:avLst/>
            </a:prstGeom>
          </p:spPr>
        </p:pic>
      </p:grpSp>
      <p:grpSp>
        <p:nvGrpSpPr>
          <p:cNvPr id="12" name="그룹 11">
            <a:extLst>
              <a:ext uri="{FF2B5EF4-FFF2-40B4-BE49-F238E27FC236}">
                <a16:creationId xmlns:a16="http://schemas.microsoft.com/office/drawing/2014/main" id="{5BF64A29-E07C-4DDB-B3FC-230689BD99B9}"/>
              </a:ext>
            </a:extLst>
          </p:cNvPr>
          <p:cNvGrpSpPr/>
          <p:nvPr/>
        </p:nvGrpSpPr>
        <p:grpSpPr>
          <a:xfrm>
            <a:off x="580388" y="1413381"/>
            <a:ext cx="8887612" cy="560905"/>
            <a:chOff x="580388" y="1413381"/>
            <a:chExt cx="8887612" cy="560905"/>
          </a:xfrm>
        </p:grpSpPr>
        <p:sp>
          <p:nvSpPr>
            <p:cNvPr id="13" name="직사각형 12">
              <a:extLst>
                <a:ext uri="{FF2B5EF4-FFF2-40B4-BE49-F238E27FC236}">
                  <a16:creationId xmlns:a16="http://schemas.microsoft.com/office/drawing/2014/main" id="{E2B6747E-823E-4529-BBF3-8AB78BA31420}"/>
                </a:ext>
              </a:extLst>
            </p:cNvPr>
            <p:cNvSpPr/>
            <p:nvPr/>
          </p:nvSpPr>
          <p:spPr>
            <a:xfrm>
              <a:off x="711200" y="1628825"/>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Các hàng 0,1,2 và 3 bắt nguồn từ df1 được nhập dưới dạng NaN vì không có cột "d".</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4" name="직사각형 13">
              <a:extLst>
                <a:ext uri="{FF2B5EF4-FFF2-40B4-BE49-F238E27FC236}">
                  <a16:creationId xmlns:a16="http://schemas.microsoft.com/office/drawing/2014/main" id="{06545082-FD7E-44CE-A243-9A540C3BAD1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Liên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kết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565017436"/>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5" name="그룹 4">
            <a:extLst>
              <a:ext uri="{FF2B5EF4-FFF2-40B4-BE49-F238E27FC236}">
                <a16:creationId xmlns:a16="http://schemas.microsoft.com/office/drawing/2014/main" id="{793C851C-6DDC-4133-8485-41CD6DD74B15}"/>
              </a:ext>
            </a:extLst>
          </p:cNvPr>
          <p:cNvGrpSpPr/>
          <p:nvPr/>
        </p:nvGrpSpPr>
        <p:grpSpPr>
          <a:xfrm>
            <a:off x="559817" y="2043010"/>
            <a:ext cx="8782051" cy="3690246"/>
            <a:chOff x="559817" y="2043010"/>
            <a:chExt cx="8782051" cy="3690246"/>
          </a:xfrm>
        </p:grpSpPr>
        <p:sp>
          <p:nvSpPr>
            <p:cNvPr id="17" name="모서리가 둥근 직사각형 4">
              <a:extLst>
                <a:ext uri="{FF2B5EF4-FFF2-40B4-BE49-F238E27FC236}">
                  <a16:creationId xmlns:a16="http://schemas.microsoft.com/office/drawing/2014/main" id="{D5612FAD-3380-4818-B2AB-CC1D14E56811}"/>
                </a:ext>
              </a:extLst>
            </p:cNvPr>
            <p:cNvSpPr/>
            <p:nvPr/>
          </p:nvSpPr>
          <p:spPr>
            <a:xfrm>
              <a:off x="559817" y="2043010"/>
              <a:ext cx="8782050" cy="3690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991" r="16015"/>
            <a:stretch/>
          </p:blipFill>
          <p:spPr>
            <a:xfrm>
              <a:off x="628650" y="2089423"/>
              <a:ext cx="8713218" cy="3632302"/>
            </a:xfrm>
            <a:prstGeom prst="rect">
              <a:avLst/>
            </a:prstGeom>
          </p:spPr>
        </p:pic>
      </p:grpSp>
      <p:grpSp>
        <p:nvGrpSpPr>
          <p:cNvPr id="12" name="그룹 11">
            <a:extLst>
              <a:ext uri="{FF2B5EF4-FFF2-40B4-BE49-F238E27FC236}">
                <a16:creationId xmlns:a16="http://schemas.microsoft.com/office/drawing/2014/main" id="{E6A23ABA-8FFE-46BE-9BC6-00339205BE23}"/>
              </a:ext>
            </a:extLst>
          </p:cNvPr>
          <p:cNvGrpSpPr/>
          <p:nvPr/>
        </p:nvGrpSpPr>
        <p:grpSpPr>
          <a:xfrm>
            <a:off x="580388" y="1413381"/>
            <a:ext cx="8887612" cy="560905"/>
            <a:chOff x="580388" y="1413381"/>
            <a:chExt cx="8887612" cy="560905"/>
          </a:xfrm>
        </p:grpSpPr>
        <p:sp>
          <p:nvSpPr>
            <p:cNvPr id="13" name="직사각형 12">
              <a:extLst>
                <a:ext uri="{FF2B5EF4-FFF2-40B4-BE49-F238E27FC236}">
                  <a16:creationId xmlns:a16="http://schemas.microsoft.com/office/drawing/2014/main" id="{3B461E04-FBA2-4473-8C06-E068892B74E5}"/>
                </a:ext>
              </a:extLst>
            </p:cNvPr>
            <p:cNvSpPr/>
            <p:nvPr/>
          </p:nvSpPr>
          <p:spPr>
            <a:xfrm>
              <a:off x="711200" y="1628825"/>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help(</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pd.concat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ignore_index</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4" name="직사각형 13">
              <a:extLst>
                <a:ext uri="{FF2B5EF4-FFF2-40B4-BE49-F238E27FC236}">
                  <a16:creationId xmlns:a16="http://schemas.microsoft.com/office/drawing/2014/main" id="{F332CA64-4770-4413-8553-4DDED65DAE70}"/>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Liên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kết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431916407"/>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5" name="그룹 4">
            <a:extLst>
              <a:ext uri="{FF2B5EF4-FFF2-40B4-BE49-F238E27FC236}">
                <a16:creationId xmlns:a16="http://schemas.microsoft.com/office/drawing/2014/main" id="{1F94A2CF-6614-46A1-95D8-6B43E4129CFB}"/>
              </a:ext>
            </a:extLst>
          </p:cNvPr>
          <p:cNvGrpSpPr/>
          <p:nvPr/>
        </p:nvGrpSpPr>
        <p:grpSpPr>
          <a:xfrm>
            <a:off x="559817" y="2043010"/>
            <a:ext cx="8782050" cy="3062390"/>
            <a:chOff x="559817" y="2043010"/>
            <a:chExt cx="8782050" cy="3062390"/>
          </a:xfrm>
        </p:grpSpPr>
        <p:sp>
          <p:nvSpPr>
            <p:cNvPr id="20" name="모서리가 둥근 직사각형 4">
              <a:extLst>
                <a:ext uri="{FF2B5EF4-FFF2-40B4-BE49-F238E27FC236}">
                  <a16:creationId xmlns:a16="http://schemas.microsoft.com/office/drawing/2014/main" id="{ECAC25D5-EA07-4FFF-A45F-E98C5D8385B7}"/>
                </a:ext>
              </a:extLst>
            </p:cNvPr>
            <p:cNvSpPr/>
            <p:nvPr/>
          </p:nvSpPr>
          <p:spPr>
            <a:xfrm>
              <a:off x="559817" y="2043010"/>
              <a:ext cx="8782050" cy="306239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283" r="16028"/>
            <a:stretch/>
          </p:blipFill>
          <p:spPr>
            <a:xfrm>
              <a:off x="638174" y="2147714"/>
              <a:ext cx="8703693" cy="2934900"/>
            </a:xfrm>
            <a:prstGeom prst="rect">
              <a:avLst/>
            </a:prstGeom>
          </p:spPr>
        </p:pic>
      </p:grpSp>
      <p:grpSp>
        <p:nvGrpSpPr>
          <p:cNvPr id="17" name="그룹 16">
            <a:extLst>
              <a:ext uri="{FF2B5EF4-FFF2-40B4-BE49-F238E27FC236}">
                <a16:creationId xmlns:a16="http://schemas.microsoft.com/office/drawing/2014/main" id="{374BE43B-9192-419E-8A51-4E4B822FE569}"/>
              </a:ext>
            </a:extLst>
          </p:cNvPr>
          <p:cNvGrpSpPr/>
          <p:nvPr/>
        </p:nvGrpSpPr>
        <p:grpSpPr>
          <a:xfrm>
            <a:off x="580388" y="1413381"/>
            <a:ext cx="8887612" cy="560905"/>
            <a:chOff x="580388" y="1413381"/>
            <a:chExt cx="8887612" cy="560905"/>
          </a:xfrm>
        </p:grpSpPr>
        <p:sp>
          <p:nvSpPr>
            <p:cNvPr id="18" name="직사각형 17">
              <a:extLst>
                <a:ext uri="{FF2B5EF4-FFF2-40B4-BE49-F238E27FC236}">
                  <a16:creationId xmlns:a16="http://schemas.microsoft.com/office/drawing/2014/main" id="{7F183272-B905-45B6-99E3-250799250821}"/>
                </a:ext>
              </a:extLst>
            </p:cNvPr>
            <p:cNvSpPr/>
            <p:nvPr/>
          </p:nvSpPr>
          <p:spPr>
            <a:xfrm>
              <a:off x="711200" y="1628825"/>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Tùy chọn Axis=1 liên kết DataFrame theo hướng cột trái/phải.</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9" name="직사각형 18">
              <a:extLst>
                <a:ext uri="{FF2B5EF4-FFF2-40B4-BE49-F238E27FC236}">
                  <a16:creationId xmlns:a16="http://schemas.microsoft.com/office/drawing/2014/main" id="{519D014B-B50C-4133-9EDA-C1491C785FB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Liên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kết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3726631306"/>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13" name="그룹 12">
            <a:extLst>
              <a:ext uri="{FF2B5EF4-FFF2-40B4-BE49-F238E27FC236}">
                <a16:creationId xmlns:a16="http://schemas.microsoft.com/office/drawing/2014/main" id="{8E8EC2E1-0748-47CE-89EF-D5285C514537}"/>
              </a:ext>
            </a:extLst>
          </p:cNvPr>
          <p:cNvGrpSpPr/>
          <p:nvPr/>
        </p:nvGrpSpPr>
        <p:grpSpPr>
          <a:xfrm>
            <a:off x="580388" y="1413381"/>
            <a:ext cx="8887612" cy="979677"/>
            <a:chOff x="580388" y="1413381"/>
            <a:chExt cx="8887612" cy="979677"/>
          </a:xfrm>
        </p:grpSpPr>
        <p:sp>
          <p:nvSpPr>
            <p:cNvPr id="14" name="직사각형 13">
              <a:extLst>
                <a:ext uri="{FF2B5EF4-FFF2-40B4-BE49-F238E27FC236}">
                  <a16:creationId xmlns:a16="http://schemas.microsoft.com/office/drawing/2014/main" id="{0E89F545-982E-4B25-8AF0-96B1E1836B64}"/>
                </a:ext>
              </a:extLst>
            </p:cNvPr>
            <p:cNvSpPr/>
            <p:nvPr/>
          </p:nvSpPr>
          <p:spPr>
            <a:xfrm>
              <a:off x="711200" y="1647487"/>
              <a:ext cx="8632825" cy="7455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Trong hàm concat(), đã thấy trước đó, là một khái niệm hợp nhất hai DataFrames theo một tiêu chí nhất định theo cách tương tự như lệnh nối của SQL. Trong trường hợp này, cột hoặc chỉ mục là tham chiếu được gọi là key. Key phải tồn tại trong cả hai DataFrames.</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5" name="직사각형 14">
              <a:extLst>
                <a:ext uri="{FF2B5EF4-FFF2-40B4-BE49-F238E27FC236}">
                  <a16:creationId xmlns:a16="http://schemas.microsoft.com/office/drawing/2014/main" id="{4FF06A6C-EE95-4045-97AD-CD7873A045EB}"/>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grpSp>
        <p:nvGrpSpPr>
          <p:cNvPr id="5" name="그룹 4">
            <a:extLst>
              <a:ext uri="{FF2B5EF4-FFF2-40B4-BE49-F238E27FC236}">
                <a16:creationId xmlns:a16="http://schemas.microsoft.com/office/drawing/2014/main" id="{6ECC0A6F-9967-4598-AAE8-8C71B13675C5}"/>
              </a:ext>
            </a:extLst>
          </p:cNvPr>
          <p:cNvGrpSpPr/>
          <p:nvPr/>
        </p:nvGrpSpPr>
        <p:grpSpPr>
          <a:xfrm>
            <a:off x="559817" y="2420888"/>
            <a:ext cx="8782050" cy="3427462"/>
            <a:chOff x="559817" y="2420888"/>
            <a:chExt cx="8782050" cy="3427462"/>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2420888"/>
              <a:ext cx="8782050" cy="342746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371" r="16166"/>
            <a:stretch/>
          </p:blipFill>
          <p:spPr>
            <a:xfrm>
              <a:off x="665981" y="2523017"/>
              <a:ext cx="8675886" cy="3279108"/>
            </a:xfrm>
            <a:prstGeom prst="rect">
              <a:avLst/>
            </a:prstGeom>
          </p:spPr>
        </p:pic>
        <p:sp>
          <p:nvSpPr>
            <p:cNvPr id="17" name="직사각형 16">
              <a:extLst>
                <a:ext uri="{FF2B5EF4-FFF2-40B4-BE49-F238E27FC236}">
                  <a16:creationId xmlns:a16="http://schemas.microsoft.com/office/drawing/2014/main" id="{23EEFAD1-ECC5-4B55-8027-92DEADC1A8F9}"/>
                </a:ext>
              </a:extLst>
            </p:cNvPr>
            <p:cNvSpPr/>
            <p:nvPr/>
          </p:nvSpPr>
          <p:spPr>
            <a:xfrm>
              <a:off x="1375760" y="2631353"/>
              <a:ext cx="3791676" cy="167831"/>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en-US" altLang="ko-KR" sz="1300" i="1" dirty="0">
                  <a:solidFill>
                    <a:srgbClr val="007671"/>
                  </a:solidFill>
                  <a:latin typeface="D2Coding" panose="020B0609020101020101" pitchFamily="49" charset="-127"/>
                  <a:ea typeface="D2Coding" panose="020B0609020101020101" pitchFamily="49" charset="-127"/>
                </a:rPr>
                <a:t># Creating a DataFrame with Stock Market Data</a:t>
              </a:r>
            </a:p>
          </p:txBody>
        </p:sp>
      </p:grpSp>
    </p:spTree>
    <p:extLst>
      <p:ext uri="{BB962C8B-B14F-4D97-AF65-F5344CB8AC3E}">
        <p14:creationId xmlns:p14="http://schemas.microsoft.com/office/powerpoint/2010/main" val="3704410422"/>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18" name="직사각형 17">
            <a:extLst>
              <a:ext uri="{FF2B5EF4-FFF2-40B4-BE49-F238E27FC236}">
                <a16:creationId xmlns:a16="http://schemas.microsoft.com/office/drawing/2014/main" id="{ACBC2D78-C315-487E-A101-9B56F6FC1E54}"/>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9" name="그룹 8">
            <a:extLst>
              <a:ext uri="{FF2B5EF4-FFF2-40B4-BE49-F238E27FC236}">
                <a16:creationId xmlns:a16="http://schemas.microsoft.com/office/drawing/2014/main" id="{0E3DDED8-02EB-4BD6-A79E-035D4AF1CDEA}"/>
              </a:ext>
            </a:extLst>
          </p:cNvPr>
          <p:cNvGrpSpPr/>
          <p:nvPr/>
        </p:nvGrpSpPr>
        <p:grpSpPr>
          <a:xfrm>
            <a:off x="559817" y="1748678"/>
            <a:ext cx="8782051" cy="2904458"/>
            <a:chOff x="559817" y="1844824"/>
            <a:chExt cx="8782051" cy="2904458"/>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1844824"/>
              <a:ext cx="8782050" cy="290445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19851"/>
            <a:stretch/>
          </p:blipFill>
          <p:spPr>
            <a:xfrm>
              <a:off x="581554" y="1889049"/>
              <a:ext cx="8760314" cy="2808312"/>
            </a:xfrm>
            <a:prstGeom prst="rect">
              <a:avLst/>
            </a:prstGeom>
          </p:spPr>
        </p:pic>
        <p:sp>
          <p:nvSpPr>
            <p:cNvPr id="4" name="직사각형 3">
              <a:extLst>
                <a:ext uri="{FF2B5EF4-FFF2-40B4-BE49-F238E27FC236}">
                  <a16:creationId xmlns:a16="http://schemas.microsoft.com/office/drawing/2014/main" id="{0EA8E6F2-4EA2-4821-9C19-ECF041BFB35D}"/>
                </a:ext>
              </a:extLst>
            </p:cNvPr>
            <p:cNvSpPr/>
            <p:nvPr/>
          </p:nvSpPr>
          <p:spPr>
            <a:xfrm>
              <a:off x="1978090" y="2593910"/>
              <a:ext cx="317241" cy="19594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직사각형 27">
              <a:extLst>
                <a:ext uri="{FF2B5EF4-FFF2-40B4-BE49-F238E27FC236}">
                  <a16:creationId xmlns:a16="http://schemas.microsoft.com/office/drawing/2014/main" id="{E93A0668-59B4-4875-BEFF-E96C46969D99}"/>
                </a:ext>
              </a:extLst>
            </p:cNvPr>
            <p:cNvSpPr/>
            <p:nvPr/>
          </p:nvSpPr>
          <p:spPr>
            <a:xfrm>
              <a:off x="1499674" y="2905774"/>
              <a:ext cx="804987" cy="26663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직사각형 30">
              <a:extLst>
                <a:ext uri="{FF2B5EF4-FFF2-40B4-BE49-F238E27FC236}">
                  <a16:creationId xmlns:a16="http://schemas.microsoft.com/office/drawing/2014/main" id="{9F574415-5846-4804-88A8-66CF0B5B28AD}"/>
                </a:ext>
              </a:extLst>
            </p:cNvPr>
            <p:cNvSpPr/>
            <p:nvPr/>
          </p:nvSpPr>
          <p:spPr>
            <a:xfrm>
              <a:off x="1490344" y="3609580"/>
              <a:ext cx="804987" cy="26663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DF05C6-1827-40C3-888D-1682F26DE54E}"/>
                </a:ext>
              </a:extLst>
            </p:cNvPr>
            <p:cNvSpPr/>
            <p:nvPr/>
          </p:nvSpPr>
          <p:spPr>
            <a:xfrm>
              <a:off x="1499674" y="4296306"/>
              <a:ext cx="804987" cy="26663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 name="직사각형 32">
              <a:extLst>
                <a:ext uri="{FF2B5EF4-FFF2-40B4-BE49-F238E27FC236}">
                  <a16:creationId xmlns:a16="http://schemas.microsoft.com/office/drawing/2014/main" id="{8E81B3C0-C78C-4849-9C66-EA3A7EAFAC8C}"/>
                </a:ext>
              </a:extLst>
            </p:cNvPr>
            <p:cNvSpPr/>
            <p:nvPr/>
          </p:nvSpPr>
          <p:spPr>
            <a:xfrm>
              <a:off x="1466794" y="3261566"/>
              <a:ext cx="828537" cy="246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a:extLst>
                <a:ext uri="{FF2B5EF4-FFF2-40B4-BE49-F238E27FC236}">
                  <a16:creationId xmlns:a16="http://schemas.microsoft.com/office/drawing/2014/main" id="{E2F354E6-26EA-4A73-BF25-3BBAD1F52C81}"/>
                </a:ext>
              </a:extLst>
            </p:cNvPr>
            <p:cNvSpPr/>
            <p:nvPr/>
          </p:nvSpPr>
          <p:spPr>
            <a:xfrm>
              <a:off x="1487898" y="3961588"/>
              <a:ext cx="828537" cy="246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58708C1B-07DB-4C92-841E-B22074594581}"/>
                </a:ext>
              </a:extLst>
            </p:cNvPr>
            <p:cNvSpPr/>
            <p:nvPr/>
          </p:nvSpPr>
          <p:spPr>
            <a:xfrm>
              <a:off x="1670179" y="2920482"/>
              <a:ext cx="1726164" cy="261257"/>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Hanmi Pharmaceutical</a:t>
              </a:r>
            </a:p>
          </p:txBody>
        </p:sp>
        <p:sp>
          <p:nvSpPr>
            <p:cNvPr id="21" name="직사각형 20">
              <a:extLst>
                <a:ext uri="{FF2B5EF4-FFF2-40B4-BE49-F238E27FC236}">
                  <a16:creationId xmlns:a16="http://schemas.microsoft.com/office/drawing/2014/main" id="{CB8F44BE-4CB2-40EF-82E1-CA1BE3A67563}"/>
                </a:ext>
              </a:extLst>
            </p:cNvPr>
            <p:cNvSpPr/>
            <p:nvPr/>
          </p:nvSpPr>
          <p:spPr>
            <a:xfrm>
              <a:off x="1561662" y="3607334"/>
              <a:ext cx="1800200" cy="236568"/>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NS Shopping</a:t>
              </a:r>
            </a:p>
          </p:txBody>
        </p:sp>
        <p:sp>
          <p:nvSpPr>
            <p:cNvPr id="22" name="직사각형 21">
              <a:extLst>
                <a:ext uri="{FF2B5EF4-FFF2-40B4-BE49-F238E27FC236}">
                  <a16:creationId xmlns:a16="http://schemas.microsoft.com/office/drawing/2014/main" id="{F180693E-6693-4E2B-B761-624B12E9C92A}"/>
                </a:ext>
              </a:extLst>
            </p:cNvPr>
            <p:cNvSpPr/>
            <p:nvPr/>
          </p:nvSpPr>
          <p:spPr>
            <a:xfrm>
              <a:off x="2480423" y="3944639"/>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E-mart</a:t>
              </a:r>
            </a:p>
          </p:txBody>
        </p:sp>
        <p:sp>
          <p:nvSpPr>
            <p:cNvPr id="26" name="직사각형 25">
              <a:extLst>
                <a:ext uri="{FF2B5EF4-FFF2-40B4-BE49-F238E27FC236}">
                  <a16:creationId xmlns:a16="http://schemas.microsoft.com/office/drawing/2014/main" id="{688D52F4-E188-4BEE-BBB3-664675D93D92}"/>
                </a:ext>
              </a:extLst>
            </p:cNvPr>
            <p:cNvSpPr/>
            <p:nvPr/>
          </p:nvSpPr>
          <p:spPr>
            <a:xfrm>
              <a:off x="1543743" y="4312179"/>
              <a:ext cx="1837895" cy="252540"/>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Green Cross Medical Science Corporation</a:t>
              </a:r>
            </a:p>
          </p:txBody>
        </p:sp>
        <p:pic>
          <p:nvPicPr>
            <p:cNvPr id="19" name="그림 18">
              <a:extLst>
                <a:ext uri="{FF2B5EF4-FFF2-40B4-BE49-F238E27FC236}">
                  <a16:creationId xmlns:a16="http://schemas.microsoft.com/office/drawing/2014/main" id="{B2C4F47F-BFD8-494C-AD21-9C74707EB25E}"/>
                </a:ext>
              </a:extLst>
            </p:cNvPr>
            <p:cNvPicPr>
              <a:picLocks noChangeAspect="1"/>
            </p:cNvPicPr>
            <p:nvPr/>
          </p:nvPicPr>
          <p:blipFill rotWithShape="1">
            <a:blip r:embed="rId4"/>
            <a:srcRect l="7622" t="25111" r="83814"/>
            <a:stretch/>
          </p:blipFill>
          <p:spPr>
            <a:xfrm>
              <a:off x="791087" y="2594250"/>
              <a:ext cx="936104" cy="2103111"/>
            </a:xfrm>
            <a:prstGeom prst="rect">
              <a:avLst/>
            </a:prstGeom>
          </p:spPr>
        </p:pic>
        <p:cxnSp>
          <p:nvCxnSpPr>
            <p:cNvPr id="6" name="직선 연결선 5">
              <a:extLst>
                <a:ext uri="{FF2B5EF4-FFF2-40B4-BE49-F238E27FC236}">
                  <a16:creationId xmlns:a16="http://schemas.microsoft.com/office/drawing/2014/main" id="{5A684C63-140A-4B47-A1F6-A10870DC992D}"/>
                </a:ext>
              </a:extLst>
            </p:cNvPr>
            <p:cNvCxnSpPr>
              <a:cxnSpLocks/>
            </p:cNvCxnSpPr>
            <p:nvPr/>
          </p:nvCxnSpPr>
          <p:spPr>
            <a:xfrm>
              <a:off x="857721" y="2893267"/>
              <a:ext cx="4453731" cy="0"/>
            </a:xfrm>
            <a:prstGeom prst="line">
              <a:avLst/>
            </a:prstGeom>
            <a:ln w="12700"/>
          </p:spPr>
          <p:style>
            <a:lnRef idx="1">
              <a:schemeClr val="dk1"/>
            </a:lnRef>
            <a:fillRef idx="0">
              <a:schemeClr val="dk1"/>
            </a:fillRef>
            <a:effectRef idx="0">
              <a:schemeClr val="dk1"/>
            </a:effectRef>
            <a:fontRef idx="minor">
              <a:schemeClr val="tx1"/>
            </a:fontRef>
          </p:style>
        </p:cxnSp>
        <p:sp>
          <p:nvSpPr>
            <p:cNvPr id="7" name="직사각형 6">
              <a:extLst>
                <a:ext uri="{FF2B5EF4-FFF2-40B4-BE49-F238E27FC236}">
                  <a16:creationId xmlns:a16="http://schemas.microsoft.com/office/drawing/2014/main" id="{E4F5A4D0-AFC3-46F9-877E-58D745FCB78E}"/>
                </a:ext>
              </a:extLst>
            </p:cNvPr>
            <p:cNvSpPr/>
            <p:nvPr/>
          </p:nvSpPr>
          <p:spPr>
            <a:xfrm>
              <a:off x="825552" y="2847548"/>
              <a:ext cx="4557908"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Tree>
    <p:extLst>
      <p:ext uri="{BB962C8B-B14F-4D97-AF65-F5344CB8AC3E}">
        <p14:creationId xmlns:p14="http://schemas.microsoft.com/office/powerpoint/2010/main" val="1362802701"/>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11" name="직사각형 10">
            <a:extLst>
              <a:ext uri="{FF2B5EF4-FFF2-40B4-BE49-F238E27FC236}">
                <a16:creationId xmlns:a16="http://schemas.microsoft.com/office/drawing/2014/main" id="{6AAC80D9-DBC8-41DA-83D9-AAFB759990D8}"/>
              </a:ext>
            </a:extLst>
          </p:cNvPr>
          <p:cNvSpPr/>
          <p:nvPr/>
        </p:nvSpPr>
        <p:spPr>
          <a:xfrm>
            <a:off x="711200" y="4725144"/>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Key ở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đây</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phải</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id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không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trùng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nhau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a:t>
            </a:r>
          </a:p>
        </p:txBody>
      </p:sp>
      <p:sp>
        <p:nvSpPr>
          <p:cNvPr id="15" name="직사각형 14">
            <a:extLst>
              <a:ext uri="{FF2B5EF4-FFF2-40B4-BE49-F238E27FC236}">
                <a16:creationId xmlns:a16="http://schemas.microsoft.com/office/drawing/2014/main" id="{2268E0FF-0222-4A34-A3CA-815B5F49431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3">
            <a:extLst>
              <a:ext uri="{FF2B5EF4-FFF2-40B4-BE49-F238E27FC236}">
                <a16:creationId xmlns:a16="http://schemas.microsoft.com/office/drawing/2014/main" id="{C0C0148D-4BB0-4821-8A6D-A054B6812293}"/>
              </a:ext>
            </a:extLst>
          </p:cNvPr>
          <p:cNvGrpSpPr/>
          <p:nvPr/>
        </p:nvGrpSpPr>
        <p:grpSpPr>
          <a:xfrm>
            <a:off x="559817" y="1748678"/>
            <a:ext cx="8782050" cy="2904458"/>
            <a:chOff x="559817" y="1748678"/>
            <a:chExt cx="8782050" cy="2904458"/>
          </a:xfrm>
        </p:grpSpPr>
        <p:sp>
          <p:nvSpPr>
            <p:cNvPr id="18" name="모서리가 둥근 직사각형 4">
              <a:extLst>
                <a:ext uri="{FF2B5EF4-FFF2-40B4-BE49-F238E27FC236}">
                  <a16:creationId xmlns:a16="http://schemas.microsoft.com/office/drawing/2014/main" id="{D03C8626-1638-427D-9999-841265E6DB72}"/>
                </a:ext>
              </a:extLst>
            </p:cNvPr>
            <p:cNvSpPr/>
            <p:nvPr/>
          </p:nvSpPr>
          <p:spPr>
            <a:xfrm>
              <a:off x="559817" y="1748678"/>
              <a:ext cx="8782050" cy="290445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19" name="그림 18">
              <a:extLst>
                <a:ext uri="{FF2B5EF4-FFF2-40B4-BE49-F238E27FC236}">
                  <a16:creationId xmlns:a16="http://schemas.microsoft.com/office/drawing/2014/main" id="{0058549E-B0A7-4FEE-85A5-938A6809F9CC}"/>
                </a:ext>
              </a:extLst>
            </p:cNvPr>
            <p:cNvPicPr>
              <a:picLocks noChangeAspect="1"/>
            </p:cNvPicPr>
            <p:nvPr/>
          </p:nvPicPr>
          <p:blipFill rotWithShape="1">
            <a:blip r:embed="rId4"/>
            <a:srcRect r="18930"/>
            <a:stretch/>
          </p:blipFill>
          <p:spPr>
            <a:xfrm>
              <a:off x="580388" y="1800202"/>
              <a:ext cx="8761479" cy="2808312"/>
            </a:xfrm>
            <a:prstGeom prst="rect">
              <a:avLst/>
            </a:prstGeom>
          </p:spPr>
        </p:pic>
        <p:sp>
          <p:nvSpPr>
            <p:cNvPr id="20" name="직사각형 19">
              <a:extLst>
                <a:ext uri="{FF2B5EF4-FFF2-40B4-BE49-F238E27FC236}">
                  <a16:creationId xmlns:a16="http://schemas.microsoft.com/office/drawing/2014/main" id="{166224C4-6339-4CAC-8C99-061912B72A7B}"/>
                </a:ext>
              </a:extLst>
            </p:cNvPr>
            <p:cNvSpPr/>
            <p:nvPr/>
          </p:nvSpPr>
          <p:spPr>
            <a:xfrm>
              <a:off x="2667035" y="3167358"/>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Harim Co.</a:t>
              </a:r>
            </a:p>
          </p:txBody>
        </p:sp>
        <p:sp>
          <p:nvSpPr>
            <p:cNvPr id="21" name="직사각형 20">
              <a:extLst>
                <a:ext uri="{FF2B5EF4-FFF2-40B4-BE49-F238E27FC236}">
                  <a16:creationId xmlns:a16="http://schemas.microsoft.com/office/drawing/2014/main" id="{842C7C76-FAB5-4B0E-85E9-12A3893A5F56}"/>
                </a:ext>
              </a:extLst>
            </p:cNvPr>
            <p:cNvSpPr/>
            <p:nvPr/>
          </p:nvSpPr>
          <p:spPr>
            <a:xfrm>
              <a:off x="2359124" y="3513673"/>
              <a:ext cx="1207225"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Meritz Financial Group</a:t>
              </a:r>
            </a:p>
          </p:txBody>
        </p:sp>
        <p:sp>
          <p:nvSpPr>
            <p:cNvPr id="22" name="직사각형 21">
              <a:extLst>
                <a:ext uri="{FF2B5EF4-FFF2-40B4-BE49-F238E27FC236}">
                  <a16:creationId xmlns:a16="http://schemas.microsoft.com/office/drawing/2014/main" id="{73E0A9CD-40B7-4956-80E8-DC3587914F0F}"/>
                </a:ext>
              </a:extLst>
            </p:cNvPr>
            <p:cNvSpPr/>
            <p:nvPr/>
          </p:nvSpPr>
          <p:spPr>
            <a:xfrm>
              <a:off x="2667034" y="3848493"/>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E-mart</a:t>
              </a:r>
            </a:p>
          </p:txBody>
        </p:sp>
        <p:sp>
          <p:nvSpPr>
            <p:cNvPr id="26" name="직사각형 25">
              <a:extLst>
                <a:ext uri="{FF2B5EF4-FFF2-40B4-BE49-F238E27FC236}">
                  <a16:creationId xmlns:a16="http://schemas.microsoft.com/office/drawing/2014/main" id="{A3FAAE67-F3C4-4683-9009-93CCF77361C5}"/>
                </a:ext>
              </a:extLst>
            </p:cNvPr>
            <p:cNvSpPr/>
            <p:nvPr/>
          </p:nvSpPr>
          <p:spPr>
            <a:xfrm>
              <a:off x="2359122" y="4183313"/>
              <a:ext cx="1207225"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Samyang</a:t>
              </a:r>
            </a:p>
          </p:txBody>
        </p:sp>
      </p:grpSp>
    </p:spTree>
    <p:extLst>
      <p:ext uri="{BB962C8B-B14F-4D97-AF65-F5344CB8AC3E}">
        <p14:creationId xmlns:p14="http://schemas.microsoft.com/office/powerpoint/2010/main" val="1113626262"/>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13" name="그룹 12">
            <a:extLst>
              <a:ext uri="{FF2B5EF4-FFF2-40B4-BE49-F238E27FC236}">
                <a16:creationId xmlns:a16="http://schemas.microsoft.com/office/drawing/2014/main" id="{49511CB0-354D-4155-A663-6F40AA465669}"/>
              </a:ext>
            </a:extLst>
          </p:cNvPr>
          <p:cNvGrpSpPr/>
          <p:nvPr/>
        </p:nvGrpSpPr>
        <p:grpSpPr>
          <a:xfrm>
            <a:off x="580388" y="1413381"/>
            <a:ext cx="8887612" cy="598229"/>
            <a:chOff x="580388" y="1413381"/>
            <a:chExt cx="8887612" cy="598229"/>
          </a:xfrm>
        </p:grpSpPr>
        <p:sp>
          <p:nvSpPr>
            <p:cNvPr id="14" name="직사각형 13">
              <a:extLst>
                <a:ext uri="{FF2B5EF4-FFF2-40B4-BE49-F238E27FC236}">
                  <a16:creationId xmlns:a16="http://schemas.microsoft.com/office/drawing/2014/main" id="{31A044F0-8302-4236-ADC6-4CC7048C1870}"/>
                </a:ext>
              </a:extLst>
            </p:cNvPr>
            <p:cNvSpPr/>
            <p:nvPr/>
          </p:nvSpPr>
          <p:spPr>
            <a:xfrm>
              <a:off x="711200" y="1666149"/>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Xem</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help(</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pd.merge</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để</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biết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thêm</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chi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tiết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Hãy</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đặt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hai</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làm</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tham</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số</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hợp</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nhất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chúng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a:t>
              </a:r>
            </a:p>
          </p:txBody>
        </p:sp>
        <p:sp>
          <p:nvSpPr>
            <p:cNvPr id="15" name="직사각형 14">
              <a:extLst>
                <a:ext uri="{FF2B5EF4-FFF2-40B4-BE49-F238E27FC236}">
                  <a16:creationId xmlns:a16="http://schemas.microsoft.com/office/drawing/2014/main" id="{24793A4B-466B-46E2-8709-56C3C9538FD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grpSp>
        <p:nvGrpSpPr>
          <p:cNvPr id="4" name="그룹 3">
            <a:extLst>
              <a:ext uri="{FF2B5EF4-FFF2-40B4-BE49-F238E27FC236}">
                <a16:creationId xmlns:a16="http://schemas.microsoft.com/office/drawing/2014/main" id="{6A2E2090-47AE-421C-9BC3-DEB2D3E6B012}"/>
              </a:ext>
            </a:extLst>
          </p:cNvPr>
          <p:cNvGrpSpPr/>
          <p:nvPr/>
        </p:nvGrpSpPr>
        <p:grpSpPr>
          <a:xfrm>
            <a:off x="559817" y="2060848"/>
            <a:ext cx="8782050" cy="2808312"/>
            <a:chOff x="559817" y="2060848"/>
            <a:chExt cx="8782050" cy="2808312"/>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2060848"/>
              <a:ext cx="8782050" cy="280831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14281"/>
            <a:stretch/>
          </p:blipFill>
          <p:spPr>
            <a:xfrm>
              <a:off x="580573" y="2104634"/>
              <a:ext cx="8761294" cy="2596245"/>
            </a:xfrm>
            <a:prstGeom prst="rect">
              <a:avLst/>
            </a:prstGeom>
          </p:spPr>
        </p:pic>
        <p:grpSp>
          <p:nvGrpSpPr>
            <p:cNvPr id="3" name="그룹 2">
              <a:extLst>
                <a:ext uri="{FF2B5EF4-FFF2-40B4-BE49-F238E27FC236}">
                  <a16:creationId xmlns:a16="http://schemas.microsoft.com/office/drawing/2014/main" id="{18D17DC0-5354-4371-8BB3-C54BEEA70912}"/>
                </a:ext>
              </a:extLst>
            </p:cNvPr>
            <p:cNvGrpSpPr/>
            <p:nvPr/>
          </p:nvGrpSpPr>
          <p:grpSpPr>
            <a:xfrm>
              <a:off x="2305433" y="3402756"/>
              <a:ext cx="899314" cy="1210157"/>
              <a:chOff x="2305433" y="3402756"/>
              <a:chExt cx="899314" cy="1210157"/>
            </a:xfrm>
          </p:grpSpPr>
          <p:sp>
            <p:nvSpPr>
              <p:cNvPr id="17" name="직사각형 16">
                <a:extLst>
                  <a:ext uri="{FF2B5EF4-FFF2-40B4-BE49-F238E27FC236}">
                    <a16:creationId xmlns:a16="http://schemas.microsoft.com/office/drawing/2014/main" id="{264A09C9-66AE-49FA-ACFC-0E6BB79D12D6}"/>
                  </a:ext>
                </a:extLst>
              </p:cNvPr>
              <p:cNvSpPr/>
              <p:nvPr/>
            </p:nvSpPr>
            <p:spPr>
              <a:xfrm>
                <a:off x="2305434" y="3402756"/>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E-mart</a:t>
                </a:r>
              </a:p>
            </p:txBody>
          </p:sp>
          <p:sp>
            <p:nvSpPr>
              <p:cNvPr id="18" name="직사각형 17">
                <a:extLst>
                  <a:ext uri="{FF2B5EF4-FFF2-40B4-BE49-F238E27FC236}">
                    <a16:creationId xmlns:a16="http://schemas.microsoft.com/office/drawing/2014/main" id="{66FF033B-181E-4F1F-ACD9-995AB8C8C938}"/>
                  </a:ext>
                </a:extLst>
              </p:cNvPr>
              <p:cNvSpPr/>
              <p:nvPr/>
            </p:nvSpPr>
            <p:spPr>
              <a:xfrm>
                <a:off x="2377442" y="3713437"/>
                <a:ext cx="827305"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Samyang</a:t>
                </a:r>
              </a:p>
            </p:txBody>
          </p:sp>
          <p:sp>
            <p:nvSpPr>
              <p:cNvPr id="19" name="직사각형 18">
                <a:extLst>
                  <a:ext uri="{FF2B5EF4-FFF2-40B4-BE49-F238E27FC236}">
                    <a16:creationId xmlns:a16="http://schemas.microsoft.com/office/drawing/2014/main" id="{804AC9B7-2BAC-477E-9F42-416377746E02}"/>
                  </a:ext>
                </a:extLst>
              </p:cNvPr>
              <p:cNvSpPr/>
              <p:nvPr/>
            </p:nvSpPr>
            <p:spPr>
              <a:xfrm>
                <a:off x="2305434" y="4074634"/>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Chong Kun Dang Group</a:t>
                </a:r>
              </a:p>
            </p:txBody>
          </p:sp>
          <p:sp>
            <p:nvSpPr>
              <p:cNvPr id="20" name="직사각형 19">
                <a:extLst>
                  <a:ext uri="{FF2B5EF4-FFF2-40B4-BE49-F238E27FC236}">
                    <a16:creationId xmlns:a16="http://schemas.microsoft.com/office/drawing/2014/main" id="{61C997A5-858D-43E1-AC21-EBDB897182AC}"/>
                  </a:ext>
                </a:extLst>
              </p:cNvPr>
              <p:cNvSpPr/>
              <p:nvPr/>
            </p:nvSpPr>
            <p:spPr>
              <a:xfrm>
                <a:off x="2305433" y="4382389"/>
                <a:ext cx="899314"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ModeTour Reit</a:t>
                </a:r>
              </a:p>
            </p:txBody>
          </p:sp>
        </p:grpSp>
        <p:grpSp>
          <p:nvGrpSpPr>
            <p:cNvPr id="21" name="그룹 20">
              <a:extLst>
                <a:ext uri="{FF2B5EF4-FFF2-40B4-BE49-F238E27FC236}">
                  <a16:creationId xmlns:a16="http://schemas.microsoft.com/office/drawing/2014/main" id="{3A2940B3-32B0-48D4-AD6C-CE5D156DC384}"/>
                </a:ext>
              </a:extLst>
            </p:cNvPr>
            <p:cNvGrpSpPr/>
            <p:nvPr/>
          </p:nvGrpSpPr>
          <p:grpSpPr>
            <a:xfrm>
              <a:off x="5069540" y="3402756"/>
              <a:ext cx="899314" cy="1210157"/>
              <a:chOff x="2305433" y="3402756"/>
              <a:chExt cx="899314" cy="1210157"/>
            </a:xfrm>
          </p:grpSpPr>
          <p:sp>
            <p:nvSpPr>
              <p:cNvPr id="22" name="직사각형 21">
                <a:extLst>
                  <a:ext uri="{FF2B5EF4-FFF2-40B4-BE49-F238E27FC236}">
                    <a16:creationId xmlns:a16="http://schemas.microsoft.com/office/drawing/2014/main" id="{CCF7A936-B5A1-4D19-951A-9934937C0D68}"/>
                  </a:ext>
                </a:extLst>
              </p:cNvPr>
              <p:cNvSpPr/>
              <p:nvPr/>
            </p:nvSpPr>
            <p:spPr>
              <a:xfrm>
                <a:off x="2305434" y="3402756"/>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E-mart</a:t>
                </a:r>
              </a:p>
            </p:txBody>
          </p:sp>
          <p:sp>
            <p:nvSpPr>
              <p:cNvPr id="26" name="직사각형 25">
                <a:extLst>
                  <a:ext uri="{FF2B5EF4-FFF2-40B4-BE49-F238E27FC236}">
                    <a16:creationId xmlns:a16="http://schemas.microsoft.com/office/drawing/2014/main" id="{D5775578-3B72-4A4C-888C-9E5FB8ECDFC3}"/>
                  </a:ext>
                </a:extLst>
              </p:cNvPr>
              <p:cNvSpPr/>
              <p:nvPr/>
            </p:nvSpPr>
            <p:spPr>
              <a:xfrm>
                <a:off x="2377442" y="3713437"/>
                <a:ext cx="827305"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Samyang</a:t>
                </a:r>
              </a:p>
            </p:txBody>
          </p:sp>
          <p:sp>
            <p:nvSpPr>
              <p:cNvPr id="28" name="직사각형 27">
                <a:extLst>
                  <a:ext uri="{FF2B5EF4-FFF2-40B4-BE49-F238E27FC236}">
                    <a16:creationId xmlns:a16="http://schemas.microsoft.com/office/drawing/2014/main" id="{3A953A50-955B-4727-8E34-163630E5E91E}"/>
                  </a:ext>
                </a:extLst>
              </p:cNvPr>
              <p:cNvSpPr/>
              <p:nvPr/>
            </p:nvSpPr>
            <p:spPr>
              <a:xfrm>
                <a:off x="2305434" y="4074634"/>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Chong Kun Dang Group</a:t>
                </a:r>
              </a:p>
            </p:txBody>
          </p:sp>
          <p:sp>
            <p:nvSpPr>
              <p:cNvPr id="31" name="직사각형 30">
                <a:extLst>
                  <a:ext uri="{FF2B5EF4-FFF2-40B4-BE49-F238E27FC236}">
                    <a16:creationId xmlns:a16="http://schemas.microsoft.com/office/drawing/2014/main" id="{9A3F97F7-0260-4019-97E7-B7C4EF52260D}"/>
                  </a:ext>
                </a:extLst>
              </p:cNvPr>
              <p:cNvSpPr/>
              <p:nvPr/>
            </p:nvSpPr>
            <p:spPr>
              <a:xfrm>
                <a:off x="2305433" y="4382389"/>
                <a:ext cx="899314"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ModeTour Reit</a:t>
                </a:r>
              </a:p>
            </p:txBody>
          </p:sp>
        </p:grpSp>
      </p:grpSp>
    </p:spTree>
    <p:extLst>
      <p:ext uri="{BB962C8B-B14F-4D97-AF65-F5344CB8AC3E}">
        <p14:creationId xmlns:p14="http://schemas.microsoft.com/office/powerpoint/2010/main" val="3353539490"/>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12" name="직사각형 11">
            <a:extLst>
              <a:ext uri="{FF2B5EF4-FFF2-40B4-BE49-F238E27FC236}">
                <a16:creationId xmlns:a16="http://schemas.microsoft.com/office/drawing/2014/main" id="{6AAC80D9-DBC8-41DA-83D9-AAFB759990D8}"/>
              </a:ext>
            </a:extLst>
          </p:cNvPr>
          <p:cNvSpPr/>
          <p:nvPr/>
        </p:nvSpPr>
        <p:spPr>
          <a:xfrm>
            <a:off x="711200" y="5108489"/>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Nếu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không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tên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chung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sẽ</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xảy</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ra</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lỗi</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a:t>
            </a:r>
          </a:p>
        </p:txBody>
      </p:sp>
      <p:sp>
        <p:nvSpPr>
          <p:cNvPr id="11" name="직사각형 10">
            <a:extLst>
              <a:ext uri="{FF2B5EF4-FFF2-40B4-BE49-F238E27FC236}">
                <a16:creationId xmlns:a16="http://schemas.microsoft.com/office/drawing/2014/main" id="{B33B8B30-2D34-403C-8FE2-C4BDA4E151F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3">
            <a:extLst>
              <a:ext uri="{FF2B5EF4-FFF2-40B4-BE49-F238E27FC236}">
                <a16:creationId xmlns:a16="http://schemas.microsoft.com/office/drawing/2014/main" id="{6EFB56B0-E1DC-4667-A311-3B78BA6ADD72}"/>
              </a:ext>
            </a:extLst>
          </p:cNvPr>
          <p:cNvGrpSpPr/>
          <p:nvPr/>
        </p:nvGrpSpPr>
        <p:grpSpPr>
          <a:xfrm>
            <a:off x="559817" y="1748677"/>
            <a:ext cx="8782050" cy="3289853"/>
            <a:chOff x="559817" y="1748677"/>
            <a:chExt cx="8782050" cy="3289853"/>
          </a:xfrm>
        </p:grpSpPr>
        <p:sp>
          <p:nvSpPr>
            <p:cNvPr id="13" name="모서리가 둥근 직사각형 4">
              <a:extLst>
                <a:ext uri="{FF2B5EF4-FFF2-40B4-BE49-F238E27FC236}">
                  <a16:creationId xmlns:a16="http://schemas.microsoft.com/office/drawing/2014/main" id="{BE0BBD2C-25F8-494D-BE4F-CF0753C39322}"/>
                </a:ext>
              </a:extLst>
            </p:cNvPr>
            <p:cNvSpPr/>
            <p:nvPr/>
          </p:nvSpPr>
          <p:spPr>
            <a:xfrm>
              <a:off x="559817" y="1748677"/>
              <a:ext cx="8782050" cy="328985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14290" b="2007"/>
            <a:stretch/>
          </p:blipFill>
          <p:spPr>
            <a:xfrm>
              <a:off x="581553" y="1793480"/>
              <a:ext cx="8760313" cy="3189068"/>
            </a:xfrm>
            <a:prstGeom prst="rect">
              <a:avLst/>
            </a:prstGeom>
          </p:spPr>
        </p:pic>
        <p:grpSp>
          <p:nvGrpSpPr>
            <p:cNvPr id="2" name="그룹 1">
              <a:extLst>
                <a:ext uri="{FF2B5EF4-FFF2-40B4-BE49-F238E27FC236}">
                  <a16:creationId xmlns:a16="http://schemas.microsoft.com/office/drawing/2014/main" id="{8E1C8C55-64D1-46C3-B9FB-8F367996F5E5}"/>
                </a:ext>
              </a:extLst>
            </p:cNvPr>
            <p:cNvGrpSpPr/>
            <p:nvPr/>
          </p:nvGrpSpPr>
          <p:grpSpPr>
            <a:xfrm>
              <a:off x="2298881" y="3666899"/>
              <a:ext cx="899314" cy="1210157"/>
              <a:chOff x="5069540" y="3402756"/>
              <a:chExt cx="899314" cy="1210157"/>
            </a:xfrm>
          </p:grpSpPr>
          <p:sp>
            <p:nvSpPr>
              <p:cNvPr id="18" name="직사각형 17">
                <a:extLst>
                  <a:ext uri="{FF2B5EF4-FFF2-40B4-BE49-F238E27FC236}">
                    <a16:creationId xmlns:a16="http://schemas.microsoft.com/office/drawing/2014/main" id="{8CEBC674-47CB-461D-8447-4A074EF7B08E}"/>
                  </a:ext>
                </a:extLst>
              </p:cNvPr>
              <p:cNvSpPr/>
              <p:nvPr/>
            </p:nvSpPr>
            <p:spPr>
              <a:xfrm>
                <a:off x="5069541" y="3402756"/>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E-mart</a:t>
                </a:r>
              </a:p>
            </p:txBody>
          </p:sp>
          <p:sp>
            <p:nvSpPr>
              <p:cNvPr id="19" name="직사각형 18">
                <a:extLst>
                  <a:ext uri="{FF2B5EF4-FFF2-40B4-BE49-F238E27FC236}">
                    <a16:creationId xmlns:a16="http://schemas.microsoft.com/office/drawing/2014/main" id="{42B55010-E7E8-44D0-8937-F69D5D9E57E4}"/>
                  </a:ext>
                </a:extLst>
              </p:cNvPr>
              <p:cNvSpPr/>
              <p:nvPr/>
            </p:nvSpPr>
            <p:spPr>
              <a:xfrm>
                <a:off x="5141549" y="3713437"/>
                <a:ext cx="827305"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Samyang</a:t>
                </a:r>
              </a:p>
            </p:txBody>
          </p:sp>
          <p:sp>
            <p:nvSpPr>
              <p:cNvPr id="20" name="직사각형 19">
                <a:extLst>
                  <a:ext uri="{FF2B5EF4-FFF2-40B4-BE49-F238E27FC236}">
                    <a16:creationId xmlns:a16="http://schemas.microsoft.com/office/drawing/2014/main" id="{FAD458F3-D700-48D5-914C-3D85452F0CC5}"/>
                  </a:ext>
                </a:extLst>
              </p:cNvPr>
              <p:cNvSpPr/>
              <p:nvPr/>
            </p:nvSpPr>
            <p:spPr>
              <a:xfrm>
                <a:off x="5069541" y="4074634"/>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Chong Kun Dang Group</a:t>
                </a:r>
              </a:p>
            </p:txBody>
          </p:sp>
          <p:sp>
            <p:nvSpPr>
              <p:cNvPr id="21" name="직사각형 20">
                <a:extLst>
                  <a:ext uri="{FF2B5EF4-FFF2-40B4-BE49-F238E27FC236}">
                    <a16:creationId xmlns:a16="http://schemas.microsoft.com/office/drawing/2014/main" id="{227A0B35-D47D-45CC-802B-8B13E2210F4F}"/>
                  </a:ext>
                </a:extLst>
              </p:cNvPr>
              <p:cNvSpPr/>
              <p:nvPr/>
            </p:nvSpPr>
            <p:spPr>
              <a:xfrm>
                <a:off x="5069540" y="4382389"/>
                <a:ext cx="899314"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ModeTour Reit</a:t>
                </a:r>
              </a:p>
            </p:txBody>
          </p:sp>
        </p:grpSp>
        <p:grpSp>
          <p:nvGrpSpPr>
            <p:cNvPr id="22" name="그룹 21">
              <a:extLst>
                <a:ext uri="{FF2B5EF4-FFF2-40B4-BE49-F238E27FC236}">
                  <a16:creationId xmlns:a16="http://schemas.microsoft.com/office/drawing/2014/main" id="{5B460D4C-1B0E-4B7C-8971-86810559EBE5}"/>
                </a:ext>
              </a:extLst>
            </p:cNvPr>
            <p:cNvGrpSpPr/>
            <p:nvPr/>
          </p:nvGrpSpPr>
          <p:grpSpPr>
            <a:xfrm>
              <a:off x="5083324" y="3666899"/>
              <a:ext cx="899314" cy="1210157"/>
              <a:chOff x="5069540" y="3402756"/>
              <a:chExt cx="899314" cy="1210157"/>
            </a:xfrm>
          </p:grpSpPr>
          <p:sp>
            <p:nvSpPr>
              <p:cNvPr id="26" name="직사각형 25">
                <a:extLst>
                  <a:ext uri="{FF2B5EF4-FFF2-40B4-BE49-F238E27FC236}">
                    <a16:creationId xmlns:a16="http://schemas.microsoft.com/office/drawing/2014/main" id="{3B8E186C-264C-400F-8F80-4C0F47A3722B}"/>
                  </a:ext>
                </a:extLst>
              </p:cNvPr>
              <p:cNvSpPr/>
              <p:nvPr/>
            </p:nvSpPr>
            <p:spPr>
              <a:xfrm>
                <a:off x="5069541" y="3402756"/>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E-mart</a:t>
                </a:r>
              </a:p>
            </p:txBody>
          </p:sp>
          <p:sp>
            <p:nvSpPr>
              <p:cNvPr id="28" name="직사각형 27">
                <a:extLst>
                  <a:ext uri="{FF2B5EF4-FFF2-40B4-BE49-F238E27FC236}">
                    <a16:creationId xmlns:a16="http://schemas.microsoft.com/office/drawing/2014/main" id="{123B5783-34DA-485F-92B3-4C99702BECF1}"/>
                  </a:ext>
                </a:extLst>
              </p:cNvPr>
              <p:cNvSpPr/>
              <p:nvPr/>
            </p:nvSpPr>
            <p:spPr>
              <a:xfrm>
                <a:off x="5141549" y="3713437"/>
                <a:ext cx="827305"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Samyang</a:t>
                </a:r>
              </a:p>
            </p:txBody>
          </p:sp>
          <p:sp>
            <p:nvSpPr>
              <p:cNvPr id="31" name="직사각형 30">
                <a:extLst>
                  <a:ext uri="{FF2B5EF4-FFF2-40B4-BE49-F238E27FC236}">
                    <a16:creationId xmlns:a16="http://schemas.microsoft.com/office/drawing/2014/main" id="{B25D2DD9-C267-4C47-9A03-F60DF7C7141F}"/>
                  </a:ext>
                </a:extLst>
              </p:cNvPr>
              <p:cNvSpPr/>
              <p:nvPr/>
            </p:nvSpPr>
            <p:spPr>
              <a:xfrm>
                <a:off x="5069541" y="4074634"/>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Chong Kun Dang Group</a:t>
                </a:r>
              </a:p>
            </p:txBody>
          </p:sp>
          <p:sp>
            <p:nvSpPr>
              <p:cNvPr id="32" name="직사각형 31">
                <a:extLst>
                  <a:ext uri="{FF2B5EF4-FFF2-40B4-BE49-F238E27FC236}">
                    <a16:creationId xmlns:a16="http://schemas.microsoft.com/office/drawing/2014/main" id="{A2BBDC3F-8F2C-4C9C-A2A9-334EBF9A929F}"/>
                  </a:ext>
                </a:extLst>
              </p:cNvPr>
              <p:cNvSpPr/>
              <p:nvPr/>
            </p:nvSpPr>
            <p:spPr>
              <a:xfrm>
                <a:off x="5069540" y="4382389"/>
                <a:ext cx="899314"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ModeTour Reit</a:t>
                </a:r>
              </a:p>
            </p:txBody>
          </p:sp>
        </p:grpSp>
      </p:grpSp>
    </p:spTree>
    <p:extLst>
      <p:ext uri="{BB962C8B-B14F-4D97-AF65-F5344CB8AC3E}">
        <p14:creationId xmlns:p14="http://schemas.microsoft.com/office/powerpoint/2010/main" val="1942942368"/>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4" name="그룹 3">
            <a:extLst>
              <a:ext uri="{FF2B5EF4-FFF2-40B4-BE49-F238E27FC236}">
                <a16:creationId xmlns:a16="http://schemas.microsoft.com/office/drawing/2014/main" id="{29F27DBF-D3CE-4508-B50D-C7CFA5F71AEE}"/>
              </a:ext>
            </a:extLst>
          </p:cNvPr>
          <p:cNvGrpSpPr/>
          <p:nvPr/>
        </p:nvGrpSpPr>
        <p:grpSpPr>
          <a:xfrm>
            <a:off x="559817" y="2315207"/>
            <a:ext cx="8782051" cy="3024336"/>
            <a:chOff x="559817" y="2315207"/>
            <a:chExt cx="8782051" cy="3024336"/>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2315207"/>
              <a:ext cx="8782050" cy="302433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3283"/>
            <a:stretch/>
          </p:blipFill>
          <p:spPr>
            <a:xfrm>
              <a:off x="631378" y="2393723"/>
              <a:ext cx="8710490" cy="2878072"/>
            </a:xfrm>
            <a:prstGeom prst="rect">
              <a:avLst/>
            </a:prstGeom>
          </p:spPr>
        </p:pic>
      </p:grpSp>
      <p:grpSp>
        <p:nvGrpSpPr>
          <p:cNvPr id="12" name="그룹 11">
            <a:extLst>
              <a:ext uri="{FF2B5EF4-FFF2-40B4-BE49-F238E27FC236}">
                <a16:creationId xmlns:a16="http://schemas.microsoft.com/office/drawing/2014/main" id="{5BC4FB4A-3CA8-4556-8526-EA897BF22ED0}"/>
              </a:ext>
            </a:extLst>
          </p:cNvPr>
          <p:cNvGrpSpPr/>
          <p:nvPr/>
        </p:nvGrpSpPr>
        <p:grpSpPr>
          <a:xfrm>
            <a:off x="580388" y="1413381"/>
            <a:ext cx="8887612" cy="849580"/>
            <a:chOff x="580388" y="1413381"/>
            <a:chExt cx="8887612" cy="849580"/>
          </a:xfrm>
        </p:grpSpPr>
        <p:sp>
          <p:nvSpPr>
            <p:cNvPr id="13" name="직사각형 12">
              <a:extLst>
                <a:ext uri="{FF2B5EF4-FFF2-40B4-BE49-F238E27FC236}">
                  <a16:creationId xmlns:a16="http://schemas.microsoft.com/office/drawing/2014/main" id="{F004C536-87E6-4C27-A185-D6665F5959BB}"/>
                </a:ext>
              </a:extLst>
            </p:cNvPr>
            <p:cNvSpPr/>
            <p:nvPr/>
          </p:nvSpPr>
          <p:spPr>
            <a:xfrm>
              <a:off x="711200" y="1666149"/>
              <a:ext cx="8632825" cy="5968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Vì vậy, tôi muốn cho bạn biết cách giải quyết vấn đề này trong trường hợp xảy ra lỗi .</a:t>
              </a:r>
            </a:p>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Tôi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đưa</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tệp</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lên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lần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nữa</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4" name="직사각형 13">
              <a:extLst>
                <a:ext uri="{FF2B5EF4-FFF2-40B4-BE49-F238E27FC236}">
                  <a16:creationId xmlns:a16="http://schemas.microsoft.com/office/drawing/2014/main" id="{CFFFBD08-1A68-4485-876A-E062158A3B7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1662395307"/>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11" name="그룹 10">
            <a:extLst>
              <a:ext uri="{FF2B5EF4-FFF2-40B4-BE49-F238E27FC236}">
                <a16:creationId xmlns:a16="http://schemas.microsoft.com/office/drawing/2014/main" id="{09C85312-E9B5-4FDB-9258-63817A53E649}"/>
              </a:ext>
            </a:extLst>
          </p:cNvPr>
          <p:cNvGrpSpPr/>
          <p:nvPr/>
        </p:nvGrpSpPr>
        <p:grpSpPr>
          <a:xfrm>
            <a:off x="580388" y="1413381"/>
            <a:ext cx="8887612" cy="598229"/>
            <a:chOff x="580388" y="1413381"/>
            <a:chExt cx="8887612" cy="598229"/>
          </a:xfrm>
        </p:grpSpPr>
        <p:sp>
          <p:nvSpPr>
            <p:cNvPr id="12" name="직사각형 11">
              <a:extLst>
                <a:ext uri="{FF2B5EF4-FFF2-40B4-BE49-F238E27FC236}">
                  <a16:creationId xmlns:a16="http://schemas.microsoft.com/office/drawing/2014/main" id="{86053AEB-3C95-427A-9B65-44C6B6C5EB30}"/>
                </a:ext>
              </a:extLst>
            </p:cNvPr>
            <p:cNvSpPr/>
            <p:nvPr/>
          </p:nvSpPr>
          <p:spPr>
            <a:xfrm>
              <a:off x="711200" y="1666149"/>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T</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ôi muốn cho bạn biết cách giải quyết vấn đề này trong trường hợp xảy ra lỗi.</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3" name="직사각형 12">
              <a:extLst>
                <a:ext uri="{FF2B5EF4-FFF2-40B4-BE49-F238E27FC236}">
                  <a16:creationId xmlns:a16="http://schemas.microsoft.com/office/drawing/2014/main" id="{4C7EB74A-52CE-4115-9420-05F08182F37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grpSp>
        <p:nvGrpSpPr>
          <p:cNvPr id="4" name="그룹 3">
            <a:extLst>
              <a:ext uri="{FF2B5EF4-FFF2-40B4-BE49-F238E27FC236}">
                <a16:creationId xmlns:a16="http://schemas.microsoft.com/office/drawing/2014/main" id="{00D0B3C0-8FB8-405C-AD76-2E655E186415}"/>
              </a:ext>
            </a:extLst>
          </p:cNvPr>
          <p:cNvGrpSpPr/>
          <p:nvPr/>
        </p:nvGrpSpPr>
        <p:grpSpPr>
          <a:xfrm>
            <a:off x="559817" y="2060848"/>
            <a:ext cx="8782050" cy="2693707"/>
            <a:chOff x="559817" y="2060848"/>
            <a:chExt cx="8782050" cy="2693707"/>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2060848"/>
              <a:ext cx="8782050" cy="269370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14281"/>
            <a:stretch/>
          </p:blipFill>
          <p:spPr>
            <a:xfrm>
              <a:off x="580572" y="2135812"/>
              <a:ext cx="8750040" cy="2570558"/>
            </a:xfrm>
            <a:prstGeom prst="rect">
              <a:avLst/>
            </a:prstGeom>
          </p:spPr>
        </p:pic>
        <p:grpSp>
          <p:nvGrpSpPr>
            <p:cNvPr id="2" name="그룹 1">
              <a:extLst>
                <a:ext uri="{FF2B5EF4-FFF2-40B4-BE49-F238E27FC236}">
                  <a16:creationId xmlns:a16="http://schemas.microsoft.com/office/drawing/2014/main" id="{CA6C4825-1857-41EC-8AC9-644631E30584}"/>
                </a:ext>
              </a:extLst>
            </p:cNvPr>
            <p:cNvGrpSpPr/>
            <p:nvPr/>
          </p:nvGrpSpPr>
          <p:grpSpPr>
            <a:xfrm>
              <a:off x="5069540" y="3402756"/>
              <a:ext cx="899314" cy="1210157"/>
              <a:chOff x="5069540" y="3402756"/>
              <a:chExt cx="899314" cy="1210157"/>
            </a:xfrm>
          </p:grpSpPr>
          <p:sp>
            <p:nvSpPr>
              <p:cNvPr id="14" name="직사각형 13">
                <a:extLst>
                  <a:ext uri="{FF2B5EF4-FFF2-40B4-BE49-F238E27FC236}">
                    <a16:creationId xmlns:a16="http://schemas.microsoft.com/office/drawing/2014/main" id="{2CE7D74D-DB7E-4BE6-A7E0-798FC97EADCA}"/>
                  </a:ext>
                </a:extLst>
              </p:cNvPr>
              <p:cNvSpPr/>
              <p:nvPr/>
            </p:nvSpPr>
            <p:spPr>
              <a:xfrm>
                <a:off x="5069541" y="3402756"/>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E-mart</a:t>
                </a:r>
              </a:p>
            </p:txBody>
          </p:sp>
          <p:sp>
            <p:nvSpPr>
              <p:cNvPr id="15" name="직사각형 14">
                <a:extLst>
                  <a:ext uri="{FF2B5EF4-FFF2-40B4-BE49-F238E27FC236}">
                    <a16:creationId xmlns:a16="http://schemas.microsoft.com/office/drawing/2014/main" id="{4AB29A22-338C-4223-A283-E94C5D40E6D7}"/>
                  </a:ext>
                </a:extLst>
              </p:cNvPr>
              <p:cNvSpPr/>
              <p:nvPr/>
            </p:nvSpPr>
            <p:spPr>
              <a:xfrm>
                <a:off x="5141549" y="3713437"/>
                <a:ext cx="827305"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Samyang</a:t>
                </a:r>
              </a:p>
            </p:txBody>
          </p:sp>
          <p:sp>
            <p:nvSpPr>
              <p:cNvPr id="17" name="직사각형 16">
                <a:extLst>
                  <a:ext uri="{FF2B5EF4-FFF2-40B4-BE49-F238E27FC236}">
                    <a16:creationId xmlns:a16="http://schemas.microsoft.com/office/drawing/2014/main" id="{3744D6F7-C787-48E1-B4CE-C3FC43604EFB}"/>
                  </a:ext>
                </a:extLst>
              </p:cNvPr>
              <p:cNvSpPr/>
              <p:nvPr/>
            </p:nvSpPr>
            <p:spPr>
              <a:xfrm>
                <a:off x="5069541" y="4074634"/>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Chong Kun Dang Group</a:t>
                </a:r>
              </a:p>
            </p:txBody>
          </p:sp>
          <p:sp>
            <p:nvSpPr>
              <p:cNvPr id="18" name="직사각형 17">
                <a:extLst>
                  <a:ext uri="{FF2B5EF4-FFF2-40B4-BE49-F238E27FC236}">
                    <a16:creationId xmlns:a16="http://schemas.microsoft.com/office/drawing/2014/main" id="{3FDCDCCF-F535-4E78-AC22-4E18DC4610F5}"/>
                  </a:ext>
                </a:extLst>
              </p:cNvPr>
              <p:cNvSpPr/>
              <p:nvPr/>
            </p:nvSpPr>
            <p:spPr>
              <a:xfrm>
                <a:off x="5069540" y="4382389"/>
                <a:ext cx="899314"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ModeTour Reit</a:t>
                </a:r>
              </a:p>
            </p:txBody>
          </p:sp>
        </p:grpSp>
        <p:grpSp>
          <p:nvGrpSpPr>
            <p:cNvPr id="19" name="그룹 18">
              <a:extLst>
                <a:ext uri="{FF2B5EF4-FFF2-40B4-BE49-F238E27FC236}">
                  <a16:creationId xmlns:a16="http://schemas.microsoft.com/office/drawing/2014/main" id="{70B58FCA-9953-42DF-B3B7-F88203939061}"/>
                </a:ext>
              </a:extLst>
            </p:cNvPr>
            <p:cNvGrpSpPr/>
            <p:nvPr/>
          </p:nvGrpSpPr>
          <p:grpSpPr>
            <a:xfrm>
              <a:off x="2292740" y="3408348"/>
              <a:ext cx="899314" cy="1210157"/>
              <a:chOff x="5069540" y="3402756"/>
              <a:chExt cx="899314" cy="1210157"/>
            </a:xfrm>
          </p:grpSpPr>
          <p:sp>
            <p:nvSpPr>
              <p:cNvPr id="20" name="직사각형 19">
                <a:extLst>
                  <a:ext uri="{FF2B5EF4-FFF2-40B4-BE49-F238E27FC236}">
                    <a16:creationId xmlns:a16="http://schemas.microsoft.com/office/drawing/2014/main" id="{B7A82B9B-1B3A-466D-A5E1-4D220A04B726}"/>
                  </a:ext>
                </a:extLst>
              </p:cNvPr>
              <p:cNvSpPr/>
              <p:nvPr/>
            </p:nvSpPr>
            <p:spPr>
              <a:xfrm>
                <a:off x="5069541" y="3402756"/>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E-mart</a:t>
                </a:r>
              </a:p>
            </p:txBody>
          </p:sp>
          <p:sp>
            <p:nvSpPr>
              <p:cNvPr id="21" name="직사각형 20">
                <a:extLst>
                  <a:ext uri="{FF2B5EF4-FFF2-40B4-BE49-F238E27FC236}">
                    <a16:creationId xmlns:a16="http://schemas.microsoft.com/office/drawing/2014/main" id="{079C5D46-1149-46B7-96E1-882040161526}"/>
                  </a:ext>
                </a:extLst>
              </p:cNvPr>
              <p:cNvSpPr/>
              <p:nvPr/>
            </p:nvSpPr>
            <p:spPr>
              <a:xfrm>
                <a:off x="5141549" y="3713437"/>
                <a:ext cx="827305"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Samyang</a:t>
                </a:r>
              </a:p>
            </p:txBody>
          </p:sp>
          <p:sp>
            <p:nvSpPr>
              <p:cNvPr id="22" name="직사각형 21">
                <a:extLst>
                  <a:ext uri="{FF2B5EF4-FFF2-40B4-BE49-F238E27FC236}">
                    <a16:creationId xmlns:a16="http://schemas.microsoft.com/office/drawing/2014/main" id="{F267F6F7-8949-45FD-AF8A-AB83EE7E3026}"/>
                  </a:ext>
                </a:extLst>
              </p:cNvPr>
              <p:cNvSpPr/>
              <p:nvPr/>
            </p:nvSpPr>
            <p:spPr>
              <a:xfrm>
                <a:off x="5069541" y="4074634"/>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Chong Kun Dang Group</a:t>
                </a:r>
              </a:p>
            </p:txBody>
          </p:sp>
          <p:sp>
            <p:nvSpPr>
              <p:cNvPr id="26" name="직사각형 25">
                <a:extLst>
                  <a:ext uri="{FF2B5EF4-FFF2-40B4-BE49-F238E27FC236}">
                    <a16:creationId xmlns:a16="http://schemas.microsoft.com/office/drawing/2014/main" id="{785EFA89-F88C-490B-B6A8-04645C9AC2BC}"/>
                  </a:ext>
                </a:extLst>
              </p:cNvPr>
              <p:cNvSpPr/>
              <p:nvPr/>
            </p:nvSpPr>
            <p:spPr>
              <a:xfrm>
                <a:off x="5069540" y="4382389"/>
                <a:ext cx="899314"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ModeTour Reit</a:t>
                </a:r>
              </a:p>
            </p:txBody>
          </p:sp>
        </p:grpSp>
      </p:grpSp>
    </p:spTree>
    <p:extLst>
      <p:ext uri="{BB962C8B-B14F-4D97-AF65-F5344CB8AC3E}">
        <p14:creationId xmlns:p14="http://schemas.microsoft.com/office/powerpoint/2010/main" val="155476947"/>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9" name="그룹 8">
            <a:extLst>
              <a:ext uri="{FF2B5EF4-FFF2-40B4-BE49-F238E27FC236}">
                <a16:creationId xmlns:a16="http://schemas.microsoft.com/office/drawing/2014/main" id="{6D7FF944-7027-4101-9E63-51145ACB76C8}"/>
              </a:ext>
            </a:extLst>
          </p:cNvPr>
          <p:cNvGrpSpPr/>
          <p:nvPr/>
        </p:nvGrpSpPr>
        <p:grpSpPr>
          <a:xfrm>
            <a:off x="580388" y="1413381"/>
            <a:ext cx="8887612" cy="1603632"/>
            <a:chOff x="580388" y="1413381"/>
            <a:chExt cx="8887612" cy="1603632"/>
          </a:xfrm>
        </p:grpSpPr>
        <p:sp>
          <p:nvSpPr>
            <p:cNvPr id="11" name="직사각형 10">
              <a:extLst>
                <a:ext uri="{FF2B5EF4-FFF2-40B4-BE49-F238E27FC236}">
                  <a16:creationId xmlns:a16="http://schemas.microsoft.com/office/drawing/2014/main" id="{67DD63DD-44BF-4C8F-8552-93203D5B8AAA}"/>
                </a:ext>
              </a:extLst>
            </p:cNvPr>
            <p:cNvSpPr/>
            <p:nvPr/>
          </p:nvSpPr>
          <p:spPr>
            <a:xfrm>
              <a:off x="711200" y="1666149"/>
              <a:ext cx="8632825" cy="13508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Tùy chọn on=None và tùy chọn how='inner’ được áp dụng làm giá trị mặc định. Tùy chọn on=None có nghĩa là hợp nhất tất cả các cột chung của hai DataFrames thành một tham chiếu (key).</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Tùy chọn how='inner’ có nghĩa là dữ liệu trong cột tham chiếu chỉ được trích xuất khi dữ liệu là phần giao chung cho cả hai DataFrame.</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Chúng ta đã hợp nhất và trả về năm cổ phiếu chung hiện có dựa trên cột “id”.</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2" name="직사각형 11">
              <a:extLst>
                <a:ext uri="{FF2B5EF4-FFF2-40B4-BE49-F238E27FC236}">
                  <a16:creationId xmlns:a16="http://schemas.microsoft.com/office/drawing/2014/main" id="{C70F0B4B-2039-4E09-8CFD-3EFA5EC7FCE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3694952172"/>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12" name="직사각형 11">
            <a:extLst>
              <a:ext uri="{FF2B5EF4-FFF2-40B4-BE49-F238E27FC236}">
                <a16:creationId xmlns:a16="http://schemas.microsoft.com/office/drawing/2014/main" id="{6AAC80D9-DBC8-41DA-83D9-AAFB759990D8}"/>
              </a:ext>
            </a:extLst>
          </p:cNvPr>
          <p:cNvSpPr/>
          <p:nvPr/>
        </p:nvSpPr>
        <p:spPr>
          <a:xfrm>
            <a:off x="711200" y="5566352"/>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Khi hai cột giống nhau, kết quả sẽ được hợp nhất dựa trên các giá trị trong tên cột chung.</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13" name="그룹 12">
            <a:extLst>
              <a:ext uri="{FF2B5EF4-FFF2-40B4-BE49-F238E27FC236}">
                <a16:creationId xmlns:a16="http://schemas.microsoft.com/office/drawing/2014/main" id="{702F5418-74B5-43F9-ACEF-D6295E00BF6B}"/>
              </a:ext>
            </a:extLst>
          </p:cNvPr>
          <p:cNvGrpSpPr/>
          <p:nvPr/>
        </p:nvGrpSpPr>
        <p:grpSpPr>
          <a:xfrm>
            <a:off x="580388" y="1413381"/>
            <a:ext cx="8887612" cy="798284"/>
            <a:chOff x="580388" y="1413381"/>
            <a:chExt cx="8887612" cy="798284"/>
          </a:xfrm>
        </p:grpSpPr>
        <p:sp>
          <p:nvSpPr>
            <p:cNvPr id="14" name="직사각형 13">
              <a:extLst>
                <a:ext uri="{FF2B5EF4-FFF2-40B4-BE49-F238E27FC236}">
                  <a16:creationId xmlns:a16="http://schemas.microsoft.com/office/drawing/2014/main" id="{1B5629FB-B770-406D-8889-82DD4C909997}"/>
                </a:ext>
              </a:extLst>
            </p:cNvPr>
            <p:cNvSpPr/>
            <p:nvPr/>
          </p:nvSpPr>
          <p:spPr>
            <a:xfrm>
              <a:off x="711200" y="1666149"/>
              <a:ext cx="8632825"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Hãy</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cố</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tình</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thay</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xem</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điều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gì</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sẽ</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xảy</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ra</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nếu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“id_1”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“name_1” ở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bên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trái</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nếu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“id_1”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“name_1” ở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bên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phải</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a:t>
              </a:r>
            </a:p>
          </p:txBody>
        </p:sp>
        <p:sp>
          <p:nvSpPr>
            <p:cNvPr id="15" name="직사각형 14">
              <a:extLst>
                <a:ext uri="{FF2B5EF4-FFF2-40B4-BE49-F238E27FC236}">
                  <a16:creationId xmlns:a16="http://schemas.microsoft.com/office/drawing/2014/main" id="{70F8581F-9040-4B27-992E-16B56D5FC82A}"/>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grpSp>
        <p:nvGrpSpPr>
          <p:cNvPr id="7" name="그룹 6">
            <a:extLst>
              <a:ext uri="{FF2B5EF4-FFF2-40B4-BE49-F238E27FC236}">
                <a16:creationId xmlns:a16="http://schemas.microsoft.com/office/drawing/2014/main" id="{012D7AC0-1C48-46D8-B579-1F3545A0C64F}"/>
              </a:ext>
            </a:extLst>
          </p:cNvPr>
          <p:cNvGrpSpPr/>
          <p:nvPr/>
        </p:nvGrpSpPr>
        <p:grpSpPr>
          <a:xfrm>
            <a:off x="559817" y="2258210"/>
            <a:ext cx="8782050" cy="3240360"/>
            <a:chOff x="559817" y="2258210"/>
            <a:chExt cx="8782050" cy="3240360"/>
          </a:xfrm>
        </p:grpSpPr>
        <p:grpSp>
          <p:nvGrpSpPr>
            <p:cNvPr id="4" name="그룹 3">
              <a:extLst>
                <a:ext uri="{FF2B5EF4-FFF2-40B4-BE49-F238E27FC236}">
                  <a16:creationId xmlns:a16="http://schemas.microsoft.com/office/drawing/2014/main" id="{A23FE278-206F-4AB4-9700-2C2574A9C9D8}"/>
                </a:ext>
              </a:extLst>
            </p:cNvPr>
            <p:cNvGrpSpPr/>
            <p:nvPr/>
          </p:nvGrpSpPr>
          <p:grpSpPr>
            <a:xfrm>
              <a:off x="559817" y="2258210"/>
              <a:ext cx="8782050" cy="3240360"/>
              <a:chOff x="559817" y="2420888"/>
              <a:chExt cx="8782050" cy="3240360"/>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2420888"/>
                <a:ext cx="8782050" cy="324036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14281"/>
              <a:stretch/>
            </p:blipFill>
            <p:spPr>
              <a:xfrm>
                <a:off x="580572" y="2488670"/>
                <a:ext cx="8761295" cy="3119028"/>
              </a:xfrm>
              <a:prstGeom prst="rect">
                <a:avLst/>
              </a:prstGeom>
            </p:spPr>
          </p:pic>
        </p:grpSp>
        <p:grpSp>
          <p:nvGrpSpPr>
            <p:cNvPr id="6" name="그룹 5">
              <a:extLst>
                <a:ext uri="{FF2B5EF4-FFF2-40B4-BE49-F238E27FC236}">
                  <a16:creationId xmlns:a16="http://schemas.microsoft.com/office/drawing/2014/main" id="{9F82FA9A-B110-4B42-90D5-0F444CAC70A4}"/>
                </a:ext>
              </a:extLst>
            </p:cNvPr>
            <p:cNvGrpSpPr/>
            <p:nvPr/>
          </p:nvGrpSpPr>
          <p:grpSpPr>
            <a:xfrm>
              <a:off x="2307678" y="4158536"/>
              <a:ext cx="3667049" cy="1210157"/>
              <a:chOff x="2307678" y="4158536"/>
              <a:chExt cx="3667049" cy="1210157"/>
            </a:xfrm>
          </p:grpSpPr>
          <p:grpSp>
            <p:nvGrpSpPr>
              <p:cNvPr id="5" name="그룹 4">
                <a:extLst>
                  <a:ext uri="{FF2B5EF4-FFF2-40B4-BE49-F238E27FC236}">
                    <a16:creationId xmlns:a16="http://schemas.microsoft.com/office/drawing/2014/main" id="{0775689E-1AFF-4D04-8E51-33094327B6BE}"/>
                  </a:ext>
                </a:extLst>
              </p:cNvPr>
              <p:cNvGrpSpPr/>
              <p:nvPr/>
            </p:nvGrpSpPr>
            <p:grpSpPr>
              <a:xfrm>
                <a:off x="2307678" y="4158536"/>
                <a:ext cx="899314" cy="1210157"/>
                <a:chOff x="5069540" y="3402756"/>
                <a:chExt cx="899314" cy="1210157"/>
              </a:xfrm>
            </p:grpSpPr>
            <p:sp>
              <p:nvSpPr>
                <p:cNvPr id="17" name="직사각형 16">
                  <a:extLst>
                    <a:ext uri="{FF2B5EF4-FFF2-40B4-BE49-F238E27FC236}">
                      <a16:creationId xmlns:a16="http://schemas.microsoft.com/office/drawing/2014/main" id="{47D21118-20FF-4625-86A6-49BFFA131AFB}"/>
                    </a:ext>
                  </a:extLst>
                </p:cNvPr>
                <p:cNvSpPr/>
                <p:nvPr/>
              </p:nvSpPr>
              <p:spPr>
                <a:xfrm>
                  <a:off x="5069541" y="3402756"/>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E-mart</a:t>
                  </a:r>
                </a:p>
              </p:txBody>
            </p:sp>
            <p:sp>
              <p:nvSpPr>
                <p:cNvPr id="18" name="직사각형 17">
                  <a:extLst>
                    <a:ext uri="{FF2B5EF4-FFF2-40B4-BE49-F238E27FC236}">
                      <a16:creationId xmlns:a16="http://schemas.microsoft.com/office/drawing/2014/main" id="{E3474CAB-5DB5-4EE2-B80C-7B250E4F73C1}"/>
                    </a:ext>
                  </a:extLst>
                </p:cNvPr>
                <p:cNvSpPr/>
                <p:nvPr/>
              </p:nvSpPr>
              <p:spPr>
                <a:xfrm>
                  <a:off x="5141549" y="3713437"/>
                  <a:ext cx="827305"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Samyang</a:t>
                  </a:r>
                </a:p>
              </p:txBody>
            </p:sp>
            <p:sp>
              <p:nvSpPr>
                <p:cNvPr id="19" name="직사각형 18">
                  <a:extLst>
                    <a:ext uri="{FF2B5EF4-FFF2-40B4-BE49-F238E27FC236}">
                      <a16:creationId xmlns:a16="http://schemas.microsoft.com/office/drawing/2014/main" id="{547E355A-B0E0-48D3-A0D6-0C239913C1EE}"/>
                    </a:ext>
                  </a:extLst>
                </p:cNvPr>
                <p:cNvSpPr/>
                <p:nvPr/>
              </p:nvSpPr>
              <p:spPr>
                <a:xfrm>
                  <a:off x="5069541" y="4074634"/>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Chong Kun Dang Group</a:t>
                  </a:r>
                </a:p>
              </p:txBody>
            </p:sp>
            <p:sp>
              <p:nvSpPr>
                <p:cNvPr id="20" name="직사각형 19">
                  <a:extLst>
                    <a:ext uri="{FF2B5EF4-FFF2-40B4-BE49-F238E27FC236}">
                      <a16:creationId xmlns:a16="http://schemas.microsoft.com/office/drawing/2014/main" id="{2D56C944-06A3-4166-9071-7395BCE18BC3}"/>
                    </a:ext>
                  </a:extLst>
                </p:cNvPr>
                <p:cNvSpPr/>
                <p:nvPr/>
              </p:nvSpPr>
              <p:spPr>
                <a:xfrm>
                  <a:off x="5069540" y="4382389"/>
                  <a:ext cx="899314"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ModeTour Reit</a:t>
                  </a:r>
                </a:p>
              </p:txBody>
            </p:sp>
          </p:grpSp>
          <p:grpSp>
            <p:nvGrpSpPr>
              <p:cNvPr id="22" name="그룹 21">
                <a:extLst>
                  <a:ext uri="{FF2B5EF4-FFF2-40B4-BE49-F238E27FC236}">
                    <a16:creationId xmlns:a16="http://schemas.microsoft.com/office/drawing/2014/main" id="{40BAE699-3BF6-457F-8B6C-FE58BC1CE239}"/>
                  </a:ext>
                </a:extLst>
              </p:cNvPr>
              <p:cNvGrpSpPr/>
              <p:nvPr/>
            </p:nvGrpSpPr>
            <p:grpSpPr>
              <a:xfrm>
                <a:off x="5075413" y="4158536"/>
                <a:ext cx="899314" cy="1210157"/>
                <a:chOff x="5069540" y="3402756"/>
                <a:chExt cx="899314" cy="1210157"/>
              </a:xfrm>
            </p:grpSpPr>
            <p:sp>
              <p:nvSpPr>
                <p:cNvPr id="26" name="직사각형 25">
                  <a:extLst>
                    <a:ext uri="{FF2B5EF4-FFF2-40B4-BE49-F238E27FC236}">
                      <a16:creationId xmlns:a16="http://schemas.microsoft.com/office/drawing/2014/main" id="{185A337E-BB60-4933-B8BD-D88A75EB9DAA}"/>
                    </a:ext>
                  </a:extLst>
                </p:cNvPr>
                <p:cNvSpPr/>
                <p:nvPr/>
              </p:nvSpPr>
              <p:spPr>
                <a:xfrm>
                  <a:off x="5069541" y="3402756"/>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E-mart</a:t>
                  </a:r>
                </a:p>
              </p:txBody>
            </p:sp>
            <p:sp>
              <p:nvSpPr>
                <p:cNvPr id="28" name="직사각형 27">
                  <a:extLst>
                    <a:ext uri="{FF2B5EF4-FFF2-40B4-BE49-F238E27FC236}">
                      <a16:creationId xmlns:a16="http://schemas.microsoft.com/office/drawing/2014/main" id="{CAD2A636-0861-4273-8327-6CB2A24184E5}"/>
                    </a:ext>
                  </a:extLst>
                </p:cNvPr>
                <p:cNvSpPr/>
                <p:nvPr/>
              </p:nvSpPr>
              <p:spPr>
                <a:xfrm>
                  <a:off x="5141549" y="3713437"/>
                  <a:ext cx="827305"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250" dirty="0">
                      <a:solidFill>
                        <a:schemeClr val="tx1"/>
                      </a:solidFill>
                      <a:latin typeface="D2Coding" panose="020B0609020101020101" pitchFamily="49" charset="-127"/>
                      <a:ea typeface="D2Coding" panose="020B0609020101020101" pitchFamily="49" charset="-127"/>
                    </a:rPr>
                    <a:t>Samyang</a:t>
                  </a:r>
                </a:p>
              </p:txBody>
            </p:sp>
            <p:sp>
              <p:nvSpPr>
                <p:cNvPr id="31" name="직사각형 30">
                  <a:extLst>
                    <a:ext uri="{FF2B5EF4-FFF2-40B4-BE49-F238E27FC236}">
                      <a16:creationId xmlns:a16="http://schemas.microsoft.com/office/drawing/2014/main" id="{FB042372-FFA2-48E4-BD4C-33216C03F0B1}"/>
                    </a:ext>
                  </a:extLst>
                </p:cNvPr>
                <p:cNvSpPr/>
                <p:nvPr/>
              </p:nvSpPr>
              <p:spPr>
                <a:xfrm>
                  <a:off x="5069541" y="4074634"/>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Chong Kun Dang Group</a:t>
                  </a:r>
                </a:p>
              </p:txBody>
            </p:sp>
            <p:sp>
              <p:nvSpPr>
                <p:cNvPr id="32" name="직사각형 31">
                  <a:extLst>
                    <a:ext uri="{FF2B5EF4-FFF2-40B4-BE49-F238E27FC236}">
                      <a16:creationId xmlns:a16="http://schemas.microsoft.com/office/drawing/2014/main" id="{2390CB59-888D-4530-B605-DA79E06B3516}"/>
                    </a:ext>
                  </a:extLst>
                </p:cNvPr>
                <p:cNvSpPr/>
                <p:nvPr/>
              </p:nvSpPr>
              <p:spPr>
                <a:xfrm>
                  <a:off x="5069540" y="4382389"/>
                  <a:ext cx="899314"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250" dirty="0">
                      <a:solidFill>
                        <a:schemeClr val="tx1"/>
                      </a:solidFill>
                      <a:latin typeface="D2Coding" panose="020B0609020101020101" pitchFamily="49" charset="-127"/>
                      <a:ea typeface="D2Coding" panose="020B0609020101020101" pitchFamily="49" charset="-127"/>
                    </a:rPr>
                    <a:t>ModeTour Reit</a:t>
                  </a:r>
                </a:p>
              </p:txBody>
            </p:sp>
          </p:grpSp>
        </p:grpSp>
      </p:grpSp>
    </p:spTree>
    <p:extLst>
      <p:ext uri="{BB962C8B-B14F-4D97-AF65-F5344CB8AC3E}">
        <p14:creationId xmlns:p14="http://schemas.microsoft.com/office/powerpoint/2010/main" val="3500046535"/>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14" name="그룹 13">
            <a:extLst>
              <a:ext uri="{FF2B5EF4-FFF2-40B4-BE49-F238E27FC236}">
                <a16:creationId xmlns:a16="http://schemas.microsoft.com/office/drawing/2014/main" id="{66E598DD-FC78-4859-A0F6-296492E64E35}"/>
              </a:ext>
            </a:extLst>
          </p:cNvPr>
          <p:cNvGrpSpPr/>
          <p:nvPr/>
        </p:nvGrpSpPr>
        <p:grpSpPr>
          <a:xfrm>
            <a:off x="580388" y="1413381"/>
            <a:ext cx="8887612" cy="798284"/>
            <a:chOff x="580388" y="1413381"/>
            <a:chExt cx="8887612" cy="798284"/>
          </a:xfrm>
        </p:grpSpPr>
        <p:sp>
          <p:nvSpPr>
            <p:cNvPr id="15" name="직사각형 14">
              <a:extLst>
                <a:ext uri="{FF2B5EF4-FFF2-40B4-BE49-F238E27FC236}">
                  <a16:creationId xmlns:a16="http://schemas.microsoft.com/office/drawing/2014/main" id="{017F6762-1E3B-40E0-A4E5-D54A388A8625}"/>
                </a:ext>
              </a:extLst>
            </p:cNvPr>
            <p:cNvSpPr/>
            <p:nvPr/>
          </p:nvSpPr>
          <p:spPr>
            <a:xfrm>
              <a:off x="711200" y="1666149"/>
              <a:ext cx="8632825"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Nếu bạn sử dụng how='left', tất cả các công ty trong DataFrame bên trái sẽ được trả về và các công ty không ở bên phải sẽ được coi là NaN.</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7" name="직사각형 16">
              <a:extLst>
                <a:ext uri="{FF2B5EF4-FFF2-40B4-BE49-F238E27FC236}">
                  <a16:creationId xmlns:a16="http://schemas.microsoft.com/office/drawing/2014/main" id="{D9AEDC3A-83E6-401B-AAF2-52D88FB73F0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grpSp>
        <p:nvGrpSpPr>
          <p:cNvPr id="42" name="그룹 41">
            <a:extLst>
              <a:ext uri="{FF2B5EF4-FFF2-40B4-BE49-F238E27FC236}">
                <a16:creationId xmlns:a16="http://schemas.microsoft.com/office/drawing/2014/main" id="{D59EBF30-D0B9-424A-BBD0-402FBC54B8A1}"/>
              </a:ext>
            </a:extLst>
          </p:cNvPr>
          <p:cNvGrpSpPr/>
          <p:nvPr/>
        </p:nvGrpSpPr>
        <p:grpSpPr>
          <a:xfrm>
            <a:off x="559817" y="2204864"/>
            <a:ext cx="8782050" cy="4104456"/>
            <a:chOff x="559817" y="2204864"/>
            <a:chExt cx="8782050" cy="4104456"/>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2204864"/>
              <a:ext cx="8782050" cy="410445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dirty="0">
                <a:latin typeface="SamsungOne-400" panose="020B0503030303020204" pitchFamily="34" charset="0"/>
              </a:endParaRPr>
            </a:p>
          </p:txBody>
        </p:sp>
        <p:pic>
          <p:nvPicPr>
            <p:cNvPr id="3" name="그림 2"/>
            <p:cNvPicPr>
              <a:picLocks noChangeAspect="1"/>
            </p:cNvPicPr>
            <p:nvPr/>
          </p:nvPicPr>
          <p:blipFill rotWithShape="1">
            <a:blip r:embed="rId4"/>
            <a:srcRect r="414"/>
            <a:stretch/>
          </p:blipFill>
          <p:spPr>
            <a:xfrm>
              <a:off x="608564" y="2289107"/>
              <a:ext cx="8580480" cy="3981064"/>
            </a:xfrm>
            <a:prstGeom prst="rect">
              <a:avLst/>
            </a:prstGeom>
          </p:spPr>
        </p:pic>
        <p:sp>
          <p:nvSpPr>
            <p:cNvPr id="18" name="직사각형 17">
              <a:extLst>
                <a:ext uri="{FF2B5EF4-FFF2-40B4-BE49-F238E27FC236}">
                  <a16:creationId xmlns:a16="http://schemas.microsoft.com/office/drawing/2014/main" id="{0AE820FD-ACFF-4061-A9A8-5DDA2D7F9A7F}"/>
                </a:ext>
              </a:extLst>
            </p:cNvPr>
            <p:cNvSpPr/>
            <p:nvPr/>
          </p:nvSpPr>
          <p:spPr>
            <a:xfrm>
              <a:off x="1362270" y="4344499"/>
              <a:ext cx="1454788"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050" dirty="0">
                  <a:solidFill>
                    <a:schemeClr val="tx1"/>
                  </a:solidFill>
                  <a:latin typeface="D2Coding" panose="020B0609020101020101" pitchFamily="49" charset="-127"/>
                  <a:ea typeface="D2Coding" panose="020B0609020101020101" pitchFamily="49" charset="-127"/>
                </a:rPr>
                <a:t>E-mart</a:t>
              </a:r>
            </a:p>
          </p:txBody>
        </p:sp>
        <p:sp>
          <p:nvSpPr>
            <p:cNvPr id="19" name="직사각형 18">
              <a:extLst>
                <a:ext uri="{FF2B5EF4-FFF2-40B4-BE49-F238E27FC236}">
                  <a16:creationId xmlns:a16="http://schemas.microsoft.com/office/drawing/2014/main" id="{B4B8CC4B-1E35-480D-83E0-6969AA3471A4}"/>
                </a:ext>
              </a:extLst>
            </p:cNvPr>
            <p:cNvSpPr/>
            <p:nvPr/>
          </p:nvSpPr>
          <p:spPr>
            <a:xfrm>
              <a:off x="1355536" y="4888213"/>
              <a:ext cx="147085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050" dirty="0">
                  <a:solidFill>
                    <a:schemeClr val="tx1"/>
                  </a:solidFill>
                  <a:latin typeface="D2Coding" panose="020B0609020101020101" pitchFamily="49" charset="-127"/>
                  <a:ea typeface="D2Coding" panose="020B0609020101020101" pitchFamily="49" charset="-127"/>
                </a:rPr>
                <a:t>Samyang</a:t>
              </a:r>
            </a:p>
          </p:txBody>
        </p:sp>
        <p:sp>
          <p:nvSpPr>
            <p:cNvPr id="20" name="직사각형 19">
              <a:extLst>
                <a:ext uri="{FF2B5EF4-FFF2-40B4-BE49-F238E27FC236}">
                  <a16:creationId xmlns:a16="http://schemas.microsoft.com/office/drawing/2014/main" id="{8444FA4C-A584-4CA5-93E4-DCCA7795A610}"/>
                </a:ext>
              </a:extLst>
            </p:cNvPr>
            <p:cNvSpPr/>
            <p:nvPr/>
          </p:nvSpPr>
          <p:spPr>
            <a:xfrm>
              <a:off x="1362269" y="5182742"/>
              <a:ext cx="1464120"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050" dirty="0">
                  <a:solidFill>
                    <a:schemeClr val="tx1"/>
                  </a:solidFill>
                  <a:latin typeface="D2Coding" panose="020B0609020101020101" pitchFamily="49" charset="-127"/>
                  <a:ea typeface="D2Coding" panose="020B0609020101020101" pitchFamily="49" charset="-127"/>
                </a:rPr>
                <a:t>Chong Kun Dang Group</a:t>
              </a:r>
            </a:p>
          </p:txBody>
        </p:sp>
        <p:sp>
          <p:nvSpPr>
            <p:cNvPr id="21" name="직사각형 20">
              <a:extLst>
                <a:ext uri="{FF2B5EF4-FFF2-40B4-BE49-F238E27FC236}">
                  <a16:creationId xmlns:a16="http://schemas.microsoft.com/office/drawing/2014/main" id="{877A3D7A-6468-481C-B978-DB91CA1E07C6}"/>
                </a:ext>
              </a:extLst>
            </p:cNvPr>
            <p:cNvSpPr/>
            <p:nvPr/>
          </p:nvSpPr>
          <p:spPr>
            <a:xfrm>
              <a:off x="1355536" y="6005347"/>
              <a:ext cx="1464120"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050" dirty="0">
                  <a:solidFill>
                    <a:schemeClr val="tx1"/>
                  </a:solidFill>
                  <a:latin typeface="D2Coding" panose="020B0609020101020101" pitchFamily="49" charset="-127"/>
                  <a:ea typeface="D2Coding" panose="020B0609020101020101" pitchFamily="49" charset="-127"/>
                </a:rPr>
                <a:t>ModeTour Reit</a:t>
              </a:r>
            </a:p>
          </p:txBody>
        </p:sp>
        <p:sp>
          <p:nvSpPr>
            <p:cNvPr id="26" name="직사각형 25">
              <a:extLst>
                <a:ext uri="{FF2B5EF4-FFF2-40B4-BE49-F238E27FC236}">
                  <a16:creationId xmlns:a16="http://schemas.microsoft.com/office/drawing/2014/main" id="{635381AD-4C41-413D-B51D-8B220648B302}"/>
                </a:ext>
              </a:extLst>
            </p:cNvPr>
            <p:cNvSpPr/>
            <p:nvPr/>
          </p:nvSpPr>
          <p:spPr>
            <a:xfrm>
              <a:off x="4466018" y="4355851"/>
              <a:ext cx="673958"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050" dirty="0">
                  <a:solidFill>
                    <a:schemeClr val="tx1"/>
                  </a:solidFill>
                  <a:latin typeface="D2Coding" panose="020B0609020101020101" pitchFamily="49" charset="-127"/>
                  <a:ea typeface="D2Coding" panose="020B0609020101020101" pitchFamily="49" charset="-127"/>
                </a:rPr>
                <a:t>E-mart</a:t>
              </a:r>
            </a:p>
          </p:txBody>
        </p:sp>
        <p:sp>
          <p:nvSpPr>
            <p:cNvPr id="28" name="직사각형 27">
              <a:extLst>
                <a:ext uri="{FF2B5EF4-FFF2-40B4-BE49-F238E27FC236}">
                  <a16:creationId xmlns:a16="http://schemas.microsoft.com/office/drawing/2014/main" id="{48C86FC1-6676-4B1F-9989-875A382E3D4D}"/>
                </a:ext>
              </a:extLst>
            </p:cNvPr>
            <p:cNvSpPr/>
            <p:nvPr/>
          </p:nvSpPr>
          <p:spPr>
            <a:xfrm>
              <a:off x="4329404" y="5182742"/>
              <a:ext cx="820208"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050" dirty="0">
                  <a:solidFill>
                    <a:schemeClr val="tx1"/>
                  </a:solidFill>
                  <a:latin typeface="D2Coding" panose="020B0609020101020101" pitchFamily="49" charset="-127"/>
                  <a:ea typeface="D2Coding" panose="020B0609020101020101" pitchFamily="49" charset="-127"/>
                </a:rPr>
                <a:t>Chong Kun Dang Group</a:t>
              </a:r>
            </a:p>
          </p:txBody>
        </p:sp>
        <p:sp>
          <p:nvSpPr>
            <p:cNvPr id="32" name="직사각형 31">
              <a:extLst>
                <a:ext uri="{FF2B5EF4-FFF2-40B4-BE49-F238E27FC236}">
                  <a16:creationId xmlns:a16="http://schemas.microsoft.com/office/drawing/2014/main" id="{FBC0718F-1ADD-4862-85AC-19F0004831E2}"/>
                </a:ext>
              </a:extLst>
            </p:cNvPr>
            <p:cNvSpPr/>
            <p:nvPr/>
          </p:nvSpPr>
          <p:spPr>
            <a:xfrm>
              <a:off x="4345369" y="6005347"/>
              <a:ext cx="80424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050" dirty="0">
                  <a:solidFill>
                    <a:schemeClr val="tx1"/>
                  </a:solidFill>
                  <a:latin typeface="D2Coding" panose="020B0609020101020101" pitchFamily="49" charset="-127"/>
                  <a:ea typeface="D2Coding" panose="020B0609020101020101" pitchFamily="49" charset="-127"/>
                </a:rPr>
                <a:t>ModeTour Reit</a:t>
              </a:r>
            </a:p>
          </p:txBody>
        </p:sp>
        <p:sp>
          <p:nvSpPr>
            <p:cNvPr id="33" name="직사각형 32">
              <a:extLst>
                <a:ext uri="{FF2B5EF4-FFF2-40B4-BE49-F238E27FC236}">
                  <a16:creationId xmlns:a16="http://schemas.microsoft.com/office/drawing/2014/main" id="{A1CCC086-F7AC-49E8-B1E2-2B96CB38BD79}"/>
                </a:ext>
              </a:extLst>
            </p:cNvPr>
            <p:cNvSpPr/>
            <p:nvPr/>
          </p:nvSpPr>
          <p:spPr>
            <a:xfrm>
              <a:off x="4501109" y="4888213"/>
              <a:ext cx="64850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050">
                  <a:solidFill>
                    <a:schemeClr val="tx1"/>
                  </a:solidFill>
                  <a:latin typeface="D2Coding" panose="020B0609020101020101" pitchFamily="49" charset="-127"/>
                  <a:ea typeface="D2Coding" panose="020B0609020101020101" pitchFamily="49" charset="-127"/>
                </a:rPr>
                <a:t>Samyang</a:t>
              </a:r>
              <a:endParaRPr lang="en-US" altLang="ko-KR" sz="1050" dirty="0">
                <a:solidFill>
                  <a:schemeClr val="tx1"/>
                </a:solidFill>
                <a:latin typeface="D2Coding" panose="020B0609020101020101" pitchFamily="49" charset="-127"/>
                <a:ea typeface="D2Coding" panose="020B0609020101020101" pitchFamily="49" charset="-127"/>
              </a:endParaRPr>
            </a:p>
          </p:txBody>
        </p:sp>
        <p:sp>
          <p:nvSpPr>
            <p:cNvPr id="34" name="직사각형 33">
              <a:extLst>
                <a:ext uri="{FF2B5EF4-FFF2-40B4-BE49-F238E27FC236}">
                  <a16:creationId xmlns:a16="http://schemas.microsoft.com/office/drawing/2014/main" id="{8D215933-18F9-4D01-9C77-E1FDFB5495B7}"/>
                </a:ext>
              </a:extLst>
            </p:cNvPr>
            <p:cNvSpPr/>
            <p:nvPr/>
          </p:nvSpPr>
          <p:spPr>
            <a:xfrm>
              <a:off x="1362270" y="5453950"/>
              <a:ext cx="1464120"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050" dirty="0">
                  <a:solidFill>
                    <a:schemeClr val="tx1"/>
                  </a:solidFill>
                  <a:latin typeface="D2Coding" panose="020B0609020101020101" pitchFamily="49" charset="-127"/>
                  <a:ea typeface="D2Coding" panose="020B0609020101020101" pitchFamily="49" charset="-127"/>
                </a:rPr>
                <a:t>Cuckoo Electronics</a:t>
              </a:r>
            </a:p>
          </p:txBody>
        </p:sp>
        <p:sp>
          <p:nvSpPr>
            <p:cNvPr id="35" name="직사각형 34">
              <a:extLst>
                <a:ext uri="{FF2B5EF4-FFF2-40B4-BE49-F238E27FC236}">
                  <a16:creationId xmlns:a16="http://schemas.microsoft.com/office/drawing/2014/main" id="{32AFCB8D-93E6-4060-B381-D9426B406148}"/>
                </a:ext>
              </a:extLst>
            </p:cNvPr>
            <p:cNvSpPr/>
            <p:nvPr/>
          </p:nvSpPr>
          <p:spPr>
            <a:xfrm>
              <a:off x="1362270" y="5721457"/>
              <a:ext cx="1458157"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050" dirty="0">
                  <a:solidFill>
                    <a:schemeClr val="tx1"/>
                  </a:solidFill>
                  <a:latin typeface="D2Coding" panose="020B0609020101020101" pitchFamily="49" charset="-127"/>
                  <a:ea typeface="D2Coding" panose="020B0609020101020101" pitchFamily="49" charset="-127"/>
                </a:rPr>
                <a:t>ToolGen Inc.</a:t>
              </a:r>
            </a:p>
          </p:txBody>
        </p:sp>
        <p:sp>
          <p:nvSpPr>
            <p:cNvPr id="36" name="직사각형 35">
              <a:extLst>
                <a:ext uri="{FF2B5EF4-FFF2-40B4-BE49-F238E27FC236}">
                  <a16:creationId xmlns:a16="http://schemas.microsoft.com/office/drawing/2014/main" id="{1CBE82C3-747E-4C68-BB8D-41A3422A3541}"/>
                </a:ext>
              </a:extLst>
            </p:cNvPr>
            <p:cNvSpPr/>
            <p:nvPr/>
          </p:nvSpPr>
          <p:spPr>
            <a:xfrm>
              <a:off x="1345470" y="4107435"/>
              <a:ext cx="1480919" cy="216722"/>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050" dirty="0">
                  <a:solidFill>
                    <a:schemeClr val="tx1"/>
                  </a:solidFill>
                  <a:latin typeface="D2Coding" panose="020B0609020101020101" pitchFamily="49" charset="-127"/>
                  <a:ea typeface="D2Coding" panose="020B0609020101020101" pitchFamily="49" charset="-127"/>
                </a:rPr>
                <a:t>NS Shopping</a:t>
              </a:r>
            </a:p>
          </p:txBody>
        </p:sp>
        <p:sp>
          <p:nvSpPr>
            <p:cNvPr id="37" name="직사각형 36">
              <a:extLst>
                <a:ext uri="{FF2B5EF4-FFF2-40B4-BE49-F238E27FC236}">
                  <a16:creationId xmlns:a16="http://schemas.microsoft.com/office/drawing/2014/main" id="{39E1C781-4587-4ECC-9B70-3403144316C4}"/>
                </a:ext>
              </a:extLst>
            </p:cNvPr>
            <p:cNvSpPr/>
            <p:nvPr/>
          </p:nvSpPr>
          <p:spPr>
            <a:xfrm>
              <a:off x="1362270" y="4652465"/>
              <a:ext cx="1480920" cy="252540"/>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050" dirty="0">
                  <a:solidFill>
                    <a:schemeClr val="tx1"/>
                  </a:solidFill>
                  <a:latin typeface="D2Coding" panose="020B0609020101020101" pitchFamily="49" charset="-127"/>
                  <a:ea typeface="D2Coding" panose="020B0609020101020101" pitchFamily="49" charset="-127"/>
                </a:rPr>
                <a:t>Green Cross Medical Science Corporation</a:t>
              </a:r>
            </a:p>
          </p:txBody>
        </p:sp>
        <p:sp>
          <p:nvSpPr>
            <p:cNvPr id="7" name="직사각형 6">
              <a:extLst>
                <a:ext uri="{FF2B5EF4-FFF2-40B4-BE49-F238E27FC236}">
                  <a16:creationId xmlns:a16="http://schemas.microsoft.com/office/drawing/2014/main" id="{4FEFD987-7506-4D84-A88F-B49AB4C9B3BB}"/>
                </a:ext>
              </a:extLst>
            </p:cNvPr>
            <p:cNvSpPr/>
            <p:nvPr/>
          </p:nvSpPr>
          <p:spPr>
            <a:xfrm>
              <a:off x="1355536" y="3861048"/>
              <a:ext cx="643548" cy="16257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39" name="직사각형 38">
              <a:extLst>
                <a:ext uri="{FF2B5EF4-FFF2-40B4-BE49-F238E27FC236}">
                  <a16:creationId xmlns:a16="http://schemas.microsoft.com/office/drawing/2014/main" id="{CC07AAFA-D746-44E0-965B-CE5751856A43}"/>
                </a:ext>
              </a:extLst>
            </p:cNvPr>
            <p:cNvSpPr/>
            <p:nvPr/>
          </p:nvSpPr>
          <p:spPr>
            <a:xfrm>
              <a:off x="1345469" y="3540175"/>
              <a:ext cx="1480920" cy="261257"/>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050" dirty="0">
                  <a:solidFill>
                    <a:schemeClr val="tx1"/>
                  </a:solidFill>
                  <a:latin typeface="D2Coding" panose="020B0609020101020101" pitchFamily="49" charset="-127"/>
                  <a:ea typeface="D2Coding" panose="020B0609020101020101" pitchFamily="49" charset="-127"/>
                </a:rPr>
                <a:t>Hanmi Pharmaceutical</a:t>
              </a:r>
            </a:p>
          </p:txBody>
        </p:sp>
        <p:sp>
          <p:nvSpPr>
            <p:cNvPr id="40" name="직사각형 39">
              <a:extLst>
                <a:ext uri="{FF2B5EF4-FFF2-40B4-BE49-F238E27FC236}">
                  <a16:creationId xmlns:a16="http://schemas.microsoft.com/office/drawing/2014/main" id="{72D0165C-8936-4EF2-AF75-23D6459A8EBA}"/>
                </a:ext>
              </a:extLst>
            </p:cNvPr>
            <p:cNvSpPr/>
            <p:nvPr/>
          </p:nvSpPr>
          <p:spPr>
            <a:xfrm>
              <a:off x="1760220" y="3304788"/>
              <a:ext cx="238864" cy="1470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pic>
          <p:nvPicPr>
            <p:cNvPr id="38" name="그림 37">
              <a:extLst>
                <a:ext uri="{FF2B5EF4-FFF2-40B4-BE49-F238E27FC236}">
                  <a16:creationId xmlns:a16="http://schemas.microsoft.com/office/drawing/2014/main" id="{F6BA52B9-4E2B-4C7F-8D63-CBFF9CA6E830}"/>
                </a:ext>
              </a:extLst>
            </p:cNvPr>
            <p:cNvPicPr>
              <a:picLocks noChangeAspect="1"/>
            </p:cNvPicPr>
            <p:nvPr/>
          </p:nvPicPr>
          <p:blipFill rotWithShape="1">
            <a:blip r:embed="rId4"/>
            <a:srcRect l="7522" t="25154" r="83670"/>
            <a:stretch/>
          </p:blipFill>
          <p:spPr>
            <a:xfrm>
              <a:off x="591887" y="3284220"/>
              <a:ext cx="758923" cy="2979649"/>
            </a:xfrm>
            <a:prstGeom prst="rect">
              <a:avLst/>
            </a:prstGeom>
          </p:spPr>
        </p:pic>
        <p:sp>
          <p:nvSpPr>
            <p:cNvPr id="9" name="직사각형 8">
              <a:extLst>
                <a:ext uri="{FF2B5EF4-FFF2-40B4-BE49-F238E27FC236}">
                  <a16:creationId xmlns:a16="http://schemas.microsoft.com/office/drawing/2014/main" id="{A810EB31-FD5A-4BE9-AEE1-DB76ABE868F8}"/>
                </a:ext>
              </a:extLst>
            </p:cNvPr>
            <p:cNvSpPr/>
            <p:nvPr/>
          </p:nvSpPr>
          <p:spPr>
            <a:xfrm>
              <a:off x="608564" y="3459480"/>
              <a:ext cx="7476256" cy="76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2" name="직선 연결선 21">
              <a:extLst>
                <a:ext uri="{FF2B5EF4-FFF2-40B4-BE49-F238E27FC236}">
                  <a16:creationId xmlns:a16="http://schemas.microsoft.com/office/drawing/2014/main" id="{2C9D52A2-FFE3-486F-AA48-FD70CF6AB51A}"/>
                </a:ext>
              </a:extLst>
            </p:cNvPr>
            <p:cNvCxnSpPr>
              <a:cxnSpLocks/>
            </p:cNvCxnSpPr>
            <p:nvPr/>
          </p:nvCxnSpPr>
          <p:spPr>
            <a:xfrm>
              <a:off x="653792" y="3528060"/>
              <a:ext cx="7336556" cy="0"/>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3648684012"/>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12" name="그룹 11">
            <a:extLst>
              <a:ext uri="{FF2B5EF4-FFF2-40B4-BE49-F238E27FC236}">
                <a16:creationId xmlns:a16="http://schemas.microsoft.com/office/drawing/2014/main" id="{1D5C3F30-7355-4924-9F34-480E86C4ADFF}"/>
              </a:ext>
            </a:extLst>
          </p:cNvPr>
          <p:cNvGrpSpPr/>
          <p:nvPr/>
        </p:nvGrpSpPr>
        <p:grpSpPr>
          <a:xfrm>
            <a:off x="580388" y="1413381"/>
            <a:ext cx="8887612" cy="798284"/>
            <a:chOff x="580388" y="1413381"/>
            <a:chExt cx="8887612" cy="798284"/>
          </a:xfrm>
        </p:grpSpPr>
        <p:sp>
          <p:nvSpPr>
            <p:cNvPr id="13" name="직사각형 12">
              <a:extLst>
                <a:ext uri="{FF2B5EF4-FFF2-40B4-BE49-F238E27FC236}">
                  <a16:creationId xmlns:a16="http://schemas.microsoft.com/office/drawing/2014/main" id="{C0AB2056-E8D7-4B3A-A3A7-37A715DD9E53}"/>
                </a:ext>
              </a:extLst>
            </p:cNvPr>
            <p:cNvSpPr/>
            <p:nvPr/>
          </p:nvSpPr>
          <p:spPr>
            <a:xfrm>
              <a:off x="711200" y="1666149"/>
              <a:ext cx="8632825" cy="54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Nếu bạn </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how</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r</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i</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ght</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 tất cả các công ty trong DataFrame bên phải được trả về và các công ty không có ở bên trái được coi là NaN.</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4" name="직사각형 13">
              <a:extLst>
                <a:ext uri="{FF2B5EF4-FFF2-40B4-BE49-F238E27FC236}">
                  <a16:creationId xmlns:a16="http://schemas.microsoft.com/office/drawing/2014/main" id="{FF2C4909-8122-4DBE-8695-B6F4E7EB1900}"/>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grpSp>
        <p:nvGrpSpPr>
          <p:cNvPr id="4" name="그룹 3">
            <a:extLst>
              <a:ext uri="{FF2B5EF4-FFF2-40B4-BE49-F238E27FC236}">
                <a16:creationId xmlns:a16="http://schemas.microsoft.com/office/drawing/2014/main" id="{3BEDC7F9-86E0-49C6-93F5-68476FFF3F31}"/>
              </a:ext>
            </a:extLst>
          </p:cNvPr>
          <p:cNvGrpSpPr/>
          <p:nvPr/>
        </p:nvGrpSpPr>
        <p:grpSpPr>
          <a:xfrm>
            <a:off x="559817" y="2204864"/>
            <a:ext cx="8782050" cy="4032448"/>
            <a:chOff x="559817" y="2204864"/>
            <a:chExt cx="8782050" cy="4032448"/>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2204864"/>
              <a:ext cx="8782050" cy="403244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t="1027" r="9933"/>
            <a:stretch/>
          </p:blipFill>
          <p:spPr>
            <a:xfrm>
              <a:off x="625476" y="2310875"/>
              <a:ext cx="8710999" cy="3870850"/>
            </a:xfrm>
            <a:prstGeom prst="rect">
              <a:avLst/>
            </a:prstGeom>
            <a:solidFill>
              <a:srgbClr val="F7F7F7"/>
            </a:solidFill>
            <a:ln>
              <a:noFill/>
            </a:ln>
          </p:spPr>
        </p:pic>
        <p:sp>
          <p:nvSpPr>
            <p:cNvPr id="15" name="직사각형 14">
              <a:extLst>
                <a:ext uri="{FF2B5EF4-FFF2-40B4-BE49-F238E27FC236}">
                  <a16:creationId xmlns:a16="http://schemas.microsoft.com/office/drawing/2014/main" id="{C2661470-549C-4193-B7C0-760D0DA4D14D}"/>
                </a:ext>
              </a:extLst>
            </p:cNvPr>
            <p:cNvSpPr/>
            <p:nvPr/>
          </p:nvSpPr>
          <p:spPr>
            <a:xfrm>
              <a:off x="2522190" y="4063004"/>
              <a:ext cx="601950"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100" dirty="0">
                  <a:solidFill>
                    <a:schemeClr val="tx1"/>
                  </a:solidFill>
                  <a:latin typeface="D2Coding" panose="020B0609020101020101" pitchFamily="49" charset="-127"/>
                  <a:ea typeface="D2Coding" panose="020B0609020101020101" pitchFamily="49" charset="-127"/>
                </a:rPr>
                <a:t>E-mart</a:t>
              </a:r>
            </a:p>
          </p:txBody>
        </p:sp>
        <p:sp>
          <p:nvSpPr>
            <p:cNvPr id="17" name="직사각형 16">
              <a:extLst>
                <a:ext uri="{FF2B5EF4-FFF2-40B4-BE49-F238E27FC236}">
                  <a16:creationId xmlns:a16="http://schemas.microsoft.com/office/drawing/2014/main" id="{8F6B5D49-4A02-47BD-B5AD-BE3E0BFA8170}"/>
                </a:ext>
              </a:extLst>
            </p:cNvPr>
            <p:cNvSpPr/>
            <p:nvPr/>
          </p:nvSpPr>
          <p:spPr>
            <a:xfrm>
              <a:off x="5527476" y="4060590"/>
              <a:ext cx="601950"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100" dirty="0">
                  <a:solidFill>
                    <a:schemeClr val="tx1"/>
                  </a:solidFill>
                  <a:latin typeface="D2Coding" panose="020B0609020101020101" pitchFamily="49" charset="-127"/>
                  <a:ea typeface="D2Coding" panose="020B0609020101020101" pitchFamily="49" charset="-127"/>
                </a:rPr>
                <a:t>E-mart</a:t>
              </a:r>
            </a:p>
          </p:txBody>
        </p:sp>
        <p:sp>
          <p:nvSpPr>
            <p:cNvPr id="18" name="직사각형 17">
              <a:extLst>
                <a:ext uri="{FF2B5EF4-FFF2-40B4-BE49-F238E27FC236}">
                  <a16:creationId xmlns:a16="http://schemas.microsoft.com/office/drawing/2014/main" id="{7BF40026-152E-4076-92FE-0778881EA7D3}"/>
                </a:ext>
              </a:extLst>
            </p:cNvPr>
            <p:cNvSpPr/>
            <p:nvPr/>
          </p:nvSpPr>
          <p:spPr>
            <a:xfrm>
              <a:off x="2522190" y="4373688"/>
              <a:ext cx="601950"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100" dirty="0">
                  <a:solidFill>
                    <a:schemeClr val="tx1"/>
                  </a:solidFill>
                  <a:latin typeface="D2Coding" panose="020B0609020101020101" pitchFamily="49" charset="-127"/>
                  <a:ea typeface="D2Coding" panose="020B0609020101020101" pitchFamily="49" charset="-127"/>
                </a:rPr>
                <a:t>Samyang</a:t>
              </a:r>
            </a:p>
          </p:txBody>
        </p:sp>
        <p:sp>
          <p:nvSpPr>
            <p:cNvPr id="19" name="직사각형 18">
              <a:extLst>
                <a:ext uri="{FF2B5EF4-FFF2-40B4-BE49-F238E27FC236}">
                  <a16:creationId xmlns:a16="http://schemas.microsoft.com/office/drawing/2014/main" id="{E045296B-C3C9-4175-9E49-C01EC8E0723D}"/>
                </a:ext>
              </a:extLst>
            </p:cNvPr>
            <p:cNvSpPr/>
            <p:nvPr/>
          </p:nvSpPr>
          <p:spPr>
            <a:xfrm>
              <a:off x="5537001" y="4373688"/>
              <a:ext cx="601950"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100" dirty="0">
                  <a:solidFill>
                    <a:schemeClr val="tx1"/>
                  </a:solidFill>
                  <a:latin typeface="D2Coding" panose="020B0609020101020101" pitchFamily="49" charset="-127"/>
                  <a:ea typeface="D2Coding" panose="020B0609020101020101" pitchFamily="49" charset="-127"/>
                </a:rPr>
                <a:t>Samyang</a:t>
              </a:r>
            </a:p>
          </p:txBody>
        </p:sp>
        <p:sp>
          <p:nvSpPr>
            <p:cNvPr id="20" name="직사각형 19">
              <a:extLst>
                <a:ext uri="{FF2B5EF4-FFF2-40B4-BE49-F238E27FC236}">
                  <a16:creationId xmlns:a16="http://schemas.microsoft.com/office/drawing/2014/main" id="{3DBBB02D-A04B-464D-BC17-E086109F870F}"/>
                </a:ext>
              </a:extLst>
            </p:cNvPr>
            <p:cNvSpPr/>
            <p:nvPr/>
          </p:nvSpPr>
          <p:spPr>
            <a:xfrm>
              <a:off x="5239444" y="4671012"/>
              <a:ext cx="889982"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100" dirty="0">
                  <a:solidFill>
                    <a:schemeClr val="tx1"/>
                  </a:solidFill>
                  <a:latin typeface="D2Coding" panose="020B0609020101020101" pitchFamily="49" charset="-127"/>
                  <a:ea typeface="D2Coding" panose="020B0609020101020101" pitchFamily="49" charset="-127"/>
                </a:rPr>
                <a:t>Hankook Tire</a:t>
              </a:r>
            </a:p>
          </p:txBody>
        </p:sp>
        <p:sp>
          <p:nvSpPr>
            <p:cNvPr id="21" name="직사각형 20">
              <a:extLst>
                <a:ext uri="{FF2B5EF4-FFF2-40B4-BE49-F238E27FC236}">
                  <a16:creationId xmlns:a16="http://schemas.microsoft.com/office/drawing/2014/main" id="{56594421-7213-4C95-8EBA-27D789441A55}"/>
                </a:ext>
              </a:extLst>
            </p:cNvPr>
            <p:cNvSpPr/>
            <p:nvPr/>
          </p:nvSpPr>
          <p:spPr>
            <a:xfrm>
              <a:off x="5256112" y="3455363"/>
              <a:ext cx="899313"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altLang="ko-KR" sz="1100" dirty="0">
                  <a:solidFill>
                    <a:schemeClr val="tx1"/>
                  </a:solidFill>
                  <a:latin typeface="D2Coding" panose="020B0609020101020101" pitchFamily="49" charset="-127"/>
                  <a:ea typeface="D2Coding" panose="020B0609020101020101" pitchFamily="49" charset="-127"/>
                </a:rPr>
                <a:t>Harim Co.</a:t>
              </a:r>
            </a:p>
          </p:txBody>
        </p:sp>
        <p:sp>
          <p:nvSpPr>
            <p:cNvPr id="26" name="직사각형 25">
              <a:extLst>
                <a:ext uri="{FF2B5EF4-FFF2-40B4-BE49-F238E27FC236}">
                  <a16:creationId xmlns:a16="http://schemas.microsoft.com/office/drawing/2014/main" id="{28B3C0F8-2A2A-426B-960E-C644A62F7CD4}"/>
                </a:ext>
              </a:extLst>
            </p:cNvPr>
            <p:cNvSpPr/>
            <p:nvPr/>
          </p:nvSpPr>
          <p:spPr>
            <a:xfrm>
              <a:off x="5023420" y="3777488"/>
              <a:ext cx="1115531"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100" dirty="0">
                  <a:solidFill>
                    <a:schemeClr val="tx1"/>
                  </a:solidFill>
                  <a:latin typeface="D2Coding" panose="020B0609020101020101" pitchFamily="49" charset="-127"/>
                  <a:ea typeface="D2Coding" panose="020B0609020101020101" pitchFamily="49" charset="-127"/>
                </a:rPr>
                <a:t>Meritz Financial Group</a:t>
              </a:r>
            </a:p>
          </p:txBody>
        </p:sp>
        <p:sp>
          <p:nvSpPr>
            <p:cNvPr id="28" name="직사각형 27">
              <a:extLst>
                <a:ext uri="{FF2B5EF4-FFF2-40B4-BE49-F238E27FC236}">
                  <a16:creationId xmlns:a16="http://schemas.microsoft.com/office/drawing/2014/main" id="{959F1A1F-0991-477A-A2C2-967037A5EEDA}"/>
                </a:ext>
              </a:extLst>
            </p:cNvPr>
            <p:cNvSpPr/>
            <p:nvPr/>
          </p:nvSpPr>
          <p:spPr>
            <a:xfrm>
              <a:off x="5032945" y="4989131"/>
              <a:ext cx="1115531"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100" dirty="0">
                  <a:solidFill>
                    <a:schemeClr val="tx1"/>
                  </a:solidFill>
                  <a:latin typeface="D2Coding" panose="020B0609020101020101" pitchFamily="49" charset="-127"/>
                  <a:ea typeface="D2Coding" panose="020B0609020101020101" pitchFamily="49" charset="-127"/>
                </a:rPr>
                <a:t>NHN Entertainment</a:t>
              </a:r>
            </a:p>
          </p:txBody>
        </p:sp>
        <p:sp>
          <p:nvSpPr>
            <p:cNvPr id="31" name="직사각형 30">
              <a:extLst>
                <a:ext uri="{FF2B5EF4-FFF2-40B4-BE49-F238E27FC236}">
                  <a16:creationId xmlns:a16="http://schemas.microsoft.com/office/drawing/2014/main" id="{B35AC2EA-CD83-455A-AC30-E897DF4E0336}"/>
                </a:ext>
              </a:extLst>
            </p:cNvPr>
            <p:cNvSpPr/>
            <p:nvPr/>
          </p:nvSpPr>
          <p:spPr>
            <a:xfrm>
              <a:off x="5239443" y="5278520"/>
              <a:ext cx="915981"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100" dirty="0">
                  <a:solidFill>
                    <a:schemeClr val="tx1"/>
                  </a:solidFill>
                  <a:latin typeface="D2Coding" panose="020B0609020101020101" pitchFamily="49" charset="-127"/>
                  <a:ea typeface="D2Coding" panose="020B0609020101020101" pitchFamily="49" charset="-127"/>
                </a:rPr>
                <a:t>Chong Kun Dang Group</a:t>
              </a:r>
            </a:p>
          </p:txBody>
        </p:sp>
        <p:sp>
          <p:nvSpPr>
            <p:cNvPr id="32" name="직사각형 31">
              <a:extLst>
                <a:ext uri="{FF2B5EF4-FFF2-40B4-BE49-F238E27FC236}">
                  <a16:creationId xmlns:a16="http://schemas.microsoft.com/office/drawing/2014/main" id="{472EDAF6-7093-407B-B647-EA508C9AE3E3}"/>
                </a:ext>
              </a:extLst>
            </p:cNvPr>
            <p:cNvSpPr/>
            <p:nvPr/>
          </p:nvSpPr>
          <p:spPr>
            <a:xfrm>
              <a:off x="5010151" y="5878864"/>
              <a:ext cx="1138326"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100" dirty="0">
                  <a:solidFill>
                    <a:schemeClr val="tx1"/>
                  </a:solidFill>
                  <a:latin typeface="D2Coding" panose="020B0609020101020101" pitchFamily="49" charset="-127"/>
                  <a:ea typeface="D2Coding" panose="020B0609020101020101" pitchFamily="49" charset="-127"/>
                </a:rPr>
                <a:t>Samsung Biologics</a:t>
              </a:r>
            </a:p>
          </p:txBody>
        </p:sp>
        <p:sp>
          <p:nvSpPr>
            <p:cNvPr id="33" name="직사각형 32">
              <a:extLst>
                <a:ext uri="{FF2B5EF4-FFF2-40B4-BE49-F238E27FC236}">
                  <a16:creationId xmlns:a16="http://schemas.microsoft.com/office/drawing/2014/main" id="{E2242A41-3228-4519-94D7-BFFA1A50D8FB}"/>
                </a:ext>
              </a:extLst>
            </p:cNvPr>
            <p:cNvSpPr/>
            <p:nvPr/>
          </p:nvSpPr>
          <p:spPr>
            <a:xfrm>
              <a:off x="2208159" y="5268472"/>
              <a:ext cx="915981" cy="230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100" dirty="0">
                  <a:solidFill>
                    <a:schemeClr val="tx1"/>
                  </a:solidFill>
                  <a:latin typeface="D2Coding" panose="020B0609020101020101" pitchFamily="49" charset="-127"/>
                  <a:ea typeface="D2Coding" panose="020B0609020101020101" pitchFamily="49" charset="-127"/>
                </a:rPr>
                <a:t>Chong Kun Dang Group</a:t>
              </a:r>
            </a:p>
          </p:txBody>
        </p:sp>
        <p:sp>
          <p:nvSpPr>
            <p:cNvPr id="34" name="직사각형 33">
              <a:extLst>
                <a:ext uri="{FF2B5EF4-FFF2-40B4-BE49-F238E27FC236}">
                  <a16:creationId xmlns:a16="http://schemas.microsoft.com/office/drawing/2014/main" id="{EB7B5B13-013E-42DF-B174-E137591A7260}"/>
                </a:ext>
              </a:extLst>
            </p:cNvPr>
            <p:cNvSpPr/>
            <p:nvPr/>
          </p:nvSpPr>
          <p:spPr>
            <a:xfrm>
              <a:off x="2126637" y="5598206"/>
              <a:ext cx="997503"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100" dirty="0">
                  <a:solidFill>
                    <a:schemeClr val="tx1"/>
                  </a:solidFill>
                  <a:latin typeface="D2Coding" panose="020B0609020101020101" pitchFamily="49" charset="-127"/>
                  <a:ea typeface="D2Coding" panose="020B0609020101020101" pitchFamily="49" charset="-127"/>
                </a:rPr>
                <a:t>ModeTour Reit</a:t>
              </a:r>
            </a:p>
          </p:txBody>
        </p:sp>
        <p:sp>
          <p:nvSpPr>
            <p:cNvPr id="35" name="직사각형 34">
              <a:extLst>
                <a:ext uri="{FF2B5EF4-FFF2-40B4-BE49-F238E27FC236}">
                  <a16:creationId xmlns:a16="http://schemas.microsoft.com/office/drawing/2014/main" id="{840A1337-BF33-4274-9937-6CAC13802633}"/>
                </a:ext>
              </a:extLst>
            </p:cNvPr>
            <p:cNvSpPr/>
            <p:nvPr/>
          </p:nvSpPr>
          <p:spPr>
            <a:xfrm>
              <a:off x="5159012" y="5598206"/>
              <a:ext cx="997503"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1100"/>
                </a:lnSpc>
              </a:pPr>
              <a:r>
                <a:rPr lang="en-US" altLang="ko-KR" sz="1100" dirty="0">
                  <a:solidFill>
                    <a:schemeClr val="tx1"/>
                  </a:solidFill>
                  <a:latin typeface="D2Coding" panose="020B0609020101020101" pitchFamily="49" charset="-127"/>
                  <a:ea typeface="D2Coding" panose="020B0609020101020101" pitchFamily="49" charset="-127"/>
                </a:rPr>
                <a:t>ModeTour Reit</a:t>
              </a:r>
            </a:p>
          </p:txBody>
        </p:sp>
      </p:grpSp>
    </p:spTree>
    <p:extLst>
      <p:ext uri="{BB962C8B-B14F-4D97-AF65-F5344CB8AC3E}">
        <p14:creationId xmlns:p14="http://schemas.microsoft.com/office/powerpoint/2010/main" val="3456750869"/>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15" name="그룹 14">
            <a:extLst>
              <a:ext uri="{FF2B5EF4-FFF2-40B4-BE49-F238E27FC236}">
                <a16:creationId xmlns:a16="http://schemas.microsoft.com/office/drawing/2014/main" id="{44EECC1C-64A0-48DF-8A57-C6AAA71CFCED}"/>
              </a:ext>
            </a:extLst>
          </p:cNvPr>
          <p:cNvGrpSpPr/>
          <p:nvPr/>
        </p:nvGrpSpPr>
        <p:grpSpPr>
          <a:xfrm>
            <a:off x="580388" y="1413381"/>
            <a:ext cx="8887612" cy="598229"/>
            <a:chOff x="580388" y="1413381"/>
            <a:chExt cx="8887612" cy="598229"/>
          </a:xfrm>
        </p:grpSpPr>
        <p:sp>
          <p:nvSpPr>
            <p:cNvPr id="17" name="직사각형 16">
              <a:extLst>
                <a:ext uri="{FF2B5EF4-FFF2-40B4-BE49-F238E27FC236}">
                  <a16:creationId xmlns:a16="http://schemas.microsoft.com/office/drawing/2014/main" id="{488C3FE2-ECE6-4822-8C01-3B2061C450A2}"/>
                </a:ext>
              </a:extLst>
            </p:cNvPr>
            <p:cNvSpPr/>
            <p:nvPr/>
          </p:nvSpPr>
          <p:spPr>
            <a:xfrm>
              <a:off x="711200" y="1666149"/>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Nếu bạn sử dụng how=“outer”, tất cả dữ liệu ở bên trái và bên phải sẽ được trả về.</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8" name="직사각형 17">
              <a:extLst>
                <a:ext uri="{FF2B5EF4-FFF2-40B4-BE49-F238E27FC236}">
                  <a16:creationId xmlns:a16="http://schemas.microsoft.com/office/drawing/2014/main" id="{EA5F0707-3366-4957-ADBA-545CEEE0F75D}"/>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nhất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DataFrame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grpSp>
        <p:nvGrpSpPr>
          <p:cNvPr id="7" name="그룹 6">
            <a:extLst>
              <a:ext uri="{FF2B5EF4-FFF2-40B4-BE49-F238E27FC236}">
                <a16:creationId xmlns:a16="http://schemas.microsoft.com/office/drawing/2014/main" id="{7B7E74F5-5979-4342-9D36-B0BF22B276B1}"/>
              </a:ext>
            </a:extLst>
          </p:cNvPr>
          <p:cNvGrpSpPr/>
          <p:nvPr/>
        </p:nvGrpSpPr>
        <p:grpSpPr>
          <a:xfrm>
            <a:off x="559817" y="2040953"/>
            <a:ext cx="8782050" cy="4255071"/>
            <a:chOff x="559817" y="2040953"/>
            <a:chExt cx="8782050" cy="4255071"/>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2040953"/>
              <a:ext cx="8782050" cy="425507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1681"/>
            <a:stretch/>
          </p:blipFill>
          <p:spPr>
            <a:xfrm>
              <a:off x="624514" y="2109272"/>
              <a:ext cx="7271711" cy="4167702"/>
            </a:xfrm>
            <a:prstGeom prst="rect">
              <a:avLst/>
            </a:prstGeom>
            <a:solidFill>
              <a:srgbClr val="F5F5F5"/>
            </a:solidFill>
            <a:ln>
              <a:noFill/>
            </a:ln>
          </p:spPr>
        </p:pic>
        <p:sp>
          <p:nvSpPr>
            <p:cNvPr id="26" name="직사각형 25">
              <a:extLst>
                <a:ext uri="{FF2B5EF4-FFF2-40B4-BE49-F238E27FC236}">
                  <a16:creationId xmlns:a16="http://schemas.microsoft.com/office/drawing/2014/main" id="{35C33813-09A3-4817-80D8-B614E02C0BC8}"/>
                </a:ext>
              </a:extLst>
            </p:cNvPr>
            <p:cNvSpPr/>
            <p:nvPr/>
          </p:nvSpPr>
          <p:spPr>
            <a:xfrm>
              <a:off x="1272540" y="2758440"/>
              <a:ext cx="1339944" cy="199579"/>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Hanmi Pharmaceutical</a:t>
              </a:r>
            </a:p>
          </p:txBody>
        </p:sp>
        <p:sp>
          <p:nvSpPr>
            <p:cNvPr id="28" name="직사각형 27">
              <a:extLst>
                <a:ext uri="{FF2B5EF4-FFF2-40B4-BE49-F238E27FC236}">
                  <a16:creationId xmlns:a16="http://schemas.microsoft.com/office/drawing/2014/main" id="{A6FC6BE7-412E-4D82-B455-3D1F66887300}"/>
                </a:ext>
              </a:extLst>
            </p:cNvPr>
            <p:cNvSpPr/>
            <p:nvPr/>
          </p:nvSpPr>
          <p:spPr>
            <a:xfrm>
              <a:off x="1310640" y="3227851"/>
              <a:ext cx="1301844" cy="195425"/>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NS Shopping</a:t>
              </a:r>
            </a:p>
          </p:txBody>
        </p:sp>
        <p:sp>
          <p:nvSpPr>
            <p:cNvPr id="31" name="직사각형 30">
              <a:extLst>
                <a:ext uri="{FF2B5EF4-FFF2-40B4-BE49-F238E27FC236}">
                  <a16:creationId xmlns:a16="http://schemas.microsoft.com/office/drawing/2014/main" id="{BA87463F-DBCE-4DDA-81AF-A702DBC1EA85}"/>
                </a:ext>
              </a:extLst>
            </p:cNvPr>
            <p:cNvSpPr/>
            <p:nvPr/>
          </p:nvSpPr>
          <p:spPr>
            <a:xfrm>
              <a:off x="1295400" y="3491895"/>
              <a:ext cx="1317084" cy="135226"/>
            </a:xfrm>
            <a:prstGeom prst="rect">
              <a:avLst/>
            </a:prstGeom>
            <a:solidFill>
              <a:srgbClr val="D9EDFD"/>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E-mart</a:t>
              </a:r>
            </a:p>
          </p:txBody>
        </p:sp>
        <p:sp>
          <p:nvSpPr>
            <p:cNvPr id="32" name="직사각형 31">
              <a:extLst>
                <a:ext uri="{FF2B5EF4-FFF2-40B4-BE49-F238E27FC236}">
                  <a16:creationId xmlns:a16="http://schemas.microsoft.com/office/drawing/2014/main" id="{AB3CBA4B-4A30-42A6-B661-129EFE3C85F6}"/>
                </a:ext>
              </a:extLst>
            </p:cNvPr>
            <p:cNvSpPr/>
            <p:nvPr/>
          </p:nvSpPr>
          <p:spPr>
            <a:xfrm>
              <a:off x="1295400" y="3654944"/>
              <a:ext cx="1301845" cy="252540"/>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Green Cross Medical Science Corporation</a:t>
              </a:r>
            </a:p>
          </p:txBody>
        </p:sp>
        <p:sp>
          <p:nvSpPr>
            <p:cNvPr id="33" name="직사각형 32">
              <a:extLst>
                <a:ext uri="{FF2B5EF4-FFF2-40B4-BE49-F238E27FC236}">
                  <a16:creationId xmlns:a16="http://schemas.microsoft.com/office/drawing/2014/main" id="{E9D33738-DE59-4FE0-A6C0-F64A18EE8CB6}"/>
                </a:ext>
              </a:extLst>
            </p:cNvPr>
            <p:cNvSpPr/>
            <p:nvPr/>
          </p:nvSpPr>
          <p:spPr>
            <a:xfrm>
              <a:off x="1318260" y="3944447"/>
              <a:ext cx="1275945" cy="1474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Samyang</a:t>
              </a:r>
            </a:p>
          </p:txBody>
        </p:sp>
        <p:sp>
          <p:nvSpPr>
            <p:cNvPr id="34" name="직사각형 33">
              <a:extLst>
                <a:ext uri="{FF2B5EF4-FFF2-40B4-BE49-F238E27FC236}">
                  <a16:creationId xmlns:a16="http://schemas.microsoft.com/office/drawing/2014/main" id="{0FB62870-5FC7-4F87-982A-7392845C708C}"/>
                </a:ext>
              </a:extLst>
            </p:cNvPr>
            <p:cNvSpPr/>
            <p:nvPr/>
          </p:nvSpPr>
          <p:spPr>
            <a:xfrm>
              <a:off x="1332734" y="4138627"/>
              <a:ext cx="1261471" cy="230524"/>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Chong Kun Dang Group</a:t>
              </a:r>
            </a:p>
          </p:txBody>
        </p:sp>
        <p:sp>
          <p:nvSpPr>
            <p:cNvPr id="35" name="직사각형 34">
              <a:extLst>
                <a:ext uri="{FF2B5EF4-FFF2-40B4-BE49-F238E27FC236}">
                  <a16:creationId xmlns:a16="http://schemas.microsoft.com/office/drawing/2014/main" id="{C50C104B-861A-4204-936A-04C779BE8E2F}"/>
                </a:ext>
              </a:extLst>
            </p:cNvPr>
            <p:cNvSpPr/>
            <p:nvPr/>
          </p:nvSpPr>
          <p:spPr>
            <a:xfrm>
              <a:off x="1310639" y="4406114"/>
              <a:ext cx="1283565" cy="1658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Cuckoo Electronics</a:t>
              </a:r>
            </a:p>
          </p:txBody>
        </p:sp>
        <p:sp>
          <p:nvSpPr>
            <p:cNvPr id="36" name="직사각형 35">
              <a:extLst>
                <a:ext uri="{FF2B5EF4-FFF2-40B4-BE49-F238E27FC236}">
                  <a16:creationId xmlns:a16="http://schemas.microsoft.com/office/drawing/2014/main" id="{FB78F0BE-CD1E-4B4A-8375-B667748E14B1}"/>
                </a:ext>
              </a:extLst>
            </p:cNvPr>
            <p:cNvSpPr/>
            <p:nvPr/>
          </p:nvSpPr>
          <p:spPr>
            <a:xfrm>
              <a:off x="1304484" y="4644348"/>
              <a:ext cx="1325508" cy="167517"/>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ToolGen Inc.</a:t>
              </a:r>
            </a:p>
          </p:txBody>
        </p:sp>
        <p:sp>
          <p:nvSpPr>
            <p:cNvPr id="37" name="직사각형 36">
              <a:extLst>
                <a:ext uri="{FF2B5EF4-FFF2-40B4-BE49-F238E27FC236}">
                  <a16:creationId xmlns:a16="http://schemas.microsoft.com/office/drawing/2014/main" id="{12E6370B-9A50-4DE2-85E2-9C43DF328C04}"/>
                </a:ext>
              </a:extLst>
            </p:cNvPr>
            <p:cNvSpPr/>
            <p:nvPr/>
          </p:nvSpPr>
          <p:spPr>
            <a:xfrm>
              <a:off x="1264920" y="4884420"/>
              <a:ext cx="1338784" cy="14313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ModeTour Reit</a:t>
              </a:r>
            </a:p>
          </p:txBody>
        </p:sp>
        <p:sp>
          <p:nvSpPr>
            <p:cNvPr id="6" name="직사각형 5">
              <a:extLst>
                <a:ext uri="{FF2B5EF4-FFF2-40B4-BE49-F238E27FC236}">
                  <a16:creationId xmlns:a16="http://schemas.microsoft.com/office/drawing/2014/main" id="{13338A5C-FE1D-4DBD-96BC-90DDAD69FDEB}"/>
                </a:ext>
              </a:extLst>
            </p:cNvPr>
            <p:cNvSpPr/>
            <p:nvPr/>
          </p:nvSpPr>
          <p:spPr>
            <a:xfrm>
              <a:off x="1295400" y="2988184"/>
              <a:ext cx="647700" cy="1817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 name="직사각형 41">
              <a:extLst>
                <a:ext uri="{FF2B5EF4-FFF2-40B4-BE49-F238E27FC236}">
                  <a16:creationId xmlns:a16="http://schemas.microsoft.com/office/drawing/2014/main" id="{ADB88893-0488-4815-B261-CA9AFE8B688E}"/>
                </a:ext>
              </a:extLst>
            </p:cNvPr>
            <p:cNvSpPr/>
            <p:nvPr/>
          </p:nvSpPr>
          <p:spPr>
            <a:xfrm>
              <a:off x="1264920" y="5060439"/>
              <a:ext cx="933182" cy="199579"/>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endParaRPr lang="en-US" altLang="ko-KR" sz="900" dirty="0">
                <a:solidFill>
                  <a:schemeClr val="tx1"/>
                </a:solidFill>
                <a:latin typeface="D2Coding" panose="020B0609020101020101" pitchFamily="49" charset="-127"/>
                <a:ea typeface="D2Coding" panose="020B0609020101020101" pitchFamily="49" charset="-127"/>
              </a:endParaRPr>
            </a:p>
          </p:txBody>
        </p:sp>
        <p:sp>
          <p:nvSpPr>
            <p:cNvPr id="43" name="직사각형 42">
              <a:extLst>
                <a:ext uri="{FF2B5EF4-FFF2-40B4-BE49-F238E27FC236}">
                  <a16:creationId xmlns:a16="http://schemas.microsoft.com/office/drawing/2014/main" id="{0177FD1D-3479-4E55-A24C-752BDE4693E3}"/>
                </a:ext>
              </a:extLst>
            </p:cNvPr>
            <p:cNvSpPr/>
            <p:nvPr/>
          </p:nvSpPr>
          <p:spPr>
            <a:xfrm>
              <a:off x="1264920" y="5538528"/>
              <a:ext cx="933182" cy="199579"/>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endParaRPr lang="en-US" altLang="ko-KR" sz="900" dirty="0">
                <a:solidFill>
                  <a:schemeClr val="tx1"/>
                </a:solidFill>
                <a:latin typeface="D2Coding" panose="020B0609020101020101" pitchFamily="49" charset="-127"/>
                <a:ea typeface="D2Coding" panose="020B0609020101020101" pitchFamily="49" charset="-127"/>
              </a:endParaRPr>
            </a:p>
          </p:txBody>
        </p:sp>
        <p:sp>
          <p:nvSpPr>
            <p:cNvPr id="44" name="직사각형 43">
              <a:extLst>
                <a:ext uri="{FF2B5EF4-FFF2-40B4-BE49-F238E27FC236}">
                  <a16:creationId xmlns:a16="http://schemas.microsoft.com/office/drawing/2014/main" id="{B153C15D-C0B6-4DE9-A2C9-28010FFF17F7}"/>
                </a:ext>
              </a:extLst>
            </p:cNvPr>
            <p:cNvSpPr/>
            <p:nvPr/>
          </p:nvSpPr>
          <p:spPr>
            <a:xfrm>
              <a:off x="1264920" y="5322633"/>
              <a:ext cx="647700" cy="1817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직사각형 44">
              <a:extLst>
                <a:ext uri="{FF2B5EF4-FFF2-40B4-BE49-F238E27FC236}">
                  <a16:creationId xmlns:a16="http://schemas.microsoft.com/office/drawing/2014/main" id="{EF96888F-646F-49F2-982F-965870D25E66}"/>
                </a:ext>
              </a:extLst>
            </p:cNvPr>
            <p:cNvSpPr/>
            <p:nvPr/>
          </p:nvSpPr>
          <p:spPr>
            <a:xfrm>
              <a:off x="4419600" y="3491582"/>
              <a:ext cx="492124" cy="135538"/>
            </a:xfrm>
            <a:prstGeom prst="rect">
              <a:avLst/>
            </a:prstGeom>
            <a:solidFill>
              <a:srgbClr val="D9EDFD"/>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E-mart</a:t>
              </a:r>
            </a:p>
          </p:txBody>
        </p:sp>
        <p:sp>
          <p:nvSpPr>
            <p:cNvPr id="46" name="직사각형 45">
              <a:extLst>
                <a:ext uri="{FF2B5EF4-FFF2-40B4-BE49-F238E27FC236}">
                  <a16:creationId xmlns:a16="http://schemas.microsoft.com/office/drawing/2014/main" id="{03A7CAF5-CB3C-4BA1-8E36-F6750A81C99B}"/>
                </a:ext>
              </a:extLst>
            </p:cNvPr>
            <p:cNvSpPr/>
            <p:nvPr/>
          </p:nvSpPr>
          <p:spPr>
            <a:xfrm>
              <a:off x="4472940" y="3943368"/>
              <a:ext cx="438784" cy="1485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Samyang</a:t>
              </a:r>
            </a:p>
          </p:txBody>
        </p:sp>
        <p:sp>
          <p:nvSpPr>
            <p:cNvPr id="47" name="직사각형 46">
              <a:extLst>
                <a:ext uri="{FF2B5EF4-FFF2-40B4-BE49-F238E27FC236}">
                  <a16:creationId xmlns:a16="http://schemas.microsoft.com/office/drawing/2014/main" id="{FD93DEA1-20F3-46F2-9705-FBFB609F200A}"/>
                </a:ext>
              </a:extLst>
            </p:cNvPr>
            <p:cNvSpPr/>
            <p:nvPr/>
          </p:nvSpPr>
          <p:spPr>
            <a:xfrm>
              <a:off x="4015308" y="4156758"/>
              <a:ext cx="896416" cy="194262"/>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Chong Kun Dang Group</a:t>
              </a:r>
            </a:p>
          </p:txBody>
        </p:sp>
        <p:sp>
          <p:nvSpPr>
            <p:cNvPr id="48" name="직사각형 47">
              <a:extLst>
                <a:ext uri="{FF2B5EF4-FFF2-40B4-BE49-F238E27FC236}">
                  <a16:creationId xmlns:a16="http://schemas.microsoft.com/office/drawing/2014/main" id="{E1FCABA0-CF81-4A3C-9F25-E6A140C04C9E}"/>
                </a:ext>
              </a:extLst>
            </p:cNvPr>
            <p:cNvSpPr/>
            <p:nvPr/>
          </p:nvSpPr>
          <p:spPr>
            <a:xfrm>
              <a:off x="4087316" y="4889720"/>
              <a:ext cx="820568" cy="1155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ModeTour Reit</a:t>
              </a:r>
            </a:p>
          </p:txBody>
        </p:sp>
        <p:sp>
          <p:nvSpPr>
            <p:cNvPr id="49" name="직사각형 48">
              <a:extLst>
                <a:ext uri="{FF2B5EF4-FFF2-40B4-BE49-F238E27FC236}">
                  <a16:creationId xmlns:a16="http://schemas.microsoft.com/office/drawing/2014/main" id="{15E4CE04-CDAE-4218-B9EA-17E1F2F98B44}"/>
                </a:ext>
              </a:extLst>
            </p:cNvPr>
            <p:cNvSpPr/>
            <p:nvPr/>
          </p:nvSpPr>
          <p:spPr>
            <a:xfrm>
              <a:off x="4327553" y="5074500"/>
              <a:ext cx="577797" cy="195649"/>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Harim Co.</a:t>
              </a:r>
            </a:p>
          </p:txBody>
        </p:sp>
        <p:sp>
          <p:nvSpPr>
            <p:cNvPr id="50" name="직사각형 49">
              <a:extLst>
                <a:ext uri="{FF2B5EF4-FFF2-40B4-BE49-F238E27FC236}">
                  <a16:creationId xmlns:a16="http://schemas.microsoft.com/office/drawing/2014/main" id="{7D2075BE-97A9-4957-A4B8-702CE1B09D3B}"/>
                </a:ext>
              </a:extLst>
            </p:cNvPr>
            <p:cNvSpPr/>
            <p:nvPr/>
          </p:nvSpPr>
          <p:spPr>
            <a:xfrm>
              <a:off x="4014380" y="5322951"/>
              <a:ext cx="890042" cy="1658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Meritz Financial Group</a:t>
              </a:r>
            </a:p>
          </p:txBody>
        </p:sp>
        <p:sp>
          <p:nvSpPr>
            <p:cNvPr id="51" name="직사각형 50">
              <a:extLst>
                <a:ext uri="{FF2B5EF4-FFF2-40B4-BE49-F238E27FC236}">
                  <a16:creationId xmlns:a16="http://schemas.microsoft.com/office/drawing/2014/main" id="{DCC0B72F-0B0A-4BAC-93DC-E121614F4240}"/>
                </a:ext>
              </a:extLst>
            </p:cNvPr>
            <p:cNvSpPr/>
            <p:nvPr/>
          </p:nvSpPr>
          <p:spPr>
            <a:xfrm>
              <a:off x="4159325" y="5563929"/>
              <a:ext cx="745098" cy="163772"/>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Hankook Tire</a:t>
              </a:r>
            </a:p>
          </p:txBody>
        </p:sp>
        <p:sp>
          <p:nvSpPr>
            <p:cNvPr id="52" name="직사각형 51">
              <a:extLst>
                <a:ext uri="{FF2B5EF4-FFF2-40B4-BE49-F238E27FC236}">
                  <a16:creationId xmlns:a16="http://schemas.microsoft.com/office/drawing/2014/main" id="{442A3E55-B9CF-4535-91DE-3FC177A9C170}"/>
                </a:ext>
              </a:extLst>
            </p:cNvPr>
            <p:cNvSpPr/>
            <p:nvPr/>
          </p:nvSpPr>
          <p:spPr>
            <a:xfrm>
              <a:off x="4014380" y="5796091"/>
              <a:ext cx="890042" cy="1658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NHN Entertainment</a:t>
              </a:r>
            </a:p>
          </p:txBody>
        </p:sp>
        <p:sp>
          <p:nvSpPr>
            <p:cNvPr id="53" name="직사각형 52">
              <a:extLst>
                <a:ext uri="{FF2B5EF4-FFF2-40B4-BE49-F238E27FC236}">
                  <a16:creationId xmlns:a16="http://schemas.microsoft.com/office/drawing/2014/main" id="{A806D246-4D3D-4049-B30C-0DAA149EDBF1}"/>
                </a:ext>
              </a:extLst>
            </p:cNvPr>
            <p:cNvSpPr/>
            <p:nvPr/>
          </p:nvSpPr>
          <p:spPr>
            <a:xfrm>
              <a:off x="4015308" y="6030296"/>
              <a:ext cx="883405" cy="163772"/>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r>
                <a:rPr lang="en-US" altLang="ko-KR" sz="900" dirty="0">
                  <a:solidFill>
                    <a:schemeClr val="tx1"/>
                  </a:solidFill>
                  <a:latin typeface="D2Coding" panose="020B0609020101020101" pitchFamily="49" charset="-127"/>
                  <a:ea typeface="D2Coding" panose="020B0609020101020101" pitchFamily="49" charset="-127"/>
                </a:rPr>
                <a:t>Samsung Biologics</a:t>
              </a:r>
            </a:p>
          </p:txBody>
        </p:sp>
        <p:sp>
          <p:nvSpPr>
            <p:cNvPr id="54" name="직사각형 53">
              <a:extLst>
                <a:ext uri="{FF2B5EF4-FFF2-40B4-BE49-F238E27FC236}">
                  <a16:creationId xmlns:a16="http://schemas.microsoft.com/office/drawing/2014/main" id="{C3F1039C-A5A0-47C3-A973-6504661E663C}"/>
                </a:ext>
              </a:extLst>
            </p:cNvPr>
            <p:cNvSpPr/>
            <p:nvPr/>
          </p:nvSpPr>
          <p:spPr>
            <a:xfrm>
              <a:off x="1264920" y="5774891"/>
              <a:ext cx="647700" cy="1817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직사각형 54">
              <a:extLst>
                <a:ext uri="{FF2B5EF4-FFF2-40B4-BE49-F238E27FC236}">
                  <a16:creationId xmlns:a16="http://schemas.microsoft.com/office/drawing/2014/main" id="{F740852B-66C0-48F5-B107-C217D6212379}"/>
                </a:ext>
              </a:extLst>
            </p:cNvPr>
            <p:cNvSpPr/>
            <p:nvPr/>
          </p:nvSpPr>
          <p:spPr>
            <a:xfrm>
              <a:off x="1266428" y="6050280"/>
              <a:ext cx="707152" cy="126293"/>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lnSpc>
                  <a:spcPts val="800"/>
                </a:lnSpc>
              </a:pPr>
              <a:endParaRPr lang="en-US" altLang="ko-KR" sz="900" dirty="0">
                <a:solidFill>
                  <a:schemeClr val="tx1"/>
                </a:solidFill>
                <a:latin typeface="D2Coding" panose="020B0609020101020101" pitchFamily="49" charset="-127"/>
                <a:ea typeface="D2Coding" panose="020B0609020101020101" pitchFamily="49" charset="-127"/>
              </a:endParaRPr>
            </a:p>
          </p:txBody>
        </p:sp>
        <p:sp>
          <p:nvSpPr>
            <p:cNvPr id="56" name="직사각형 55">
              <a:extLst>
                <a:ext uri="{FF2B5EF4-FFF2-40B4-BE49-F238E27FC236}">
                  <a16:creationId xmlns:a16="http://schemas.microsoft.com/office/drawing/2014/main" id="{370B7199-FCDE-4BF2-A73D-57D667931DD7}"/>
                </a:ext>
              </a:extLst>
            </p:cNvPr>
            <p:cNvSpPr/>
            <p:nvPr/>
          </p:nvSpPr>
          <p:spPr>
            <a:xfrm>
              <a:off x="1264920" y="2508334"/>
              <a:ext cx="647700" cy="1817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57" name="그림 56">
              <a:extLst>
                <a:ext uri="{FF2B5EF4-FFF2-40B4-BE49-F238E27FC236}">
                  <a16:creationId xmlns:a16="http://schemas.microsoft.com/office/drawing/2014/main" id="{930201A2-92B0-43E8-B80A-DB8E50CC124C}"/>
                </a:ext>
              </a:extLst>
            </p:cNvPr>
            <p:cNvPicPr>
              <a:picLocks noChangeAspect="1"/>
            </p:cNvPicPr>
            <p:nvPr/>
          </p:nvPicPr>
          <p:blipFill rotWithShape="1">
            <a:blip r:embed="rId4"/>
            <a:srcRect l="7629" t="9908" r="82481"/>
            <a:stretch/>
          </p:blipFill>
          <p:spPr>
            <a:xfrm>
              <a:off x="708661" y="2522220"/>
              <a:ext cx="731520" cy="3754754"/>
            </a:xfrm>
            <a:prstGeom prst="rect">
              <a:avLst/>
            </a:prstGeom>
            <a:solidFill>
              <a:srgbClr val="F5F5F5"/>
            </a:solidFill>
            <a:ln>
              <a:noFill/>
            </a:ln>
          </p:spPr>
        </p:pic>
      </p:grpSp>
    </p:spTree>
    <p:extLst>
      <p:ext uri="{BB962C8B-B14F-4D97-AF65-F5344CB8AC3E}">
        <p14:creationId xmlns:p14="http://schemas.microsoft.com/office/powerpoint/2010/main" val="247192552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직사각형 14">
            <a:extLst>
              <a:ext uri="{FF2B5EF4-FFF2-40B4-BE49-F238E27FC236}">
                <a16:creationId xmlns:a16="http://schemas.microsoft.com/office/drawing/2014/main" id="{58B1BC1D-DFB7-4482-BA23-F01AD71B1BBE}"/>
              </a:ext>
            </a:extLst>
          </p:cNvPr>
          <p:cNvSpPr/>
          <p:nvPr/>
        </p:nvSpPr>
        <p:spPr>
          <a:xfrm>
            <a:off x="546895" y="1523719"/>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Bài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tập</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coding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số</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0106</a:t>
            </a:r>
          </a:p>
        </p:txBody>
      </p:sp>
      <p:grpSp>
        <p:nvGrpSpPr>
          <p:cNvPr id="9" name="그룹 8">
            <a:extLst>
              <a:ext uri="{FF2B5EF4-FFF2-40B4-BE49-F238E27FC236}">
                <a16:creationId xmlns:a16="http://schemas.microsoft.com/office/drawing/2014/main" id="{52A8CADC-38AE-4E53-BD3F-5A505A63D31F}"/>
              </a:ext>
            </a:extLst>
          </p:cNvPr>
          <p:cNvGrpSpPr/>
          <p:nvPr/>
        </p:nvGrpSpPr>
        <p:grpSpPr>
          <a:xfrm>
            <a:off x="558798" y="2060849"/>
            <a:ext cx="8797129" cy="3960439"/>
            <a:chOff x="558798" y="2060849"/>
            <a:chExt cx="8797129" cy="3960439"/>
          </a:xfrm>
        </p:grpSpPr>
        <p:sp>
          <p:nvSpPr>
            <p:cNvPr id="14" name="직사각형 13">
              <a:extLst>
                <a:ext uri="{FF2B5EF4-FFF2-40B4-BE49-F238E27FC236}">
                  <a16:creationId xmlns:a16="http://schemas.microsoft.com/office/drawing/2014/main" id="{4EDE40C9-79DF-4C4D-8BD5-CD8D82B1B47A}"/>
                </a:ext>
              </a:extLst>
            </p:cNvPr>
            <p:cNvSpPr/>
            <p:nvPr/>
          </p:nvSpPr>
          <p:spPr>
            <a:xfrm>
              <a:off x="558799" y="2060849"/>
              <a:ext cx="8785225" cy="3960439"/>
            </a:xfrm>
            <a:prstGeom prst="rect">
              <a:avLst/>
            </a:prstGeom>
            <a:solidFill>
              <a:schemeClr val="accent5">
                <a:lumMod val="40000"/>
                <a:lumOff val="60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6" name="그룹 15">
              <a:extLst>
                <a:ext uri="{FF2B5EF4-FFF2-40B4-BE49-F238E27FC236}">
                  <a16:creationId xmlns:a16="http://schemas.microsoft.com/office/drawing/2014/main" id="{BF4AA0AB-C6DB-495C-B70C-E46D30286C8A}"/>
                </a:ext>
              </a:extLst>
            </p:cNvPr>
            <p:cNvGrpSpPr/>
            <p:nvPr/>
          </p:nvGrpSpPr>
          <p:grpSpPr>
            <a:xfrm>
              <a:off x="558798" y="3945816"/>
              <a:ext cx="8797129" cy="576572"/>
              <a:chOff x="4778069" y="4391025"/>
              <a:chExt cx="2349160" cy="431802"/>
            </a:xfrm>
          </p:grpSpPr>
          <p:sp>
            <p:nvSpPr>
              <p:cNvPr id="20" name="직사각형 19">
                <a:extLst>
                  <a:ext uri="{FF2B5EF4-FFF2-40B4-BE49-F238E27FC236}">
                    <a16:creationId xmlns:a16="http://schemas.microsoft.com/office/drawing/2014/main" id="{87C0CDFE-3456-470B-A332-03AEFF583FCC}"/>
                  </a:ext>
                </a:extLst>
              </p:cNvPr>
              <p:cNvSpPr/>
              <p:nvPr/>
            </p:nvSpPr>
            <p:spPr>
              <a:xfrm>
                <a:off x="4778069" y="4391025"/>
                <a:ext cx="2349160" cy="43180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lightRig rig="threePt" dir="t"/>
                </a:scene3d>
                <a:sp3d>
                  <a:bevelT w="0" h="6350"/>
                </a:sp3d>
              </a:bodyPr>
              <a:lstStyle/>
              <a:p>
                <a:pPr algn="ctr"/>
                <a:endParaRPr lang="ko-KR" altLang="en-US" sz="2000" dirty="0"/>
              </a:p>
            </p:txBody>
          </p:sp>
          <p:sp>
            <p:nvSpPr>
              <p:cNvPr id="21" name="직사각형 133">
                <a:extLst>
                  <a:ext uri="{FF2B5EF4-FFF2-40B4-BE49-F238E27FC236}">
                    <a16:creationId xmlns:a16="http://schemas.microsoft.com/office/drawing/2014/main" id="{B136C33C-F854-4DBC-B046-E0B4FAF6D075}"/>
                  </a:ext>
                </a:extLst>
              </p:cNvPr>
              <p:cNvSpPr/>
              <p:nvPr/>
            </p:nvSpPr>
            <p:spPr>
              <a:xfrm>
                <a:off x="4852511" y="4528465"/>
                <a:ext cx="2200275" cy="2304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algn="ctr"/>
                <a:r>
                  <a:rPr lang="vi-VN" altLang="ko-KR" sz="2000" dirty="0">
                    <a:solidFill>
                      <a:schemeClr val="bg1"/>
                    </a:solidFill>
                    <a:latin typeface="SamsungOne-700" panose="020B0803030303020204" pitchFamily="34" charset="0"/>
                    <a:ea typeface="SamsungOne-700" panose="020B0803030303020204" pitchFamily="34" charset="0"/>
                    <a:cs typeface="iCiel Samsung Sharp Sans Bold" pitchFamily="2" charset="0"/>
                  </a:rPr>
                  <a:t>Làm theo các bước thực hành trên tệp 'ex_0106.ipynb'</a:t>
                </a:r>
                <a:endParaRPr lang="ko-KR" altLang="en-US" sz="2000" b="1" dirty="0">
                  <a:solidFill>
                    <a:schemeClr val="bg1"/>
                  </a:solidFill>
                  <a:latin typeface="SamsungOne-700" panose="020B0803030303020204" pitchFamily="34" charset="0"/>
                  <a:ea typeface="Samsung Sharp Sans" pitchFamily="2" charset="0"/>
                  <a:cs typeface="iCiel Samsung Sharp Sans Bold" pitchFamily="2" charset="0"/>
                </a:endParaRPr>
              </a:p>
            </p:txBody>
          </p:sp>
        </p:grpSp>
        <p:pic>
          <p:nvPicPr>
            <p:cNvPr id="19" name="그림 18" descr="텍스트, 클립아트이(가) 표시된 사진&#10;&#10;자동 생성된 설명">
              <a:extLst>
                <a:ext uri="{FF2B5EF4-FFF2-40B4-BE49-F238E27FC236}">
                  <a16:creationId xmlns:a16="http://schemas.microsoft.com/office/drawing/2014/main" id="{0B5D6943-723B-4DC7-B856-92858486A18E}"/>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8593" t="14475" r="51947" b="14299"/>
            <a:stretch/>
          </p:blipFill>
          <p:spPr>
            <a:xfrm>
              <a:off x="4370123" y="2647560"/>
              <a:ext cx="1162577" cy="1174440"/>
            </a:xfrm>
            <a:prstGeom prst="ellipse">
              <a:avLst/>
            </a:prstGeom>
          </p:spPr>
        </p:pic>
      </p:gr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30663473"/>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직사각형 14">
            <a:extLst>
              <a:ext uri="{FF2B5EF4-FFF2-40B4-BE49-F238E27FC236}">
                <a16:creationId xmlns:a16="http://schemas.microsoft.com/office/drawing/2014/main" id="{58B1BC1D-DFB7-4482-BA23-F01AD71B1BBE}"/>
              </a:ext>
            </a:extLst>
          </p:cNvPr>
          <p:cNvSpPr/>
          <p:nvPr/>
        </p:nvSpPr>
        <p:spPr>
          <a:xfrm>
            <a:off x="546895" y="1523719"/>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Coding Exercise #0107</a:t>
            </a:r>
          </a:p>
        </p:txBody>
      </p:sp>
      <p:grpSp>
        <p:nvGrpSpPr>
          <p:cNvPr id="9" name="그룹 8">
            <a:extLst>
              <a:ext uri="{FF2B5EF4-FFF2-40B4-BE49-F238E27FC236}">
                <a16:creationId xmlns:a16="http://schemas.microsoft.com/office/drawing/2014/main" id="{52A8CADC-38AE-4E53-BD3F-5A505A63D31F}"/>
              </a:ext>
            </a:extLst>
          </p:cNvPr>
          <p:cNvGrpSpPr/>
          <p:nvPr/>
        </p:nvGrpSpPr>
        <p:grpSpPr>
          <a:xfrm>
            <a:off x="558798" y="2060849"/>
            <a:ext cx="8797129" cy="3960439"/>
            <a:chOff x="558798" y="2060849"/>
            <a:chExt cx="8797129" cy="3960439"/>
          </a:xfrm>
        </p:grpSpPr>
        <p:sp>
          <p:nvSpPr>
            <p:cNvPr id="14" name="직사각형 13">
              <a:extLst>
                <a:ext uri="{FF2B5EF4-FFF2-40B4-BE49-F238E27FC236}">
                  <a16:creationId xmlns:a16="http://schemas.microsoft.com/office/drawing/2014/main" id="{4EDE40C9-79DF-4C4D-8BD5-CD8D82B1B47A}"/>
                </a:ext>
              </a:extLst>
            </p:cNvPr>
            <p:cNvSpPr/>
            <p:nvPr/>
          </p:nvSpPr>
          <p:spPr>
            <a:xfrm>
              <a:off x="558799" y="2060849"/>
              <a:ext cx="8785225" cy="3960439"/>
            </a:xfrm>
            <a:prstGeom prst="rect">
              <a:avLst/>
            </a:prstGeom>
            <a:solidFill>
              <a:schemeClr val="accent5">
                <a:lumMod val="40000"/>
                <a:lumOff val="60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6" name="그룹 15">
              <a:extLst>
                <a:ext uri="{FF2B5EF4-FFF2-40B4-BE49-F238E27FC236}">
                  <a16:creationId xmlns:a16="http://schemas.microsoft.com/office/drawing/2014/main" id="{BF4AA0AB-C6DB-495C-B70C-E46D30286C8A}"/>
                </a:ext>
              </a:extLst>
            </p:cNvPr>
            <p:cNvGrpSpPr/>
            <p:nvPr/>
          </p:nvGrpSpPr>
          <p:grpSpPr>
            <a:xfrm>
              <a:off x="558798" y="3945816"/>
              <a:ext cx="8797129" cy="576572"/>
              <a:chOff x="4778069" y="4391025"/>
              <a:chExt cx="2349160" cy="431802"/>
            </a:xfrm>
          </p:grpSpPr>
          <p:sp>
            <p:nvSpPr>
              <p:cNvPr id="20" name="직사각형 19">
                <a:extLst>
                  <a:ext uri="{FF2B5EF4-FFF2-40B4-BE49-F238E27FC236}">
                    <a16:creationId xmlns:a16="http://schemas.microsoft.com/office/drawing/2014/main" id="{87C0CDFE-3456-470B-A332-03AEFF583FCC}"/>
                  </a:ext>
                </a:extLst>
              </p:cNvPr>
              <p:cNvSpPr/>
              <p:nvPr/>
            </p:nvSpPr>
            <p:spPr>
              <a:xfrm>
                <a:off x="4778069" y="4391025"/>
                <a:ext cx="2349160" cy="43180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lightRig rig="threePt" dir="t"/>
                </a:scene3d>
                <a:sp3d>
                  <a:bevelT w="0" h="6350"/>
                </a:sp3d>
              </a:bodyPr>
              <a:lstStyle/>
              <a:p>
                <a:pPr algn="ctr"/>
                <a:endParaRPr lang="ko-KR" altLang="en-US" sz="2000" dirty="0"/>
              </a:p>
            </p:txBody>
          </p:sp>
          <p:sp>
            <p:nvSpPr>
              <p:cNvPr id="21" name="직사각형 133">
                <a:extLst>
                  <a:ext uri="{FF2B5EF4-FFF2-40B4-BE49-F238E27FC236}">
                    <a16:creationId xmlns:a16="http://schemas.microsoft.com/office/drawing/2014/main" id="{B136C33C-F854-4DBC-B046-E0B4FAF6D075}"/>
                  </a:ext>
                </a:extLst>
              </p:cNvPr>
              <p:cNvSpPr/>
              <p:nvPr/>
            </p:nvSpPr>
            <p:spPr>
              <a:xfrm>
                <a:off x="4852511" y="4528465"/>
                <a:ext cx="2200275" cy="2304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algn="ctr"/>
                <a:r>
                  <a:rPr lang="en-US" altLang="ko-KR" sz="2000" dirty="0">
                    <a:solidFill>
                      <a:schemeClr val="bg1"/>
                    </a:solidFill>
                    <a:latin typeface="SamsungOne-700" panose="020B0803030303020204" pitchFamily="34" charset="0"/>
                    <a:ea typeface="SamsungOne-700" panose="020B0803030303020204" pitchFamily="34" charset="0"/>
                    <a:cs typeface="iCiel Samsung Sharp Sans Bold" pitchFamily="2" charset="0"/>
                  </a:rPr>
                  <a:t>Follow practice steps on 'ex_0107.ipynb' file </a:t>
                </a:r>
                <a:endParaRPr lang="ko-KR" altLang="en-US" sz="2000" b="1" dirty="0">
                  <a:solidFill>
                    <a:schemeClr val="bg1"/>
                  </a:solidFill>
                  <a:latin typeface="SamsungOne-700" panose="020B0803030303020204" pitchFamily="34" charset="0"/>
                  <a:ea typeface="Samsung Sharp Sans" pitchFamily="2" charset="0"/>
                  <a:cs typeface="iCiel Samsung Sharp Sans Bold" pitchFamily="2" charset="0"/>
                </a:endParaRPr>
              </a:p>
            </p:txBody>
          </p:sp>
        </p:grpSp>
        <p:pic>
          <p:nvPicPr>
            <p:cNvPr id="19" name="그림 18" descr="텍스트, 클립아트이(가) 표시된 사진&#10;&#10;자동 생성된 설명">
              <a:extLst>
                <a:ext uri="{FF2B5EF4-FFF2-40B4-BE49-F238E27FC236}">
                  <a16:creationId xmlns:a16="http://schemas.microsoft.com/office/drawing/2014/main" id="{0B5D6943-723B-4DC7-B856-92858486A18E}"/>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8593" t="14475" r="51947" b="14299"/>
            <a:stretch/>
          </p:blipFill>
          <p:spPr>
            <a:xfrm>
              <a:off x="4370123" y="2647560"/>
              <a:ext cx="1162577" cy="1174440"/>
            </a:xfrm>
            <a:prstGeom prst="ellipse">
              <a:avLst/>
            </a:prstGeom>
          </p:spPr>
        </p:pic>
      </p:gr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Hợp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nhất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liên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kết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endParaRPr lang="en-US" altLang="ko-KR" dirty="0">
                <a:solidFill>
                  <a:prstClr val="white"/>
                </a:solidFill>
                <a:latin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893916074"/>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5C139E-E561-1C3E-5288-A320CEC17A56}"/>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6B5AF49B-F74F-8919-D908-B151FBFE7C96}"/>
              </a:ext>
            </a:extLst>
          </p:cNvPr>
          <p:cNvGrpSpPr/>
          <p:nvPr/>
        </p:nvGrpSpPr>
        <p:grpSpPr>
          <a:xfrm>
            <a:off x="989683" y="2748696"/>
            <a:ext cx="8354217" cy="3401514"/>
            <a:chOff x="989683" y="2748696"/>
            <a:chExt cx="8354217" cy="3401514"/>
          </a:xfrm>
        </p:grpSpPr>
        <p:sp>
          <p:nvSpPr>
            <p:cNvPr id="22" name="직사각형 133">
              <a:extLst>
                <a:ext uri="{FF2B5EF4-FFF2-40B4-BE49-F238E27FC236}">
                  <a16:creationId xmlns:a16="http://schemas.microsoft.com/office/drawing/2014/main" id="{F98697CE-3E5F-3E36-EC46-0C86DFAAD78B}"/>
                </a:ext>
              </a:extLst>
            </p:cNvPr>
            <p:cNvSpPr/>
            <p:nvPr/>
          </p:nvSpPr>
          <p:spPr>
            <a:xfrm>
              <a:off x="990600" y="3133792"/>
              <a:ext cx="8353300" cy="10464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fontAlgn="base" latinLnBrk="1">
                <a:spcBef>
                  <a:spcPct val="0"/>
                </a:spcBef>
                <a:spcAft>
                  <a:spcPct val="0"/>
                </a:spcAft>
                <a:defRPr/>
              </a:pPr>
              <a:r>
                <a:rPr kumimoji="1" lang="vi-VN" altLang="ko-KR" sz="3400" dirty="0">
                  <a:solidFill>
                    <a:prstClr val="black"/>
                  </a:solidFill>
                  <a:latin typeface="iCiel Samsung Sharp Sans Bold" pitchFamily="2" charset="0"/>
                  <a:ea typeface="iCiel Samsung Sharp Sans Bold" pitchFamily="2" charset="0"/>
                  <a:cs typeface="iCiel Samsung Sharp Sans Bold" pitchFamily="2" charset="0"/>
                </a:rPr>
                <a:t>Khám phá dữ liệu tối ưu thông qua Pandas</a:t>
              </a:r>
              <a:endParaRPr kumimoji="1" lang="ko-KR" altLang="en-US" sz="3400" dirty="0">
                <a:solidFill>
                  <a:prstClr val="black"/>
                </a:solidFill>
                <a:latin typeface="iCiel Samsung Sharp Sans Bold" pitchFamily="2" charset="0"/>
                <a:cs typeface="iCiel Samsung Sharp Sans Bold" pitchFamily="2" charset="0"/>
              </a:endParaRPr>
            </a:p>
          </p:txBody>
        </p:sp>
        <p:sp>
          <p:nvSpPr>
            <p:cNvPr id="25" name="직사각형 133">
              <a:extLst>
                <a:ext uri="{FF2B5EF4-FFF2-40B4-BE49-F238E27FC236}">
                  <a16:creationId xmlns:a16="http://schemas.microsoft.com/office/drawing/2014/main" id="{234FA737-88FA-E276-75C5-E39B62467116}"/>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marL="0" marR="0" lvl="0" indent="0" algn="l" defTabSz="457063" rtl="0" eaLnBrk="1" fontAlgn="base" latinLnBrk="1" hangingPunct="1">
                <a:lnSpc>
                  <a:spcPct val="100000"/>
                </a:lnSpc>
                <a:spcBef>
                  <a:spcPct val="0"/>
                </a:spcBef>
                <a:spcAft>
                  <a:spcPct val="0"/>
                </a:spcAft>
                <a:buClrTx/>
                <a:buSzTx/>
                <a:buFontTx/>
                <a:buNone/>
                <a:tabLst/>
                <a:defRPr/>
              </a:pPr>
              <a:r>
                <a:rPr kumimoji="1" lang="en-US" altLang="ko-KR" sz="1999" b="0" i="0" u="none" strike="noStrike" kern="1200" cap="none" spc="0" normalizeH="0" baseline="0" noProof="0" dirty="0" err="1">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Bài</a:t>
              </a:r>
              <a:r>
                <a:rPr kumimoji="1" lang="en-US" altLang="ko-KR" sz="1999"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 2. </a:t>
              </a:r>
              <a:endParaRPr kumimoji="1" lang="en-US" altLang="ko-KR" sz="5398"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endParaRPr>
            </a:p>
          </p:txBody>
        </p:sp>
        <p:grpSp>
          <p:nvGrpSpPr>
            <p:cNvPr id="31" name="그룹 30">
              <a:extLst>
                <a:ext uri="{FF2B5EF4-FFF2-40B4-BE49-F238E27FC236}">
                  <a16:creationId xmlns:a16="http://schemas.microsoft.com/office/drawing/2014/main" id="{B925BC77-EA3E-DF82-6E9D-050D697ECA72}"/>
                </a:ext>
              </a:extLst>
            </p:cNvPr>
            <p:cNvGrpSpPr/>
            <p:nvPr/>
          </p:nvGrpSpPr>
          <p:grpSpPr>
            <a:xfrm>
              <a:off x="1025537" y="4509120"/>
              <a:ext cx="8297776" cy="1641090"/>
              <a:chOff x="1025537" y="4609703"/>
              <a:chExt cx="8297776" cy="1641090"/>
            </a:xfrm>
          </p:grpSpPr>
          <p:sp>
            <p:nvSpPr>
              <p:cNvPr id="32" name="직사각형 31">
                <a:extLst>
                  <a:ext uri="{FF2B5EF4-FFF2-40B4-BE49-F238E27FC236}">
                    <a16:creationId xmlns:a16="http://schemas.microsoft.com/office/drawing/2014/main" id="{3F2A4F5C-793E-BA38-869E-A0D1EB077719}"/>
                  </a:ext>
                </a:extLst>
              </p:cNvPr>
              <p:cNvSpPr/>
              <p:nvPr/>
            </p:nvSpPr>
            <p:spPr>
              <a:xfrm>
                <a:off x="1025537" y="4609703"/>
                <a:ext cx="4112444" cy="16410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defTabSz="914400" fontAlgn="base" latinLnBrk="1">
                  <a:spcBef>
                    <a:spcPct val="0"/>
                  </a:spcBef>
                  <a:spcAft>
                    <a:spcPts val="1000"/>
                  </a:spcAft>
                  <a:buSzPct val="120000"/>
                  <a:buBlip>
                    <a:blip r:embed="rId3"/>
                  </a:buBlip>
                  <a:defRPr/>
                </a:pPr>
                <a:r>
                  <a:rPr kumimoji="1" lang="vi-VN" altLang="ko-KR" sz="1799" dirty="0">
                    <a:solidFill>
                      <a:prstClr val="white">
                        <a:lumMod val="65000"/>
                      </a:prstClr>
                    </a:solidFill>
                    <a:latin typeface="SamsungOne-400" panose="020B0503030303020204" pitchFamily="34" charset="0"/>
                    <a:ea typeface="SamsungOne-400" panose="020B0503030303020204" pitchFamily="34" charset="0"/>
                  </a:rPr>
                  <a:t>2.1. Pipeline: Cấu trúc dữ liệu theo loại dữ liệu</a:t>
                </a:r>
                <a:endPar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endParaRPr>
              </a:p>
              <a:p>
                <a:pPr marL="176213" indent="-176213" fontAlgn="base">
                  <a:spcBef>
                    <a:spcPct val="0"/>
                  </a:spcBef>
                  <a:spcAft>
                    <a:spcPts val="1000"/>
                  </a:spcAft>
                  <a:buSzPct val="120000"/>
                  <a:buBlip>
                    <a:blip r:embed="rId4"/>
                  </a:buBlip>
                  <a:defRPr/>
                </a:pPr>
                <a:r>
                  <a:rPr kumimoji="1" lang="pt-BR" altLang="ko-KR" sz="1799" dirty="0">
                    <a:solidFill>
                      <a:prstClr val="white">
                        <a:lumMod val="65000"/>
                      </a:prstClr>
                    </a:solidFill>
                    <a:latin typeface="SamsungOne-400" panose="020B0503030303020204" pitchFamily="34" charset="0"/>
                    <a:ea typeface="SamsungOne-400" panose="020B0503030303020204" pitchFamily="34" charset="0"/>
                  </a:rPr>
                  <a:t>2.2. Pandas Series </a:t>
                </a:r>
                <a:r>
                  <a:rPr kumimoji="1" lang="pt-BR"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pt-BR"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pt-BR" altLang="ko-KR" sz="1799" dirty="0" err="1">
                    <a:solidFill>
                      <a:prstClr val="white">
                        <a:lumMod val="65000"/>
                      </a:prstClr>
                    </a:solidFill>
                    <a:latin typeface="SamsungOne-400" panose="020B0503030303020204" pitchFamily="34" charset="0"/>
                    <a:ea typeface="SamsungOne-400" panose="020B0503030303020204" pitchFamily="34" charset="0"/>
                  </a:rPr>
                  <a:t>DataFrames</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2.3.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Hợp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nhất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liên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kết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các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DataFrame</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33" name="직사각형 32">
                <a:extLst>
                  <a:ext uri="{FF2B5EF4-FFF2-40B4-BE49-F238E27FC236}">
                    <a16:creationId xmlns:a16="http://schemas.microsoft.com/office/drawing/2014/main" id="{C0B140C9-62FA-DC2F-3031-C41C01D0A7EF}"/>
                  </a:ext>
                </a:extLst>
              </p:cNvPr>
              <p:cNvSpPr/>
              <p:nvPr/>
            </p:nvSpPr>
            <p:spPr>
              <a:xfrm>
                <a:off x="5137981" y="4609703"/>
                <a:ext cx="4185332" cy="15125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fontAlgn="base">
                  <a:spcBef>
                    <a:spcPct val="0"/>
                  </a:spcBef>
                  <a:spcAft>
                    <a:spcPts val="1000"/>
                  </a:spcAft>
                  <a:buSzPct val="120000"/>
                  <a:buBlip>
                    <a:blip r:embed="rId4"/>
                  </a:buBlip>
                  <a:defRPr/>
                </a:pP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2.4.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Sắp</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xếp</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DataFrame</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và</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Chỉ</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mục</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đa</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cấp</a:t>
                </a:r>
                <a:endPar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endParaRPr>
              </a:p>
              <a:p>
                <a:pPr marL="176213" indent="-176213" fontAlgn="base">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2.5.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Kiểm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các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đặc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điểm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của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thông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qua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thống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kê</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mô</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tả</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mẫu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endParaRPr kumimoji="1" lang="ko-KR" altLang="en-US" sz="1799" dirty="0">
                  <a:solidFill>
                    <a:prstClr val="white">
                      <a:lumMod val="65000"/>
                    </a:prstClr>
                  </a:solidFill>
                  <a:latin typeface="SamsungOne-400" panose="020B0503030303020204" pitchFamily="34" charset="0"/>
                  <a:ea typeface="SamsungOne-400" panose="020B0503030303020204" pitchFamily="34" charset="0"/>
                </a:endParaRPr>
              </a:p>
            </p:txBody>
          </p:sp>
        </p:grpSp>
      </p:grpSp>
    </p:spTree>
    <p:extLst>
      <p:ext uri="{BB962C8B-B14F-4D97-AF65-F5344CB8AC3E}">
        <p14:creationId xmlns:p14="http://schemas.microsoft.com/office/powerpoint/2010/main" val="3007420481"/>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EBB9A9ED-2650-4764-BF4A-5019AD59DE70}"/>
              </a:ext>
            </a:extLst>
          </p:cNvPr>
          <p:cNvGrpSpPr/>
          <p:nvPr/>
        </p:nvGrpSpPr>
        <p:grpSpPr>
          <a:xfrm>
            <a:off x="558396" y="2528414"/>
            <a:ext cx="8782050" cy="942574"/>
            <a:chOff x="558396" y="2528414"/>
            <a:chExt cx="8782050" cy="942574"/>
          </a:xfrm>
        </p:grpSpPr>
        <p:sp>
          <p:nvSpPr>
            <p:cNvPr id="13" name="모서리가 둥근 직사각형 4">
              <a:extLst>
                <a:ext uri="{FF2B5EF4-FFF2-40B4-BE49-F238E27FC236}">
                  <a16:creationId xmlns:a16="http://schemas.microsoft.com/office/drawing/2014/main" id="{930158F8-A5B7-4F97-8E44-C73FC55364FC}"/>
                </a:ext>
              </a:extLst>
            </p:cNvPr>
            <p:cNvSpPr/>
            <p:nvPr/>
          </p:nvSpPr>
          <p:spPr>
            <a:xfrm>
              <a:off x="558396" y="2528414"/>
              <a:ext cx="8782050" cy="94257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20278"/>
            <a:stretch/>
          </p:blipFill>
          <p:spPr>
            <a:xfrm>
              <a:off x="589903" y="2565816"/>
              <a:ext cx="8749791" cy="863183"/>
            </a:xfrm>
            <a:prstGeom prst="rect">
              <a:avLst/>
            </a:prstGeom>
          </p:spPr>
        </p:pic>
      </p:grpSp>
      <p:grpSp>
        <p:nvGrpSpPr>
          <p:cNvPr id="22" name="그룹 2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3" name="직사각형 2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Sắp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xếp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MultiIndex</a:t>
              </a:r>
              <a:endParaRPr lang="ko-KR" altLang="en-US" dirty="0">
                <a:solidFill>
                  <a:prstClr val="white"/>
                </a:solidFill>
                <a:latin typeface="iCiel Samsung Sharp Sans Medium" pitchFamily="2" charset="0"/>
                <a:cs typeface="iCiel Samsung Sharp Sans Medium" pitchFamily="2" charset="0"/>
              </a:endParaRPr>
            </a:p>
          </p:txBody>
        </p:sp>
        <p:sp>
          <p:nvSpPr>
            <p:cNvPr id="24" name="직사각형 2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27" name="직사각형 26">
            <a:extLst>
              <a:ext uri="{FF2B5EF4-FFF2-40B4-BE49-F238E27FC236}">
                <a16:creationId xmlns:a16="http://schemas.microsoft.com/office/drawing/2014/main" id="{58B1BC1D-DFB7-4482-BA23-F01AD71B1BBE}"/>
              </a:ext>
            </a:extLst>
          </p:cNvPr>
          <p:cNvSpPr/>
          <p:nvPr/>
        </p:nvSpPr>
        <p:spPr>
          <a:xfrm>
            <a:off x="445388" y="1373004"/>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Xử</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lý</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DataFrame</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30" name="그룹 29">
            <a:extLst>
              <a:ext uri="{FF2B5EF4-FFF2-40B4-BE49-F238E27FC236}">
                <a16:creationId xmlns:a16="http://schemas.microsoft.com/office/drawing/2014/main" id="{B6CABCFF-C343-40C8-A464-3ADE8C8C925E}"/>
              </a:ext>
            </a:extLst>
          </p:cNvPr>
          <p:cNvGrpSpPr/>
          <p:nvPr/>
        </p:nvGrpSpPr>
        <p:grpSpPr>
          <a:xfrm>
            <a:off x="557644" y="1850942"/>
            <a:ext cx="8887612" cy="598229"/>
            <a:chOff x="580388" y="1413381"/>
            <a:chExt cx="8887612" cy="598229"/>
          </a:xfrm>
        </p:grpSpPr>
        <p:sp>
          <p:nvSpPr>
            <p:cNvPr id="31" name="직사각형 30">
              <a:extLst>
                <a:ext uri="{FF2B5EF4-FFF2-40B4-BE49-F238E27FC236}">
                  <a16:creationId xmlns:a16="http://schemas.microsoft.com/office/drawing/2014/main" id="{39232B15-612A-4E7C-BF1A-96412ED17D66}"/>
                </a:ext>
              </a:extLst>
            </p:cNvPr>
            <p:cNvSpPr/>
            <p:nvPr/>
          </p:nvSpPr>
          <p:spPr>
            <a:xfrm>
              <a:off x="711200" y="1666149"/>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thể</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sắp</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xếp</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bằng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hoặc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nhiều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a:t>
              </a:r>
            </a:p>
          </p:txBody>
        </p:sp>
        <p:sp>
          <p:nvSpPr>
            <p:cNvPr id="32" name="직사각형 31">
              <a:extLst>
                <a:ext uri="{FF2B5EF4-FFF2-40B4-BE49-F238E27FC236}">
                  <a16:creationId xmlns:a16="http://schemas.microsoft.com/office/drawing/2014/main" id="{D11D675B-D631-46E5-B2CC-B71948AEB64F}"/>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Sắp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xếp</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grpSp>
        <p:nvGrpSpPr>
          <p:cNvPr id="4" name="그룹 3">
            <a:extLst>
              <a:ext uri="{FF2B5EF4-FFF2-40B4-BE49-F238E27FC236}">
                <a16:creationId xmlns:a16="http://schemas.microsoft.com/office/drawing/2014/main" id="{E66D7888-4B15-4902-876D-B80CD6F036D6}"/>
              </a:ext>
            </a:extLst>
          </p:cNvPr>
          <p:cNvGrpSpPr/>
          <p:nvPr/>
        </p:nvGrpSpPr>
        <p:grpSpPr>
          <a:xfrm>
            <a:off x="557644" y="3574373"/>
            <a:ext cx="8782050" cy="1996004"/>
            <a:chOff x="557644" y="3574373"/>
            <a:chExt cx="8782050" cy="1996004"/>
          </a:xfrm>
        </p:grpSpPr>
        <p:grpSp>
          <p:nvGrpSpPr>
            <p:cNvPr id="15" name="그룹 14"/>
            <p:cNvGrpSpPr/>
            <p:nvPr/>
          </p:nvGrpSpPr>
          <p:grpSpPr>
            <a:xfrm>
              <a:off x="557644" y="3574373"/>
              <a:ext cx="8782050" cy="1996004"/>
              <a:chOff x="568325" y="5114924"/>
              <a:chExt cx="8782050" cy="2062520"/>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68325" y="5114924"/>
                <a:ext cx="8782050" cy="206252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7" name="그룹 16"/>
              <p:cNvGrpSpPr/>
              <p:nvPr/>
            </p:nvGrpSpPr>
            <p:grpSpPr>
              <a:xfrm>
                <a:off x="675835" y="5210921"/>
                <a:ext cx="1477946" cy="302132"/>
                <a:chOff x="732985" y="5582396"/>
                <a:chExt cx="1477946" cy="302132"/>
              </a:xfrm>
            </p:grpSpPr>
            <p:pic>
              <p:nvPicPr>
                <p:cNvPr id="19" name="Picture 2" descr="Byte - Free electronics icons">
                  <a:extLst>
                    <a:ext uri="{FF2B5EF4-FFF2-40B4-BE49-F238E27FC236}">
                      <a16:creationId xmlns:a16="http://schemas.microsoft.com/office/drawing/2014/main" id="{2E1868BC-E3F2-46C6-A15E-1A8572E0F8A8}"/>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4FCF8530-89F0-4211-819E-6AFF60A92E66}"/>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8" name="TextBox 17">
                <a:extLst>
                  <a:ext uri="{FF2B5EF4-FFF2-40B4-BE49-F238E27FC236}">
                    <a16:creationId xmlns:a16="http://schemas.microsoft.com/office/drawing/2014/main" id="{FF266B98-5C19-4B37-8678-61D0A80AF6D7}"/>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Sắp</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xếp</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theo</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thứ</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tự</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tăng</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dần</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a:t>
                </a:r>
              </a:p>
            </p:txBody>
          </p:sp>
        </p:grpSp>
        <p:grpSp>
          <p:nvGrpSpPr>
            <p:cNvPr id="33" name="그룹 32">
              <a:extLst>
                <a:ext uri="{FF2B5EF4-FFF2-40B4-BE49-F238E27FC236}">
                  <a16:creationId xmlns:a16="http://schemas.microsoft.com/office/drawing/2014/main" id="{DEF87E9A-2FDE-4BBF-A8AB-DFC95DD87BA6}"/>
                </a:ext>
              </a:extLst>
            </p:cNvPr>
            <p:cNvGrpSpPr/>
            <p:nvPr/>
          </p:nvGrpSpPr>
          <p:grpSpPr>
            <a:xfrm>
              <a:off x="665154" y="4305607"/>
              <a:ext cx="8640559" cy="534949"/>
              <a:chOff x="665154" y="3144518"/>
              <a:chExt cx="8640559" cy="534949"/>
            </a:xfrm>
          </p:grpSpPr>
          <p:grpSp>
            <p:nvGrpSpPr>
              <p:cNvPr id="34" name="그룹 33">
                <a:extLst>
                  <a:ext uri="{FF2B5EF4-FFF2-40B4-BE49-F238E27FC236}">
                    <a16:creationId xmlns:a16="http://schemas.microsoft.com/office/drawing/2014/main" id="{0B95BEBB-E64F-40D9-BB6C-32BAA0B4A643}"/>
                  </a:ext>
                </a:extLst>
              </p:cNvPr>
              <p:cNvGrpSpPr/>
              <p:nvPr/>
            </p:nvGrpSpPr>
            <p:grpSpPr>
              <a:xfrm>
                <a:off x="665154" y="3144518"/>
                <a:ext cx="1477946" cy="292388"/>
                <a:chOff x="732985" y="5582396"/>
                <a:chExt cx="1477946" cy="302132"/>
              </a:xfrm>
            </p:grpSpPr>
            <p:pic>
              <p:nvPicPr>
                <p:cNvPr id="36" name="Picture 2" descr="Byte - Free electronics icons">
                  <a:extLst>
                    <a:ext uri="{FF2B5EF4-FFF2-40B4-BE49-F238E27FC236}">
                      <a16:creationId xmlns:a16="http://schemas.microsoft.com/office/drawing/2014/main" id="{2B256675-424E-48EC-8011-92DBD399AF09}"/>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7" name="TextBox 36">
                  <a:extLst>
                    <a:ext uri="{FF2B5EF4-FFF2-40B4-BE49-F238E27FC236}">
                      <a16:creationId xmlns:a16="http://schemas.microsoft.com/office/drawing/2014/main" id="{85B29EC3-B1E5-4C7A-AD65-DED7F1028D20}"/>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5" name="TextBox 34">
                <a:extLst>
                  <a:ext uri="{FF2B5EF4-FFF2-40B4-BE49-F238E27FC236}">
                    <a16:creationId xmlns:a16="http://schemas.microsoft.com/office/drawing/2014/main" id="{38585290-1A9D-49C6-9D80-9FE6DD2D0235}"/>
                  </a:ext>
                </a:extLst>
              </p:cNvPr>
              <p:cNvSpPr txBox="1"/>
              <p:nvPr/>
            </p:nvSpPr>
            <p:spPr>
              <a:xfrm>
                <a:off x="1024575" y="3479412"/>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Sắp</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xếp</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theo</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thứ</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tự</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giảm</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dần</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a:t>
                </a:r>
              </a:p>
            </p:txBody>
          </p:sp>
        </p:grpSp>
        <p:grpSp>
          <p:nvGrpSpPr>
            <p:cNvPr id="38" name="그룹 37">
              <a:extLst>
                <a:ext uri="{FF2B5EF4-FFF2-40B4-BE49-F238E27FC236}">
                  <a16:creationId xmlns:a16="http://schemas.microsoft.com/office/drawing/2014/main" id="{363AEA7B-E151-4507-A25A-32AB5F8B8B16}"/>
                </a:ext>
              </a:extLst>
            </p:cNvPr>
            <p:cNvGrpSpPr/>
            <p:nvPr/>
          </p:nvGrpSpPr>
          <p:grpSpPr>
            <a:xfrm>
              <a:off x="665154" y="4900034"/>
              <a:ext cx="8640559" cy="534949"/>
              <a:chOff x="665154" y="3143199"/>
              <a:chExt cx="8640559" cy="534949"/>
            </a:xfrm>
          </p:grpSpPr>
          <p:grpSp>
            <p:nvGrpSpPr>
              <p:cNvPr id="39" name="그룹 38">
                <a:extLst>
                  <a:ext uri="{FF2B5EF4-FFF2-40B4-BE49-F238E27FC236}">
                    <a16:creationId xmlns:a16="http://schemas.microsoft.com/office/drawing/2014/main" id="{4F288C14-590E-4195-9529-6B50CF3515C9}"/>
                  </a:ext>
                </a:extLst>
              </p:cNvPr>
              <p:cNvGrpSpPr/>
              <p:nvPr/>
            </p:nvGrpSpPr>
            <p:grpSpPr>
              <a:xfrm>
                <a:off x="665154" y="3143199"/>
                <a:ext cx="1477946" cy="292388"/>
                <a:chOff x="732985" y="5582396"/>
                <a:chExt cx="1477946" cy="302132"/>
              </a:xfrm>
            </p:grpSpPr>
            <p:pic>
              <p:nvPicPr>
                <p:cNvPr id="41" name="Picture 2" descr="Byte - Free electronics icons">
                  <a:extLst>
                    <a:ext uri="{FF2B5EF4-FFF2-40B4-BE49-F238E27FC236}">
                      <a16:creationId xmlns:a16="http://schemas.microsoft.com/office/drawing/2014/main" id="{3F6BA621-A29F-4A27-85B4-663811777C0C}"/>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2" name="TextBox 41">
                  <a:extLst>
                    <a:ext uri="{FF2B5EF4-FFF2-40B4-BE49-F238E27FC236}">
                      <a16:creationId xmlns:a16="http://schemas.microsoft.com/office/drawing/2014/main" id="{DC738910-CDDE-418A-835B-0BB0C456841B}"/>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40" name="TextBox 39">
                <a:extLst>
                  <a:ext uri="{FF2B5EF4-FFF2-40B4-BE49-F238E27FC236}">
                    <a16:creationId xmlns:a16="http://schemas.microsoft.com/office/drawing/2014/main" id="{8CEA595A-F46C-4851-8F05-7DA69B435C72}"/>
                  </a:ext>
                </a:extLst>
              </p:cNvPr>
              <p:cNvSpPr txBox="1"/>
              <p:nvPr/>
            </p:nvSpPr>
            <p:spPr>
              <a:xfrm>
                <a:off x="1024575" y="3478093"/>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Sắp</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xếp</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bằng</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hai</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cột</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a:t>
                </a:r>
              </a:p>
            </p:txBody>
          </p:sp>
        </p:grpSp>
      </p:grpSp>
    </p:spTree>
    <p:extLst>
      <p:ext uri="{BB962C8B-B14F-4D97-AF65-F5344CB8AC3E}">
        <p14:creationId xmlns:p14="http://schemas.microsoft.com/office/powerpoint/2010/main" val="1919252277"/>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C001AB92-C222-45B4-9FA3-4B08B19C9046}"/>
              </a:ext>
            </a:extLst>
          </p:cNvPr>
          <p:cNvGrpSpPr/>
          <p:nvPr/>
        </p:nvGrpSpPr>
        <p:grpSpPr>
          <a:xfrm>
            <a:off x="558396" y="1691477"/>
            <a:ext cx="8782050" cy="2208719"/>
            <a:chOff x="558396" y="1691477"/>
            <a:chExt cx="8782050" cy="2208719"/>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8396" y="1691477"/>
              <a:ext cx="8782050" cy="220871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17701"/>
            <a:stretch/>
          </p:blipFill>
          <p:spPr>
            <a:xfrm>
              <a:off x="589903" y="1753174"/>
              <a:ext cx="8749792" cy="2086670"/>
            </a:xfrm>
            <a:prstGeom prst="rect">
              <a:avLst/>
            </a:prstGeom>
          </p:spPr>
        </p:pic>
      </p:grpSp>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Sắp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xếp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MultiIndex</a:t>
              </a:r>
              <a:endParaRPr lang="ko-KR" altLang="en-US"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35" name="직사각형 34">
            <a:extLst>
              <a:ext uri="{FF2B5EF4-FFF2-40B4-BE49-F238E27FC236}">
                <a16:creationId xmlns:a16="http://schemas.microsoft.com/office/drawing/2014/main" id="{CF4BE3B8-4C43-46ED-ABA8-A7C18C026E21}"/>
              </a:ext>
            </a:extLst>
          </p:cNvPr>
          <p:cNvSpPr/>
          <p:nvPr/>
        </p:nvSpPr>
        <p:spPr>
          <a:xfrm>
            <a:off x="557644" y="1389264"/>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Lập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cấp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MultiIndex</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4" name="그룹 3">
            <a:extLst>
              <a:ext uri="{FF2B5EF4-FFF2-40B4-BE49-F238E27FC236}">
                <a16:creationId xmlns:a16="http://schemas.microsoft.com/office/drawing/2014/main" id="{E2DAE6E0-70FF-4A71-8431-01247C8687D9}"/>
              </a:ext>
            </a:extLst>
          </p:cNvPr>
          <p:cNvGrpSpPr/>
          <p:nvPr/>
        </p:nvGrpSpPr>
        <p:grpSpPr>
          <a:xfrm>
            <a:off x="557644" y="4005064"/>
            <a:ext cx="8782050" cy="1938536"/>
            <a:chOff x="557644" y="4005064"/>
            <a:chExt cx="8782050" cy="1938536"/>
          </a:xfrm>
        </p:grpSpPr>
        <p:sp>
          <p:nvSpPr>
            <p:cNvPr id="18" name="모서리가 둥근 직사각형 4">
              <a:extLst>
                <a:ext uri="{FF2B5EF4-FFF2-40B4-BE49-F238E27FC236}">
                  <a16:creationId xmlns:a16="http://schemas.microsoft.com/office/drawing/2014/main" id="{930158F8-A5B7-4F97-8E44-C73FC55364FC}"/>
                </a:ext>
              </a:extLst>
            </p:cNvPr>
            <p:cNvSpPr/>
            <p:nvPr/>
          </p:nvSpPr>
          <p:spPr>
            <a:xfrm>
              <a:off x="557644" y="4005064"/>
              <a:ext cx="8782050" cy="193853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9" name="그룹 18"/>
            <p:cNvGrpSpPr/>
            <p:nvPr/>
          </p:nvGrpSpPr>
          <p:grpSpPr>
            <a:xfrm>
              <a:off x="665154" y="4097965"/>
              <a:ext cx="1477946" cy="292388"/>
              <a:chOff x="732985" y="5582396"/>
              <a:chExt cx="1477946" cy="302132"/>
            </a:xfrm>
          </p:grpSpPr>
          <p:pic>
            <p:nvPicPr>
              <p:cNvPr id="21" name="Picture 2" descr="Byte - Free electronics icons">
                <a:extLst>
                  <a:ext uri="{FF2B5EF4-FFF2-40B4-BE49-F238E27FC236}">
                    <a16:creationId xmlns:a16="http://schemas.microsoft.com/office/drawing/2014/main" id="{2E1868BC-E3F2-46C6-A15E-1A8572E0F8A8}"/>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4FCF8530-89F0-4211-819E-6AFF60A92E66}"/>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0" name="TextBox 19">
              <a:extLst>
                <a:ext uri="{FF2B5EF4-FFF2-40B4-BE49-F238E27FC236}">
                  <a16:creationId xmlns:a16="http://schemas.microsoft.com/office/drawing/2014/main" id="{FF266B98-5C19-4B37-8678-61D0A80AF6D7}"/>
                </a:ext>
              </a:extLst>
            </p:cNvPr>
            <p:cNvSpPr txBox="1"/>
            <p:nvPr/>
          </p:nvSpPr>
          <p:spPr>
            <a:xfrm>
              <a:off x="1024575" y="4432859"/>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Tên</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cột</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a:t>
              </a:r>
            </a:p>
          </p:txBody>
        </p:sp>
        <p:grpSp>
          <p:nvGrpSpPr>
            <p:cNvPr id="36" name="그룹 35">
              <a:extLst>
                <a:ext uri="{FF2B5EF4-FFF2-40B4-BE49-F238E27FC236}">
                  <a16:creationId xmlns:a16="http://schemas.microsoft.com/office/drawing/2014/main" id="{2ECB9BA6-5609-4112-951E-05E960016BCA}"/>
                </a:ext>
              </a:extLst>
            </p:cNvPr>
            <p:cNvGrpSpPr/>
            <p:nvPr/>
          </p:nvGrpSpPr>
          <p:grpSpPr>
            <a:xfrm>
              <a:off x="665154" y="4694082"/>
              <a:ext cx="8640559" cy="534949"/>
              <a:chOff x="665154" y="4115645"/>
              <a:chExt cx="8640559" cy="534949"/>
            </a:xfrm>
          </p:grpSpPr>
          <p:grpSp>
            <p:nvGrpSpPr>
              <p:cNvPr id="37" name="그룹 36">
                <a:extLst>
                  <a:ext uri="{FF2B5EF4-FFF2-40B4-BE49-F238E27FC236}">
                    <a16:creationId xmlns:a16="http://schemas.microsoft.com/office/drawing/2014/main" id="{D74F2E01-4BAC-4074-A6FF-48AE5937B1BC}"/>
                  </a:ext>
                </a:extLst>
              </p:cNvPr>
              <p:cNvGrpSpPr/>
              <p:nvPr/>
            </p:nvGrpSpPr>
            <p:grpSpPr>
              <a:xfrm>
                <a:off x="665154" y="4115645"/>
                <a:ext cx="1477946" cy="292388"/>
                <a:chOff x="732985" y="5582396"/>
                <a:chExt cx="1477946" cy="302132"/>
              </a:xfrm>
            </p:grpSpPr>
            <p:pic>
              <p:nvPicPr>
                <p:cNvPr id="39" name="Picture 2" descr="Byte - Free electronics icons">
                  <a:extLst>
                    <a:ext uri="{FF2B5EF4-FFF2-40B4-BE49-F238E27FC236}">
                      <a16:creationId xmlns:a16="http://schemas.microsoft.com/office/drawing/2014/main" id="{F50A321A-9438-4D77-9E7B-53C9B6E2B0C8}"/>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0" name="TextBox 39">
                  <a:extLst>
                    <a:ext uri="{FF2B5EF4-FFF2-40B4-BE49-F238E27FC236}">
                      <a16:creationId xmlns:a16="http://schemas.microsoft.com/office/drawing/2014/main" id="{CFF044F0-8336-4466-B1E1-D2A460CB20DE}"/>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8" name="TextBox 37">
                <a:extLst>
                  <a:ext uri="{FF2B5EF4-FFF2-40B4-BE49-F238E27FC236}">
                    <a16:creationId xmlns:a16="http://schemas.microsoft.com/office/drawing/2014/main" id="{23F9BCBF-18F3-44FE-931C-263233DC23CE}"/>
                  </a:ext>
                </a:extLst>
              </p:cNvPr>
              <p:cNvSpPr txBox="1"/>
              <p:nvPr/>
            </p:nvSpPr>
            <p:spPr>
              <a:xfrm>
                <a:off x="1024575" y="4450539"/>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s-ES" altLang="ko-KR" sz="1300" dirty="0" err="1">
                    <a:latin typeface="SamsungOne-400" panose="020B0503030303020204" pitchFamily="34" charset="0"/>
                    <a:ea typeface="SamsungOne-400" panose="020B0503030303020204" pitchFamily="34" charset="0"/>
                    <a:cs typeface="Tahoma" panose="020B0604030504040204" pitchFamily="34" charset="0"/>
                  </a:rPr>
                  <a:t>Nhãn</a:t>
                </a:r>
                <a:r>
                  <a:rPr lang="es-ES" altLang="ko-KR" sz="1300" dirty="0">
                    <a:latin typeface="SamsungOne-400" panose="020B0503030303020204" pitchFamily="34" charset="0"/>
                    <a:ea typeface="SamsungOne-400" panose="020B0503030303020204" pitchFamily="34" charset="0"/>
                    <a:cs typeface="Tahoma" panose="020B0604030504040204" pitchFamily="34" charset="0"/>
                  </a:rPr>
                  <a:t> </a:t>
                </a:r>
                <a:r>
                  <a:rPr lang="es-ES" altLang="ko-KR" sz="1300" dirty="0" err="1">
                    <a:latin typeface="SamsungOne-400" panose="020B0503030303020204" pitchFamily="34" charset="0"/>
                    <a:ea typeface="SamsungOne-400" panose="020B0503030303020204" pitchFamily="34" charset="0"/>
                    <a:cs typeface="Tahoma" panose="020B0604030504040204" pitchFamily="34" charset="0"/>
                  </a:rPr>
                  <a:t>cho</a:t>
                </a:r>
                <a:r>
                  <a:rPr lang="es-ES" altLang="ko-KR" sz="1300" dirty="0">
                    <a:latin typeface="SamsungOne-400" panose="020B0503030303020204" pitchFamily="34" charset="0"/>
                    <a:ea typeface="SamsungOne-400" panose="020B0503030303020204" pitchFamily="34" charset="0"/>
                    <a:cs typeface="Tahoma" panose="020B0604030504040204" pitchFamily="34" charset="0"/>
                  </a:rPr>
                  <a:t> </a:t>
                </a:r>
                <a:r>
                  <a:rPr lang="es-ES" altLang="ko-KR" sz="1300" dirty="0" err="1">
                    <a:latin typeface="SamsungOne-400" panose="020B0503030303020204" pitchFamily="34" charset="0"/>
                    <a:ea typeface="SamsungOne-400" panose="020B0503030303020204" pitchFamily="34" charset="0"/>
                    <a:cs typeface="Tahoma" panose="020B0604030504040204" pitchFamily="34" charset="0"/>
                  </a:rPr>
                  <a:t>lớp</a:t>
                </a:r>
                <a:r>
                  <a:rPr lang="es-ES" altLang="ko-KR" sz="1300" dirty="0">
                    <a:latin typeface="SamsungOne-400" panose="020B0503030303020204" pitchFamily="34" charset="0"/>
                    <a:ea typeface="SamsungOne-400" panose="020B0503030303020204" pitchFamily="34" charset="0"/>
                    <a:cs typeface="Tahoma" panose="020B0604030504040204" pitchFamily="34" charset="0"/>
                  </a:rPr>
                  <a:t> </a:t>
                </a:r>
                <a:r>
                  <a:rPr lang="es-ES" altLang="ko-KR" sz="1300" dirty="0" err="1">
                    <a:latin typeface="SamsungOne-400" panose="020B0503030303020204" pitchFamily="34" charset="0"/>
                    <a:ea typeface="SamsungOne-400" panose="020B0503030303020204" pitchFamily="34" charset="0"/>
                    <a:cs typeface="Tahoma" panose="020B0604030504040204" pitchFamily="34" charset="0"/>
                  </a:rPr>
                  <a:t>bên</a:t>
                </a:r>
                <a:r>
                  <a:rPr lang="es-ES" altLang="ko-KR" sz="1300" dirty="0">
                    <a:latin typeface="SamsungOne-400" panose="020B0503030303020204" pitchFamily="34" charset="0"/>
                    <a:ea typeface="SamsungOne-400" panose="020B0503030303020204" pitchFamily="34" charset="0"/>
                    <a:cs typeface="Tahoma" panose="020B0604030504040204" pitchFamily="34" charset="0"/>
                  </a:rPr>
                  <a:t> </a:t>
                </a:r>
                <a:r>
                  <a:rPr lang="es-ES" altLang="ko-KR" sz="1300" dirty="0" err="1">
                    <a:latin typeface="SamsungOne-400" panose="020B0503030303020204" pitchFamily="34" charset="0"/>
                    <a:ea typeface="SamsungOne-400" panose="020B0503030303020204" pitchFamily="34" charset="0"/>
                    <a:cs typeface="Tahoma" panose="020B0604030504040204" pitchFamily="34" charset="0"/>
                  </a:rPr>
                  <a:t>ngoài</a:t>
                </a:r>
                <a:r>
                  <a:rPr lang="es-ES" altLang="ko-KR" sz="1300" dirty="0">
                    <a:latin typeface="SamsungOne-400" panose="020B0503030303020204" pitchFamily="34" charset="0"/>
                    <a:ea typeface="SamsungOne-400" panose="020B0503030303020204" pitchFamily="34" charset="0"/>
                    <a:cs typeface="Tahoma" panose="020B0604030504040204" pitchFamily="34" charset="0"/>
                  </a:rPr>
                  <a:t>.</a:t>
                </a:r>
                <a:endParaRPr lang="en-US" altLang="ko-KR" sz="1300" dirty="0">
                  <a:latin typeface="SamsungOne-400" panose="020B0503030303020204" pitchFamily="34" charset="0"/>
                  <a:ea typeface="SamsungOne-400" panose="020B0503030303020204" pitchFamily="34" charset="0"/>
                  <a:cs typeface="Tahoma" panose="020B0604030504040204" pitchFamily="34" charset="0"/>
                </a:endParaRPr>
              </a:p>
            </p:txBody>
          </p:sp>
        </p:grpSp>
        <p:grpSp>
          <p:nvGrpSpPr>
            <p:cNvPr id="41" name="그룹 40">
              <a:extLst>
                <a:ext uri="{FF2B5EF4-FFF2-40B4-BE49-F238E27FC236}">
                  <a16:creationId xmlns:a16="http://schemas.microsoft.com/office/drawing/2014/main" id="{B1B37499-1806-4F48-9190-7A1499C81064}"/>
                </a:ext>
              </a:extLst>
            </p:cNvPr>
            <p:cNvGrpSpPr/>
            <p:nvPr/>
          </p:nvGrpSpPr>
          <p:grpSpPr>
            <a:xfrm>
              <a:off x="665154" y="5297921"/>
              <a:ext cx="8640559" cy="534949"/>
              <a:chOff x="665154" y="4115645"/>
              <a:chExt cx="8640559" cy="534949"/>
            </a:xfrm>
          </p:grpSpPr>
          <p:grpSp>
            <p:nvGrpSpPr>
              <p:cNvPr id="42" name="그룹 41">
                <a:extLst>
                  <a:ext uri="{FF2B5EF4-FFF2-40B4-BE49-F238E27FC236}">
                    <a16:creationId xmlns:a16="http://schemas.microsoft.com/office/drawing/2014/main" id="{DC6989FF-A906-4811-A7F3-6EB0940C0B82}"/>
                  </a:ext>
                </a:extLst>
              </p:cNvPr>
              <p:cNvGrpSpPr/>
              <p:nvPr/>
            </p:nvGrpSpPr>
            <p:grpSpPr>
              <a:xfrm>
                <a:off x="665154" y="4115645"/>
                <a:ext cx="1477946" cy="292388"/>
                <a:chOff x="732985" y="5582396"/>
                <a:chExt cx="1477946" cy="302132"/>
              </a:xfrm>
            </p:grpSpPr>
            <p:pic>
              <p:nvPicPr>
                <p:cNvPr id="44" name="Picture 2" descr="Byte - Free electronics icons">
                  <a:extLst>
                    <a:ext uri="{FF2B5EF4-FFF2-40B4-BE49-F238E27FC236}">
                      <a16:creationId xmlns:a16="http://schemas.microsoft.com/office/drawing/2014/main" id="{A4488AC4-3093-41A2-9DBE-434C0751D1E2}"/>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5" name="TextBox 44">
                  <a:extLst>
                    <a:ext uri="{FF2B5EF4-FFF2-40B4-BE49-F238E27FC236}">
                      <a16:creationId xmlns:a16="http://schemas.microsoft.com/office/drawing/2014/main" id="{1401090D-BE09-4033-A190-586FBF3605DE}"/>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43" name="TextBox 42">
                <a:extLst>
                  <a:ext uri="{FF2B5EF4-FFF2-40B4-BE49-F238E27FC236}">
                    <a16:creationId xmlns:a16="http://schemas.microsoft.com/office/drawing/2014/main" id="{132F6423-F1F6-40B5-9D30-14E5C0916F6F}"/>
                  </a:ext>
                </a:extLst>
              </p:cNvPr>
              <p:cNvSpPr txBox="1"/>
              <p:nvPr/>
            </p:nvSpPr>
            <p:spPr>
              <a:xfrm>
                <a:off x="1024575" y="4450539"/>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Nhãn</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cho</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lớp</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bên</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trong</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a:t>
                </a:r>
              </a:p>
            </p:txBody>
          </p:sp>
        </p:grpSp>
      </p:grpSp>
    </p:spTree>
    <p:extLst>
      <p:ext uri="{BB962C8B-B14F-4D97-AF65-F5344CB8AC3E}">
        <p14:creationId xmlns:p14="http://schemas.microsoft.com/office/powerpoint/2010/main" val="4136719726"/>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C001AB92-C222-45B4-9FA3-4B08B19C9046}"/>
              </a:ext>
            </a:extLst>
          </p:cNvPr>
          <p:cNvGrpSpPr/>
          <p:nvPr/>
        </p:nvGrpSpPr>
        <p:grpSpPr>
          <a:xfrm>
            <a:off x="558396" y="1691477"/>
            <a:ext cx="8782050" cy="2208719"/>
            <a:chOff x="558396" y="1691477"/>
            <a:chExt cx="8782050" cy="2208719"/>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8396" y="1691477"/>
              <a:ext cx="8782050" cy="220871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17701"/>
            <a:stretch/>
          </p:blipFill>
          <p:spPr>
            <a:xfrm>
              <a:off x="589903" y="1753174"/>
              <a:ext cx="8749792" cy="2086670"/>
            </a:xfrm>
            <a:prstGeom prst="rect">
              <a:avLst/>
            </a:prstGeom>
          </p:spPr>
        </p:pic>
      </p:grpSp>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Sắp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xếp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MultiIndex</a:t>
              </a:r>
              <a:endParaRPr lang="ko-KR" altLang="en-US"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35" name="직사각형 34">
            <a:extLst>
              <a:ext uri="{FF2B5EF4-FFF2-40B4-BE49-F238E27FC236}">
                <a16:creationId xmlns:a16="http://schemas.microsoft.com/office/drawing/2014/main" id="{CF4BE3B8-4C43-46ED-ABA8-A7C18C026E21}"/>
              </a:ext>
            </a:extLst>
          </p:cNvPr>
          <p:cNvSpPr/>
          <p:nvPr/>
        </p:nvSpPr>
        <p:spPr>
          <a:xfrm>
            <a:off x="557644" y="1389264"/>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Lập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cấp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MultiIndex</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4" name="그룹 3">
            <a:extLst>
              <a:ext uri="{FF2B5EF4-FFF2-40B4-BE49-F238E27FC236}">
                <a16:creationId xmlns:a16="http://schemas.microsoft.com/office/drawing/2014/main" id="{E2DAE6E0-70FF-4A71-8431-01247C8687D9}"/>
              </a:ext>
            </a:extLst>
          </p:cNvPr>
          <p:cNvGrpSpPr/>
          <p:nvPr/>
        </p:nvGrpSpPr>
        <p:grpSpPr>
          <a:xfrm>
            <a:off x="557644" y="4005064"/>
            <a:ext cx="8782050" cy="1938536"/>
            <a:chOff x="557644" y="4005064"/>
            <a:chExt cx="8782050" cy="1938536"/>
          </a:xfrm>
        </p:grpSpPr>
        <p:sp>
          <p:nvSpPr>
            <p:cNvPr id="18" name="모서리가 둥근 직사각형 4">
              <a:extLst>
                <a:ext uri="{FF2B5EF4-FFF2-40B4-BE49-F238E27FC236}">
                  <a16:creationId xmlns:a16="http://schemas.microsoft.com/office/drawing/2014/main" id="{930158F8-A5B7-4F97-8E44-C73FC55364FC}"/>
                </a:ext>
              </a:extLst>
            </p:cNvPr>
            <p:cNvSpPr/>
            <p:nvPr/>
          </p:nvSpPr>
          <p:spPr>
            <a:xfrm>
              <a:off x="557644" y="4005064"/>
              <a:ext cx="8782050" cy="193853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9" name="그룹 18"/>
            <p:cNvGrpSpPr/>
            <p:nvPr/>
          </p:nvGrpSpPr>
          <p:grpSpPr>
            <a:xfrm>
              <a:off x="665154" y="4097965"/>
              <a:ext cx="1477946" cy="292388"/>
              <a:chOff x="732985" y="5582396"/>
              <a:chExt cx="1477946" cy="302132"/>
            </a:xfrm>
          </p:grpSpPr>
          <p:pic>
            <p:nvPicPr>
              <p:cNvPr id="21" name="Picture 2" descr="Byte - Free electronics icons">
                <a:extLst>
                  <a:ext uri="{FF2B5EF4-FFF2-40B4-BE49-F238E27FC236}">
                    <a16:creationId xmlns:a16="http://schemas.microsoft.com/office/drawing/2014/main" id="{2E1868BC-E3F2-46C6-A15E-1A8572E0F8A8}"/>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4FCF8530-89F0-4211-819E-6AFF60A92E66}"/>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0" name="TextBox 19">
              <a:extLst>
                <a:ext uri="{FF2B5EF4-FFF2-40B4-BE49-F238E27FC236}">
                  <a16:creationId xmlns:a16="http://schemas.microsoft.com/office/drawing/2014/main" id="{FF266B98-5C19-4B37-8678-61D0A80AF6D7}"/>
                </a:ext>
              </a:extLst>
            </p:cNvPr>
            <p:cNvSpPr txBox="1"/>
            <p:nvPr/>
          </p:nvSpPr>
          <p:spPr>
            <a:xfrm>
              <a:off x="1024575" y="4432859"/>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Tạo</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list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các</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tuple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với</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nhãn</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a:t>
              </a:r>
            </a:p>
          </p:txBody>
        </p:sp>
        <p:grpSp>
          <p:nvGrpSpPr>
            <p:cNvPr id="36" name="그룹 35">
              <a:extLst>
                <a:ext uri="{FF2B5EF4-FFF2-40B4-BE49-F238E27FC236}">
                  <a16:creationId xmlns:a16="http://schemas.microsoft.com/office/drawing/2014/main" id="{2ECB9BA6-5609-4112-951E-05E960016BCA}"/>
                </a:ext>
              </a:extLst>
            </p:cNvPr>
            <p:cNvGrpSpPr/>
            <p:nvPr/>
          </p:nvGrpSpPr>
          <p:grpSpPr>
            <a:xfrm>
              <a:off x="665154" y="4694082"/>
              <a:ext cx="8640559" cy="534949"/>
              <a:chOff x="665154" y="4115645"/>
              <a:chExt cx="8640559" cy="534949"/>
            </a:xfrm>
          </p:grpSpPr>
          <p:grpSp>
            <p:nvGrpSpPr>
              <p:cNvPr id="37" name="그룹 36">
                <a:extLst>
                  <a:ext uri="{FF2B5EF4-FFF2-40B4-BE49-F238E27FC236}">
                    <a16:creationId xmlns:a16="http://schemas.microsoft.com/office/drawing/2014/main" id="{D74F2E01-4BAC-4074-A6FF-48AE5937B1BC}"/>
                  </a:ext>
                </a:extLst>
              </p:cNvPr>
              <p:cNvGrpSpPr/>
              <p:nvPr/>
            </p:nvGrpSpPr>
            <p:grpSpPr>
              <a:xfrm>
                <a:off x="665154" y="4115645"/>
                <a:ext cx="1477946" cy="292388"/>
                <a:chOff x="732985" y="5582396"/>
                <a:chExt cx="1477946" cy="302132"/>
              </a:xfrm>
            </p:grpSpPr>
            <p:pic>
              <p:nvPicPr>
                <p:cNvPr id="39" name="Picture 2" descr="Byte - Free electronics icons">
                  <a:extLst>
                    <a:ext uri="{FF2B5EF4-FFF2-40B4-BE49-F238E27FC236}">
                      <a16:creationId xmlns:a16="http://schemas.microsoft.com/office/drawing/2014/main" id="{F50A321A-9438-4D77-9E7B-53C9B6E2B0C8}"/>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0" name="TextBox 39">
                  <a:extLst>
                    <a:ext uri="{FF2B5EF4-FFF2-40B4-BE49-F238E27FC236}">
                      <a16:creationId xmlns:a16="http://schemas.microsoft.com/office/drawing/2014/main" id="{CFF044F0-8336-4466-B1E1-D2A460CB20DE}"/>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8" name="TextBox 37">
                <a:extLst>
                  <a:ext uri="{FF2B5EF4-FFF2-40B4-BE49-F238E27FC236}">
                    <a16:creationId xmlns:a16="http://schemas.microsoft.com/office/drawing/2014/main" id="{23F9BCBF-18F3-44FE-931C-263233DC23CE}"/>
                  </a:ext>
                </a:extLst>
              </p:cNvPr>
              <p:cNvSpPr txBox="1"/>
              <p:nvPr/>
            </p:nvSpPr>
            <p:spPr>
              <a:xfrm>
                <a:off x="1024575" y="4450539"/>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Tạo</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MultiIndex</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a:t>
                </a:r>
              </a:p>
            </p:txBody>
          </p:sp>
        </p:grpSp>
        <p:grpSp>
          <p:nvGrpSpPr>
            <p:cNvPr id="41" name="그룹 40">
              <a:extLst>
                <a:ext uri="{FF2B5EF4-FFF2-40B4-BE49-F238E27FC236}">
                  <a16:creationId xmlns:a16="http://schemas.microsoft.com/office/drawing/2014/main" id="{B1B37499-1806-4F48-9190-7A1499C81064}"/>
                </a:ext>
              </a:extLst>
            </p:cNvPr>
            <p:cNvGrpSpPr/>
            <p:nvPr/>
          </p:nvGrpSpPr>
          <p:grpSpPr>
            <a:xfrm>
              <a:off x="665154" y="5297921"/>
              <a:ext cx="8640559" cy="534949"/>
              <a:chOff x="665154" y="4115645"/>
              <a:chExt cx="8640559" cy="534949"/>
            </a:xfrm>
          </p:grpSpPr>
          <p:grpSp>
            <p:nvGrpSpPr>
              <p:cNvPr id="42" name="그룹 41">
                <a:extLst>
                  <a:ext uri="{FF2B5EF4-FFF2-40B4-BE49-F238E27FC236}">
                    <a16:creationId xmlns:a16="http://schemas.microsoft.com/office/drawing/2014/main" id="{DC6989FF-A906-4811-A7F3-6EB0940C0B82}"/>
                  </a:ext>
                </a:extLst>
              </p:cNvPr>
              <p:cNvGrpSpPr/>
              <p:nvPr/>
            </p:nvGrpSpPr>
            <p:grpSpPr>
              <a:xfrm>
                <a:off x="665154" y="4115645"/>
                <a:ext cx="1477946" cy="292388"/>
                <a:chOff x="732985" y="5582396"/>
                <a:chExt cx="1477946" cy="302132"/>
              </a:xfrm>
            </p:grpSpPr>
            <p:pic>
              <p:nvPicPr>
                <p:cNvPr id="44" name="Picture 2" descr="Byte - Free electronics icons">
                  <a:extLst>
                    <a:ext uri="{FF2B5EF4-FFF2-40B4-BE49-F238E27FC236}">
                      <a16:creationId xmlns:a16="http://schemas.microsoft.com/office/drawing/2014/main" id="{A4488AC4-3093-41A2-9DBE-434C0751D1E2}"/>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5" name="TextBox 44">
                  <a:extLst>
                    <a:ext uri="{FF2B5EF4-FFF2-40B4-BE49-F238E27FC236}">
                      <a16:creationId xmlns:a16="http://schemas.microsoft.com/office/drawing/2014/main" id="{1401090D-BE09-4033-A190-586FBF3605DE}"/>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43" name="TextBox 42">
                <a:extLst>
                  <a:ext uri="{FF2B5EF4-FFF2-40B4-BE49-F238E27FC236}">
                    <a16:creationId xmlns:a16="http://schemas.microsoft.com/office/drawing/2014/main" id="{132F6423-F1F6-40B5-9D30-14E5C0916F6F}"/>
                  </a:ext>
                </a:extLst>
              </p:cNvPr>
              <p:cNvSpPr txBox="1"/>
              <p:nvPr/>
            </p:nvSpPr>
            <p:spPr>
              <a:xfrm>
                <a:off x="1024575" y="4450539"/>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Áp</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dụng</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latin typeface="SamsungOne-400" panose="020B0503030303020204" pitchFamily="34" charset="0"/>
                    <a:ea typeface="SamsungOne-400" panose="020B0503030303020204" pitchFamily="34" charset="0"/>
                    <a:cs typeface="Tahoma" panose="020B0604030504040204" pitchFamily="34" charset="0"/>
                  </a:rPr>
                  <a:t>MultiIndex</a:t>
                </a:r>
                <a:r>
                  <a:rPr lang="en-US" altLang="ko-KR" sz="1300" dirty="0">
                    <a:latin typeface="SamsungOne-400" panose="020B0503030303020204" pitchFamily="34" charset="0"/>
                    <a:ea typeface="SamsungOne-400" panose="020B0503030303020204" pitchFamily="34" charset="0"/>
                    <a:cs typeface="Tahoma" panose="020B0604030504040204" pitchFamily="34" charset="0"/>
                  </a:rPr>
                  <a:t>.</a:t>
                </a:r>
              </a:p>
            </p:txBody>
          </p:sp>
        </p:grpSp>
      </p:grpSp>
    </p:spTree>
    <p:extLst>
      <p:ext uri="{BB962C8B-B14F-4D97-AF65-F5344CB8AC3E}">
        <p14:creationId xmlns:p14="http://schemas.microsoft.com/office/powerpoint/2010/main" val="566634495"/>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2.4.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Sắp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xếp</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DataFrame</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MultiIndex</a:t>
              </a:r>
              <a:endParaRPr lang="ko-KR" altLang="en-US"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3" name="그룹 2">
            <a:extLst>
              <a:ext uri="{FF2B5EF4-FFF2-40B4-BE49-F238E27FC236}">
                <a16:creationId xmlns:a16="http://schemas.microsoft.com/office/drawing/2014/main" id="{111073F6-0789-4B23-9B2A-378B69A684DE}"/>
              </a:ext>
            </a:extLst>
          </p:cNvPr>
          <p:cNvGrpSpPr/>
          <p:nvPr/>
        </p:nvGrpSpPr>
        <p:grpSpPr>
          <a:xfrm>
            <a:off x="558396" y="1691477"/>
            <a:ext cx="8782050" cy="2777886"/>
            <a:chOff x="558396" y="1691477"/>
            <a:chExt cx="8782050" cy="2777886"/>
          </a:xfrm>
        </p:grpSpPr>
        <p:sp>
          <p:nvSpPr>
            <p:cNvPr id="15" name="모서리가 둥근 직사각형 4">
              <a:extLst>
                <a:ext uri="{FF2B5EF4-FFF2-40B4-BE49-F238E27FC236}">
                  <a16:creationId xmlns:a16="http://schemas.microsoft.com/office/drawing/2014/main" id="{373CC0E7-9C9A-4AFF-97CC-AE64CEE2819A}"/>
                </a:ext>
              </a:extLst>
            </p:cNvPr>
            <p:cNvSpPr/>
            <p:nvPr/>
          </p:nvSpPr>
          <p:spPr>
            <a:xfrm>
              <a:off x="558396" y="1691477"/>
              <a:ext cx="8782050" cy="277788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24820"/>
            <a:stretch/>
          </p:blipFill>
          <p:spPr>
            <a:xfrm>
              <a:off x="646893" y="1794297"/>
              <a:ext cx="8487678" cy="2552827"/>
            </a:xfrm>
            <a:prstGeom prst="rect">
              <a:avLst/>
            </a:prstGeom>
          </p:spPr>
        </p:pic>
      </p:grpSp>
      <p:sp>
        <p:nvSpPr>
          <p:cNvPr id="14" name="직사각형 13">
            <a:extLst>
              <a:ext uri="{FF2B5EF4-FFF2-40B4-BE49-F238E27FC236}">
                <a16:creationId xmlns:a16="http://schemas.microsoft.com/office/drawing/2014/main" id="{0DE87079-600B-4DE8-AC80-B7738B7EC541}"/>
              </a:ext>
            </a:extLst>
          </p:cNvPr>
          <p:cNvSpPr/>
          <p:nvPr/>
        </p:nvSpPr>
        <p:spPr>
          <a:xfrm>
            <a:off x="557644" y="1389264"/>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Lập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cấp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MultiIndex</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mục</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extLst>
      <p:ext uri="{BB962C8B-B14F-4D97-AF65-F5344CB8AC3E}">
        <p14:creationId xmlns:p14="http://schemas.microsoft.com/office/powerpoint/2010/main" val="3338509227"/>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A93EB9-E6F4-C4A2-2FEF-186F12052ACB}"/>
            </a:ext>
          </a:extLst>
        </p:cNvPr>
        <p:cNvGrpSpPr/>
        <p:nvPr/>
      </p:nvGrpSpPr>
      <p:grpSpPr>
        <a:xfrm>
          <a:off x="0" y="0"/>
          <a:ext cx="0" cy="0"/>
          <a:chOff x="0" y="0"/>
          <a:chExt cx="0" cy="0"/>
        </a:xfrm>
      </p:grpSpPr>
      <p:grpSp>
        <p:nvGrpSpPr>
          <p:cNvPr id="4" name="그룹 3">
            <a:extLst>
              <a:ext uri="{FF2B5EF4-FFF2-40B4-BE49-F238E27FC236}">
                <a16:creationId xmlns:a16="http://schemas.microsoft.com/office/drawing/2014/main" id="{AC66901C-1931-B88D-1584-5420B81E608D}"/>
              </a:ext>
            </a:extLst>
          </p:cNvPr>
          <p:cNvGrpSpPr/>
          <p:nvPr/>
        </p:nvGrpSpPr>
        <p:grpSpPr>
          <a:xfrm>
            <a:off x="989683" y="2748696"/>
            <a:ext cx="8354217" cy="3401514"/>
            <a:chOff x="989683" y="2748696"/>
            <a:chExt cx="8354217" cy="3401514"/>
          </a:xfrm>
        </p:grpSpPr>
        <p:sp>
          <p:nvSpPr>
            <p:cNvPr id="22" name="직사각형 133">
              <a:extLst>
                <a:ext uri="{FF2B5EF4-FFF2-40B4-BE49-F238E27FC236}">
                  <a16:creationId xmlns:a16="http://schemas.microsoft.com/office/drawing/2014/main" id="{124ADF21-0D85-FE3F-6B7F-CB9851A9ADCC}"/>
                </a:ext>
              </a:extLst>
            </p:cNvPr>
            <p:cNvSpPr/>
            <p:nvPr/>
          </p:nvSpPr>
          <p:spPr>
            <a:xfrm>
              <a:off x="990600" y="3133792"/>
              <a:ext cx="8353300" cy="10464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fontAlgn="base" latinLnBrk="1">
                <a:spcBef>
                  <a:spcPct val="0"/>
                </a:spcBef>
                <a:spcAft>
                  <a:spcPct val="0"/>
                </a:spcAft>
                <a:defRPr/>
              </a:pPr>
              <a:r>
                <a:rPr kumimoji="1" lang="vi-VN" altLang="ko-KR" sz="3400" dirty="0">
                  <a:solidFill>
                    <a:prstClr val="black"/>
                  </a:solidFill>
                  <a:latin typeface="iCiel Samsung Sharp Sans Bold" pitchFamily="2" charset="0"/>
                  <a:ea typeface="iCiel Samsung Sharp Sans Bold" pitchFamily="2" charset="0"/>
                  <a:cs typeface="iCiel Samsung Sharp Sans Bold" pitchFamily="2" charset="0"/>
                </a:rPr>
                <a:t>Khám phá dữ liệu tối ưu thông qua Pandas</a:t>
              </a:r>
              <a:endParaRPr kumimoji="1" lang="ko-KR" altLang="en-US" sz="3400" dirty="0">
                <a:solidFill>
                  <a:prstClr val="black"/>
                </a:solidFill>
                <a:latin typeface="iCiel Samsung Sharp Sans Bold" pitchFamily="2" charset="0"/>
                <a:cs typeface="iCiel Samsung Sharp Sans Bold" pitchFamily="2" charset="0"/>
              </a:endParaRPr>
            </a:p>
          </p:txBody>
        </p:sp>
        <p:sp>
          <p:nvSpPr>
            <p:cNvPr id="25" name="직사각형 133">
              <a:extLst>
                <a:ext uri="{FF2B5EF4-FFF2-40B4-BE49-F238E27FC236}">
                  <a16:creationId xmlns:a16="http://schemas.microsoft.com/office/drawing/2014/main" id="{2C53B934-1564-131A-667C-044037B2BFF0}"/>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marL="0" marR="0" lvl="0" indent="0" algn="l" defTabSz="457063" rtl="0" eaLnBrk="1" fontAlgn="base" latinLnBrk="1" hangingPunct="1">
                <a:lnSpc>
                  <a:spcPct val="100000"/>
                </a:lnSpc>
                <a:spcBef>
                  <a:spcPct val="0"/>
                </a:spcBef>
                <a:spcAft>
                  <a:spcPct val="0"/>
                </a:spcAft>
                <a:buClrTx/>
                <a:buSzTx/>
                <a:buFontTx/>
                <a:buNone/>
                <a:tabLst/>
                <a:defRPr/>
              </a:pPr>
              <a:r>
                <a:rPr kumimoji="1" lang="en-US" altLang="ko-KR" sz="1999" b="0" i="0" u="none" strike="noStrike" kern="1200" cap="none" spc="0" normalizeH="0" baseline="0" noProof="0" dirty="0" err="1">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Bài</a:t>
              </a:r>
              <a:r>
                <a:rPr kumimoji="1" lang="en-US" altLang="ko-KR" sz="1999"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 2. </a:t>
              </a:r>
              <a:endParaRPr kumimoji="1" lang="en-US" altLang="ko-KR" sz="5398"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endParaRPr>
            </a:p>
          </p:txBody>
        </p:sp>
        <p:grpSp>
          <p:nvGrpSpPr>
            <p:cNvPr id="31" name="그룹 30">
              <a:extLst>
                <a:ext uri="{FF2B5EF4-FFF2-40B4-BE49-F238E27FC236}">
                  <a16:creationId xmlns:a16="http://schemas.microsoft.com/office/drawing/2014/main" id="{3EF564EB-5549-50D8-DD81-75BFC8DCA4F9}"/>
                </a:ext>
              </a:extLst>
            </p:cNvPr>
            <p:cNvGrpSpPr/>
            <p:nvPr/>
          </p:nvGrpSpPr>
          <p:grpSpPr>
            <a:xfrm>
              <a:off x="1025537" y="4509120"/>
              <a:ext cx="8297776" cy="1641090"/>
              <a:chOff x="1025537" y="4609703"/>
              <a:chExt cx="8297776" cy="1641090"/>
            </a:xfrm>
          </p:grpSpPr>
          <p:sp>
            <p:nvSpPr>
              <p:cNvPr id="32" name="직사각형 31">
                <a:extLst>
                  <a:ext uri="{FF2B5EF4-FFF2-40B4-BE49-F238E27FC236}">
                    <a16:creationId xmlns:a16="http://schemas.microsoft.com/office/drawing/2014/main" id="{816F07C8-9EE5-5E75-2214-625B2CCC5877}"/>
                  </a:ext>
                </a:extLst>
              </p:cNvPr>
              <p:cNvSpPr/>
              <p:nvPr/>
            </p:nvSpPr>
            <p:spPr>
              <a:xfrm>
                <a:off x="1025537" y="4609703"/>
                <a:ext cx="4112444" cy="164109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defTabSz="914400" fontAlgn="base" latinLnBrk="1">
                  <a:spcBef>
                    <a:spcPct val="0"/>
                  </a:spcBef>
                  <a:spcAft>
                    <a:spcPts val="1000"/>
                  </a:spcAft>
                  <a:buSzPct val="120000"/>
                  <a:buBlip>
                    <a:blip r:embed="rId3"/>
                  </a:buBlip>
                  <a:defRPr/>
                </a:pPr>
                <a:r>
                  <a:rPr kumimoji="1" lang="vi-VN" altLang="ko-KR" sz="1799" dirty="0">
                    <a:solidFill>
                      <a:prstClr val="white">
                        <a:lumMod val="65000"/>
                      </a:prstClr>
                    </a:solidFill>
                    <a:latin typeface="SamsungOne-400" panose="020B0503030303020204" pitchFamily="34" charset="0"/>
                    <a:ea typeface="SamsungOne-400" panose="020B0503030303020204" pitchFamily="34" charset="0"/>
                  </a:rPr>
                  <a:t>2.1. Pipeline: Cấu trúc dữ liệu theo loại dữ liệu</a:t>
                </a:r>
                <a:endPar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endParaRPr>
              </a:p>
              <a:p>
                <a:pPr marL="176213" indent="-176213" fontAlgn="base">
                  <a:spcBef>
                    <a:spcPct val="0"/>
                  </a:spcBef>
                  <a:spcAft>
                    <a:spcPts val="1000"/>
                  </a:spcAft>
                  <a:buSzPct val="120000"/>
                  <a:buBlip>
                    <a:blip r:embed="rId4"/>
                  </a:buBlip>
                  <a:defRPr/>
                </a:pPr>
                <a:r>
                  <a:rPr kumimoji="1" lang="pt-BR" altLang="ko-KR" sz="1799" dirty="0">
                    <a:solidFill>
                      <a:prstClr val="white">
                        <a:lumMod val="65000"/>
                      </a:prstClr>
                    </a:solidFill>
                    <a:latin typeface="SamsungOne-400" panose="020B0503030303020204" pitchFamily="34" charset="0"/>
                    <a:ea typeface="SamsungOne-400" panose="020B0503030303020204" pitchFamily="34" charset="0"/>
                  </a:rPr>
                  <a:t>2.2. Pandas Series </a:t>
                </a:r>
                <a:r>
                  <a:rPr kumimoji="1" lang="pt-BR"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pt-BR"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pt-BR" altLang="ko-KR" sz="1799" dirty="0" err="1">
                    <a:solidFill>
                      <a:prstClr val="white">
                        <a:lumMod val="65000"/>
                      </a:prstClr>
                    </a:solidFill>
                    <a:latin typeface="SamsungOne-400" panose="020B0503030303020204" pitchFamily="34" charset="0"/>
                    <a:ea typeface="SamsungOne-400" panose="020B0503030303020204" pitchFamily="34" charset="0"/>
                  </a:rPr>
                  <a:t>DataFrames</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2.3.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Hợp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nhất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liên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kết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các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DataFrame</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33" name="직사각형 32">
                <a:extLst>
                  <a:ext uri="{FF2B5EF4-FFF2-40B4-BE49-F238E27FC236}">
                    <a16:creationId xmlns:a16="http://schemas.microsoft.com/office/drawing/2014/main" id="{93C03094-206E-770B-4987-B275207DACF0}"/>
                  </a:ext>
                </a:extLst>
              </p:cNvPr>
              <p:cNvSpPr/>
              <p:nvPr/>
            </p:nvSpPr>
            <p:spPr>
              <a:xfrm>
                <a:off x="5137981" y="4609703"/>
                <a:ext cx="4185332" cy="15125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fontAlgn="base">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2.4.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Sắp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xếp</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DataFrame</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Chỉ</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mục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cấp</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4"/>
                  </a:buBlip>
                  <a:defRPr/>
                </a:pP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2.5.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Kiểm</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tra</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các</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đặc</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điểm</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của</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dữ</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liệu</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thông</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qua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thống</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kê</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mô</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tả</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và</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mẫu</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dữ</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liệu</a:t>
                </a:r>
                <a:endParaRPr kumimoji="1" lang="ko-KR" altLang="en-US" dirty="0">
                  <a:solidFill>
                    <a:prstClr val="black">
                      <a:lumMod val="75000"/>
                      <a:lumOff val="25000"/>
                    </a:prstClr>
                  </a:solidFill>
                  <a:latin typeface="SamsungOne-700" panose="020B0803030303020204" pitchFamily="34" charset="0"/>
                </a:endParaRPr>
              </a:p>
            </p:txBody>
          </p:sp>
        </p:grpSp>
      </p:grpSp>
    </p:spTree>
    <p:extLst>
      <p:ext uri="{BB962C8B-B14F-4D97-AF65-F5344CB8AC3E}">
        <p14:creationId xmlns:p14="http://schemas.microsoft.com/office/powerpoint/2010/main" val="3759161915"/>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직사각형 18">
            <a:extLst>
              <a:ext uri="{FF2B5EF4-FFF2-40B4-BE49-F238E27FC236}">
                <a16:creationId xmlns:a16="http://schemas.microsoft.com/office/drawing/2014/main" id="{58B1BC1D-DFB7-4482-BA23-F01AD71B1BBE}"/>
              </a:ext>
            </a:extLst>
          </p:cNvPr>
          <p:cNvSpPr/>
          <p:nvPr/>
        </p:nvSpPr>
        <p:spPr>
          <a:xfrm>
            <a:off x="444580" y="1360864"/>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Tổng</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hợp</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DataFrame</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4" name="그룹 3">
            <a:extLst>
              <a:ext uri="{FF2B5EF4-FFF2-40B4-BE49-F238E27FC236}">
                <a16:creationId xmlns:a16="http://schemas.microsoft.com/office/drawing/2014/main" id="{F5578069-048C-4454-9961-E94F9BD60025}"/>
              </a:ext>
            </a:extLst>
          </p:cNvPr>
          <p:cNvGrpSpPr/>
          <p:nvPr/>
        </p:nvGrpSpPr>
        <p:grpSpPr>
          <a:xfrm>
            <a:off x="558396" y="2140167"/>
            <a:ext cx="8782050" cy="4145096"/>
            <a:chOff x="558396" y="2140167"/>
            <a:chExt cx="8782050" cy="4145096"/>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2140167"/>
              <a:ext cx="8782050" cy="414509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6439"/>
            <a:stretch/>
          </p:blipFill>
          <p:spPr>
            <a:xfrm>
              <a:off x="589903" y="2205243"/>
              <a:ext cx="8750543" cy="4014186"/>
            </a:xfrm>
            <a:prstGeom prst="rect">
              <a:avLst/>
            </a:prstGeom>
          </p:spPr>
        </p:pic>
      </p:grpSp>
      <p:sp>
        <p:nvSpPr>
          <p:cNvPr id="20" name="직사각형 19">
            <a:extLst>
              <a:ext uri="{FF2B5EF4-FFF2-40B4-BE49-F238E27FC236}">
                <a16:creationId xmlns:a16="http://schemas.microsoft.com/office/drawing/2014/main" id="{E7542FEF-2998-4F04-9C71-8A8C9DB0F29F}"/>
              </a:ext>
            </a:extLst>
          </p:cNvPr>
          <p:cNvSpPr/>
          <p:nvPr/>
        </p:nvSpPr>
        <p:spPr>
          <a:xfrm>
            <a:off x="557644" y="1822949"/>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Gộp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nhóm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tổng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21" name="그룹 20">
            <a:extLst>
              <a:ext uri="{FF2B5EF4-FFF2-40B4-BE49-F238E27FC236}">
                <a16:creationId xmlns:a16="http://schemas.microsoft.com/office/drawing/2014/main" id="{EDB27E0B-42FA-4858-B249-CECD9F18EF9A}"/>
              </a:ext>
            </a:extLst>
          </p:cNvPr>
          <p:cNvGrpSpPr/>
          <p:nvPr/>
        </p:nvGrpSpPr>
        <p:grpSpPr>
          <a:xfrm>
            <a:off x="450000" y="355025"/>
            <a:ext cx="9033082" cy="492443"/>
            <a:chOff x="450000" y="448335"/>
            <a:chExt cx="9033082" cy="492443"/>
          </a:xfrm>
        </p:grpSpPr>
        <p:sp>
          <p:nvSpPr>
            <p:cNvPr id="22" name="직사각형 21">
              <a:extLst>
                <a:ext uri="{FF2B5EF4-FFF2-40B4-BE49-F238E27FC236}">
                  <a16:creationId xmlns:a16="http://schemas.microsoft.com/office/drawing/2014/main" id="{9D41ED82-E31E-4FE5-B388-CC12B30CC302}"/>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23" name="직사각형 22">
              <a:extLst>
                <a:ext uri="{FF2B5EF4-FFF2-40B4-BE49-F238E27FC236}">
                  <a16:creationId xmlns:a16="http://schemas.microsoft.com/office/drawing/2014/main" id="{9BF7E163-F44A-448E-AA8B-BCF7C4BAE481}"/>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334345473"/>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B60E08E3-24F6-497B-AAC7-F5BA767E0855}"/>
              </a:ext>
            </a:extLst>
          </p:cNvPr>
          <p:cNvGrpSpPr/>
          <p:nvPr/>
        </p:nvGrpSpPr>
        <p:grpSpPr>
          <a:xfrm>
            <a:off x="559817" y="1951516"/>
            <a:ext cx="8782050" cy="4392488"/>
            <a:chOff x="559817" y="1951516"/>
            <a:chExt cx="8782050" cy="4392488"/>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1951516"/>
              <a:ext cx="8782050" cy="439248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5653"/>
            <a:stretch/>
          </p:blipFill>
          <p:spPr>
            <a:xfrm>
              <a:off x="585772" y="2019167"/>
              <a:ext cx="8756095" cy="4288123"/>
            </a:xfrm>
            <a:prstGeom prst="rect">
              <a:avLst/>
            </a:prstGeom>
          </p:spPr>
        </p:pic>
      </p:grpSp>
      <p:grpSp>
        <p:nvGrpSpPr>
          <p:cNvPr id="22" name="그룹 21">
            <a:extLst>
              <a:ext uri="{FF2B5EF4-FFF2-40B4-BE49-F238E27FC236}">
                <a16:creationId xmlns:a16="http://schemas.microsoft.com/office/drawing/2014/main" id="{6D5D63FC-71BD-4706-82B4-5F8E519035FB}"/>
              </a:ext>
            </a:extLst>
          </p:cNvPr>
          <p:cNvGrpSpPr/>
          <p:nvPr/>
        </p:nvGrpSpPr>
        <p:grpSpPr>
          <a:xfrm>
            <a:off x="580388" y="1340768"/>
            <a:ext cx="8887612" cy="579567"/>
            <a:chOff x="580388" y="1413381"/>
            <a:chExt cx="8887612" cy="579567"/>
          </a:xfrm>
        </p:grpSpPr>
        <p:sp>
          <p:nvSpPr>
            <p:cNvPr id="26" name="직사각형 25">
              <a:extLst>
                <a:ext uri="{FF2B5EF4-FFF2-40B4-BE49-F238E27FC236}">
                  <a16:creationId xmlns:a16="http://schemas.microsoft.com/office/drawing/2014/main" id="{876AD833-CA84-4D4B-A9A1-A620CC9BF59F}"/>
                </a:ext>
              </a:extLst>
            </p:cNvPr>
            <p:cNvSpPr/>
            <p:nvPr/>
          </p:nvSpPr>
          <p:spPr>
            <a:xfrm>
              <a:off x="711200" y="1647487"/>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Xử</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lý</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mục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rồi</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tổng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hợp</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lại</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a:t>
              </a:r>
            </a:p>
          </p:txBody>
        </p:sp>
        <p:sp>
          <p:nvSpPr>
            <p:cNvPr id="28" name="직사각형 27">
              <a:extLst>
                <a:ext uri="{FF2B5EF4-FFF2-40B4-BE49-F238E27FC236}">
                  <a16:creationId xmlns:a16="http://schemas.microsoft.com/office/drawing/2014/main" id="{95026205-37B2-4EF1-85B9-003BBA2FEBAE}"/>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Pivoting:</a:t>
              </a:r>
            </a:p>
          </p:txBody>
        </p:sp>
      </p:grpSp>
      <p:grpSp>
        <p:nvGrpSpPr>
          <p:cNvPr id="31" name="그룹 30">
            <a:extLst>
              <a:ext uri="{FF2B5EF4-FFF2-40B4-BE49-F238E27FC236}">
                <a16:creationId xmlns:a16="http://schemas.microsoft.com/office/drawing/2014/main" id="{919EF437-FC11-4B7E-8D3B-6B70D6BA6ADD}"/>
              </a:ext>
            </a:extLst>
          </p:cNvPr>
          <p:cNvGrpSpPr/>
          <p:nvPr/>
        </p:nvGrpSpPr>
        <p:grpSpPr>
          <a:xfrm>
            <a:off x="450000" y="355025"/>
            <a:ext cx="9033082" cy="492443"/>
            <a:chOff x="450000" y="448335"/>
            <a:chExt cx="9033082" cy="492443"/>
          </a:xfrm>
        </p:grpSpPr>
        <p:sp>
          <p:nvSpPr>
            <p:cNvPr id="32" name="직사각형 31">
              <a:extLst>
                <a:ext uri="{FF2B5EF4-FFF2-40B4-BE49-F238E27FC236}">
                  <a16:creationId xmlns:a16="http://schemas.microsoft.com/office/drawing/2014/main" id="{CDEAC86A-F51E-4542-B667-92DE230BD4D3}"/>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33" name="직사각형 32">
              <a:extLst>
                <a:ext uri="{FF2B5EF4-FFF2-40B4-BE49-F238E27FC236}">
                  <a16:creationId xmlns:a16="http://schemas.microsoft.com/office/drawing/2014/main" id="{3C4B7BB5-ED4E-4834-92F2-519F6644FB50}"/>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758439289"/>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C2D61B91-6EAA-4C47-8FDE-A23946607C62}"/>
              </a:ext>
            </a:extLst>
          </p:cNvPr>
          <p:cNvGrpSpPr/>
          <p:nvPr/>
        </p:nvGrpSpPr>
        <p:grpSpPr>
          <a:xfrm>
            <a:off x="559817" y="1988839"/>
            <a:ext cx="8782050" cy="3236303"/>
            <a:chOff x="559817" y="1988839"/>
            <a:chExt cx="8782050" cy="3236303"/>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1988839"/>
              <a:ext cx="8782050" cy="323630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1016" r="19154"/>
            <a:stretch/>
          </p:blipFill>
          <p:spPr>
            <a:xfrm>
              <a:off x="625152" y="2056868"/>
              <a:ext cx="8716715" cy="3100324"/>
            </a:xfrm>
            <a:prstGeom prst="rect">
              <a:avLst/>
            </a:prstGeom>
          </p:spPr>
        </p:pic>
      </p:grpSp>
      <p:grpSp>
        <p:nvGrpSpPr>
          <p:cNvPr id="12" name="그룹 11">
            <a:extLst>
              <a:ext uri="{FF2B5EF4-FFF2-40B4-BE49-F238E27FC236}">
                <a16:creationId xmlns:a16="http://schemas.microsoft.com/office/drawing/2014/main" id="{D766E3FE-7A93-4504-84CA-A0CDE5C2ADCE}"/>
              </a:ext>
            </a:extLst>
          </p:cNvPr>
          <p:cNvGrpSpPr/>
          <p:nvPr/>
        </p:nvGrpSpPr>
        <p:grpSpPr>
          <a:xfrm>
            <a:off x="580388" y="1340768"/>
            <a:ext cx="8887612" cy="579567"/>
            <a:chOff x="580388" y="1413381"/>
            <a:chExt cx="8887612" cy="579567"/>
          </a:xfrm>
        </p:grpSpPr>
        <p:sp>
          <p:nvSpPr>
            <p:cNvPr id="13" name="직사각형 12">
              <a:extLst>
                <a:ext uri="{FF2B5EF4-FFF2-40B4-BE49-F238E27FC236}">
                  <a16:creationId xmlns:a16="http://schemas.microsoft.com/office/drawing/2014/main" id="{A5602F38-4DF3-480D-B36E-267B8678B05B}"/>
                </a:ext>
              </a:extLst>
            </p:cNvPr>
            <p:cNvSpPr/>
            <p:nvPr/>
          </p:nvSpPr>
          <p:spPr>
            <a:xfrm>
              <a:off x="711200" y="1647487"/>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Lập chỉ mục theo ‘Size’ và ‘Type’. Các cột theo ‘Location'. Các giá trị được cung cấp bởi cột 'B'.</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4" name="직사각형 13">
              <a:extLst>
                <a:ext uri="{FF2B5EF4-FFF2-40B4-BE49-F238E27FC236}">
                  <a16:creationId xmlns:a16="http://schemas.microsoft.com/office/drawing/2014/main" id="{619B1C50-FA2F-4B7A-B9B0-5E298B3936C1}"/>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Pivoting:</a:t>
              </a:r>
            </a:p>
          </p:txBody>
        </p:sp>
      </p:grpSp>
      <p:grpSp>
        <p:nvGrpSpPr>
          <p:cNvPr id="22" name="그룹 21">
            <a:extLst>
              <a:ext uri="{FF2B5EF4-FFF2-40B4-BE49-F238E27FC236}">
                <a16:creationId xmlns:a16="http://schemas.microsoft.com/office/drawing/2014/main" id="{C27EC496-F792-49CE-A30E-71068E46B646}"/>
              </a:ext>
            </a:extLst>
          </p:cNvPr>
          <p:cNvGrpSpPr/>
          <p:nvPr/>
        </p:nvGrpSpPr>
        <p:grpSpPr>
          <a:xfrm>
            <a:off x="450000" y="355025"/>
            <a:ext cx="9033082" cy="492443"/>
            <a:chOff x="450000" y="448335"/>
            <a:chExt cx="9033082" cy="492443"/>
          </a:xfrm>
        </p:grpSpPr>
        <p:sp>
          <p:nvSpPr>
            <p:cNvPr id="26" name="직사각형 25">
              <a:extLst>
                <a:ext uri="{FF2B5EF4-FFF2-40B4-BE49-F238E27FC236}">
                  <a16:creationId xmlns:a16="http://schemas.microsoft.com/office/drawing/2014/main" id="{4EA1040C-7510-4302-8A36-243D282AF9AB}"/>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28" name="직사각형 27">
              <a:extLst>
                <a:ext uri="{FF2B5EF4-FFF2-40B4-BE49-F238E27FC236}">
                  <a16:creationId xmlns:a16="http://schemas.microsoft.com/office/drawing/2014/main" id="{9785887A-1B27-4F60-82D6-2E915E631F0E}"/>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178719038"/>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E2696450-040D-4583-A217-5E0AA56ABE46}"/>
              </a:ext>
            </a:extLst>
          </p:cNvPr>
          <p:cNvGrpSpPr/>
          <p:nvPr/>
        </p:nvGrpSpPr>
        <p:grpSpPr>
          <a:xfrm>
            <a:off x="559817" y="1677684"/>
            <a:ext cx="8782050" cy="2183364"/>
            <a:chOff x="559817" y="1772816"/>
            <a:chExt cx="8782050" cy="2183364"/>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1772816"/>
              <a:ext cx="8782050" cy="218336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20334"/>
            <a:stretch/>
          </p:blipFill>
          <p:spPr>
            <a:xfrm>
              <a:off x="589904" y="1816247"/>
              <a:ext cx="8751963" cy="2044801"/>
            </a:xfrm>
            <a:prstGeom prst="rect">
              <a:avLst/>
            </a:prstGeom>
          </p:spPr>
        </p:pic>
      </p:grpSp>
      <p:sp>
        <p:nvSpPr>
          <p:cNvPr id="10" name="직사각형 9">
            <a:extLst>
              <a:ext uri="{FF2B5EF4-FFF2-40B4-BE49-F238E27FC236}">
                <a16:creationId xmlns:a16="http://schemas.microsoft.com/office/drawing/2014/main" id="{426D56A9-4B6B-4D40-AC8F-BD18C0151B88}"/>
              </a:ext>
            </a:extLst>
          </p:cNvPr>
          <p:cNvSpPr/>
          <p:nvPr/>
        </p:nvSpPr>
        <p:spPr>
          <a:xfrm>
            <a:off x="580388" y="1340768"/>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Pivoting:</a:t>
            </a:r>
          </a:p>
        </p:txBody>
      </p:sp>
      <p:grpSp>
        <p:nvGrpSpPr>
          <p:cNvPr id="15" name="그룹 14">
            <a:extLst>
              <a:ext uri="{FF2B5EF4-FFF2-40B4-BE49-F238E27FC236}">
                <a16:creationId xmlns:a16="http://schemas.microsoft.com/office/drawing/2014/main" id="{E801D66C-8FAD-4457-8EED-86BB75EBE30B}"/>
              </a:ext>
            </a:extLst>
          </p:cNvPr>
          <p:cNvGrpSpPr/>
          <p:nvPr/>
        </p:nvGrpSpPr>
        <p:grpSpPr>
          <a:xfrm>
            <a:off x="450000" y="355025"/>
            <a:ext cx="9033082" cy="492443"/>
            <a:chOff x="450000" y="448335"/>
            <a:chExt cx="9033082" cy="492443"/>
          </a:xfrm>
        </p:grpSpPr>
        <p:sp>
          <p:nvSpPr>
            <p:cNvPr id="17" name="직사각형 16">
              <a:extLst>
                <a:ext uri="{FF2B5EF4-FFF2-40B4-BE49-F238E27FC236}">
                  <a16:creationId xmlns:a16="http://schemas.microsoft.com/office/drawing/2014/main" id="{CE9B1AD7-88CD-4B87-BC6A-EC27E44AAA80}"/>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18" name="직사각형 17">
              <a:extLst>
                <a:ext uri="{FF2B5EF4-FFF2-40B4-BE49-F238E27FC236}">
                  <a16:creationId xmlns:a16="http://schemas.microsoft.com/office/drawing/2014/main" id="{C5DF9952-0754-4C5F-91F0-EC50EB706256}"/>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382276864"/>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직사각형 9">
            <a:extLst>
              <a:ext uri="{FF2B5EF4-FFF2-40B4-BE49-F238E27FC236}">
                <a16:creationId xmlns:a16="http://schemas.microsoft.com/office/drawing/2014/main" id="{6AAC80D9-DBC8-41DA-83D9-AAFB759990D8}"/>
              </a:ext>
            </a:extLst>
          </p:cNvPr>
          <p:cNvSpPr/>
          <p:nvPr/>
        </p:nvSpPr>
        <p:spPr>
          <a:xfrm>
            <a:off x="711200" y="4671002"/>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Giống như biểu đồ ở bên phải, nhưng hãy điền các giá trị còn thiếu bằng 0.</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9" name="직사각형 18">
            <a:extLst>
              <a:ext uri="{FF2B5EF4-FFF2-40B4-BE49-F238E27FC236}">
                <a16:creationId xmlns:a16="http://schemas.microsoft.com/office/drawing/2014/main" id="{6A29FD0A-94E2-40AA-95A3-FBA8E86766E8}"/>
              </a:ext>
            </a:extLst>
          </p:cNvPr>
          <p:cNvSpPr/>
          <p:nvPr/>
        </p:nvSpPr>
        <p:spPr>
          <a:xfrm>
            <a:off x="580388" y="1340768"/>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a:solidFill>
                  <a:schemeClr val="tx1"/>
                </a:solidFill>
                <a:latin typeface="SamsungOne-400" panose="020B0503030303020204" pitchFamily="34" charset="0"/>
                <a:ea typeface="SamsungOne-400" panose="020B0503030303020204" pitchFamily="34" charset="0"/>
              </a:rPr>
              <a:t>Pivoting:</a:t>
            </a:r>
          </a:p>
        </p:txBody>
      </p:sp>
      <p:grpSp>
        <p:nvGrpSpPr>
          <p:cNvPr id="4" name="그룹 3">
            <a:extLst>
              <a:ext uri="{FF2B5EF4-FFF2-40B4-BE49-F238E27FC236}">
                <a16:creationId xmlns:a16="http://schemas.microsoft.com/office/drawing/2014/main" id="{38456664-0E65-43DF-A5D9-09BA93182980}"/>
              </a:ext>
            </a:extLst>
          </p:cNvPr>
          <p:cNvGrpSpPr/>
          <p:nvPr/>
        </p:nvGrpSpPr>
        <p:grpSpPr>
          <a:xfrm>
            <a:off x="559817" y="1646665"/>
            <a:ext cx="8782050" cy="2945837"/>
            <a:chOff x="559817" y="1700807"/>
            <a:chExt cx="8782050" cy="2945837"/>
          </a:xfrm>
        </p:grpSpPr>
        <p:sp>
          <p:nvSpPr>
            <p:cNvPr id="17" name="모서리가 둥근 직사각형 4">
              <a:extLst>
                <a:ext uri="{FF2B5EF4-FFF2-40B4-BE49-F238E27FC236}">
                  <a16:creationId xmlns:a16="http://schemas.microsoft.com/office/drawing/2014/main" id="{95CF0448-300B-45B6-A47E-D07563680EB8}"/>
                </a:ext>
              </a:extLst>
            </p:cNvPr>
            <p:cNvSpPr/>
            <p:nvPr/>
          </p:nvSpPr>
          <p:spPr>
            <a:xfrm>
              <a:off x="559817" y="1700807"/>
              <a:ext cx="8782050" cy="294583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1" name="그림 20">
              <a:extLst>
                <a:ext uri="{FF2B5EF4-FFF2-40B4-BE49-F238E27FC236}">
                  <a16:creationId xmlns:a16="http://schemas.microsoft.com/office/drawing/2014/main" id="{C308617E-DAAE-4A00-ADD0-8C6C2D59AC75}"/>
                </a:ext>
              </a:extLst>
            </p:cNvPr>
            <p:cNvPicPr>
              <a:picLocks noChangeAspect="1"/>
            </p:cNvPicPr>
            <p:nvPr/>
          </p:nvPicPr>
          <p:blipFill rotWithShape="1">
            <a:blip r:embed="rId4"/>
            <a:srcRect l="-1" t="3438" r="17206" b="2274"/>
            <a:stretch/>
          </p:blipFill>
          <p:spPr>
            <a:xfrm>
              <a:off x="617896" y="1772815"/>
              <a:ext cx="8723971" cy="2799186"/>
            </a:xfrm>
            <a:prstGeom prst="rect">
              <a:avLst/>
            </a:prstGeom>
          </p:spPr>
        </p:pic>
      </p:grpSp>
      <p:pic>
        <p:nvPicPr>
          <p:cNvPr id="22" name="그림 21">
            <a:extLst>
              <a:ext uri="{FF2B5EF4-FFF2-40B4-BE49-F238E27FC236}">
                <a16:creationId xmlns:a16="http://schemas.microsoft.com/office/drawing/2014/main" id="{C66C1507-F54A-4725-A67A-D0D833A5B5F7}"/>
              </a:ext>
            </a:extLst>
          </p:cNvPr>
          <p:cNvPicPr>
            <a:picLocks noChangeAspect="1"/>
          </p:cNvPicPr>
          <p:nvPr/>
        </p:nvPicPr>
        <p:blipFill rotWithShape="1">
          <a:blip r:embed="rId5"/>
          <a:srcRect l="1701" t="18243" r="71651"/>
          <a:stretch/>
        </p:blipFill>
        <p:spPr>
          <a:xfrm>
            <a:off x="6242179" y="3687433"/>
            <a:ext cx="2761861" cy="2405863"/>
          </a:xfrm>
          <a:prstGeom prst="rect">
            <a:avLst/>
          </a:prstGeom>
          <a:ln w="28575">
            <a:solidFill>
              <a:srgbClr val="1429A0"/>
            </a:solidFill>
          </a:ln>
        </p:spPr>
      </p:pic>
      <p:grpSp>
        <p:nvGrpSpPr>
          <p:cNvPr id="31" name="그룹 30">
            <a:extLst>
              <a:ext uri="{FF2B5EF4-FFF2-40B4-BE49-F238E27FC236}">
                <a16:creationId xmlns:a16="http://schemas.microsoft.com/office/drawing/2014/main" id="{FC4C0C65-192E-475A-8A0A-8F053340AC65}"/>
              </a:ext>
            </a:extLst>
          </p:cNvPr>
          <p:cNvGrpSpPr/>
          <p:nvPr/>
        </p:nvGrpSpPr>
        <p:grpSpPr>
          <a:xfrm>
            <a:off x="450000" y="355025"/>
            <a:ext cx="9033082" cy="492443"/>
            <a:chOff x="450000" y="448335"/>
            <a:chExt cx="9033082" cy="492443"/>
          </a:xfrm>
        </p:grpSpPr>
        <p:sp>
          <p:nvSpPr>
            <p:cNvPr id="32" name="직사각형 31">
              <a:extLst>
                <a:ext uri="{FF2B5EF4-FFF2-40B4-BE49-F238E27FC236}">
                  <a16:creationId xmlns:a16="http://schemas.microsoft.com/office/drawing/2014/main" id="{688C27C2-0833-415F-9AFF-67214568E43D}"/>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33" name="직사각형 32">
              <a:extLst>
                <a:ext uri="{FF2B5EF4-FFF2-40B4-BE49-F238E27FC236}">
                  <a16:creationId xmlns:a16="http://schemas.microsoft.com/office/drawing/2014/main" id="{C1409FE0-A4BD-48A5-800D-98BCE424A73C}"/>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908987528"/>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직사각형 9">
            <a:extLst>
              <a:ext uri="{FF2B5EF4-FFF2-40B4-BE49-F238E27FC236}">
                <a16:creationId xmlns:a16="http://schemas.microsoft.com/office/drawing/2014/main" id="{6AAC80D9-DBC8-41DA-83D9-AAFB759990D8}"/>
              </a:ext>
            </a:extLst>
          </p:cNvPr>
          <p:cNvSpPr/>
          <p:nvPr/>
        </p:nvSpPr>
        <p:spPr>
          <a:xfrm>
            <a:off x="711200" y="5040636"/>
            <a:ext cx="5392339"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Giống như biểu đồ ở bên phải, với hàm tổng hợp được chỉ định.</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145A9285-9475-47A1-841B-B294BD7C9888}"/>
              </a:ext>
            </a:extLst>
          </p:cNvPr>
          <p:cNvGrpSpPr/>
          <p:nvPr/>
        </p:nvGrpSpPr>
        <p:grpSpPr>
          <a:xfrm>
            <a:off x="559817" y="1628800"/>
            <a:ext cx="8782050" cy="3291071"/>
            <a:chOff x="559817" y="1700807"/>
            <a:chExt cx="8782050" cy="3291071"/>
          </a:xfrm>
        </p:grpSpPr>
        <p:sp>
          <p:nvSpPr>
            <p:cNvPr id="17" name="모서리가 둥근 직사각형 4">
              <a:extLst>
                <a:ext uri="{FF2B5EF4-FFF2-40B4-BE49-F238E27FC236}">
                  <a16:creationId xmlns:a16="http://schemas.microsoft.com/office/drawing/2014/main" id="{EBBF05BF-9D99-4721-A584-32E85ED010DF}"/>
                </a:ext>
              </a:extLst>
            </p:cNvPr>
            <p:cNvSpPr/>
            <p:nvPr/>
          </p:nvSpPr>
          <p:spPr>
            <a:xfrm>
              <a:off x="559817" y="1700807"/>
              <a:ext cx="8782050" cy="329107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3"/>
            <a:srcRect r="13601"/>
            <a:stretch/>
          </p:blipFill>
          <p:spPr>
            <a:xfrm>
              <a:off x="580572" y="1743774"/>
              <a:ext cx="8761295" cy="3182789"/>
            </a:xfrm>
            <a:prstGeom prst="rect">
              <a:avLst/>
            </a:prstGeom>
          </p:spPr>
        </p:pic>
      </p:grpSp>
      <p:sp>
        <p:nvSpPr>
          <p:cNvPr id="15" name="직사각형 14">
            <a:extLst>
              <a:ext uri="{FF2B5EF4-FFF2-40B4-BE49-F238E27FC236}">
                <a16:creationId xmlns:a16="http://schemas.microsoft.com/office/drawing/2014/main" id="{420BAAC5-4B4D-4854-9988-9C466F601E10}"/>
              </a:ext>
            </a:extLst>
          </p:cNvPr>
          <p:cNvSpPr/>
          <p:nvPr/>
        </p:nvSpPr>
        <p:spPr>
          <a:xfrm>
            <a:off x="580388" y="1340768"/>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Pivoting:</a:t>
            </a:r>
          </a:p>
        </p:txBody>
      </p:sp>
      <p:pic>
        <p:nvPicPr>
          <p:cNvPr id="19" name="그림 18">
            <a:extLst>
              <a:ext uri="{FF2B5EF4-FFF2-40B4-BE49-F238E27FC236}">
                <a16:creationId xmlns:a16="http://schemas.microsoft.com/office/drawing/2014/main" id="{727093A0-C98D-4686-9754-0CBBBD5B1391}"/>
              </a:ext>
            </a:extLst>
          </p:cNvPr>
          <p:cNvPicPr>
            <a:picLocks noChangeAspect="1"/>
          </p:cNvPicPr>
          <p:nvPr/>
        </p:nvPicPr>
        <p:blipFill rotWithShape="1">
          <a:blip r:embed="rId5"/>
          <a:srcRect l="1087" t="15522" r="72913"/>
          <a:stretch/>
        </p:blipFill>
        <p:spPr>
          <a:xfrm>
            <a:off x="6242179" y="3664092"/>
            <a:ext cx="2765209" cy="2502887"/>
          </a:xfrm>
          <a:prstGeom prst="rect">
            <a:avLst/>
          </a:prstGeom>
          <a:ln w="28575">
            <a:solidFill>
              <a:srgbClr val="1429A0"/>
            </a:solidFill>
          </a:ln>
        </p:spPr>
      </p:pic>
      <p:grpSp>
        <p:nvGrpSpPr>
          <p:cNvPr id="20" name="그룹 19">
            <a:extLst>
              <a:ext uri="{FF2B5EF4-FFF2-40B4-BE49-F238E27FC236}">
                <a16:creationId xmlns:a16="http://schemas.microsoft.com/office/drawing/2014/main" id="{6408483E-912C-4A6A-849D-6365114B4B20}"/>
              </a:ext>
            </a:extLst>
          </p:cNvPr>
          <p:cNvGrpSpPr/>
          <p:nvPr/>
        </p:nvGrpSpPr>
        <p:grpSpPr>
          <a:xfrm>
            <a:off x="450000" y="355025"/>
            <a:ext cx="9033082" cy="492443"/>
            <a:chOff x="450000" y="448335"/>
            <a:chExt cx="9033082" cy="492443"/>
          </a:xfrm>
        </p:grpSpPr>
        <p:sp>
          <p:nvSpPr>
            <p:cNvPr id="21" name="직사각형 20">
              <a:extLst>
                <a:ext uri="{FF2B5EF4-FFF2-40B4-BE49-F238E27FC236}">
                  <a16:creationId xmlns:a16="http://schemas.microsoft.com/office/drawing/2014/main" id="{20C5E475-C659-44CF-B557-27ACCB5ACC54}"/>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22" name="직사각형 21">
              <a:extLst>
                <a:ext uri="{FF2B5EF4-FFF2-40B4-BE49-F238E27FC236}">
                  <a16:creationId xmlns:a16="http://schemas.microsoft.com/office/drawing/2014/main" id="{1356F2B8-BB15-44D0-A4F8-13809E908909}"/>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589706272"/>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A77AEF5A-7B22-433A-85AC-2AE74F2D8B97}"/>
              </a:ext>
            </a:extLst>
          </p:cNvPr>
          <p:cNvGrpSpPr/>
          <p:nvPr/>
        </p:nvGrpSpPr>
        <p:grpSpPr>
          <a:xfrm>
            <a:off x="559817" y="1957658"/>
            <a:ext cx="8782050" cy="2549027"/>
            <a:chOff x="559817" y="1957658"/>
            <a:chExt cx="8782050" cy="2549027"/>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1957658"/>
              <a:ext cx="8782050" cy="254902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21510"/>
            <a:stretch/>
          </p:blipFill>
          <p:spPr>
            <a:xfrm>
              <a:off x="608564" y="2016898"/>
              <a:ext cx="8733303" cy="2420214"/>
            </a:xfrm>
            <a:prstGeom prst="rect">
              <a:avLst/>
            </a:prstGeom>
          </p:spPr>
        </p:pic>
      </p:grpSp>
      <p:grpSp>
        <p:nvGrpSpPr>
          <p:cNvPr id="14" name="그룹 13">
            <a:extLst>
              <a:ext uri="{FF2B5EF4-FFF2-40B4-BE49-F238E27FC236}">
                <a16:creationId xmlns:a16="http://schemas.microsoft.com/office/drawing/2014/main" id="{9A54CF57-96DE-4630-A266-00083B0E5013}"/>
              </a:ext>
            </a:extLst>
          </p:cNvPr>
          <p:cNvGrpSpPr/>
          <p:nvPr/>
        </p:nvGrpSpPr>
        <p:grpSpPr>
          <a:xfrm>
            <a:off x="580388" y="1340768"/>
            <a:ext cx="8887612" cy="579567"/>
            <a:chOff x="580388" y="1413381"/>
            <a:chExt cx="8887612" cy="579567"/>
          </a:xfrm>
        </p:grpSpPr>
        <p:sp>
          <p:nvSpPr>
            <p:cNvPr id="15" name="직사각형 14">
              <a:extLst>
                <a:ext uri="{FF2B5EF4-FFF2-40B4-BE49-F238E27FC236}">
                  <a16:creationId xmlns:a16="http://schemas.microsoft.com/office/drawing/2014/main" id="{4B2E615A-B3A3-400E-930C-08A14C23FE13}"/>
                </a:ext>
              </a:extLst>
            </p:cNvPr>
            <p:cNvSpPr/>
            <p:nvPr/>
          </p:nvSpPr>
          <p:spPr>
            <a:xfrm>
              <a:off x="711200" y="1647487"/>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Lập chỉ mục theo ’Location’. Các cột theo ‘ Size’ và ‘Type’. Các giá trị được cung cấp bởi cột 'B'.</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7" name="직사각형 16">
              <a:extLst>
                <a:ext uri="{FF2B5EF4-FFF2-40B4-BE49-F238E27FC236}">
                  <a16:creationId xmlns:a16="http://schemas.microsoft.com/office/drawing/2014/main" id="{DEA7B427-E8DD-4420-B812-A517C71F7C47}"/>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Pivoting:</a:t>
              </a:r>
            </a:p>
          </p:txBody>
        </p:sp>
      </p:grpSp>
      <p:grpSp>
        <p:nvGrpSpPr>
          <p:cNvPr id="19" name="그룹 18">
            <a:extLst>
              <a:ext uri="{FF2B5EF4-FFF2-40B4-BE49-F238E27FC236}">
                <a16:creationId xmlns:a16="http://schemas.microsoft.com/office/drawing/2014/main" id="{1375CFCA-0285-4503-BE49-1946BE42ADAC}"/>
              </a:ext>
            </a:extLst>
          </p:cNvPr>
          <p:cNvGrpSpPr/>
          <p:nvPr/>
        </p:nvGrpSpPr>
        <p:grpSpPr>
          <a:xfrm>
            <a:off x="450000" y="355025"/>
            <a:ext cx="9033082" cy="492443"/>
            <a:chOff x="450000" y="448335"/>
            <a:chExt cx="9033082" cy="492443"/>
          </a:xfrm>
        </p:grpSpPr>
        <p:sp>
          <p:nvSpPr>
            <p:cNvPr id="20" name="직사각형 19">
              <a:extLst>
                <a:ext uri="{FF2B5EF4-FFF2-40B4-BE49-F238E27FC236}">
                  <a16:creationId xmlns:a16="http://schemas.microsoft.com/office/drawing/2014/main" id="{EF04837A-D07C-4B9C-A9D9-5A371B912C69}"/>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21" name="직사각형 20">
              <a:extLst>
                <a:ext uri="{FF2B5EF4-FFF2-40B4-BE49-F238E27FC236}">
                  <a16:creationId xmlns:a16="http://schemas.microsoft.com/office/drawing/2014/main" id="{B177F9D0-67D8-4A50-820F-E0C73D619DEA}"/>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029882135"/>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p:cNvGrpSpPr/>
          <p:nvPr/>
        </p:nvGrpSpPr>
        <p:grpSpPr>
          <a:xfrm>
            <a:off x="557644" y="3838488"/>
            <a:ext cx="8782050" cy="720080"/>
            <a:chOff x="568325" y="5114924"/>
            <a:chExt cx="8782050" cy="744077"/>
          </a:xfrm>
        </p:grpSpPr>
        <p:sp>
          <p:nvSpPr>
            <p:cNvPr id="13" name="모서리가 둥근 직사각형 4">
              <a:extLst>
                <a:ext uri="{FF2B5EF4-FFF2-40B4-BE49-F238E27FC236}">
                  <a16:creationId xmlns:a16="http://schemas.microsoft.com/office/drawing/2014/main" id="{930158F8-A5B7-4F97-8E44-C73FC55364FC}"/>
                </a:ext>
              </a:extLst>
            </p:cNvPr>
            <p:cNvSpPr/>
            <p:nvPr/>
          </p:nvSpPr>
          <p:spPr>
            <a:xfrm>
              <a:off x="568325" y="5114924"/>
              <a:ext cx="8782050" cy="74407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4" name="그룹 13"/>
            <p:cNvGrpSpPr/>
            <p:nvPr/>
          </p:nvGrpSpPr>
          <p:grpSpPr>
            <a:xfrm>
              <a:off x="675835" y="5210921"/>
              <a:ext cx="1477946" cy="302132"/>
              <a:chOff x="732985" y="5582396"/>
              <a:chExt cx="1477946" cy="302132"/>
            </a:xfrm>
          </p:grpSpPr>
          <p:pic>
            <p:nvPicPr>
              <p:cNvPr id="17" name="Picture 2" descr="Byte - Free electronics icons">
                <a:extLst>
                  <a:ext uri="{FF2B5EF4-FFF2-40B4-BE49-F238E27FC236}">
                    <a16:creationId xmlns:a16="http://schemas.microsoft.com/office/drawing/2014/main" id="{2E1868BC-E3F2-46C6-A15E-1A8572E0F8A8}"/>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4FCF8530-89F0-4211-819E-6AFF60A92E66}"/>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Line 18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5" name="TextBox 14">
              <a:extLst>
                <a:ext uri="{FF2B5EF4-FFF2-40B4-BE49-F238E27FC236}">
                  <a16:creationId xmlns:a16="http://schemas.microsoft.com/office/drawing/2014/main" id="{FF266B98-5C19-4B37-8678-61D0A80AF6D7}"/>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latin typeface="SamsungOne-400" panose="020B0503030303020204" pitchFamily="34" charset="0"/>
                  <a:ea typeface="SamsungOne-400" panose="020B0503030303020204" pitchFamily="34" charset="0"/>
                  <a:cs typeface="Tahoma" panose="020B0604030504040204" pitchFamily="34" charset="0"/>
                </a:rPr>
                <a:t>Bây giờ, các cột sẽ trở thành đối tượng MultiIndex.</a:t>
              </a:r>
              <a:endParaRPr lang="en-US" altLang="ko-KR" sz="1300" dirty="0">
                <a:latin typeface="SamsungOne-400" panose="020B0503030303020204" pitchFamily="34" charset="0"/>
                <a:ea typeface="SamsungOne-400" panose="020B0503030303020204" pitchFamily="34" charset="0"/>
                <a:cs typeface="Tahoma" panose="020B0604030504040204" pitchFamily="34" charset="0"/>
              </a:endParaRPr>
            </a:p>
          </p:txBody>
        </p:sp>
      </p:grpSp>
      <p:grpSp>
        <p:nvGrpSpPr>
          <p:cNvPr id="5" name="그룹 4">
            <a:extLst>
              <a:ext uri="{FF2B5EF4-FFF2-40B4-BE49-F238E27FC236}">
                <a16:creationId xmlns:a16="http://schemas.microsoft.com/office/drawing/2014/main" id="{0DBFA0B0-3015-4953-856E-D21FA6E396CD}"/>
              </a:ext>
            </a:extLst>
          </p:cNvPr>
          <p:cNvGrpSpPr/>
          <p:nvPr/>
        </p:nvGrpSpPr>
        <p:grpSpPr>
          <a:xfrm>
            <a:off x="559817" y="1641770"/>
            <a:ext cx="8782663" cy="2099806"/>
            <a:chOff x="559817" y="1641770"/>
            <a:chExt cx="8782663" cy="2099806"/>
          </a:xfrm>
        </p:grpSpPr>
        <p:grpSp>
          <p:nvGrpSpPr>
            <p:cNvPr id="2" name="그룹 1">
              <a:extLst>
                <a:ext uri="{FF2B5EF4-FFF2-40B4-BE49-F238E27FC236}">
                  <a16:creationId xmlns:a16="http://schemas.microsoft.com/office/drawing/2014/main" id="{7441B106-CBB9-4762-AA2E-2E86F4B44BC0}"/>
                </a:ext>
              </a:extLst>
            </p:cNvPr>
            <p:cNvGrpSpPr/>
            <p:nvPr/>
          </p:nvGrpSpPr>
          <p:grpSpPr>
            <a:xfrm>
              <a:off x="559817" y="1641770"/>
              <a:ext cx="8782050" cy="2099806"/>
              <a:chOff x="559817" y="1641770"/>
              <a:chExt cx="8782050" cy="2099806"/>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1641770"/>
                <a:ext cx="8782050" cy="209980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18027"/>
              <a:stretch/>
            </p:blipFill>
            <p:spPr>
              <a:xfrm>
                <a:off x="599235" y="1666540"/>
                <a:ext cx="8740460" cy="2007986"/>
              </a:xfrm>
              <a:prstGeom prst="rect">
                <a:avLst/>
              </a:prstGeom>
            </p:spPr>
          </p:pic>
        </p:grpSp>
        <p:sp>
          <p:nvSpPr>
            <p:cNvPr id="4" name="한쪽 모서리가 잘린 사각형 3"/>
            <p:cNvSpPr/>
            <p:nvPr/>
          </p:nvSpPr>
          <p:spPr>
            <a:xfrm>
              <a:off x="6462160" y="2530974"/>
              <a:ext cx="2880320" cy="190916"/>
            </a:xfrm>
            <a:prstGeom prst="snip1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9" name="그룹 18">
            <a:extLst>
              <a:ext uri="{FF2B5EF4-FFF2-40B4-BE49-F238E27FC236}">
                <a16:creationId xmlns:a16="http://schemas.microsoft.com/office/drawing/2014/main" id="{0C8A97DD-42D5-492C-9899-A795AE9BDE9D}"/>
              </a:ext>
            </a:extLst>
          </p:cNvPr>
          <p:cNvGrpSpPr/>
          <p:nvPr/>
        </p:nvGrpSpPr>
        <p:grpSpPr>
          <a:xfrm>
            <a:off x="450000" y="355025"/>
            <a:ext cx="9033082" cy="492443"/>
            <a:chOff x="450000" y="448335"/>
            <a:chExt cx="9033082" cy="492443"/>
          </a:xfrm>
        </p:grpSpPr>
        <p:sp>
          <p:nvSpPr>
            <p:cNvPr id="20" name="직사각형 19">
              <a:extLst>
                <a:ext uri="{FF2B5EF4-FFF2-40B4-BE49-F238E27FC236}">
                  <a16:creationId xmlns:a16="http://schemas.microsoft.com/office/drawing/2014/main" id="{2CCCFF49-8C6C-45AE-8678-BB39CC00FC1B}"/>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21" name="직사각형 20">
              <a:extLst>
                <a:ext uri="{FF2B5EF4-FFF2-40B4-BE49-F238E27FC236}">
                  <a16:creationId xmlns:a16="http://schemas.microsoft.com/office/drawing/2014/main" id="{EC9DD973-0717-41EE-98BE-DBD1A861D40E}"/>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22" name="직사각형 21">
            <a:extLst>
              <a:ext uri="{FF2B5EF4-FFF2-40B4-BE49-F238E27FC236}">
                <a16:creationId xmlns:a16="http://schemas.microsoft.com/office/drawing/2014/main" id="{298815F9-0B14-4E22-9529-E71D93E0BA59}"/>
              </a:ext>
            </a:extLst>
          </p:cNvPr>
          <p:cNvSpPr/>
          <p:nvPr/>
        </p:nvSpPr>
        <p:spPr>
          <a:xfrm>
            <a:off x="580388" y="1340768"/>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Pivoting:</a:t>
            </a:r>
          </a:p>
        </p:txBody>
      </p:sp>
    </p:spTree>
    <p:extLst>
      <p:ext uri="{BB962C8B-B14F-4D97-AF65-F5344CB8AC3E}">
        <p14:creationId xmlns:p14="http://schemas.microsoft.com/office/powerpoint/2010/main" val="762416554"/>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4ECA1560-0174-4A73-BA5C-1B443C68C0AA}"/>
              </a:ext>
            </a:extLst>
          </p:cNvPr>
          <p:cNvGrpSpPr/>
          <p:nvPr/>
        </p:nvGrpSpPr>
        <p:grpSpPr>
          <a:xfrm>
            <a:off x="559817" y="1960847"/>
            <a:ext cx="8782050" cy="2816426"/>
            <a:chOff x="559817" y="1960847"/>
            <a:chExt cx="8782050" cy="2816426"/>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9817" y="1960847"/>
              <a:ext cx="8782050" cy="281642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758" t="4181" r="12220"/>
            <a:stretch/>
          </p:blipFill>
          <p:spPr>
            <a:xfrm>
              <a:off x="625151" y="2034072"/>
              <a:ext cx="8716716" cy="2640565"/>
            </a:xfrm>
            <a:prstGeom prst="rect">
              <a:avLst/>
            </a:prstGeom>
          </p:spPr>
        </p:pic>
      </p:grpSp>
      <p:grpSp>
        <p:nvGrpSpPr>
          <p:cNvPr id="11" name="그룹 10">
            <a:extLst>
              <a:ext uri="{FF2B5EF4-FFF2-40B4-BE49-F238E27FC236}">
                <a16:creationId xmlns:a16="http://schemas.microsoft.com/office/drawing/2014/main" id="{0FA53F66-B046-4426-B8CB-BC7DB4767441}"/>
              </a:ext>
            </a:extLst>
          </p:cNvPr>
          <p:cNvGrpSpPr/>
          <p:nvPr/>
        </p:nvGrpSpPr>
        <p:grpSpPr>
          <a:xfrm>
            <a:off x="450000" y="355025"/>
            <a:ext cx="9033082" cy="492443"/>
            <a:chOff x="450000" y="448335"/>
            <a:chExt cx="9033082" cy="492443"/>
          </a:xfrm>
        </p:grpSpPr>
        <p:sp>
          <p:nvSpPr>
            <p:cNvPr id="12" name="직사각형 11">
              <a:extLst>
                <a:ext uri="{FF2B5EF4-FFF2-40B4-BE49-F238E27FC236}">
                  <a16:creationId xmlns:a16="http://schemas.microsoft.com/office/drawing/2014/main" id="{9E1E8D96-36FD-4FDD-A34E-C7D64094DCF2}"/>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13" name="직사각형 12">
              <a:extLst>
                <a:ext uri="{FF2B5EF4-FFF2-40B4-BE49-F238E27FC236}">
                  <a16:creationId xmlns:a16="http://schemas.microsoft.com/office/drawing/2014/main" id="{C94B77D2-A493-4982-AE51-64908F589467}"/>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14" name="그룹 13">
            <a:extLst>
              <a:ext uri="{FF2B5EF4-FFF2-40B4-BE49-F238E27FC236}">
                <a16:creationId xmlns:a16="http://schemas.microsoft.com/office/drawing/2014/main" id="{3996A4E1-5639-48FD-A387-3BC18563E83C}"/>
              </a:ext>
            </a:extLst>
          </p:cNvPr>
          <p:cNvGrpSpPr/>
          <p:nvPr/>
        </p:nvGrpSpPr>
        <p:grpSpPr>
          <a:xfrm>
            <a:off x="580388" y="1340768"/>
            <a:ext cx="8887612" cy="579567"/>
            <a:chOff x="580388" y="1413381"/>
            <a:chExt cx="8887612" cy="579567"/>
          </a:xfrm>
        </p:grpSpPr>
        <p:sp>
          <p:nvSpPr>
            <p:cNvPr id="15" name="직사각형 14">
              <a:extLst>
                <a:ext uri="{FF2B5EF4-FFF2-40B4-BE49-F238E27FC236}">
                  <a16:creationId xmlns:a16="http://schemas.microsoft.com/office/drawing/2014/main" id="{FAB420ED-2A57-462B-83CE-BCF81A4DCB0E}"/>
                </a:ext>
              </a:extLst>
            </p:cNvPr>
            <p:cNvSpPr/>
            <p:nvPr/>
          </p:nvSpPr>
          <p:spPr>
            <a:xfrm>
              <a:off x="711200" y="1647487"/>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Hàm</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tổng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hợp</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là</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numpy.median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a:t>
              </a:r>
            </a:p>
          </p:txBody>
        </p:sp>
        <p:sp>
          <p:nvSpPr>
            <p:cNvPr id="17" name="직사각형 16">
              <a:extLst>
                <a:ext uri="{FF2B5EF4-FFF2-40B4-BE49-F238E27FC236}">
                  <a16:creationId xmlns:a16="http://schemas.microsoft.com/office/drawing/2014/main" id="{A3490684-AE2A-4389-9177-C66B0E8F957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Pivoting:</a:t>
              </a:r>
            </a:p>
          </p:txBody>
        </p:sp>
      </p:grpSp>
    </p:spTree>
    <p:extLst>
      <p:ext uri="{BB962C8B-B14F-4D97-AF65-F5344CB8AC3E}">
        <p14:creationId xmlns:p14="http://schemas.microsoft.com/office/powerpoint/2010/main" val="3404424175"/>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DC5BEF38-686E-416F-AF68-46FEC7772EC0}"/>
              </a:ext>
            </a:extLst>
          </p:cNvPr>
          <p:cNvGrpSpPr/>
          <p:nvPr/>
        </p:nvGrpSpPr>
        <p:grpSpPr>
          <a:xfrm>
            <a:off x="559817" y="1960847"/>
            <a:ext cx="8782050" cy="2984377"/>
            <a:chOff x="559817" y="1960847"/>
            <a:chExt cx="8782050" cy="2984377"/>
          </a:xfrm>
        </p:grpSpPr>
        <p:sp>
          <p:nvSpPr>
            <p:cNvPr id="18" name="모서리가 둥근 직사각형 4">
              <a:extLst>
                <a:ext uri="{FF2B5EF4-FFF2-40B4-BE49-F238E27FC236}">
                  <a16:creationId xmlns:a16="http://schemas.microsoft.com/office/drawing/2014/main" id="{575E1E89-5C6B-4776-8F77-B180EEEE3629}"/>
                </a:ext>
              </a:extLst>
            </p:cNvPr>
            <p:cNvSpPr/>
            <p:nvPr/>
          </p:nvSpPr>
          <p:spPr>
            <a:xfrm>
              <a:off x="559817" y="1960847"/>
              <a:ext cx="8782050" cy="298437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t="2244" r="18334"/>
            <a:stretch/>
          </p:blipFill>
          <p:spPr>
            <a:xfrm>
              <a:off x="594533" y="2015410"/>
              <a:ext cx="8747334" cy="2904255"/>
            </a:xfrm>
            <a:prstGeom prst="rect">
              <a:avLst/>
            </a:prstGeom>
          </p:spPr>
        </p:pic>
      </p:grpSp>
      <p:grpSp>
        <p:nvGrpSpPr>
          <p:cNvPr id="11" name="그룹 10">
            <a:extLst>
              <a:ext uri="{FF2B5EF4-FFF2-40B4-BE49-F238E27FC236}">
                <a16:creationId xmlns:a16="http://schemas.microsoft.com/office/drawing/2014/main" id="{6E3BA543-4771-44D7-831B-57BBCA43721F}"/>
              </a:ext>
            </a:extLst>
          </p:cNvPr>
          <p:cNvGrpSpPr/>
          <p:nvPr/>
        </p:nvGrpSpPr>
        <p:grpSpPr>
          <a:xfrm>
            <a:off x="580388" y="1340768"/>
            <a:ext cx="8887612" cy="579567"/>
            <a:chOff x="580388" y="1413381"/>
            <a:chExt cx="8887612" cy="579567"/>
          </a:xfrm>
        </p:grpSpPr>
        <p:sp>
          <p:nvSpPr>
            <p:cNvPr id="12" name="직사각형 11">
              <a:extLst>
                <a:ext uri="{FF2B5EF4-FFF2-40B4-BE49-F238E27FC236}">
                  <a16:creationId xmlns:a16="http://schemas.microsoft.com/office/drawing/2014/main" id="{92332A55-883E-461F-8EF0-6B3CCFB14D6F}"/>
                </a:ext>
              </a:extLst>
            </p:cNvPr>
            <p:cNvSpPr/>
            <p:nvPr/>
          </p:nvSpPr>
          <p:spPr>
            <a:xfrm>
              <a:off x="711200" y="1647487"/>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Nhóm</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trung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bình</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'B'.</a:t>
              </a:r>
            </a:p>
          </p:txBody>
        </p:sp>
        <p:sp>
          <p:nvSpPr>
            <p:cNvPr id="13" name="직사각형 12">
              <a:extLst>
                <a:ext uri="{FF2B5EF4-FFF2-40B4-BE49-F238E27FC236}">
                  <a16:creationId xmlns:a16="http://schemas.microsoft.com/office/drawing/2014/main" id="{F0270A02-B30F-4332-A01D-9C65E7EE5699}"/>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Pivoting:</a:t>
              </a:r>
            </a:p>
          </p:txBody>
        </p:sp>
      </p:grpSp>
      <p:grpSp>
        <p:nvGrpSpPr>
          <p:cNvPr id="14" name="그룹 13">
            <a:extLst>
              <a:ext uri="{FF2B5EF4-FFF2-40B4-BE49-F238E27FC236}">
                <a16:creationId xmlns:a16="http://schemas.microsoft.com/office/drawing/2014/main" id="{070BF841-5CF6-4555-9E73-E657469780EF}"/>
              </a:ext>
            </a:extLst>
          </p:cNvPr>
          <p:cNvGrpSpPr/>
          <p:nvPr/>
        </p:nvGrpSpPr>
        <p:grpSpPr>
          <a:xfrm>
            <a:off x="450000" y="355025"/>
            <a:ext cx="9033082" cy="492443"/>
            <a:chOff x="450000" y="448335"/>
            <a:chExt cx="9033082" cy="492443"/>
          </a:xfrm>
        </p:grpSpPr>
        <p:sp>
          <p:nvSpPr>
            <p:cNvPr id="15" name="직사각형 14">
              <a:extLst>
                <a:ext uri="{FF2B5EF4-FFF2-40B4-BE49-F238E27FC236}">
                  <a16:creationId xmlns:a16="http://schemas.microsoft.com/office/drawing/2014/main" id="{F941B623-1F80-45E7-8BC4-1FF0F46A5E17}"/>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4DE0391E-51B6-4E8D-B6F7-7A7C12F51E84}"/>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896613577"/>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그룹 3">
            <a:extLst>
              <a:ext uri="{FF2B5EF4-FFF2-40B4-BE49-F238E27FC236}">
                <a16:creationId xmlns:a16="http://schemas.microsoft.com/office/drawing/2014/main" id="{2DA0BC27-511D-4237-97B7-AD5775E1400B}"/>
              </a:ext>
            </a:extLst>
          </p:cNvPr>
          <p:cNvGrpSpPr/>
          <p:nvPr/>
        </p:nvGrpSpPr>
        <p:grpSpPr>
          <a:xfrm>
            <a:off x="559817" y="1960847"/>
            <a:ext cx="8782051" cy="3021700"/>
            <a:chOff x="559817" y="1960847"/>
            <a:chExt cx="8782051" cy="3021700"/>
          </a:xfrm>
        </p:grpSpPr>
        <p:sp>
          <p:nvSpPr>
            <p:cNvPr id="19" name="모서리가 둥근 직사각형 4">
              <a:extLst>
                <a:ext uri="{FF2B5EF4-FFF2-40B4-BE49-F238E27FC236}">
                  <a16:creationId xmlns:a16="http://schemas.microsoft.com/office/drawing/2014/main" id="{1AADDF1B-738B-464E-BEF5-C1E350285CC7}"/>
                </a:ext>
              </a:extLst>
            </p:cNvPr>
            <p:cNvSpPr/>
            <p:nvPr/>
          </p:nvSpPr>
          <p:spPr>
            <a:xfrm>
              <a:off x="559817" y="1960847"/>
              <a:ext cx="8782050" cy="302170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1110" t="2087" r="19004"/>
            <a:stretch/>
          </p:blipFill>
          <p:spPr>
            <a:xfrm>
              <a:off x="687012" y="2034073"/>
              <a:ext cx="8654856" cy="2942332"/>
            </a:xfrm>
            <a:prstGeom prst="rect">
              <a:avLst/>
            </a:prstGeom>
          </p:spPr>
        </p:pic>
      </p:grpSp>
      <p:grpSp>
        <p:nvGrpSpPr>
          <p:cNvPr id="11" name="그룹 10">
            <a:extLst>
              <a:ext uri="{FF2B5EF4-FFF2-40B4-BE49-F238E27FC236}">
                <a16:creationId xmlns:a16="http://schemas.microsoft.com/office/drawing/2014/main" id="{EB847733-72E3-4A7D-A182-8A5032A0A460}"/>
              </a:ext>
            </a:extLst>
          </p:cNvPr>
          <p:cNvGrpSpPr/>
          <p:nvPr/>
        </p:nvGrpSpPr>
        <p:grpSpPr>
          <a:xfrm>
            <a:off x="450000" y="355025"/>
            <a:ext cx="9033082" cy="492443"/>
            <a:chOff x="450000" y="448335"/>
            <a:chExt cx="9033082" cy="492443"/>
          </a:xfrm>
        </p:grpSpPr>
        <p:sp>
          <p:nvSpPr>
            <p:cNvPr id="12" name="직사각형 11">
              <a:extLst>
                <a:ext uri="{FF2B5EF4-FFF2-40B4-BE49-F238E27FC236}">
                  <a16:creationId xmlns:a16="http://schemas.microsoft.com/office/drawing/2014/main" id="{27BA7188-8290-44E7-A883-42BF668D72F3}"/>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13" name="직사각형 12">
              <a:extLst>
                <a:ext uri="{FF2B5EF4-FFF2-40B4-BE49-F238E27FC236}">
                  <a16:creationId xmlns:a16="http://schemas.microsoft.com/office/drawing/2014/main" id="{4254B860-A437-4FAA-A944-B65F920D22F7}"/>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15" name="그룹 14">
            <a:extLst>
              <a:ext uri="{FF2B5EF4-FFF2-40B4-BE49-F238E27FC236}">
                <a16:creationId xmlns:a16="http://schemas.microsoft.com/office/drawing/2014/main" id="{32164F74-4C13-42B3-ACE8-C6D2E5D9CE30}"/>
              </a:ext>
            </a:extLst>
          </p:cNvPr>
          <p:cNvGrpSpPr/>
          <p:nvPr/>
        </p:nvGrpSpPr>
        <p:grpSpPr>
          <a:xfrm>
            <a:off x="580388" y="1340768"/>
            <a:ext cx="8887612" cy="579567"/>
            <a:chOff x="580388" y="1413381"/>
            <a:chExt cx="8887612" cy="579567"/>
          </a:xfrm>
        </p:grpSpPr>
        <p:sp>
          <p:nvSpPr>
            <p:cNvPr id="17" name="직사각형 16">
              <a:extLst>
                <a:ext uri="{FF2B5EF4-FFF2-40B4-BE49-F238E27FC236}">
                  <a16:creationId xmlns:a16="http://schemas.microsoft.com/office/drawing/2014/main" id="{0453ED81-0EC7-4B1E-80C4-9A9EFDC7D562}"/>
                </a:ext>
              </a:extLst>
            </p:cNvPr>
            <p:cNvSpPr/>
            <p:nvPr/>
          </p:nvSpPr>
          <p:spPr>
            <a:xfrm>
              <a:off x="711200" y="1647487"/>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Bây giờ, với phương thức groupby(). Kết quả là như nhau.</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8" name="직사각형 17">
              <a:extLst>
                <a:ext uri="{FF2B5EF4-FFF2-40B4-BE49-F238E27FC236}">
                  <a16:creationId xmlns:a16="http://schemas.microsoft.com/office/drawing/2014/main" id="{05A06DC2-4CDF-42D9-A51F-4943D09E5D4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Pivoting:</a:t>
              </a:r>
            </a:p>
          </p:txBody>
        </p:sp>
      </p:grpSp>
    </p:spTree>
    <p:extLst>
      <p:ext uri="{BB962C8B-B14F-4D97-AF65-F5344CB8AC3E}">
        <p14:creationId xmlns:p14="http://schemas.microsoft.com/office/powerpoint/2010/main" val="3037622864"/>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81B5FB19-FBD9-4FFE-AC9C-1186EE5C560D}"/>
              </a:ext>
            </a:extLst>
          </p:cNvPr>
          <p:cNvGrpSpPr/>
          <p:nvPr/>
        </p:nvGrpSpPr>
        <p:grpSpPr>
          <a:xfrm>
            <a:off x="559817" y="1960847"/>
            <a:ext cx="8782051" cy="2984377"/>
            <a:chOff x="559817" y="1960847"/>
            <a:chExt cx="8782051" cy="2984377"/>
          </a:xfrm>
        </p:grpSpPr>
        <p:sp>
          <p:nvSpPr>
            <p:cNvPr id="18" name="모서리가 둥근 직사각형 4">
              <a:extLst>
                <a:ext uri="{FF2B5EF4-FFF2-40B4-BE49-F238E27FC236}">
                  <a16:creationId xmlns:a16="http://schemas.microsoft.com/office/drawing/2014/main" id="{B9B0665C-54FA-4E1E-BB3B-4A47731E3D2A}"/>
                </a:ext>
              </a:extLst>
            </p:cNvPr>
            <p:cNvSpPr/>
            <p:nvPr/>
          </p:nvSpPr>
          <p:spPr>
            <a:xfrm>
              <a:off x="559817" y="1960847"/>
              <a:ext cx="8782050" cy="298437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639" r="18059"/>
            <a:stretch/>
          </p:blipFill>
          <p:spPr>
            <a:xfrm>
              <a:off x="625152" y="2011261"/>
              <a:ext cx="8716716" cy="2848567"/>
            </a:xfrm>
            <a:prstGeom prst="rect">
              <a:avLst/>
            </a:prstGeom>
          </p:spPr>
        </p:pic>
      </p:grpSp>
      <p:grpSp>
        <p:nvGrpSpPr>
          <p:cNvPr id="11" name="그룹 10">
            <a:extLst>
              <a:ext uri="{FF2B5EF4-FFF2-40B4-BE49-F238E27FC236}">
                <a16:creationId xmlns:a16="http://schemas.microsoft.com/office/drawing/2014/main" id="{A1C1926A-D59E-4C68-B963-5A03EC4AD1A1}"/>
              </a:ext>
            </a:extLst>
          </p:cNvPr>
          <p:cNvGrpSpPr/>
          <p:nvPr/>
        </p:nvGrpSpPr>
        <p:grpSpPr>
          <a:xfrm>
            <a:off x="450000" y="355025"/>
            <a:ext cx="9033082" cy="492443"/>
            <a:chOff x="450000" y="448335"/>
            <a:chExt cx="9033082" cy="492443"/>
          </a:xfrm>
        </p:grpSpPr>
        <p:sp>
          <p:nvSpPr>
            <p:cNvPr id="12" name="직사각형 11">
              <a:extLst>
                <a:ext uri="{FF2B5EF4-FFF2-40B4-BE49-F238E27FC236}">
                  <a16:creationId xmlns:a16="http://schemas.microsoft.com/office/drawing/2014/main" id="{AF589F47-28E4-40BF-8B38-F05665BABC06}"/>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13" name="직사각형 12">
              <a:extLst>
                <a:ext uri="{FF2B5EF4-FFF2-40B4-BE49-F238E27FC236}">
                  <a16:creationId xmlns:a16="http://schemas.microsoft.com/office/drawing/2014/main" id="{4A6B90A2-355D-40D0-925C-47A8D91FA9BA}"/>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grpSp>
        <p:nvGrpSpPr>
          <p:cNvPr id="14" name="그룹 13">
            <a:extLst>
              <a:ext uri="{FF2B5EF4-FFF2-40B4-BE49-F238E27FC236}">
                <a16:creationId xmlns:a16="http://schemas.microsoft.com/office/drawing/2014/main" id="{46203E38-6F15-4381-8A48-ADD87F716C20}"/>
              </a:ext>
            </a:extLst>
          </p:cNvPr>
          <p:cNvGrpSpPr/>
          <p:nvPr/>
        </p:nvGrpSpPr>
        <p:grpSpPr>
          <a:xfrm>
            <a:off x="580388" y="1340768"/>
            <a:ext cx="8887612" cy="579567"/>
            <a:chOff x="580388" y="1413381"/>
            <a:chExt cx="8887612" cy="579567"/>
          </a:xfrm>
        </p:grpSpPr>
        <p:sp>
          <p:nvSpPr>
            <p:cNvPr id="15" name="직사각형 14">
              <a:extLst>
                <a:ext uri="{FF2B5EF4-FFF2-40B4-BE49-F238E27FC236}">
                  <a16:creationId xmlns:a16="http://schemas.microsoft.com/office/drawing/2014/main" id="{E56F38A5-32F3-47E2-9A2A-D0DAE70CB3EA}"/>
                </a:ext>
              </a:extLst>
            </p:cNvPr>
            <p:cNvSpPr/>
            <p:nvPr/>
          </p:nvSpPr>
          <p:spPr>
            <a:xfrm>
              <a:off x="711200" y="1647487"/>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4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Tổng</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hợp</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'B'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theo</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cách</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khác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nhau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a:t>
              </a:r>
            </a:p>
          </p:txBody>
        </p:sp>
        <p:sp>
          <p:nvSpPr>
            <p:cNvPr id="17" name="직사각형 16">
              <a:extLst>
                <a:ext uri="{FF2B5EF4-FFF2-40B4-BE49-F238E27FC236}">
                  <a16:creationId xmlns:a16="http://schemas.microsoft.com/office/drawing/2014/main" id="{B7940309-31CB-4607-93FE-B44A3F1D7AB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Pivoting:</a:t>
              </a:r>
            </a:p>
          </p:txBody>
        </p:sp>
      </p:grpSp>
    </p:spTree>
    <p:extLst>
      <p:ext uri="{BB962C8B-B14F-4D97-AF65-F5344CB8AC3E}">
        <p14:creationId xmlns:p14="http://schemas.microsoft.com/office/powerpoint/2010/main" val="2617885233"/>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7BA75F2A-D4E1-441E-917E-BEF72062ECFF}"/>
              </a:ext>
            </a:extLst>
          </p:cNvPr>
          <p:cNvGrpSpPr/>
          <p:nvPr/>
        </p:nvGrpSpPr>
        <p:grpSpPr>
          <a:xfrm>
            <a:off x="558396" y="1628800"/>
            <a:ext cx="8782050" cy="1832857"/>
            <a:chOff x="558396" y="1628800"/>
            <a:chExt cx="8782050" cy="1832857"/>
          </a:xfrm>
        </p:grpSpPr>
        <p:sp>
          <p:nvSpPr>
            <p:cNvPr id="17" name="모서리가 둥근 직사각형 4">
              <a:extLst>
                <a:ext uri="{FF2B5EF4-FFF2-40B4-BE49-F238E27FC236}">
                  <a16:creationId xmlns:a16="http://schemas.microsoft.com/office/drawing/2014/main" id="{930158F8-A5B7-4F97-8E44-C73FC55364FC}"/>
                </a:ext>
              </a:extLst>
            </p:cNvPr>
            <p:cNvSpPr/>
            <p:nvPr/>
          </p:nvSpPr>
          <p:spPr>
            <a:xfrm>
              <a:off x="558396" y="1628800"/>
              <a:ext cx="8782050" cy="183285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SamsungOne-400" panose="020B0503030303020204" pitchFamily="34" charset="0"/>
                </a:rPr>
                <a:t> </a:t>
              </a: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19819"/>
            <a:stretch/>
          </p:blipFill>
          <p:spPr>
            <a:xfrm>
              <a:off x="608564" y="1655607"/>
              <a:ext cx="8731130" cy="1779659"/>
            </a:xfrm>
            <a:prstGeom prst="rect">
              <a:avLst/>
            </a:prstGeom>
          </p:spPr>
        </p:pic>
      </p:grpSp>
      <p:grpSp>
        <p:nvGrpSpPr>
          <p:cNvPr id="26" name="그룹 25">
            <a:extLst>
              <a:ext uri="{FF2B5EF4-FFF2-40B4-BE49-F238E27FC236}">
                <a16:creationId xmlns:a16="http://schemas.microsoft.com/office/drawing/2014/main" id="{2E454F0D-9F77-4C52-AE48-6FF28C69D9B8}"/>
              </a:ext>
            </a:extLst>
          </p:cNvPr>
          <p:cNvGrpSpPr/>
          <p:nvPr/>
        </p:nvGrpSpPr>
        <p:grpSpPr>
          <a:xfrm>
            <a:off x="450000" y="355025"/>
            <a:ext cx="9033082" cy="492443"/>
            <a:chOff x="450000" y="448335"/>
            <a:chExt cx="9033082" cy="492443"/>
          </a:xfrm>
        </p:grpSpPr>
        <p:sp>
          <p:nvSpPr>
            <p:cNvPr id="27" name="직사각형 26">
              <a:extLst>
                <a:ext uri="{FF2B5EF4-FFF2-40B4-BE49-F238E27FC236}">
                  <a16:creationId xmlns:a16="http://schemas.microsoft.com/office/drawing/2014/main" id="{BB66FEE8-4648-42BD-AB4F-A1429A73D221}"/>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28" name="직사각형 27">
              <a:extLst>
                <a:ext uri="{FF2B5EF4-FFF2-40B4-BE49-F238E27FC236}">
                  <a16:creationId xmlns:a16="http://schemas.microsoft.com/office/drawing/2014/main" id="{83C65D00-4756-4AFB-A4F2-A06310389C60}"/>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29" name="직사각형 28">
            <a:extLst>
              <a:ext uri="{FF2B5EF4-FFF2-40B4-BE49-F238E27FC236}">
                <a16:creationId xmlns:a16="http://schemas.microsoft.com/office/drawing/2014/main" id="{0FE0AA00-A4F6-4F2A-9F81-3823CE0ADFCB}"/>
              </a:ext>
            </a:extLst>
          </p:cNvPr>
          <p:cNvSpPr/>
          <p:nvPr/>
        </p:nvSpPr>
        <p:spPr>
          <a:xfrm>
            <a:off x="580388" y="1340768"/>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Thống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kê</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4" name="그룹 3">
            <a:extLst>
              <a:ext uri="{FF2B5EF4-FFF2-40B4-BE49-F238E27FC236}">
                <a16:creationId xmlns:a16="http://schemas.microsoft.com/office/drawing/2014/main" id="{817EC7A0-B632-4DEA-8C66-19E77B1318E3}"/>
              </a:ext>
            </a:extLst>
          </p:cNvPr>
          <p:cNvGrpSpPr/>
          <p:nvPr/>
        </p:nvGrpSpPr>
        <p:grpSpPr>
          <a:xfrm>
            <a:off x="557644" y="3566442"/>
            <a:ext cx="8782050" cy="2461132"/>
            <a:chOff x="557644" y="3603766"/>
            <a:chExt cx="8782050" cy="2461132"/>
          </a:xfrm>
        </p:grpSpPr>
        <p:sp>
          <p:nvSpPr>
            <p:cNvPr id="19" name="모서리가 둥근 직사각형 4">
              <a:extLst>
                <a:ext uri="{FF2B5EF4-FFF2-40B4-BE49-F238E27FC236}">
                  <a16:creationId xmlns:a16="http://schemas.microsoft.com/office/drawing/2014/main" id="{C3569CBD-5212-483A-A582-6794A42BDB63}"/>
                </a:ext>
              </a:extLst>
            </p:cNvPr>
            <p:cNvSpPr/>
            <p:nvPr/>
          </p:nvSpPr>
          <p:spPr>
            <a:xfrm>
              <a:off x="557644" y="3603766"/>
              <a:ext cx="8782050" cy="246113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0" name="그룹 19">
              <a:extLst>
                <a:ext uri="{FF2B5EF4-FFF2-40B4-BE49-F238E27FC236}">
                  <a16:creationId xmlns:a16="http://schemas.microsoft.com/office/drawing/2014/main" id="{F18919BF-DD65-4EDD-8E99-5FA6C053E53B}"/>
                </a:ext>
              </a:extLst>
            </p:cNvPr>
            <p:cNvGrpSpPr/>
            <p:nvPr/>
          </p:nvGrpSpPr>
          <p:grpSpPr>
            <a:xfrm>
              <a:off x="665154" y="3696667"/>
              <a:ext cx="2918106" cy="292387"/>
              <a:chOff x="732985" y="5582396"/>
              <a:chExt cx="2918106" cy="302131"/>
            </a:xfrm>
          </p:grpSpPr>
          <p:pic>
            <p:nvPicPr>
              <p:cNvPr id="22"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3" name="TextBox 22">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1" name="TextBox 20">
              <a:extLst>
                <a:ext uri="{FF2B5EF4-FFF2-40B4-BE49-F238E27FC236}">
                  <a16:creationId xmlns:a16="http://schemas.microsoft.com/office/drawing/2014/main" id="{0800EE66-B78E-4CCD-A49E-31BBE412C7F6}"/>
                </a:ext>
              </a:extLst>
            </p:cNvPr>
            <p:cNvSpPr txBox="1"/>
            <p:nvPr/>
          </p:nvSpPr>
          <p:spPr>
            <a:xfrm>
              <a:off x="1024575" y="4031561"/>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Tổng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nvGrpSpPr>
            <p:cNvPr id="34" name="그룹 33">
              <a:extLst>
                <a:ext uri="{FF2B5EF4-FFF2-40B4-BE49-F238E27FC236}">
                  <a16:creationId xmlns:a16="http://schemas.microsoft.com/office/drawing/2014/main" id="{8BDD1350-0B03-4FB6-87D4-CD286CBF3E0F}"/>
                </a:ext>
              </a:extLst>
            </p:cNvPr>
            <p:cNvGrpSpPr/>
            <p:nvPr/>
          </p:nvGrpSpPr>
          <p:grpSpPr>
            <a:xfrm>
              <a:off x="665154" y="4269832"/>
              <a:ext cx="8640559" cy="534949"/>
              <a:chOff x="665154" y="3840683"/>
              <a:chExt cx="8640559" cy="534949"/>
            </a:xfrm>
          </p:grpSpPr>
          <p:grpSp>
            <p:nvGrpSpPr>
              <p:cNvPr id="35" name="그룹 34">
                <a:extLst>
                  <a:ext uri="{FF2B5EF4-FFF2-40B4-BE49-F238E27FC236}">
                    <a16:creationId xmlns:a16="http://schemas.microsoft.com/office/drawing/2014/main" id="{256A30F2-8F22-4300-8A33-1DB3903B165E}"/>
                  </a:ext>
                </a:extLst>
              </p:cNvPr>
              <p:cNvGrpSpPr/>
              <p:nvPr/>
            </p:nvGrpSpPr>
            <p:grpSpPr>
              <a:xfrm>
                <a:off x="665154" y="3840683"/>
                <a:ext cx="2918106" cy="292387"/>
                <a:chOff x="732985" y="5582396"/>
                <a:chExt cx="2918106" cy="302131"/>
              </a:xfrm>
            </p:grpSpPr>
            <p:pic>
              <p:nvPicPr>
                <p:cNvPr id="37" name="Picture 2" descr="Byte - Free electronics icons">
                  <a:extLst>
                    <a:ext uri="{FF2B5EF4-FFF2-40B4-BE49-F238E27FC236}">
                      <a16:creationId xmlns:a16="http://schemas.microsoft.com/office/drawing/2014/main" id="{5C59C578-7EDD-45C9-90DE-21A8884B545D}"/>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8" name="TextBox 37">
                  <a:extLst>
                    <a:ext uri="{FF2B5EF4-FFF2-40B4-BE49-F238E27FC236}">
                      <a16:creationId xmlns:a16="http://schemas.microsoft.com/office/drawing/2014/main" id="{6F3A4513-DF20-4F70-9C41-E6E33039C2BF}"/>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6" name="TextBox 35">
                <a:extLst>
                  <a:ext uri="{FF2B5EF4-FFF2-40B4-BE49-F238E27FC236}">
                    <a16:creationId xmlns:a16="http://schemas.microsoft.com/office/drawing/2014/main" id="{C550D399-3D86-4345-91AD-5AF238778F33}"/>
                  </a:ext>
                </a:extLst>
              </p:cNvPr>
              <p:cNvSpPr txBox="1"/>
              <p:nvPr/>
            </p:nvSpPr>
            <p:spPr>
              <a:xfrm>
                <a:off x="1024575" y="4175577"/>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Tổng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nvGrpSpPr>
            <p:cNvPr id="39" name="그룹 38">
              <a:extLst>
                <a:ext uri="{FF2B5EF4-FFF2-40B4-BE49-F238E27FC236}">
                  <a16:creationId xmlns:a16="http://schemas.microsoft.com/office/drawing/2014/main" id="{233DED8B-5BEB-4E38-9A49-E98F26A0102A}"/>
                </a:ext>
              </a:extLst>
            </p:cNvPr>
            <p:cNvGrpSpPr/>
            <p:nvPr/>
          </p:nvGrpSpPr>
          <p:grpSpPr>
            <a:xfrm>
              <a:off x="665154" y="4833065"/>
              <a:ext cx="8640559" cy="534949"/>
              <a:chOff x="665154" y="3840683"/>
              <a:chExt cx="8640559" cy="534949"/>
            </a:xfrm>
          </p:grpSpPr>
          <p:grpSp>
            <p:nvGrpSpPr>
              <p:cNvPr id="40" name="그룹 39">
                <a:extLst>
                  <a:ext uri="{FF2B5EF4-FFF2-40B4-BE49-F238E27FC236}">
                    <a16:creationId xmlns:a16="http://schemas.microsoft.com/office/drawing/2014/main" id="{845F00C1-134A-4B99-AFD5-A33AA20AF1A4}"/>
                  </a:ext>
                </a:extLst>
              </p:cNvPr>
              <p:cNvGrpSpPr/>
              <p:nvPr/>
            </p:nvGrpSpPr>
            <p:grpSpPr>
              <a:xfrm>
                <a:off x="665154" y="3840683"/>
                <a:ext cx="2918106" cy="292387"/>
                <a:chOff x="732985" y="5582396"/>
                <a:chExt cx="2918106" cy="302131"/>
              </a:xfrm>
            </p:grpSpPr>
            <p:pic>
              <p:nvPicPr>
                <p:cNvPr id="42" name="Picture 2" descr="Byte - Free electronics icons">
                  <a:extLst>
                    <a:ext uri="{FF2B5EF4-FFF2-40B4-BE49-F238E27FC236}">
                      <a16:creationId xmlns:a16="http://schemas.microsoft.com/office/drawing/2014/main" id="{8D7ECA21-1E71-41FA-9A9D-F04ED531F69A}"/>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3" name="TextBox 42">
                  <a:extLst>
                    <a:ext uri="{FF2B5EF4-FFF2-40B4-BE49-F238E27FC236}">
                      <a16:creationId xmlns:a16="http://schemas.microsoft.com/office/drawing/2014/main" id="{60E0B6AA-94D8-4837-BAB0-52DBC070F3EF}"/>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41" name="TextBox 40">
                <a:extLst>
                  <a:ext uri="{FF2B5EF4-FFF2-40B4-BE49-F238E27FC236}">
                    <a16:creationId xmlns:a16="http://schemas.microsoft.com/office/drawing/2014/main" id="{03763CA9-6FC2-448F-ADFD-2E52B4E1E3C9}"/>
                  </a:ext>
                </a:extLst>
              </p:cNvPr>
              <p:cNvSpPr txBox="1"/>
              <p:nvPr/>
            </p:nvSpPr>
            <p:spPr>
              <a:xfrm>
                <a:off x="1024575" y="4175577"/>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solidFill>
                      <a:prstClr val="black">
                        <a:lumMod val="85000"/>
                        <a:lumOff val="15000"/>
                      </a:prstClr>
                    </a:solidFill>
                    <a:latin typeface="SamsungOne-400" panose="020B0503030303020204" pitchFamily="34" charset="0"/>
                  </a:rPr>
                  <a:t>Trung </a:t>
                </a:r>
                <a:r>
                  <a:rPr lang="en-US" altLang="ko-KR" sz="1300" dirty="0" err="1">
                    <a:solidFill>
                      <a:prstClr val="black">
                        <a:lumMod val="85000"/>
                        <a:lumOff val="15000"/>
                      </a:prstClr>
                    </a:solidFill>
                    <a:latin typeface="SamsungOne-400" panose="020B0503030303020204" pitchFamily="34" charset="0"/>
                  </a:rPr>
                  <a:t>bình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không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bỏ</a:t>
                </a:r>
                <a:r>
                  <a:rPr lang="en-US" altLang="ko-KR" sz="1300" dirty="0">
                    <a:solidFill>
                      <a:prstClr val="black">
                        <a:lumMod val="85000"/>
                        <a:lumOff val="15000"/>
                      </a:prstClr>
                    </a:solidFill>
                    <a:latin typeface="SamsungOne-400" panose="020B0503030303020204" pitchFamily="34" charset="0"/>
                  </a:rPr>
                  <a:t> qua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còn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thiếu</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nvGrpSpPr>
            <p:cNvPr id="44" name="그룹 43">
              <a:extLst>
                <a:ext uri="{FF2B5EF4-FFF2-40B4-BE49-F238E27FC236}">
                  <a16:creationId xmlns:a16="http://schemas.microsoft.com/office/drawing/2014/main" id="{5EDD4D94-4D5A-491A-ACF1-A8DBE4769C9F}"/>
                </a:ext>
              </a:extLst>
            </p:cNvPr>
            <p:cNvGrpSpPr/>
            <p:nvPr/>
          </p:nvGrpSpPr>
          <p:grpSpPr>
            <a:xfrm>
              <a:off x="665154" y="5428305"/>
              <a:ext cx="8640559" cy="534949"/>
              <a:chOff x="665154" y="3840683"/>
              <a:chExt cx="8640559" cy="534949"/>
            </a:xfrm>
          </p:grpSpPr>
          <p:grpSp>
            <p:nvGrpSpPr>
              <p:cNvPr id="45" name="그룹 44">
                <a:extLst>
                  <a:ext uri="{FF2B5EF4-FFF2-40B4-BE49-F238E27FC236}">
                    <a16:creationId xmlns:a16="http://schemas.microsoft.com/office/drawing/2014/main" id="{A11206EA-C605-4039-9E33-645CA325D3E8}"/>
                  </a:ext>
                </a:extLst>
              </p:cNvPr>
              <p:cNvGrpSpPr/>
              <p:nvPr/>
            </p:nvGrpSpPr>
            <p:grpSpPr>
              <a:xfrm>
                <a:off x="665154" y="3840683"/>
                <a:ext cx="2918106" cy="292387"/>
                <a:chOff x="732985" y="5582396"/>
                <a:chExt cx="2918106" cy="302131"/>
              </a:xfrm>
            </p:grpSpPr>
            <p:pic>
              <p:nvPicPr>
                <p:cNvPr id="47" name="Picture 2" descr="Byte - Free electronics icons">
                  <a:extLst>
                    <a:ext uri="{FF2B5EF4-FFF2-40B4-BE49-F238E27FC236}">
                      <a16:creationId xmlns:a16="http://schemas.microsoft.com/office/drawing/2014/main" id="{7E5C0CCB-0D17-422D-825A-F3FE6E1661C8}"/>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8" name="TextBox 47">
                  <a:extLst>
                    <a:ext uri="{FF2B5EF4-FFF2-40B4-BE49-F238E27FC236}">
                      <a16:creationId xmlns:a16="http://schemas.microsoft.com/office/drawing/2014/main" id="{865E125A-A68E-4A5B-8537-DFFFD39093F7}"/>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46" name="TextBox 45">
                <a:extLst>
                  <a:ext uri="{FF2B5EF4-FFF2-40B4-BE49-F238E27FC236}">
                    <a16:creationId xmlns:a16="http://schemas.microsoft.com/office/drawing/2014/main" id="{C12C67B3-88F3-4AA7-9262-79870DE088C7}"/>
                  </a:ext>
                </a:extLst>
              </p:cNvPr>
              <p:cNvSpPr txBox="1"/>
              <p:nvPr/>
            </p:nvSpPr>
            <p:spPr>
              <a:xfrm>
                <a:off x="1024575" y="4175577"/>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Thống</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kê</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mô</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tả</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của</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các</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cột</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biến</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3969346793"/>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7BA75F2A-D4E1-441E-917E-BEF72062ECFF}"/>
              </a:ext>
            </a:extLst>
          </p:cNvPr>
          <p:cNvGrpSpPr/>
          <p:nvPr/>
        </p:nvGrpSpPr>
        <p:grpSpPr>
          <a:xfrm>
            <a:off x="558396" y="1628800"/>
            <a:ext cx="8782050" cy="1832857"/>
            <a:chOff x="558396" y="1628800"/>
            <a:chExt cx="8782050" cy="1832857"/>
          </a:xfrm>
        </p:grpSpPr>
        <p:sp>
          <p:nvSpPr>
            <p:cNvPr id="17" name="모서리가 둥근 직사각형 4">
              <a:extLst>
                <a:ext uri="{FF2B5EF4-FFF2-40B4-BE49-F238E27FC236}">
                  <a16:creationId xmlns:a16="http://schemas.microsoft.com/office/drawing/2014/main" id="{930158F8-A5B7-4F97-8E44-C73FC55364FC}"/>
                </a:ext>
              </a:extLst>
            </p:cNvPr>
            <p:cNvSpPr/>
            <p:nvPr/>
          </p:nvSpPr>
          <p:spPr>
            <a:xfrm>
              <a:off x="558396" y="1628800"/>
              <a:ext cx="8782050" cy="183285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SamsungOne-400" panose="020B0503030303020204" pitchFamily="34" charset="0"/>
                </a:rPr>
                <a:t> </a:t>
              </a: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19819"/>
            <a:stretch/>
          </p:blipFill>
          <p:spPr>
            <a:xfrm>
              <a:off x="608564" y="1655607"/>
              <a:ext cx="8731130" cy="1779659"/>
            </a:xfrm>
            <a:prstGeom prst="rect">
              <a:avLst/>
            </a:prstGeom>
          </p:spPr>
        </p:pic>
      </p:grpSp>
      <p:grpSp>
        <p:nvGrpSpPr>
          <p:cNvPr id="26" name="그룹 25">
            <a:extLst>
              <a:ext uri="{FF2B5EF4-FFF2-40B4-BE49-F238E27FC236}">
                <a16:creationId xmlns:a16="http://schemas.microsoft.com/office/drawing/2014/main" id="{2E454F0D-9F77-4C52-AE48-6FF28C69D9B8}"/>
              </a:ext>
            </a:extLst>
          </p:cNvPr>
          <p:cNvGrpSpPr/>
          <p:nvPr/>
        </p:nvGrpSpPr>
        <p:grpSpPr>
          <a:xfrm>
            <a:off x="450000" y="355025"/>
            <a:ext cx="9033082" cy="492443"/>
            <a:chOff x="450000" y="448335"/>
            <a:chExt cx="9033082" cy="492443"/>
          </a:xfrm>
        </p:grpSpPr>
        <p:sp>
          <p:nvSpPr>
            <p:cNvPr id="27" name="직사각형 26">
              <a:extLst>
                <a:ext uri="{FF2B5EF4-FFF2-40B4-BE49-F238E27FC236}">
                  <a16:creationId xmlns:a16="http://schemas.microsoft.com/office/drawing/2014/main" id="{BB66FEE8-4648-42BD-AB4F-A1429A73D221}"/>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28" name="직사각형 27">
              <a:extLst>
                <a:ext uri="{FF2B5EF4-FFF2-40B4-BE49-F238E27FC236}">
                  <a16:creationId xmlns:a16="http://schemas.microsoft.com/office/drawing/2014/main" id="{83C65D00-4756-4AFB-A4F2-A06310389C60}"/>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29" name="직사각형 28">
            <a:extLst>
              <a:ext uri="{FF2B5EF4-FFF2-40B4-BE49-F238E27FC236}">
                <a16:creationId xmlns:a16="http://schemas.microsoft.com/office/drawing/2014/main" id="{0FE0AA00-A4F6-4F2A-9F81-3823CE0ADFCB}"/>
              </a:ext>
            </a:extLst>
          </p:cNvPr>
          <p:cNvSpPr/>
          <p:nvPr/>
        </p:nvSpPr>
        <p:spPr>
          <a:xfrm>
            <a:off x="580388" y="1340768"/>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Thống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kê</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4" name="그룹 3">
            <a:extLst>
              <a:ext uri="{FF2B5EF4-FFF2-40B4-BE49-F238E27FC236}">
                <a16:creationId xmlns:a16="http://schemas.microsoft.com/office/drawing/2014/main" id="{817EC7A0-B632-4DEA-8C66-19E77B1318E3}"/>
              </a:ext>
            </a:extLst>
          </p:cNvPr>
          <p:cNvGrpSpPr/>
          <p:nvPr/>
        </p:nvGrpSpPr>
        <p:grpSpPr>
          <a:xfrm>
            <a:off x="557644" y="3566442"/>
            <a:ext cx="8782050" cy="2461132"/>
            <a:chOff x="557644" y="3603766"/>
            <a:chExt cx="8782050" cy="2461132"/>
          </a:xfrm>
        </p:grpSpPr>
        <p:sp>
          <p:nvSpPr>
            <p:cNvPr id="19" name="모서리가 둥근 직사각형 4">
              <a:extLst>
                <a:ext uri="{FF2B5EF4-FFF2-40B4-BE49-F238E27FC236}">
                  <a16:creationId xmlns:a16="http://schemas.microsoft.com/office/drawing/2014/main" id="{C3569CBD-5212-483A-A582-6794A42BDB63}"/>
                </a:ext>
              </a:extLst>
            </p:cNvPr>
            <p:cNvSpPr/>
            <p:nvPr/>
          </p:nvSpPr>
          <p:spPr>
            <a:xfrm>
              <a:off x="557644" y="3603766"/>
              <a:ext cx="8782050" cy="246113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0" name="그룹 19">
              <a:extLst>
                <a:ext uri="{FF2B5EF4-FFF2-40B4-BE49-F238E27FC236}">
                  <a16:creationId xmlns:a16="http://schemas.microsoft.com/office/drawing/2014/main" id="{F18919BF-DD65-4EDD-8E99-5FA6C053E53B}"/>
                </a:ext>
              </a:extLst>
            </p:cNvPr>
            <p:cNvGrpSpPr/>
            <p:nvPr/>
          </p:nvGrpSpPr>
          <p:grpSpPr>
            <a:xfrm>
              <a:off x="665154" y="3696667"/>
              <a:ext cx="2918106" cy="292387"/>
              <a:chOff x="732985" y="5582396"/>
              <a:chExt cx="2918106" cy="302131"/>
            </a:xfrm>
          </p:grpSpPr>
          <p:pic>
            <p:nvPicPr>
              <p:cNvPr id="22"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3" name="TextBox 22">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1" name="TextBox 20">
              <a:extLst>
                <a:ext uri="{FF2B5EF4-FFF2-40B4-BE49-F238E27FC236}">
                  <a16:creationId xmlns:a16="http://schemas.microsoft.com/office/drawing/2014/main" id="{0800EE66-B78E-4CCD-A49E-31BBE412C7F6}"/>
                </a:ext>
              </a:extLst>
            </p:cNvPr>
            <p:cNvSpPr txBox="1"/>
            <p:nvPr/>
          </p:nvSpPr>
          <p:spPr>
            <a:xfrm>
              <a:off x="1024575" y="4031561"/>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Đếm</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các</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giá</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trị</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không</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thiếu</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dọc</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theo</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các</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cột</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nvGrpSpPr>
            <p:cNvPr id="34" name="그룹 33">
              <a:extLst>
                <a:ext uri="{FF2B5EF4-FFF2-40B4-BE49-F238E27FC236}">
                  <a16:creationId xmlns:a16="http://schemas.microsoft.com/office/drawing/2014/main" id="{8BDD1350-0B03-4FB6-87D4-CD286CBF3E0F}"/>
                </a:ext>
              </a:extLst>
            </p:cNvPr>
            <p:cNvGrpSpPr/>
            <p:nvPr/>
          </p:nvGrpSpPr>
          <p:grpSpPr>
            <a:xfrm>
              <a:off x="665154" y="4269832"/>
              <a:ext cx="8640559" cy="534949"/>
              <a:chOff x="665154" y="3840683"/>
              <a:chExt cx="8640559" cy="534949"/>
            </a:xfrm>
          </p:grpSpPr>
          <p:grpSp>
            <p:nvGrpSpPr>
              <p:cNvPr id="35" name="그룹 34">
                <a:extLst>
                  <a:ext uri="{FF2B5EF4-FFF2-40B4-BE49-F238E27FC236}">
                    <a16:creationId xmlns:a16="http://schemas.microsoft.com/office/drawing/2014/main" id="{256A30F2-8F22-4300-8A33-1DB3903B165E}"/>
                  </a:ext>
                </a:extLst>
              </p:cNvPr>
              <p:cNvGrpSpPr/>
              <p:nvPr/>
            </p:nvGrpSpPr>
            <p:grpSpPr>
              <a:xfrm>
                <a:off x="665154" y="3840683"/>
                <a:ext cx="2918106" cy="292387"/>
                <a:chOff x="732985" y="5582396"/>
                <a:chExt cx="2918106" cy="302131"/>
              </a:xfrm>
            </p:grpSpPr>
            <p:pic>
              <p:nvPicPr>
                <p:cNvPr id="37" name="Picture 2" descr="Byte - Free electronics icons">
                  <a:extLst>
                    <a:ext uri="{FF2B5EF4-FFF2-40B4-BE49-F238E27FC236}">
                      <a16:creationId xmlns:a16="http://schemas.microsoft.com/office/drawing/2014/main" id="{5C59C578-7EDD-45C9-90DE-21A8884B545D}"/>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8" name="TextBox 37">
                  <a:extLst>
                    <a:ext uri="{FF2B5EF4-FFF2-40B4-BE49-F238E27FC236}">
                      <a16:creationId xmlns:a16="http://schemas.microsoft.com/office/drawing/2014/main" id="{6F3A4513-DF20-4F70-9C41-E6E33039C2BF}"/>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6" name="TextBox 35">
                <a:extLst>
                  <a:ext uri="{FF2B5EF4-FFF2-40B4-BE49-F238E27FC236}">
                    <a16:creationId xmlns:a16="http://schemas.microsoft.com/office/drawing/2014/main" id="{C550D399-3D86-4345-91AD-5AF238778F33}"/>
                  </a:ext>
                </a:extLst>
              </p:cNvPr>
              <p:cNvSpPr txBox="1"/>
              <p:nvPr/>
            </p:nvSpPr>
            <p:spPr>
              <a:xfrm>
                <a:off x="1024575" y="4175577"/>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Tính tương quan (correlation) giữa cột 'A' và cột 'B'.</a:t>
                </a:r>
                <a:endParaRPr lang="ko-KR" altLang="en-US" sz="1300" dirty="0">
                  <a:solidFill>
                    <a:prstClr val="black">
                      <a:lumMod val="85000"/>
                      <a:lumOff val="15000"/>
                    </a:prstClr>
                  </a:solidFill>
                  <a:latin typeface="SamsungOne-400" panose="020B0503030303020204" pitchFamily="34" charset="0"/>
                </a:endParaRPr>
              </a:p>
            </p:txBody>
          </p:sp>
        </p:grpSp>
        <p:grpSp>
          <p:nvGrpSpPr>
            <p:cNvPr id="39" name="그룹 38">
              <a:extLst>
                <a:ext uri="{FF2B5EF4-FFF2-40B4-BE49-F238E27FC236}">
                  <a16:creationId xmlns:a16="http://schemas.microsoft.com/office/drawing/2014/main" id="{233DED8B-5BEB-4E38-9A49-E98F26A0102A}"/>
                </a:ext>
              </a:extLst>
            </p:cNvPr>
            <p:cNvGrpSpPr/>
            <p:nvPr/>
          </p:nvGrpSpPr>
          <p:grpSpPr>
            <a:xfrm>
              <a:off x="665154" y="4833065"/>
              <a:ext cx="8640559" cy="534949"/>
              <a:chOff x="665154" y="3840683"/>
              <a:chExt cx="8640559" cy="534949"/>
            </a:xfrm>
          </p:grpSpPr>
          <p:grpSp>
            <p:nvGrpSpPr>
              <p:cNvPr id="40" name="그룹 39">
                <a:extLst>
                  <a:ext uri="{FF2B5EF4-FFF2-40B4-BE49-F238E27FC236}">
                    <a16:creationId xmlns:a16="http://schemas.microsoft.com/office/drawing/2014/main" id="{845F00C1-134A-4B99-AFD5-A33AA20AF1A4}"/>
                  </a:ext>
                </a:extLst>
              </p:cNvPr>
              <p:cNvGrpSpPr/>
              <p:nvPr/>
            </p:nvGrpSpPr>
            <p:grpSpPr>
              <a:xfrm>
                <a:off x="665154" y="3840683"/>
                <a:ext cx="2918106" cy="292387"/>
                <a:chOff x="732985" y="5582396"/>
                <a:chExt cx="2918106" cy="302131"/>
              </a:xfrm>
            </p:grpSpPr>
            <p:pic>
              <p:nvPicPr>
                <p:cNvPr id="42" name="Picture 2" descr="Byte - Free electronics icons">
                  <a:extLst>
                    <a:ext uri="{FF2B5EF4-FFF2-40B4-BE49-F238E27FC236}">
                      <a16:creationId xmlns:a16="http://schemas.microsoft.com/office/drawing/2014/main" id="{8D7ECA21-1E71-41FA-9A9D-F04ED531F69A}"/>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3" name="TextBox 42">
                  <a:extLst>
                    <a:ext uri="{FF2B5EF4-FFF2-40B4-BE49-F238E27FC236}">
                      <a16:creationId xmlns:a16="http://schemas.microsoft.com/office/drawing/2014/main" id="{60E0B6AA-94D8-4837-BAB0-52DBC070F3EF}"/>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41" name="TextBox 40">
                <a:extLst>
                  <a:ext uri="{FF2B5EF4-FFF2-40B4-BE49-F238E27FC236}">
                    <a16:creationId xmlns:a16="http://schemas.microsoft.com/office/drawing/2014/main" id="{03763CA9-6FC2-448F-ADFD-2E52B4E1E3C9}"/>
                  </a:ext>
                </a:extLst>
              </p:cNvPr>
              <p:cNvSpPr txBox="1"/>
              <p:nvPr/>
            </p:nvSpPr>
            <p:spPr>
              <a:xfrm>
                <a:off x="1024575" y="4175577"/>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Tính ma trận tương quan theo từng cặp biến số.</a:t>
                </a:r>
              </a:p>
            </p:txBody>
          </p:sp>
        </p:grpSp>
        <p:grpSp>
          <p:nvGrpSpPr>
            <p:cNvPr id="44" name="그룹 43">
              <a:extLst>
                <a:ext uri="{FF2B5EF4-FFF2-40B4-BE49-F238E27FC236}">
                  <a16:creationId xmlns:a16="http://schemas.microsoft.com/office/drawing/2014/main" id="{5EDD4D94-4D5A-491A-ACF1-A8DBE4769C9F}"/>
                </a:ext>
              </a:extLst>
            </p:cNvPr>
            <p:cNvGrpSpPr/>
            <p:nvPr/>
          </p:nvGrpSpPr>
          <p:grpSpPr>
            <a:xfrm>
              <a:off x="665154" y="5428305"/>
              <a:ext cx="8640559" cy="534949"/>
              <a:chOff x="665154" y="3840683"/>
              <a:chExt cx="8640559" cy="534949"/>
            </a:xfrm>
          </p:grpSpPr>
          <p:grpSp>
            <p:nvGrpSpPr>
              <p:cNvPr id="45" name="그룹 44">
                <a:extLst>
                  <a:ext uri="{FF2B5EF4-FFF2-40B4-BE49-F238E27FC236}">
                    <a16:creationId xmlns:a16="http://schemas.microsoft.com/office/drawing/2014/main" id="{A11206EA-C605-4039-9E33-645CA325D3E8}"/>
                  </a:ext>
                </a:extLst>
              </p:cNvPr>
              <p:cNvGrpSpPr/>
              <p:nvPr/>
            </p:nvGrpSpPr>
            <p:grpSpPr>
              <a:xfrm>
                <a:off x="665154" y="3840683"/>
                <a:ext cx="2918106" cy="292387"/>
                <a:chOff x="732985" y="5582396"/>
                <a:chExt cx="2918106" cy="302131"/>
              </a:xfrm>
            </p:grpSpPr>
            <p:pic>
              <p:nvPicPr>
                <p:cNvPr id="47" name="Picture 2" descr="Byte - Free electronics icons">
                  <a:extLst>
                    <a:ext uri="{FF2B5EF4-FFF2-40B4-BE49-F238E27FC236}">
                      <a16:creationId xmlns:a16="http://schemas.microsoft.com/office/drawing/2014/main" id="{7E5C0CCB-0D17-422D-825A-F3FE6E1661C8}"/>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8" name="TextBox 47">
                  <a:extLst>
                    <a:ext uri="{FF2B5EF4-FFF2-40B4-BE49-F238E27FC236}">
                      <a16:creationId xmlns:a16="http://schemas.microsoft.com/office/drawing/2014/main" id="{865E125A-A68E-4A5B-8537-DFFFD39093F7}"/>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46" name="TextBox 45">
                <a:extLst>
                  <a:ext uri="{FF2B5EF4-FFF2-40B4-BE49-F238E27FC236}">
                    <a16:creationId xmlns:a16="http://schemas.microsoft.com/office/drawing/2014/main" id="{C12C67B3-88F3-4AA7-9262-79870DE088C7}"/>
                  </a:ext>
                </a:extLst>
              </p:cNvPr>
              <p:cNvSpPr txBox="1"/>
              <p:nvPr/>
            </p:nvSpPr>
            <p:spPr>
              <a:xfrm>
                <a:off x="1024575" y="4175577"/>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Tính tương quan giữa “A” và các biến số khác.</a:t>
                </a:r>
              </a:p>
            </p:txBody>
          </p:sp>
        </p:grpSp>
      </p:grpSp>
    </p:spTree>
    <p:extLst>
      <p:ext uri="{BB962C8B-B14F-4D97-AF65-F5344CB8AC3E}">
        <p14:creationId xmlns:p14="http://schemas.microsoft.com/office/powerpoint/2010/main" val="1889985963"/>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7E5CE6DE-B3BB-405C-8359-83C1C5FF6030}"/>
              </a:ext>
            </a:extLst>
          </p:cNvPr>
          <p:cNvGrpSpPr/>
          <p:nvPr/>
        </p:nvGrpSpPr>
        <p:grpSpPr>
          <a:xfrm>
            <a:off x="558396" y="1628801"/>
            <a:ext cx="8782050" cy="1692898"/>
            <a:chOff x="558396" y="1628801"/>
            <a:chExt cx="8782050" cy="1692898"/>
          </a:xfrm>
        </p:grpSpPr>
        <p:sp>
          <p:nvSpPr>
            <p:cNvPr id="33" name="모서리가 둥근 직사각형 4">
              <a:extLst>
                <a:ext uri="{FF2B5EF4-FFF2-40B4-BE49-F238E27FC236}">
                  <a16:creationId xmlns:a16="http://schemas.microsoft.com/office/drawing/2014/main" id="{38C9E3A6-821A-4D70-AE4E-B2E6542B92B2}"/>
                </a:ext>
              </a:extLst>
            </p:cNvPr>
            <p:cNvSpPr/>
            <p:nvPr/>
          </p:nvSpPr>
          <p:spPr>
            <a:xfrm>
              <a:off x="558396" y="1628801"/>
              <a:ext cx="8782050" cy="169289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SamsungOne-400" panose="020B0503030303020204" pitchFamily="34" charset="0"/>
                </a:rPr>
                <a:t> </a:t>
              </a: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22064"/>
            <a:stretch/>
          </p:blipFill>
          <p:spPr>
            <a:xfrm>
              <a:off x="620159" y="1690198"/>
              <a:ext cx="8719535" cy="1603067"/>
            </a:xfrm>
            <a:prstGeom prst="rect">
              <a:avLst/>
            </a:prstGeom>
          </p:spPr>
        </p:pic>
      </p:grpSp>
      <p:grpSp>
        <p:nvGrpSpPr>
          <p:cNvPr id="26" name="그룹 25">
            <a:extLst>
              <a:ext uri="{FF2B5EF4-FFF2-40B4-BE49-F238E27FC236}">
                <a16:creationId xmlns:a16="http://schemas.microsoft.com/office/drawing/2014/main" id="{47845FA7-473B-4E4D-ABD9-70301E296824}"/>
              </a:ext>
            </a:extLst>
          </p:cNvPr>
          <p:cNvGrpSpPr/>
          <p:nvPr/>
        </p:nvGrpSpPr>
        <p:grpSpPr>
          <a:xfrm>
            <a:off x="450000" y="355025"/>
            <a:ext cx="9033082" cy="492443"/>
            <a:chOff x="450000" y="448335"/>
            <a:chExt cx="9033082" cy="492443"/>
          </a:xfrm>
        </p:grpSpPr>
        <p:sp>
          <p:nvSpPr>
            <p:cNvPr id="27" name="직사각형 26">
              <a:extLst>
                <a:ext uri="{FF2B5EF4-FFF2-40B4-BE49-F238E27FC236}">
                  <a16:creationId xmlns:a16="http://schemas.microsoft.com/office/drawing/2014/main" id="{5DEF3844-DB0F-4BEB-AB02-4915E770D726}"/>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28" name="직사각형 27">
              <a:extLst>
                <a:ext uri="{FF2B5EF4-FFF2-40B4-BE49-F238E27FC236}">
                  <a16:creationId xmlns:a16="http://schemas.microsoft.com/office/drawing/2014/main" id="{AF8B754F-070B-4FEF-AAD7-F35ACA3C8F75}"/>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29" name="직사각형 28">
            <a:extLst>
              <a:ext uri="{FF2B5EF4-FFF2-40B4-BE49-F238E27FC236}">
                <a16:creationId xmlns:a16="http://schemas.microsoft.com/office/drawing/2014/main" id="{17FF6241-CB1A-4063-B8A0-9BDCE15CC9BE}"/>
              </a:ext>
            </a:extLst>
          </p:cNvPr>
          <p:cNvSpPr/>
          <p:nvPr/>
        </p:nvSpPr>
        <p:spPr>
          <a:xfrm>
            <a:off x="580388" y="1340768"/>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Phát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hiện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lý</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giá</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thiếu</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4" name="그룹 3">
            <a:extLst>
              <a:ext uri="{FF2B5EF4-FFF2-40B4-BE49-F238E27FC236}">
                <a16:creationId xmlns:a16="http://schemas.microsoft.com/office/drawing/2014/main" id="{E77D7934-47AF-4760-8F8F-8574F2C1B65B}"/>
              </a:ext>
            </a:extLst>
          </p:cNvPr>
          <p:cNvGrpSpPr/>
          <p:nvPr/>
        </p:nvGrpSpPr>
        <p:grpSpPr>
          <a:xfrm>
            <a:off x="557644" y="3419669"/>
            <a:ext cx="8782050" cy="2486609"/>
            <a:chOff x="557644" y="3419669"/>
            <a:chExt cx="8782050" cy="2486609"/>
          </a:xfrm>
        </p:grpSpPr>
        <p:sp>
          <p:nvSpPr>
            <p:cNvPr id="17" name="모서리가 둥근 직사각형 4">
              <a:extLst>
                <a:ext uri="{FF2B5EF4-FFF2-40B4-BE49-F238E27FC236}">
                  <a16:creationId xmlns:a16="http://schemas.microsoft.com/office/drawing/2014/main" id="{C3569CBD-5212-483A-A582-6794A42BDB63}"/>
                </a:ext>
              </a:extLst>
            </p:cNvPr>
            <p:cNvSpPr/>
            <p:nvPr/>
          </p:nvSpPr>
          <p:spPr>
            <a:xfrm>
              <a:off x="557644" y="3419669"/>
              <a:ext cx="8782050" cy="248660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8" name="그룹 17">
              <a:extLst>
                <a:ext uri="{FF2B5EF4-FFF2-40B4-BE49-F238E27FC236}">
                  <a16:creationId xmlns:a16="http://schemas.microsoft.com/office/drawing/2014/main" id="{F18919BF-DD65-4EDD-8E99-5FA6C053E53B}"/>
                </a:ext>
              </a:extLst>
            </p:cNvPr>
            <p:cNvGrpSpPr/>
            <p:nvPr/>
          </p:nvGrpSpPr>
          <p:grpSpPr>
            <a:xfrm>
              <a:off x="665154" y="3512570"/>
              <a:ext cx="2918106" cy="292387"/>
              <a:chOff x="732985" y="5582396"/>
              <a:chExt cx="2918106" cy="302131"/>
            </a:xfrm>
          </p:grpSpPr>
          <p:pic>
            <p:nvPicPr>
              <p:cNvPr id="20"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9" name="TextBox 18">
              <a:extLst>
                <a:ext uri="{FF2B5EF4-FFF2-40B4-BE49-F238E27FC236}">
                  <a16:creationId xmlns:a16="http://schemas.microsoft.com/office/drawing/2014/main" id="{0800EE66-B78E-4CCD-A49E-31BBE412C7F6}"/>
                </a:ext>
              </a:extLst>
            </p:cNvPr>
            <p:cNvSpPr txBox="1"/>
            <p:nvPr/>
          </p:nvSpPr>
          <p:spPr>
            <a:xfrm>
              <a:off x="1024575" y="3847464"/>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Trả</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về</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một</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DataFrame</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với</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trạng</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thái</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b="1" dirty="0">
                  <a:solidFill>
                    <a:prstClr val="black"/>
                  </a:solidFill>
                  <a:latin typeface="SamsungOne-400" panose="020B0503030303020204" pitchFamily="34" charset="0"/>
                  <a:ea typeface="SamsungOne-400" panose="020B0503030303020204" pitchFamily="34" charset="0"/>
                  <a:cs typeface="Tahoma" panose="020B0604030504040204" pitchFamily="34" charset="0"/>
                </a:rPr>
                <a:t>True</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ở</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các</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giá</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trị</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bị</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thiếu</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nvGrpSpPr>
            <p:cNvPr id="34" name="그룹 33">
              <a:extLst>
                <a:ext uri="{FF2B5EF4-FFF2-40B4-BE49-F238E27FC236}">
                  <a16:creationId xmlns:a16="http://schemas.microsoft.com/office/drawing/2014/main" id="{130F43D1-AAAE-4586-BA1E-9B10D87FA787}"/>
                </a:ext>
              </a:extLst>
            </p:cNvPr>
            <p:cNvGrpSpPr/>
            <p:nvPr/>
          </p:nvGrpSpPr>
          <p:grpSpPr>
            <a:xfrm>
              <a:off x="665154" y="4101368"/>
              <a:ext cx="8640559" cy="534949"/>
              <a:chOff x="665154" y="3642070"/>
              <a:chExt cx="8640559" cy="534949"/>
            </a:xfrm>
          </p:grpSpPr>
          <p:grpSp>
            <p:nvGrpSpPr>
              <p:cNvPr id="35" name="그룹 34">
                <a:extLst>
                  <a:ext uri="{FF2B5EF4-FFF2-40B4-BE49-F238E27FC236}">
                    <a16:creationId xmlns:a16="http://schemas.microsoft.com/office/drawing/2014/main" id="{55079EF9-2934-4494-9858-D01284BAB7B4}"/>
                  </a:ext>
                </a:extLst>
              </p:cNvPr>
              <p:cNvGrpSpPr/>
              <p:nvPr/>
            </p:nvGrpSpPr>
            <p:grpSpPr>
              <a:xfrm>
                <a:off x="665154" y="3642070"/>
                <a:ext cx="2918106" cy="292387"/>
                <a:chOff x="732985" y="5582396"/>
                <a:chExt cx="2918106" cy="302131"/>
              </a:xfrm>
            </p:grpSpPr>
            <p:pic>
              <p:nvPicPr>
                <p:cNvPr id="37" name="Picture 2" descr="Byte - Free electronics icons">
                  <a:extLst>
                    <a:ext uri="{FF2B5EF4-FFF2-40B4-BE49-F238E27FC236}">
                      <a16:creationId xmlns:a16="http://schemas.microsoft.com/office/drawing/2014/main" id="{0805DB7C-D0DF-4CB5-BA91-8BCBF962E9D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8" name="TextBox 37">
                  <a:extLst>
                    <a:ext uri="{FF2B5EF4-FFF2-40B4-BE49-F238E27FC236}">
                      <a16:creationId xmlns:a16="http://schemas.microsoft.com/office/drawing/2014/main" id="{E1FF3C16-910F-4098-83CF-6E81AF5E70F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6" name="TextBox 35">
                <a:extLst>
                  <a:ext uri="{FF2B5EF4-FFF2-40B4-BE49-F238E27FC236}">
                    <a16:creationId xmlns:a16="http://schemas.microsoft.com/office/drawing/2014/main" id="{CBE9E60E-A169-41FE-A953-E72E911D711F}"/>
                  </a:ext>
                </a:extLst>
              </p:cNvPr>
              <p:cNvSpPr txBox="1"/>
              <p:nvPr/>
            </p:nvSpPr>
            <p:spPr>
              <a:xfrm>
                <a:off x="1024575" y="3976964"/>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Đếm</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các</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giá</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trị</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bị</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thiếu</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cho</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từng</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cột</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nvGrpSpPr>
            <p:cNvPr id="39" name="그룹 38">
              <a:extLst>
                <a:ext uri="{FF2B5EF4-FFF2-40B4-BE49-F238E27FC236}">
                  <a16:creationId xmlns:a16="http://schemas.microsoft.com/office/drawing/2014/main" id="{6E65CAB3-5C85-4A23-B194-BA2E6DCAD597}"/>
                </a:ext>
              </a:extLst>
            </p:cNvPr>
            <p:cNvGrpSpPr/>
            <p:nvPr/>
          </p:nvGrpSpPr>
          <p:grpSpPr>
            <a:xfrm>
              <a:off x="665154" y="4672572"/>
              <a:ext cx="8640559" cy="534949"/>
              <a:chOff x="665154" y="3642070"/>
              <a:chExt cx="8640559" cy="534949"/>
            </a:xfrm>
          </p:grpSpPr>
          <p:grpSp>
            <p:nvGrpSpPr>
              <p:cNvPr id="40" name="그룹 39">
                <a:extLst>
                  <a:ext uri="{FF2B5EF4-FFF2-40B4-BE49-F238E27FC236}">
                    <a16:creationId xmlns:a16="http://schemas.microsoft.com/office/drawing/2014/main" id="{21A90E21-36E2-4B1D-B33E-6F18704D3C72}"/>
                  </a:ext>
                </a:extLst>
              </p:cNvPr>
              <p:cNvGrpSpPr/>
              <p:nvPr/>
            </p:nvGrpSpPr>
            <p:grpSpPr>
              <a:xfrm>
                <a:off x="665154" y="3642070"/>
                <a:ext cx="2918106" cy="292387"/>
                <a:chOff x="732985" y="5582396"/>
                <a:chExt cx="2918106" cy="302131"/>
              </a:xfrm>
            </p:grpSpPr>
            <p:pic>
              <p:nvPicPr>
                <p:cNvPr id="42" name="Picture 2" descr="Byte - Free electronics icons">
                  <a:extLst>
                    <a:ext uri="{FF2B5EF4-FFF2-40B4-BE49-F238E27FC236}">
                      <a16:creationId xmlns:a16="http://schemas.microsoft.com/office/drawing/2014/main" id="{5C41412C-3A9C-4700-9ABD-35A95EF98F3A}"/>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3" name="TextBox 42">
                  <a:extLst>
                    <a:ext uri="{FF2B5EF4-FFF2-40B4-BE49-F238E27FC236}">
                      <a16:creationId xmlns:a16="http://schemas.microsoft.com/office/drawing/2014/main" id="{E7A65C93-BBCB-4779-B517-4808C4C77191}"/>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41" name="TextBox 40">
                <a:extLst>
                  <a:ext uri="{FF2B5EF4-FFF2-40B4-BE49-F238E27FC236}">
                    <a16:creationId xmlns:a16="http://schemas.microsoft.com/office/drawing/2014/main" id="{27F62231-B446-4FAA-B3CA-E2AD20693E88}"/>
                  </a:ext>
                </a:extLst>
              </p:cNvPr>
              <p:cNvSpPr txBox="1"/>
              <p:nvPr/>
            </p:nvSpPr>
            <p:spPr>
              <a:xfrm>
                <a:off x="1024575" y="3976964"/>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Tính</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tỷ</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lệ</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giá</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trị</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bị</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thiếu</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đối</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với</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mỗi</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cột</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nvGrpSpPr>
            <p:cNvPr id="44" name="그룹 43">
              <a:extLst>
                <a:ext uri="{FF2B5EF4-FFF2-40B4-BE49-F238E27FC236}">
                  <a16:creationId xmlns:a16="http://schemas.microsoft.com/office/drawing/2014/main" id="{904468FC-EF4E-46C9-9DDD-740E18911644}"/>
                </a:ext>
              </a:extLst>
            </p:cNvPr>
            <p:cNvGrpSpPr/>
            <p:nvPr/>
          </p:nvGrpSpPr>
          <p:grpSpPr>
            <a:xfrm>
              <a:off x="665154" y="5278578"/>
              <a:ext cx="8640559" cy="534949"/>
              <a:chOff x="665154" y="3642070"/>
              <a:chExt cx="8640559" cy="534949"/>
            </a:xfrm>
          </p:grpSpPr>
          <p:grpSp>
            <p:nvGrpSpPr>
              <p:cNvPr id="45" name="그룹 44">
                <a:extLst>
                  <a:ext uri="{FF2B5EF4-FFF2-40B4-BE49-F238E27FC236}">
                    <a16:creationId xmlns:a16="http://schemas.microsoft.com/office/drawing/2014/main" id="{A9F32559-9239-466E-9E3C-2B100D82BAFC}"/>
                  </a:ext>
                </a:extLst>
              </p:cNvPr>
              <p:cNvGrpSpPr/>
              <p:nvPr/>
            </p:nvGrpSpPr>
            <p:grpSpPr>
              <a:xfrm>
                <a:off x="665154" y="3642070"/>
                <a:ext cx="2918106" cy="292387"/>
                <a:chOff x="732985" y="5582396"/>
                <a:chExt cx="2918106" cy="302131"/>
              </a:xfrm>
            </p:grpSpPr>
            <p:pic>
              <p:nvPicPr>
                <p:cNvPr id="47" name="Picture 2" descr="Byte - Free electronics icons">
                  <a:extLst>
                    <a:ext uri="{FF2B5EF4-FFF2-40B4-BE49-F238E27FC236}">
                      <a16:creationId xmlns:a16="http://schemas.microsoft.com/office/drawing/2014/main" id="{6AB32BE8-3EE0-401E-BE62-088A1C9FCED3}"/>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8" name="TextBox 47">
                  <a:extLst>
                    <a:ext uri="{FF2B5EF4-FFF2-40B4-BE49-F238E27FC236}">
                      <a16:creationId xmlns:a16="http://schemas.microsoft.com/office/drawing/2014/main" id="{2D936455-8905-4B28-AF48-A3C1165555A3}"/>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46" name="TextBox 45">
                <a:extLst>
                  <a:ext uri="{FF2B5EF4-FFF2-40B4-BE49-F238E27FC236}">
                    <a16:creationId xmlns:a16="http://schemas.microsoft.com/office/drawing/2014/main" id="{9E732E5D-0905-4407-BC4C-F349B0954100}"/>
                  </a:ext>
                </a:extLst>
              </p:cNvPr>
              <p:cNvSpPr txBox="1"/>
              <p:nvPr/>
            </p:nvSpPr>
            <p:spPr>
              <a:xfrm>
                <a:off x="1024575" y="3976964"/>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Xóa</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các</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hàng</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có</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một</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hoặc</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nhiều</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giá</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trị</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bị</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thiếu</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1346471660"/>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7E5CE6DE-B3BB-405C-8359-83C1C5FF6030}"/>
              </a:ext>
            </a:extLst>
          </p:cNvPr>
          <p:cNvGrpSpPr/>
          <p:nvPr/>
        </p:nvGrpSpPr>
        <p:grpSpPr>
          <a:xfrm>
            <a:off x="558396" y="1628801"/>
            <a:ext cx="8782050" cy="1692898"/>
            <a:chOff x="558396" y="1628801"/>
            <a:chExt cx="8782050" cy="1692898"/>
          </a:xfrm>
        </p:grpSpPr>
        <p:sp>
          <p:nvSpPr>
            <p:cNvPr id="33" name="모서리가 둥근 직사각형 4">
              <a:extLst>
                <a:ext uri="{FF2B5EF4-FFF2-40B4-BE49-F238E27FC236}">
                  <a16:creationId xmlns:a16="http://schemas.microsoft.com/office/drawing/2014/main" id="{38C9E3A6-821A-4D70-AE4E-B2E6542B92B2}"/>
                </a:ext>
              </a:extLst>
            </p:cNvPr>
            <p:cNvSpPr/>
            <p:nvPr/>
          </p:nvSpPr>
          <p:spPr>
            <a:xfrm>
              <a:off x="558396" y="1628801"/>
              <a:ext cx="8782050" cy="169289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SamsungOne-400" panose="020B0503030303020204" pitchFamily="34" charset="0"/>
                </a:rPr>
                <a:t> </a:t>
              </a: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22064"/>
            <a:stretch/>
          </p:blipFill>
          <p:spPr>
            <a:xfrm>
              <a:off x="620159" y="1690198"/>
              <a:ext cx="8719535" cy="1603067"/>
            </a:xfrm>
            <a:prstGeom prst="rect">
              <a:avLst/>
            </a:prstGeom>
          </p:spPr>
        </p:pic>
      </p:grpSp>
      <p:grpSp>
        <p:nvGrpSpPr>
          <p:cNvPr id="26" name="그룹 25">
            <a:extLst>
              <a:ext uri="{FF2B5EF4-FFF2-40B4-BE49-F238E27FC236}">
                <a16:creationId xmlns:a16="http://schemas.microsoft.com/office/drawing/2014/main" id="{47845FA7-473B-4E4D-ABD9-70301E296824}"/>
              </a:ext>
            </a:extLst>
          </p:cNvPr>
          <p:cNvGrpSpPr/>
          <p:nvPr/>
        </p:nvGrpSpPr>
        <p:grpSpPr>
          <a:xfrm>
            <a:off x="450000" y="355025"/>
            <a:ext cx="9033082" cy="492443"/>
            <a:chOff x="450000" y="448335"/>
            <a:chExt cx="9033082" cy="492443"/>
          </a:xfrm>
        </p:grpSpPr>
        <p:sp>
          <p:nvSpPr>
            <p:cNvPr id="27" name="직사각형 26">
              <a:extLst>
                <a:ext uri="{FF2B5EF4-FFF2-40B4-BE49-F238E27FC236}">
                  <a16:creationId xmlns:a16="http://schemas.microsoft.com/office/drawing/2014/main" id="{5DEF3844-DB0F-4BEB-AB02-4915E770D726}"/>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28" name="직사각형 27">
              <a:extLst>
                <a:ext uri="{FF2B5EF4-FFF2-40B4-BE49-F238E27FC236}">
                  <a16:creationId xmlns:a16="http://schemas.microsoft.com/office/drawing/2014/main" id="{AF8B754F-070B-4FEF-AAD7-F35ACA3C8F75}"/>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
        <p:nvSpPr>
          <p:cNvPr id="29" name="직사각형 28">
            <a:extLst>
              <a:ext uri="{FF2B5EF4-FFF2-40B4-BE49-F238E27FC236}">
                <a16:creationId xmlns:a16="http://schemas.microsoft.com/office/drawing/2014/main" id="{17FF6241-CB1A-4063-B8A0-9BDCE15CC9BE}"/>
              </a:ext>
            </a:extLst>
          </p:cNvPr>
          <p:cNvSpPr/>
          <p:nvPr/>
        </p:nvSpPr>
        <p:spPr>
          <a:xfrm>
            <a:off x="580388" y="1340768"/>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Phát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hiện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lý</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giá</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thiếu</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4" name="그룹 3">
            <a:extLst>
              <a:ext uri="{FF2B5EF4-FFF2-40B4-BE49-F238E27FC236}">
                <a16:creationId xmlns:a16="http://schemas.microsoft.com/office/drawing/2014/main" id="{E77D7934-47AF-4760-8F8F-8574F2C1B65B}"/>
              </a:ext>
            </a:extLst>
          </p:cNvPr>
          <p:cNvGrpSpPr/>
          <p:nvPr/>
        </p:nvGrpSpPr>
        <p:grpSpPr>
          <a:xfrm>
            <a:off x="557644" y="3419669"/>
            <a:ext cx="8782050" cy="1908111"/>
            <a:chOff x="557644" y="3419669"/>
            <a:chExt cx="8782050" cy="1908111"/>
          </a:xfrm>
        </p:grpSpPr>
        <p:sp>
          <p:nvSpPr>
            <p:cNvPr id="17" name="모서리가 둥근 직사각형 4">
              <a:extLst>
                <a:ext uri="{FF2B5EF4-FFF2-40B4-BE49-F238E27FC236}">
                  <a16:creationId xmlns:a16="http://schemas.microsoft.com/office/drawing/2014/main" id="{C3569CBD-5212-483A-A582-6794A42BDB63}"/>
                </a:ext>
              </a:extLst>
            </p:cNvPr>
            <p:cNvSpPr/>
            <p:nvPr/>
          </p:nvSpPr>
          <p:spPr>
            <a:xfrm>
              <a:off x="557644" y="3419669"/>
              <a:ext cx="8782050" cy="190811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8" name="그룹 17">
              <a:extLst>
                <a:ext uri="{FF2B5EF4-FFF2-40B4-BE49-F238E27FC236}">
                  <a16:creationId xmlns:a16="http://schemas.microsoft.com/office/drawing/2014/main" id="{F18919BF-DD65-4EDD-8E99-5FA6C053E53B}"/>
                </a:ext>
              </a:extLst>
            </p:cNvPr>
            <p:cNvGrpSpPr/>
            <p:nvPr/>
          </p:nvGrpSpPr>
          <p:grpSpPr>
            <a:xfrm>
              <a:off x="665154" y="3512570"/>
              <a:ext cx="2918106" cy="292387"/>
              <a:chOff x="732985" y="5582396"/>
              <a:chExt cx="2918106" cy="302131"/>
            </a:xfrm>
          </p:grpSpPr>
          <p:pic>
            <p:nvPicPr>
              <p:cNvPr id="20"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9" name="TextBox 18">
              <a:extLst>
                <a:ext uri="{FF2B5EF4-FFF2-40B4-BE49-F238E27FC236}">
                  <a16:creationId xmlns:a16="http://schemas.microsoft.com/office/drawing/2014/main" id="{0800EE66-B78E-4CCD-A49E-31BBE412C7F6}"/>
                </a:ext>
              </a:extLst>
            </p:cNvPr>
            <p:cNvSpPr txBox="1"/>
            <p:nvPr/>
          </p:nvSpPr>
          <p:spPr>
            <a:xfrm>
              <a:off x="1024575" y="3847464"/>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Xóa</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các</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cột</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có</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một</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hoặc</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nhiều</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giá</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trị</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bị</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thiếu</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a:t>
              </a:r>
            </a:p>
          </p:txBody>
        </p:sp>
        <p:grpSp>
          <p:nvGrpSpPr>
            <p:cNvPr id="34" name="그룹 33">
              <a:extLst>
                <a:ext uri="{FF2B5EF4-FFF2-40B4-BE49-F238E27FC236}">
                  <a16:creationId xmlns:a16="http://schemas.microsoft.com/office/drawing/2014/main" id="{130F43D1-AAAE-4586-BA1E-9B10D87FA787}"/>
                </a:ext>
              </a:extLst>
            </p:cNvPr>
            <p:cNvGrpSpPr/>
            <p:nvPr/>
          </p:nvGrpSpPr>
          <p:grpSpPr>
            <a:xfrm>
              <a:off x="665154" y="4101368"/>
              <a:ext cx="8640559" cy="534949"/>
              <a:chOff x="665154" y="3642070"/>
              <a:chExt cx="8640559" cy="534949"/>
            </a:xfrm>
          </p:grpSpPr>
          <p:grpSp>
            <p:nvGrpSpPr>
              <p:cNvPr id="35" name="그룹 34">
                <a:extLst>
                  <a:ext uri="{FF2B5EF4-FFF2-40B4-BE49-F238E27FC236}">
                    <a16:creationId xmlns:a16="http://schemas.microsoft.com/office/drawing/2014/main" id="{55079EF9-2934-4494-9858-D01284BAB7B4}"/>
                  </a:ext>
                </a:extLst>
              </p:cNvPr>
              <p:cNvGrpSpPr/>
              <p:nvPr/>
            </p:nvGrpSpPr>
            <p:grpSpPr>
              <a:xfrm>
                <a:off x="665154" y="3642070"/>
                <a:ext cx="2918106" cy="292387"/>
                <a:chOff x="732985" y="5582396"/>
                <a:chExt cx="2918106" cy="302131"/>
              </a:xfrm>
            </p:grpSpPr>
            <p:pic>
              <p:nvPicPr>
                <p:cNvPr id="37" name="Picture 2" descr="Byte - Free electronics icons">
                  <a:extLst>
                    <a:ext uri="{FF2B5EF4-FFF2-40B4-BE49-F238E27FC236}">
                      <a16:creationId xmlns:a16="http://schemas.microsoft.com/office/drawing/2014/main" id="{0805DB7C-D0DF-4CB5-BA91-8BCBF962E9D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8" name="TextBox 37">
                  <a:extLst>
                    <a:ext uri="{FF2B5EF4-FFF2-40B4-BE49-F238E27FC236}">
                      <a16:creationId xmlns:a16="http://schemas.microsoft.com/office/drawing/2014/main" id="{E1FF3C16-910F-4098-83CF-6E81AF5E70F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6" name="TextBox 35">
                <a:extLst>
                  <a:ext uri="{FF2B5EF4-FFF2-40B4-BE49-F238E27FC236}">
                    <a16:creationId xmlns:a16="http://schemas.microsoft.com/office/drawing/2014/main" id="{CBE9E60E-A169-41FE-A953-E72E911D711F}"/>
                  </a:ext>
                </a:extLst>
              </p:cNvPr>
              <p:cNvSpPr txBox="1"/>
              <p:nvPr/>
            </p:nvSpPr>
            <p:spPr>
              <a:xfrm>
                <a:off x="1024575" y="3976964"/>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Xóa các hàng với ít hơn 3 giá trị bình thường.</a:t>
                </a:r>
              </a:p>
            </p:txBody>
          </p:sp>
        </p:grpSp>
        <p:grpSp>
          <p:nvGrpSpPr>
            <p:cNvPr id="39" name="그룹 38">
              <a:extLst>
                <a:ext uri="{FF2B5EF4-FFF2-40B4-BE49-F238E27FC236}">
                  <a16:creationId xmlns:a16="http://schemas.microsoft.com/office/drawing/2014/main" id="{6E65CAB3-5C85-4A23-B194-BA2E6DCAD597}"/>
                </a:ext>
              </a:extLst>
            </p:cNvPr>
            <p:cNvGrpSpPr/>
            <p:nvPr/>
          </p:nvGrpSpPr>
          <p:grpSpPr>
            <a:xfrm>
              <a:off x="665154" y="4672572"/>
              <a:ext cx="8640559" cy="534949"/>
              <a:chOff x="665154" y="3642070"/>
              <a:chExt cx="8640559" cy="534949"/>
            </a:xfrm>
          </p:grpSpPr>
          <p:grpSp>
            <p:nvGrpSpPr>
              <p:cNvPr id="40" name="그룹 39">
                <a:extLst>
                  <a:ext uri="{FF2B5EF4-FFF2-40B4-BE49-F238E27FC236}">
                    <a16:creationId xmlns:a16="http://schemas.microsoft.com/office/drawing/2014/main" id="{21A90E21-36E2-4B1D-B33E-6F18704D3C72}"/>
                  </a:ext>
                </a:extLst>
              </p:cNvPr>
              <p:cNvGrpSpPr/>
              <p:nvPr/>
            </p:nvGrpSpPr>
            <p:grpSpPr>
              <a:xfrm>
                <a:off x="665154" y="3642070"/>
                <a:ext cx="2918106" cy="292387"/>
                <a:chOff x="732985" y="5582396"/>
                <a:chExt cx="2918106" cy="302131"/>
              </a:xfrm>
            </p:grpSpPr>
            <p:pic>
              <p:nvPicPr>
                <p:cNvPr id="42" name="Picture 2" descr="Byte - Free electronics icons">
                  <a:extLst>
                    <a:ext uri="{FF2B5EF4-FFF2-40B4-BE49-F238E27FC236}">
                      <a16:creationId xmlns:a16="http://schemas.microsoft.com/office/drawing/2014/main" id="{5C41412C-3A9C-4700-9ABD-35A95EF98F3A}"/>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3" name="TextBox 42">
                  <a:extLst>
                    <a:ext uri="{FF2B5EF4-FFF2-40B4-BE49-F238E27FC236}">
                      <a16:creationId xmlns:a16="http://schemas.microsoft.com/office/drawing/2014/main" id="{E7A65C93-BBCB-4779-B517-4808C4C77191}"/>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41" name="TextBox 40">
                <a:extLst>
                  <a:ext uri="{FF2B5EF4-FFF2-40B4-BE49-F238E27FC236}">
                    <a16:creationId xmlns:a16="http://schemas.microsoft.com/office/drawing/2014/main" id="{27F62231-B446-4FAA-B3CA-E2AD20693E88}"/>
                  </a:ext>
                </a:extLst>
              </p:cNvPr>
              <p:cNvSpPr txBox="1"/>
              <p:nvPr/>
            </p:nvSpPr>
            <p:spPr>
              <a:xfrm>
                <a:off x="1024575" y="3976964"/>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Điền</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các</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giá</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trị</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bị</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thiếu</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a:t>
                </a:r>
                <a:r>
                  <a:rPr lang="en-US" altLang="ko-KR" sz="1300" dirty="0" err="1">
                    <a:solidFill>
                      <a:prstClr val="black"/>
                    </a:solidFill>
                    <a:latin typeface="SamsungOne-400" panose="020B0503030303020204" pitchFamily="34" charset="0"/>
                    <a:ea typeface="SamsungOne-400" panose="020B0503030303020204" pitchFamily="34" charset="0"/>
                    <a:cs typeface="Tahoma" panose="020B0604030504040204" pitchFamily="34" charset="0"/>
                  </a:rPr>
                  <a:t>bằng</a:t>
                </a:r>
                <a:r>
                  <a:rPr lang="en-US" altLang="ko-KR" sz="1300" dirty="0">
                    <a:solidFill>
                      <a:prstClr val="black"/>
                    </a:solidFill>
                    <a:latin typeface="SamsungOne-400" panose="020B0503030303020204" pitchFamily="34" charset="0"/>
                    <a:ea typeface="SamsungOne-400" panose="020B0503030303020204" pitchFamily="34" charset="0"/>
                    <a:cs typeface="Tahoma" panose="020B0604030504040204" pitchFamily="34" charset="0"/>
                  </a:rPr>
                  <a:t> 0.</a:t>
                </a:r>
              </a:p>
            </p:txBody>
          </p:sp>
        </p:grpSp>
      </p:grpSp>
    </p:spTree>
    <p:extLst>
      <p:ext uri="{BB962C8B-B14F-4D97-AF65-F5344CB8AC3E}">
        <p14:creationId xmlns:p14="http://schemas.microsoft.com/office/powerpoint/2010/main" val="2527366014"/>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직사각형 14">
            <a:extLst>
              <a:ext uri="{FF2B5EF4-FFF2-40B4-BE49-F238E27FC236}">
                <a16:creationId xmlns:a16="http://schemas.microsoft.com/office/drawing/2014/main" id="{58B1BC1D-DFB7-4482-BA23-F01AD71B1BBE}"/>
              </a:ext>
            </a:extLst>
          </p:cNvPr>
          <p:cNvSpPr/>
          <p:nvPr/>
        </p:nvSpPr>
        <p:spPr>
          <a:xfrm>
            <a:off x="546895" y="1523719"/>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Bài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tập</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coding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số</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0108</a:t>
            </a:r>
          </a:p>
        </p:txBody>
      </p:sp>
      <p:grpSp>
        <p:nvGrpSpPr>
          <p:cNvPr id="9" name="그룹 8">
            <a:extLst>
              <a:ext uri="{FF2B5EF4-FFF2-40B4-BE49-F238E27FC236}">
                <a16:creationId xmlns:a16="http://schemas.microsoft.com/office/drawing/2014/main" id="{B9A5887D-8EA2-4A7B-AA60-E2A219A12349}"/>
              </a:ext>
            </a:extLst>
          </p:cNvPr>
          <p:cNvGrpSpPr/>
          <p:nvPr/>
        </p:nvGrpSpPr>
        <p:grpSpPr>
          <a:xfrm>
            <a:off x="558798" y="2060849"/>
            <a:ext cx="8797129" cy="3960439"/>
            <a:chOff x="558798" y="2060849"/>
            <a:chExt cx="8797129" cy="3960439"/>
          </a:xfrm>
        </p:grpSpPr>
        <p:sp>
          <p:nvSpPr>
            <p:cNvPr id="14" name="직사각형 13">
              <a:extLst>
                <a:ext uri="{FF2B5EF4-FFF2-40B4-BE49-F238E27FC236}">
                  <a16:creationId xmlns:a16="http://schemas.microsoft.com/office/drawing/2014/main" id="{72CF7BD0-8901-4063-A32C-548A97871C94}"/>
                </a:ext>
              </a:extLst>
            </p:cNvPr>
            <p:cNvSpPr/>
            <p:nvPr/>
          </p:nvSpPr>
          <p:spPr>
            <a:xfrm>
              <a:off x="558799" y="2060849"/>
              <a:ext cx="8785225" cy="3960439"/>
            </a:xfrm>
            <a:prstGeom prst="rect">
              <a:avLst/>
            </a:prstGeom>
            <a:solidFill>
              <a:schemeClr val="accent5">
                <a:lumMod val="40000"/>
                <a:lumOff val="60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6" name="그룹 15">
              <a:extLst>
                <a:ext uri="{FF2B5EF4-FFF2-40B4-BE49-F238E27FC236}">
                  <a16:creationId xmlns:a16="http://schemas.microsoft.com/office/drawing/2014/main" id="{80CE6457-7522-4AB5-BB1C-7A62CBBFA8A4}"/>
                </a:ext>
              </a:extLst>
            </p:cNvPr>
            <p:cNvGrpSpPr/>
            <p:nvPr/>
          </p:nvGrpSpPr>
          <p:grpSpPr>
            <a:xfrm>
              <a:off x="558798" y="3945816"/>
              <a:ext cx="8797129" cy="576572"/>
              <a:chOff x="4778069" y="4391025"/>
              <a:chExt cx="2349160" cy="431802"/>
            </a:xfrm>
          </p:grpSpPr>
          <p:sp>
            <p:nvSpPr>
              <p:cNvPr id="20" name="직사각형 19">
                <a:extLst>
                  <a:ext uri="{FF2B5EF4-FFF2-40B4-BE49-F238E27FC236}">
                    <a16:creationId xmlns:a16="http://schemas.microsoft.com/office/drawing/2014/main" id="{9C6DFE50-882D-4892-A840-169C0F500FC9}"/>
                  </a:ext>
                </a:extLst>
              </p:cNvPr>
              <p:cNvSpPr/>
              <p:nvPr/>
            </p:nvSpPr>
            <p:spPr>
              <a:xfrm>
                <a:off x="4778069" y="4391025"/>
                <a:ext cx="2349160" cy="43180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lightRig rig="threePt" dir="t"/>
                </a:scene3d>
                <a:sp3d>
                  <a:bevelT w="0" h="6350"/>
                </a:sp3d>
              </a:bodyPr>
              <a:lstStyle/>
              <a:p>
                <a:pPr algn="ctr"/>
                <a:endParaRPr lang="ko-KR" altLang="en-US" sz="2000" dirty="0"/>
              </a:p>
            </p:txBody>
          </p:sp>
          <p:sp>
            <p:nvSpPr>
              <p:cNvPr id="21" name="직사각형 133">
                <a:extLst>
                  <a:ext uri="{FF2B5EF4-FFF2-40B4-BE49-F238E27FC236}">
                    <a16:creationId xmlns:a16="http://schemas.microsoft.com/office/drawing/2014/main" id="{D9CD6D2B-6ABA-4862-9838-9D33BC9994C7}"/>
                  </a:ext>
                </a:extLst>
              </p:cNvPr>
              <p:cNvSpPr/>
              <p:nvPr/>
            </p:nvSpPr>
            <p:spPr>
              <a:xfrm>
                <a:off x="4852511" y="4528465"/>
                <a:ext cx="2200275" cy="2304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algn="ctr"/>
                <a:r>
                  <a:rPr lang="vi-VN"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Làm theo các bước thực hành trong tệp “ex_0</a:t>
                </a:r>
                <a:r>
                  <a:rPr lang="en-US"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1</a:t>
                </a:r>
                <a:r>
                  <a:rPr lang="vi-VN"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08.ipynb” </a:t>
                </a:r>
              </a:p>
            </p:txBody>
          </p:sp>
        </p:grpSp>
        <p:pic>
          <p:nvPicPr>
            <p:cNvPr id="19" name="그림 18" descr="텍스트, 클립아트이(가) 표시된 사진&#10;&#10;자동 생성된 설명">
              <a:extLst>
                <a:ext uri="{FF2B5EF4-FFF2-40B4-BE49-F238E27FC236}">
                  <a16:creationId xmlns:a16="http://schemas.microsoft.com/office/drawing/2014/main" id="{4B1FB1C1-C868-4B93-8214-A4F4354C5110}"/>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8593" t="14475" r="51947" b="14299"/>
            <a:stretch/>
          </p:blipFill>
          <p:spPr>
            <a:xfrm>
              <a:off x="4370123" y="2647560"/>
              <a:ext cx="1162577" cy="1174440"/>
            </a:xfrm>
            <a:prstGeom prst="ellipse">
              <a:avLst/>
            </a:prstGeom>
          </p:spPr>
        </p:pic>
      </p:grpSp>
      <p:grpSp>
        <p:nvGrpSpPr>
          <p:cNvPr id="18" name="그룹 17">
            <a:extLst>
              <a:ext uri="{FF2B5EF4-FFF2-40B4-BE49-F238E27FC236}">
                <a16:creationId xmlns:a16="http://schemas.microsoft.com/office/drawing/2014/main" id="{3DAA7744-9638-4B49-8EF5-7B4B943DC078}"/>
              </a:ext>
            </a:extLst>
          </p:cNvPr>
          <p:cNvGrpSpPr/>
          <p:nvPr/>
        </p:nvGrpSpPr>
        <p:grpSpPr>
          <a:xfrm>
            <a:off x="450000" y="355025"/>
            <a:ext cx="9033082" cy="492443"/>
            <a:chOff x="450000" y="448335"/>
            <a:chExt cx="9033082" cy="492443"/>
          </a:xfrm>
        </p:grpSpPr>
        <p:sp>
          <p:nvSpPr>
            <p:cNvPr id="22" name="직사각형 21">
              <a:extLst>
                <a:ext uri="{FF2B5EF4-FFF2-40B4-BE49-F238E27FC236}">
                  <a16:creationId xmlns:a16="http://schemas.microsoft.com/office/drawing/2014/main" id="{5BA93311-A8A4-4EFB-B4A2-F43418E661BA}"/>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23" name="직사각형 22">
              <a:extLst>
                <a:ext uri="{FF2B5EF4-FFF2-40B4-BE49-F238E27FC236}">
                  <a16:creationId xmlns:a16="http://schemas.microsoft.com/office/drawing/2014/main" id="{3D5F9F67-AF0A-4022-B71D-A1F95FFEC927}"/>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2797402024"/>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직사각형 14">
            <a:extLst>
              <a:ext uri="{FF2B5EF4-FFF2-40B4-BE49-F238E27FC236}">
                <a16:creationId xmlns:a16="http://schemas.microsoft.com/office/drawing/2014/main" id="{58B1BC1D-DFB7-4482-BA23-F01AD71B1BBE}"/>
              </a:ext>
            </a:extLst>
          </p:cNvPr>
          <p:cNvSpPr/>
          <p:nvPr/>
        </p:nvSpPr>
        <p:spPr>
          <a:xfrm>
            <a:off x="546895" y="1523719"/>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Bài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tập</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Coding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số</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0109</a:t>
            </a:r>
          </a:p>
        </p:txBody>
      </p:sp>
      <p:grpSp>
        <p:nvGrpSpPr>
          <p:cNvPr id="9" name="그룹 8">
            <a:extLst>
              <a:ext uri="{FF2B5EF4-FFF2-40B4-BE49-F238E27FC236}">
                <a16:creationId xmlns:a16="http://schemas.microsoft.com/office/drawing/2014/main" id="{A8C69131-1356-42A8-835B-1B934FAE0CD8}"/>
              </a:ext>
            </a:extLst>
          </p:cNvPr>
          <p:cNvGrpSpPr/>
          <p:nvPr/>
        </p:nvGrpSpPr>
        <p:grpSpPr>
          <a:xfrm>
            <a:off x="558798" y="2060849"/>
            <a:ext cx="8797129" cy="3960439"/>
            <a:chOff x="558798" y="2060849"/>
            <a:chExt cx="8797129" cy="3960439"/>
          </a:xfrm>
        </p:grpSpPr>
        <p:sp>
          <p:nvSpPr>
            <p:cNvPr id="14" name="직사각형 13">
              <a:extLst>
                <a:ext uri="{FF2B5EF4-FFF2-40B4-BE49-F238E27FC236}">
                  <a16:creationId xmlns:a16="http://schemas.microsoft.com/office/drawing/2014/main" id="{72BF795A-5400-4820-82DD-363BBECD2F3B}"/>
                </a:ext>
              </a:extLst>
            </p:cNvPr>
            <p:cNvSpPr/>
            <p:nvPr/>
          </p:nvSpPr>
          <p:spPr>
            <a:xfrm>
              <a:off x="558799" y="2060849"/>
              <a:ext cx="8785225" cy="3960439"/>
            </a:xfrm>
            <a:prstGeom prst="rect">
              <a:avLst/>
            </a:prstGeom>
            <a:solidFill>
              <a:schemeClr val="accent5">
                <a:lumMod val="40000"/>
                <a:lumOff val="60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6" name="그룹 15">
              <a:extLst>
                <a:ext uri="{FF2B5EF4-FFF2-40B4-BE49-F238E27FC236}">
                  <a16:creationId xmlns:a16="http://schemas.microsoft.com/office/drawing/2014/main" id="{F7DDCA2E-FAFA-4F6D-9172-022EACD46601}"/>
                </a:ext>
              </a:extLst>
            </p:cNvPr>
            <p:cNvGrpSpPr/>
            <p:nvPr/>
          </p:nvGrpSpPr>
          <p:grpSpPr>
            <a:xfrm>
              <a:off x="558798" y="3945816"/>
              <a:ext cx="8797129" cy="576572"/>
              <a:chOff x="4778069" y="4391025"/>
              <a:chExt cx="2349160" cy="431802"/>
            </a:xfrm>
          </p:grpSpPr>
          <p:sp>
            <p:nvSpPr>
              <p:cNvPr id="20" name="직사각형 19">
                <a:extLst>
                  <a:ext uri="{FF2B5EF4-FFF2-40B4-BE49-F238E27FC236}">
                    <a16:creationId xmlns:a16="http://schemas.microsoft.com/office/drawing/2014/main" id="{EEF629AB-665D-4153-8131-B9968C56C286}"/>
                  </a:ext>
                </a:extLst>
              </p:cNvPr>
              <p:cNvSpPr/>
              <p:nvPr/>
            </p:nvSpPr>
            <p:spPr>
              <a:xfrm>
                <a:off x="4778069" y="4391025"/>
                <a:ext cx="2349160" cy="43180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lightRig rig="threePt" dir="t"/>
                </a:scene3d>
                <a:sp3d>
                  <a:bevelT w="0" h="6350"/>
                </a:sp3d>
              </a:bodyPr>
              <a:lstStyle/>
              <a:p>
                <a:pPr algn="ctr"/>
                <a:endParaRPr lang="ko-KR" altLang="en-US" sz="2000" dirty="0"/>
              </a:p>
            </p:txBody>
          </p:sp>
          <p:sp>
            <p:nvSpPr>
              <p:cNvPr id="21" name="직사각형 133">
                <a:extLst>
                  <a:ext uri="{FF2B5EF4-FFF2-40B4-BE49-F238E27FC236}">
                    <a16:creationId xmlns:a16="http://schemas.microsoft.com/office/drawing/2014/main" id="{76C98170-E973-43C1-A702-478E8BC49158}"/>
                  </a:ext>
                </a:extLst>
              </p:cNvPr>
              <p:cNvSpPr/>
              <p:nvPr/>
            </p:nvSpPr>
            <p:spPr>
              <a:xfrm>
                <a:off x="4852511" y="4528465"/>
                <a:ext cx="2200275" cy="2304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algn="ctr"/>
                <a:r>
                  <a:rPr lang="vi-VN"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Làm theo các bước thực hành trong tệp “ex_0</a:t>
                </a:r>
                <a:r>
                  <a:rPr lang="en-US"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1</a:t>
                </a:r>
                <a:r>
                  <a:rPr lang="vi-VN"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0</a:t>
                </a:r>
                <a:r>
                  <a:rPr lang="en-US"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9</a:t>
                </a:r>
                <a:r>
                  <a:rPr lang="vi-VN"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.ipynb” </a:t>
                </a:r>
              </a:p>
            </p:txBody>
          </p:sp>
        </p:grpSp>
        <p:pic>
          <p:nvPicPr>
            <p:cNvPr id="19" name="그림 18" descr="텍스트, 클립아트이(가) 표시된 사진&#10;&#10;자동 생성된 설명">
              <a:extLst>
                <a:ext uri="{FF2B5EF4-FFF2-40B4-BE49-F238E27FC236}">
                  <a16:creationId xmlns:a16="http://schemas.microsoft.com/office/drawing/2014/main" id="{23958620-1228-41CB-9087-3DD0AA5084DE}"/>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8593" t="14475" r="51947" b="14299"/>
            <a:stretch/>
          </p:blipFill>
          <p:spPr>
            <a:xfrm>
              <a:off x="4370123" y="2647560"/>
              <a:ext cx="1162577" cy="1174440"/>
            </a:xfrm>
            <a:prstGeom prst="ellipse">
              <a:avLst/>
            </a:prstGeom>
          </p:spPr>
        </p:pic>
      </p:grpSp>
      <p:grpSp>
        <p:nvGrpSpPr>
          <p:cNvPr id="18" name="그룹 17">
            <a:extLst>
              <a:ext uri="{FF2B5EF4-FFF2-40B4-BE49-F238E27FC236}">
                <a16:creationId xmlns:a16="http://schemas.microsoft.com/office/drawing/2014/main" id="{3F4C813B-9EE8-4251-8CEB-537304E2679F}"/>
              </a:ext>
            </a:extLst>
          </p:cNvPr>
          <p:cNvGrpSpPr/>
          <p:nvPr/>
        </p:nvGrpSpPr>
        <p:grpSpPr>
          <a:xfrm>
            <a:off x="450000" y="355025"/>
            <a:ext cx="9033082" cy="492443"/>
            <a:chOff x="450000" y="448335"/>
            <a:chExt cx="9033082" cy="492443"/>
          </a:xfrm>
        </p:grpSpPr>
        <p:sp>
          <p:nvSpPr>
            <p:cNvPr id="22" name="직사각형 21">
              <a:extLst>
                <a:ext uri="{FF2B5EF4-FFF2-40B4-BE49-F238E27FC236}">
                  <a16:creationId xmlns:a16="http://schemas.microsoft.com/office/drawing/2014/main" id="{BDFAD267-0D47-4F8A-A4D3-D17EC6F88242}"/>
                </a:ext>
              </a:extLst>
            </p:cNvPr>
            <p:cNvSpPr/>
            <p:nvPr/>
          </p:nvSpPr>
          <p:spPr>
            <a:xfrm>
              <a:off x="450000" y="448335"/>
              <a:ext cx="7885788" cy="492443"/>
            </a:xfrm>
            <a:prstGeom prst="rect">
              <a:avLst/>
            </a:prstGeom>
          </p:spPr>
          <p:txBody>
            <a:bodyPr wrap="square" lIns="0" tIns="0" rIns="0" bIns="0">
              <a:spAutoFit/>
            </a:bodyPr>
            <a:lstStyle/>
            <a:p>
              <a:pPr marL="336550" indent="-336550" defTabSz="457187">
                <a:defRPr/>
              </a:pPr>
              <a:r>
                <a:rPr lang="en-US" altLang="ko-KR" sz="1600" dirty="0">
                  <a:solidFill>
                    <a:prstClr val="white"/>
                  </a:solidFill>
                  <a:latin typeface="iCiel Samsung Sharp Sans Medium" pitchFamily="2" charset="0"/>
                  <a:cs typeface="iCiel Samsung Sharp Sans Medium" pitchFamily="2" charset="0"/>
                </a:rPr>
                <a:t>2.5. </a:t>
              </a:r>
              <a:r>
                <a:rPr lang="en-US" altLang="ko-KR" sz="1600" dirty="0" err="1">
                  <a:solidFill>
                    <a:prstClr val="white"/>
                  </a:solidFill>
                  <a:latin typeface="iCiel Samsung Sharp Sans Medium" pitchFamily="2" charset="0"/>
                  <a:cs typeface="iCiel Samsung Sharp Sans Medium" pitchFamily="2" charset="0"/>
                </a:rPr>
                <a:t>Kiểm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tra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các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đặc</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điểm</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của</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thông</a:t>
              </a:r>
              <a:r>
                <a:rPr lang="en-US" altLang="ko-KR" sz="1600" dirty="0">
                  <a:solidFill>
                    <a:prstClr val="white"/>
                  </a:solidFill>
                  <a:latin typeface="iCiel Samsung Sharp Sans Medium" pitchFamily="2" charset="0"/>
                  <a:cs typeface="iCiel Samsung Sharp Sans Medium" pitchFamily="2" charset="0"/>
                </a:rPr>
                <a:t> qua </a:t>
              </a:r>
              <a:r>
                <a:rPr lang="en-US" altLang="ko-KR" sz="1600" dirty="0" err="1">
                  <a:solidFill>
                    <a:prstClr val="white"/>
                  </a:solidFill>
                  <a:latin typeface="iCiel Samsung Sharp Sans Medium" pitchFamily="2" charset="0"/>
                  <a:cs typeface="iCiel Samsung Sharp Sans Medium" pitchFamily="2" charset="0"/>
                </a:rPr>
                <a:t>thống</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kê</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mô</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tả</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và</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mẫu</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dữ</a:t>
              </a:r>
              <a:r>
                <a:rPr lang="en-US" altLang="ko-KR" sz="1600" dirty="0">
                  <a:solidFill>
                    <a:prstClr val="white"/>
                  </a:solidFill>
                  <a:latin typeface="iCiel Samsung Sharp Sans Medium" pitchFamily="2" charset="0"/>
                  <a:cs typeface="iCiel Samsung Sharp Sans Medium" pitchFamily="2" charset="0"/>
                </a:rPr>
                <a:t> </a:t>
              </a:r>
              <a:r>
                <a:rPr lang="en-US" altLang="ko-KR" sz="1600" dirty="0" err="1">
                  <a:solidFill>
                    <a:prstClr val="white"/>
                  </a:solidFill>
                  <a:latin typeface="iCiel Samsung Sharp Sans Medium" pitchFamily="2" charset="0"/>
                  <a:cs typeface="iCiel Samsung Sharp Sans Medium" pitchFamily="2" charset="0"/>
                </a:rPr>
                <a:t>liệu</a:t>
              </a:r>
              <a:endParaRPr lang="ko-KR" altLang="en-US" sz="1600" dirty="0">
                <a:solidFill>
                  <a:prstClr val="white"/>
                </a:solidFill>
                <a:latin typeface="iCiel Samsung Sharp Sans Medium" pitchFamily="2" charset="0"/>
                <a:cs typeface="iCiel Samsung Sharp Sans Medium" pitchFamily="2" charset="0"/>
              </a:endParaRPr>
            </a:p>
          </p:txBody>
        </p:sp>
        <p:sp>
          <p:nvSpPr>
            <p:cNvPr id="23" name="직사각형 22">
              <a:extLst>
                <a:ext uri="{FF2B5EF4-FFF2-40B4-BE49-F238E27FC236}">
                  <a16:creationId xmlns:a16="http://schemas.microsoft.com/office/drawing/2014/main" id="{4FF7F9B2-B8B4-4938-809B-A1A7F1EC270D}"/>
                </a:ext>
              </a:extLst>
            </p:cNvPr>
            <p:cNvSpPr/>
            <p:nvPr/>
          </p:nvSpPr>
          <p:spPr>
            <a:xfrm>
              <a:off x="8689543" y="46071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02</a:t>
              </a:r>
            </a:p>
          </p:txBody>
        </p:sp>
      </p:grpSp>
    </p:spTree>
    <p:extLst>
      <p:ext uri="{BB962C8B-B14F-4D97-AF65-F5344CB8AC3E}">
        <p14:creationId xmlns:p14="http://schemas.microsoft.com/office/powerpoint/2010/main" val="1690770665"/>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그룹 18">
            <a:extLst>
              <a:ext uri="{FF2B5EF4-FFF2-40B4-BE49-F238E27FC236}">
                <a16:creationId xmlns:a16="http://schemas.microsoft.com/office/drawing/2014/main" id="{C2AA5626-1534-41DA-BA4E-67D4571B34A9}"/>
              </a:ext>
            </a:extLst>
          </p:cNvPr>
          <p:cNvGrpSpPr/>
          <p:nvPr/>
        </p:nvGrpSpPr>
        <p:grpSpPr>
          <a:xfrm>
            <a:off x="989683" y="2748696"/>
            <a:ext cx="8354217" cy="2847645"/>
            <a:chOff x="989683" y="2748696"/>
            <a:chExt cx="8354217" cy="2847645"/>
          </a:xfrm>
        </p:grpSpPr>
        <p:sp>
          <p:nvSpPr>
            <p:cNvPr id="22" name="직사각형 133">
              <a:extLst>
                <a:ext uri="{FF2B5EF4-FFF2-40B4-BE49-F238E27FC236}">
                  <a16:creationId xmlns:a16="http://schemas.microsoft.com/office/drawing/2014/main" id="{9242843F-6CE4-4D3F-84E3-07D1852FEAB8}"/>
                </a:ext>
              </a:extLst>
            </p:cNvPr>
            <p:cNvSpPr/>
            <p:nvPr/>
          </p:nvSpPr>
          <p:spPr>
            <a:xfrm>
              <a:off x="990600" y="3133792"/>
              <a:ext cx="8353300" cy="10464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lvl="0" fontAlgn="base" latinLnBrk="1">
                <a:spcBef>
                  <a:spcPct val="0"/>
                </a:spcBef>
                <a:spcAft>
                  <a:spcPct val="0"/>
                </a:spcAft>
                <a:defRPr/>
              </a:pPr>
              <a:r>
                <a:rPr kumimoji="1" lang="vi-VN" altLang="ko-KR" sz="3400" dirty="0">
                  <a:solidFill>
                    <a:prstClr val="black"/>
                  </a:solidFill>
                  <a:latin typeface="iCiel Samsung Sharp Sans Bold" pitchFamily="2" charset="0"/>
                  <a:ea typeface="iCiel Samsung Sharp Sans Bold" pitchFamily="2" charset="0"/>
                  <a:cs typeface="iCiel Samsung Sharp Sans Bold" pitchFamily="2" charset="0"/>
                </a:rPr>
                <a:t>Tiền xử lý dữ liệu bằng Pandas để thực thi mô hình tối ưu</a:t>
              </a:r>
              <a:endParaRPr kumimoji="1" lang="en-US" altLang="ko-KR" sz="3400" dirty="0">
                <a:solidFill>
                  <a:prstClr val="black"/>
                </a:solidFill>
                <a:latin typeface="iCiel Samsung Sharp Sans Bold" pitchFamily="2" charset="0"/>
                <a:ea typeface="iCiel Samsung Sharp Sans Bold" pitchFamily="2" charset="0"/>
                <a:cs typeface="iCiel Samsung Sharp Sans Bold" pitchFamily="2" charset="0"/>
              </a:endParaRPr>
            </a:p>
          </p:txBody>
        </p:sp>
        <p:sp>
          <p:nvSpPr>
            <p:cNvPr id="25" name="직사각형 133">
              <a:extLst>
                <a:ext uri="{FF2B5EF4-FFF2-40B4-BE49-F238E27FC236}">
                  <a16:creationId xmlns:a16="http://schemas.microsoft.com/office/drawing/2014/main" id="{93785E26-3326-4DAA-B476-C12B794F303F}"/>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marL="0" marR="0" lvl="0" indent="0" algn="l" defTabSz="457063" rtl="0" eaLnBrk="1" fontAlgn="base" latinLnBrk="1" hangingPunct="1">
                <a:lnSpc>
                  <a:spcPct val="100000"/>
                </a:lnSpc>
                <a:spcBef>
                  <a:spcPct val="0"/>
                </a:spcBef>
                <a:spcAft>
                  <a:spcPct val="0"/>
                </a:spcAft>
                <a:buClrTx/>
                <a:buSzTx/>
                <a:buFontTx/>
                <a:buNone/>
                <a:tabLst/>
                <a:defRPr/>
              </a:pPr>
              <a:r>
                <a:rPr kumimoji="1" lang="en-US" altLang="ko-KR" sz="1999" b="0" i="0" u="none" strike="noStrike" kern="1200" cap="none" spc="0" normalizeH="0" baseline="0" noProof="0" dirty="0" err="1">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Bài</a:t>
              </a:r>
              <a:r>
                <a:rPr kumimoji="1" lang="en-US" altLang="ko-KR" sz="1999"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 3. </a:t>
              </a:r>
              <a:endParaRPr kumimoji="1" lang="en-US" altLang="ko-KR" sz="5398"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endParaRPr>
            </a:p>
          </p:txBody>
        </p:sp>
        <p:grpSp>
          <p:nvGrpSpPr>
            <p:cNvPr id="31" name="그룹 30">
              <a:extLst>
                <a:ext uri="{FF2B5EF4-FFF2-40B4-BE49-F238E27FC236}">
                  <a16:creationId xmlns:a16="http://schemas.microsoft.com/office/drawing/2014/main" id="{E9D1F461-F2BB-4004-8CE5-E8AE484340E1}"/>
                </a:ext>
              </a:extLst>
            </p:cNvPr>
            <p:cNvGrpSpPr/>
            <p:nvPr/>
          </p:nvGrpSpPr>
          <p:grpSpPr>
            <a:xfrm>
              <a:off x="1025537" y="4509120"/>
              <a:ext cx="8102339" cy="1087221"/>
              <a:chOff x="1025537" y="4609703"/>
              <a:chExt cx="8102339" cy="1087221"/>
            </a:xfrm>
          </p:grpSpPr>
          <p:sp>
            <p:nvSpPr>
              <p:cNvPr id="32" name="직사각형 31">
                <a:extLst>
                  <a:ext uri="{FF2B5EF4-FFF2-40B4-BE49-F238E27FC236}">
                    <a16:creationId xmlns:a16="http://schemas.microsoft.com/office/drawing/2014/main" id="{2BCC8184-A1E3-4399-83D7-18B4753C0091}"/>
                  </a:ext>
                </a:extLst>
              </p:cNvPr>
              <p:cNvSpPr/>
              <p:nvPr/>
            </p:nvSpPr>
            <p:spPr>
              <a:xfrm>
                <a:off x="1025537" y="4609703"/>
                <a:ext cx="4185332" cy="1087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defTabSz="914400" fontAlgn="base" latinLnBrk="1">
                  <a:spcBef>
                    <a:spcPct val="0"/>
                  </a:spcBef>
                  <a:spcAft>
                    <a:spcPts val="1000"/>
                  </a:spcAft>
                  <a:buSzPct val="120000"/>
                  <a:buBlip>
                    <a:blip r:embed="rId3"/>
                  </a:buBlip>
                  <a:defRPr/>
                </a:pP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3.1.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Tiền</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xử</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lý</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dữ</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liệu</a:t>
                </a:r>
                <a:endPar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endParaRPr>
              </a:p>
              <a:p>
                <a:pPr marL="176213" indent="-176213" fontAlgn="base">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3.2.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Xác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định</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thuộc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tính</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lvl="0" indent="-176213" fontAlgn="base">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3.3.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Kiểm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bị</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thiếu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33" name="직사각형 32">
                <a:extLst>
                  <a:ext uri="{FF2B5EF4-FFF2-40B4-BE49-F238E27FC236}">
                    <a16:creationId xmlns:a16="http://schemas.microsoft.com/office/drawing/2014/main" id="{A9BD437C-C13F-4F2B-B721-FCFA983DC83B}"/>
                  </a:ext>
                </a:extLst>
              </p:cNvPr>
              <p:cNvSpPr/>
              <p:nvPr/>
            </p:nvSpPr>
            <p:spPr>
              <a:xfrm>
                <a:off x="5137981" y="4609703"/>
                <a:ext cx="3989895" cy="6819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lvl="0" indent="-176213" fontAlgn="base">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3.4.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Kiểm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xử</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lý</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trùng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lặp</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lvl="0" indent="-176213" fontAlgn="base">
                  <a:spcBef>
                    <a:spcPct val="0"/>
                  </a:spcBef>
                  <a:spcAft>
                    <a:spcPts val="1000"/>
                  </a:spcAft>
                  <a:buSzPct val="120000"/>
                  <a:buBlip>
                    <a:blip r:embed="rId4"/>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3.5.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Kỹ</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thuật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đặc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trưng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p:txBody>
          </p:sp>
        </p:grpSp>
      </p:grpSp>
    </p:spTree>
    <p:extLst>
      <p:ext uri="{BB962C8B-B14F-4D97-AF65-F5344CB8AC3E}">
        <p14:creationId xmlns:p14="http://schemas.microsoft.com/office/powerpoint/2010/main" val="1249974332"/>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45950EDA-72B3-4B9B-AC12-B04243FE43AE}"/>
              </a:ext>
            </a:extLst>
          </p:cNvPr>
          <p:cNvGrpSpPr/>
          <p:nvPr/>
        </p:nvGrpSpPr>
        <p:grpSpPr>
          <a:xfrm>
            <a:off x="1351012" y="2112422"/>
            <a:ext cx="6874061" cy="3945478"/>
            <a:chOff x="1351012" y="2363086"/>
            <a:chExt cx="6874061" cy="3945478"/>
          </a:xfrm>
        </p:grpSpPr>
        <p:sp>
          <p:nvSpPr>
            <p:cNvPr id="11" name="자유형 10"/>
            <p:cNvSpPr/>
            <p:nvPr/>
          </p:nvSpPr>
          <p:spPr>
            <a:xfrm>
              <a:off x="3860800" y="4013200"/>
              <a:ext cx="965200" cy="0"/>
            </a:xfrm>
            <a:custGeom>
              <a:avLst/>
              <a:gdLst>
                <a:gd name="connsiteX0" fmla="*/ 0 w 965200"/>
                <a:gd name="connsiteY0" fmla="*/ 0 h 0"/>
                <a:gd name="connsiteX1" fmla="*/ 965200 w 965200"/>
                <a:gd name="connsiteY1" fmla="*/ 0 h 0"/>
              </a:gdLst>
              <a:ahLst/>
              <a:cxnLst>
                <a:cxn ang="0">
                  <a:pos x="connsiteX0" y="connsiteY0"/>
                </a:cxn>
                <a:cxn ang="0">
                  <a:pos x="connsiteX1" y="connsiteY1"/>
                </a:cxn>
              </a:cxnLst>
              <a:rect l="l" t="t" r="r" b="b"/>
              <a:pathLst>
                <a:path w="965200">
                  <a:moveTo>
                    <a:pt x="0" y="0"/>
                  </a:moveTo>
                  <a:lnTo>
                    <a:pt x="965200" y="0"/>
                  </a:lnTo>
                </a:path>
              </a:pathLst>
            </a:custGeom>
            <a:noFill/>
            <a:ln w="15875">
              <a:solidFill>
                <a:srgbClr val="8D989B"/>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 name="자유형 12"/>
            <p:cNvSpPr/>
            <p:nvPr/>
          </p:nvSpPr>
          <p:spPr>
            <a:xfrm>
              <a:off x="3543300" y="4584700"/>
              <a:ext cx="1206500" cy="254000"/>
            </a:xfrm>
            <a:custGeom>
              <a:avLst/>
              <a:gdLst>
                <a:gd name="connsiteX0" fmla="*/ 1206500 w 1206500"/>
                <a:gd name="connsiteY0" fmla="*/ 254000 h 254000"/>
                <a:gd name="connsiteX1" fmla="*/ 254000 w 1206500"/>
                <a:gd name="connsiteY1" fmla="*/ 254000 h 254000"/>
                <a:gd name="connsiteX2" fmla="*/ 0 w 1206500"/>
                <a:gd name="connsiteY2" fmla="*/ 0 h 254000"/>
              </a:gdLst>
              <a:ahLst/>
              <a:cxnLst>
                <a:cxn ang="0">
                  <a:pos x="connsiteX0" y="connsiteY0"/>
                </a:cxn>
                <a:cxn ang="0">
                  <a:pos x="connsiteX1" y="connsiteY1"/>
                </a:cxn>
                <a:cxn ang="0">
                  <a:pos x="connsiteX2" y="connsiteY2"/>
                </a:cxn>
              </a:cxnLst>
              <a:rect l="l" t="t" r="r" b="b"/>
              <a:pathLst>
                <a:path w="1206500" h="254000">
                  <a:moveTo>
                    <a:pt x="1206500" y="254000"/>
                  </a:moveTo>
                  <a:lnTo>
                    <a:pt x="254000" y="254000"/>
                  </a:lnTo>
                  <a:lnTo>
                    <a:pt x="0" y="0"/>
                  </a:lnTo>
                </a:path>
              </a:pathLst>
            </a:custGeom>
            <a:noFill/>
            <a:ln w="15875">
              <a:solidFill>
                <a:srgbClr val="8D989B"/>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자유형 36"/>
            <p:cNvSpPr/>
            <p:nvPr/>
          </p:nvSpPr>
          <p:spPr>
            <a:xfrm>
              <a:off x="3606800" y="5067300"/>
              <a:ext cx="1320800" cy="101600"/>
            </a:xfrm>
            <a:custGeom>
              <a:avLst/>
              <a:gdLst>
                <a:gd name="connsiteX0" fmla="*/ 1320800 w 1320800"/>
                <a:gd name="connsiteY0" fmla="*/ 101600 h 101600"/>
                <a:gd name="connsiteX1" fmla="*/ 101600 w 1320800"/>
                <a:gd name="connsiteY1" fmla="*/ 101600 h 101600"/>
                <a:gd name="connsiteX2" fmla="*/ 0 w 1320800"/>
                <a:gd name="connsiteY2" fmla="*/ 0 h 101600"/>
              </a:gdLst>
              <a:ahLst/>
              <a:cxnLst>
                <a:cxn ang="0">
                  <a:pos x="connsiteX0" y="connsiteY0"/>
                </a:cxn>
                <a:cxn ang="0">
                  <a:pos x="connsiteX1" y="connsiteY1"/>
                </a:cxn>
                <a:cxn ang="0">
                  <a:pos x="connsiteX2" y="connsiteY2"/>
                </a:cxn>
              </a:cxnLst>
              <a:rect l="l" t="t" r="r" b="b"/>
              <a:pathLst>
                <a:path w="1320800" h="101600">
                  <a:moveTo>
                    <a:pt x="1320800" y="101600"/>
                  </a:moveTo>
                  <a:lnTo>
                    <a:pt x="101600" y="101600"/>
                  </a:lnTo>
                  <a:lnTo>
                    <a:pt x="0" y="0"/>
                  </a:lnTo>
                </a:path>
              </a:pathLst>
            </a:custGeom>
            <a:noFill/>
            <a:ln w="15875">
              <a:solidFill>
                <a:srgbClr val="8D989B"/>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자유형 39"/>
            <p:cNvSpPr/>
            <p:nvPr/>
          </p:nvSpPr>
          <p:spPr>
            <a:xfrm>
              <a:off x="2667000" y="5537200"/>
              <a:ext cx="2451100" cy="0"/>
            </a:xfrm>
            <a:custGeom>
              <a:avLst/>
              <a:gdLst>
                <a:gd name="connsiteX0" fmla="*/ 2451100 w 2451100"/>
                <a:gd name="connsiteY0" fmla="*/ 0 h 0"/>
                <a:gd name="connsiteX1" fmla="*/ 0 w 2451100"/>
                <a:gd name="connsiteY1" fmla="*/ 0 h 0"/>
              </a:gdLst>
              <a:ahLst/>
              <a:cxnLst>
                <a:cxn ang="0">
                  <a:pos x="connsiteX0" y="connsiteY0"/>
                </a:cxn>
                <a:cxn ang="0">
                  <a:pos x="connsiteX1" y="connsiteY1"/>
                </a:cxn>
              </a:cxnLst>
              <a:rect l="l" t="t" r="r" b="b"/>
              <a:pathLst>
                <a:path w="2451100">
                  <a:moveTo>
                    <a:pt x="2451100" y="0"/>
                  </a:moveTo>
                  <a:lnTo>
                    <a:pt x="0" y="0"/>
                  </a:lnTo>
                </a:path>
              </a:pathLst>
            </a:custGeom>
            <a:noFill/>
            <a:ln w="15875">
              <a:solidFill>
                <a:srgbClr val="8D989B"/>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3" name="그룹 2"/>
            <p:cNvGrpSpPr/>
            <p:nvPr/>
          </p:nvGrpSpPr>
          <p:grpSpPr>
            <a:xfrm>
              <a:off x="4427069" y="2363086"/>
              <a:ext cx="3798004" cy="3945478"/>
              <a:chOff x="3862849" y="2903998"/>
              <a:chExt cx="3912096" cy="4064000"/>
            </a:xfrm>
          </p:grpSpPr>
          <p:graphicFrame>
            <p:nvGraphicFramePr>
              <p:cNvPr id="22" name="차트 21"/>
              <p:cNvGraphicFramePr/>
              <p:nvPr/>
            </p:nvGraphicFramePr>
            <p:xfrm>
              <a:off x="3862849" y="2903998"/>
              <a:ext cx="3912096" cy="4064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도넛 23"/>
              <p:cNvSpPr/>
              <p:nvPr/>
            </p:nvSpPr>
            <p:spPr>
              <a:xfrm>
                <a:off x="4018697" y="3135798"/>
                <a:ext cx="3600400" cy="3600400"/>
              </a:xfrm>
              <a:prstGeom prst="donut">
                <a:avLst>
                  <a:gd name="adj" fmla="val 201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tx1"/>
                  </a:solidFill>
                </a:endParaRPr>
              </a:p>
            </p:txBody>
          </p:sp>
        </p:grpSp>
        <p:sp>
          <p:nvSpPr>
            <p:cNvPr id="31" name="TextBox 30">
              <a:extLst>
                <a:ext uri="{FF2B5EF4-FFF2-40B4-BE49-F238E27FC236}">
                  <a16:creationId xmlns:a16="http://schemas.microsoft.com/office/drawing/2014/main" id="{872D95DF-D9B8-4644-BDF7-A0591463303D}"/>
                </a:ext>
              </a:extLst>
            </p:cNvPr>
            <p:cNvSpPr txBox="1"/>
            <p:nvPr/>
          </p:nvSpPr>
          <p:spPr>
            <a:xfrm>
              <a:off x="6505964" y="4426146"/>
              <a:ext cx="1164836" cy="516990"/>
            </a:xfrm>
            <a:prstGeom prst="rect">
              <a:avLst/>
            </a:prstGeom>
            <a:noFill/>
          </p:spPr>
          <p:txBody>
            <a:bodyPr wrap="square" lIns="0" tIns="0" rIns="0" bIns="0" rtlCol="0" anchor="ctr">
              <a:noAutofit/>
              <a:scene3d>
                <a:camera prst="orthographicFront"/>
                <a:lightRig rig="threePt" dir="t"/>
              </a:scene3d>
              <a:sp3d>
                <a:bevelT w="0" h="6350"/>
              </a:sp3d>
            </a:bodyPr>
            <a:lstStyle/>
            <a:p>
              <a:pPr algn="ctr"/>
              <a:r>
                <a:rPr lang="en-US" altLang="ko-KR" sz="1200" dirty="0" err="1">
                  <a:solidFill>
                    <a:schemeClr val="bg1"/>
                  </a:solidFill>
                  <a:latin typeface="SamsungOne-400" panose="020B0503030303020204" pitchFamily="34" charset="0"/>
                  <a:ea typeface="SamsungOne-400" panose="020B0503030303020204" pitchFamily="34" charset="0"/>
                </a:rPr>
                <a:t>Làm</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sạch</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và</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sắp</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xếp</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dữ</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liệu</a:t>
              </a:r>
              <a:endParaRPr lang="en-US" altLang="ko-KR" sz="1200" dirty="0">
                <a:solidFill>
                  <a:schemeClr val="bg1"/>
                </a:solidFill>
                <a:latin typeface="SamsungOne-400" panose="020B0503030303020204" pitchFamily="34" charset="0"/>
                <a:ea typeface="SamsungOne-400" panose="020B0503030303020204" pitchFamily="34" charset="0"/>
              </a:endParaRPr>
            </a:p>
            <a:p>
              <a:pPr algn="ctr"/>
              <a:r>
                <a:rPr lang="en-US" altLang="ko-KR" sz="1600" dirty="0">
                  <a:solidFill>
                    <a:schemeClr val="bg1"/>
                  </a:solidFill>
                  <a:latin typeface="SamsungOne-700" panose="020B0803030303020204" pitchFamily="34" charset="0"/>
                  <a:ea typeface="SamsungOne-700" panose="020B0803030303020204" pitchFamily="34" charset="0"/>
                </a:rPr>
                <a:t>60%</a:t>
              </a:r>
              <a:endParaRPr lang="ko-KR" altLang="en-US" sz="1600" dirty="0">
                <a:solidFill>
                  <a:schemeClr val="bg1"/>
                </a:solidFill>
                <a:latin typeface="SamsungOne-700" panose="020B0803030303020204" pitchFamily="34" charset="0"/>
              </a:endParaRPr>
            </a:p>
          </p:txBody>
        </p:sp>
        <p:sp>
          <p:nvSpPr>
            <p:cNvPr id="32" name="TextBox 31">
              <a:extLst>
                <a:ext uri="{FF2B5EF4-FFF2-40B4-BE49-F238E27FC236}">
                  <a16:creationId xmlns:a16="http://schemas.microsoft.com/office/drawing/2014/main" id="{872D95DF-D9B8-4644-BDF7-A0591463303D}"/>
                </a:ext>
              </a:extLst>
            </p:cNvPr>
            <p:cNvSpPr txBox="1"/>
            <p:nvPr/>
          </p:nvSpPr>
          <p:spPr>
            <a:xfrm>
              <a:off x="5289783" y="3227459"/>
              <a:ext cx="885436" cy="516990"/>
            </a:xfrm>
            <a:prstGeom prst="rect">
              <a:avLst/>
            </a:prstGeom>
            <a:noFill/>
          </p:spPr>
          <p:txBody>
            <a:bodyPr wrap="square" lIns="0" tIns="0" rIns="0" bIns="0" rtlCol="0" anchor="ctr">
              <a:noAutofit/>
              <a:scene3d>
                <a:camera prst="orthographicFront"/>
                <a:lightRig rig="threePt" dir="t"/>
              </a:scene3d>
              <a:sp3d>
                <a:bevelT w="0" h="6350"/>
              </a:sp3d>
            </a:bodyPr>
            <a:lstStyle/>
            <a:p>
              <a:pPr algn="ctr"/>
              <a:r>
                <a:rPr lang="en-US" altLang="ko-KR" sz="1200" dirty="0">
                  <a:solidFill>
                    <a:schemeClr val="bg1"/>
                  </a:solidFill>
                  <a:latin typeface="SamsungOne-400" panose="020B0503030303020204" pitchFamily="34" charset="0"/>
                  <a:ea typeface="SamsungOne-400" panose="020B0503030303020204" pitchFamily="34" charset="0"/>
                </a:rPr>
                <a:t>Thu </a:t>
              </a:r>
              <a:r>
                <a:rPr lang="en-US" altLang="ko-KR" sz="1200" dirty="0" err="1">
                  <a:solidFill>
                    <a:schemeClr val="bg1"/>
                  </a:solidFill>
                  <a:latin typeface="SamsungOne-400" panose="020B0503030303020204" pitchFamily="34" charset="0"/>
                  <a:ea typeface="SamsungOne-400" panose="020B0503030303020204" pitchFamily="34" charset="0"/>
                </a:rPr>
                <a:t>thập</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các</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tập</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dữ</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liệu</a:t>
              </a:r>
              <a:endParaRPr lang="en-US" altLang="ko-KR" sz="1200" dirty="0">
                <a:solidFill>
                  <a:schemeClr val="bg1"/>
                </a:solidFill>
                <a:latin typeface="SamsungOne-400" panose="020B0503030303020204" pitchFamily="34" charset="0"/>
                <a:ea typeface="SamsungOne-400" panose="020B0503030303020204" pitchFamily="34" charset="0"/>
              </a:endParaRPr>
            </a:p>
            <a:p>
              <a:pPr algn="ctr"/>
              <a:r>
                <a:rPr lang="en-US" altLang="ko-KR" sz="1600" dirty="0">
                  <a:solidFill>
                    <a:schemeClr val="bg1"/>
                  </a:solidFill>
                  <a:latin typeface="SamsungOne-700" panose="020B0803030303020204" pitchFamily="34" charset="0"/>
                  <a:ea typeface="SamsungOne-700" panose="020B0803030303020204" pitchFamily="34" charset="0"/>
                </a:rPr>
                <a:t>19%</a:t>
              </a:r>
              <a:endParaRPr lang="ko-KR" altLang="en-US" sz="1600" dirty="0">
                <a:solidFill>
                  <a:schemeClr val="bg1"/>
                </a:solidFill>
                <a:latin typeface="SamsungOne-700" panose="020B0803030303020204" pitchFamily="34" charset="0"/>
              </a:endParaRPr>
            </a:p>
          </p:txBody>
        </p:sp>
        <p:sp>
          <p:nvSpPr>
            <p:cNvPr id="33" name="TextBox 32">
              <a:extLst>
                <a:ext uri="{FF2B5EF4-FFF2-40B4-BE49-F238E27FC236}">
                  <a16:creationId xmlns:a16="http://schemas.microsoft.com/office/drawing/2014/main" id="{872D95DF-D9B8-4644-BDF7-A0591463303D}"/>
                </a:ext>
              </a:extLst>
            </p:cNvPr>
            <p:cNvSpPr txBox="1"/>
            <p:nvPr/>
          </p:nvSpPr>
          <p:spPr>
            <a:xfrm>
              <a:off x="1495028" y="3806012"/>
              <a:ext cx="2412374" cy="447540"/>
            </a:xfrm>
            <a:prstGeom prst="rect">
              <a:avLst/>
            </a:prstGeom>
            <a:noFill/>
          </p:spPr>
          <p:txBody>
            <a:bodyPr wrap="square" lIns="0" tIns="0" rIns="0" bIns="0" rtlCol="0" anchor="ctr">
              <a:noAutofit/>
              <a:scene3d>
                <a:camera prst="orthographicFront"/>
                <a:lightRig rig="threePt" dir="t"/>
              </a:scene3d>
              <a:sp3d>
                <a:bevelT w="0" h="6350"/>
              </a:sp3d>
            </a:bodyPr>
            <a:lstStyle/>
            <a:p>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Khai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phá</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dữ</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liệu</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cho</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các</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mẫu</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600" dirty="0">
                  <a:solidFill>
                    <a:schemeClr val="tx1">
                      <a:lumMod val="75000"/>
                      <a:lumOff val="25000"/>
                    </a:schemeClr>
                  </a:solidFill>
                  <a:latin typeface="SamsungOne-700" panose="020B0803030303020204" pitchFamily="34" charset="0"/>
                  <a:ea typeface="SamsungOne-700" panose="020B0803030303020204" pitchFamily="34" charset="0"/>
                </a:rPr>
                <a:t>9%</a:t>
              </a:r>
              <a:endParaRPr lang="ko-KR" altLang="en-US" sz="1600" dirty="0">
                <a:solidFill>
                  <a:schemeClr val="tx1">
                    <a:lumMod val="75000"/>
                    <a:lumOff val="25000"/>
                  </a:schemeClr>
                </a:solidFill>
                <a:latin typeface="SamsungOne-700" panose="020B0803030303020204" pitchFamily="34" charset="0"/>
              </a:endParaRPr>
            </a:p>
          </p:txBody>
        </p:sp>
        <p:sp>
          <p:nvSpPr>
            <p:cNvPr id="34" name="TextBox 33">
              <a:extLst>
                <a:ext uri="{FF2B5EF4-FFF2-40B4-BE49-F238E27FC236}">
                  <a16:creationId xmlns:a16="http://schemas.microsoft.com/office/drawing/2014/main" id="{872D95DF-D9B8-4644-BDF7-A0591463303D}"/>
                </a:ext>
              </a:extLst>
            </p:cNvPr>
            <p:cNvSpPr txBox="1"/>
            <p:nvPr/>
          </p:nvSpPr>
          <p:spPr>
            <a:xfrm>
              <a:off x="1748402" y="4305545"/>
              <a:ext cx="2159000" cy="447540"/>
            </a:xfrm>
            <a:prstGeom prst="rect">
              <a:avLst/>
            </a:prstGeom>
            <a:noFill/>
          </p:spPr>
          <p:txBody>
            <a:bodyPr wrap="square" lIns="0" tIns="0" rIns="0" bIns="0" rtlCol="0" anchor="ctr">
              <a:noAutofit/>
              <a:scene3d>
                <a:camera prst="orthographicFront"/>
                <a:lightRig rig="threePt" dir="t"/>
              </a:scene3d>
              <a:sp3d>
                <a:bevelT w="0" h="6350"/>
              </a:sp3d>
            </a:bodyPr>
            <a:lstStyle/>
            <a:p>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Hiệu</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chỉnh</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thuật</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toán</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600" dirty="0">
                  <a:solidFill>
                    <a:schemeClr val="tx1">
                      <a:lumMod val="75000"/>
                      <a:lumOff val="25000"/>
                    </a:schemeClr>
                  </a:solidFill>
                  <a:latin typeface="SamsungOne-700" panose="020B0803030303020204" pitchFamily="34" charset="0"/>
                  <a:ea typeface="SamsungOne-700" panose="020B0803030303020204" pitchFamily="34" charset="0"/>
                </a:rPr>
                <a:t>4%</a:t>
              </a:r>
              <a:endParaRPr lang="ko-KR" altLang="en-US" sz="1600" dirty="0">
                <a:solidFill>
                  <a:schemeClr val="tx1">
                    <a:lumMod val="75000"/>
                    <a:lumOff val="25000"/>
                  </a:schemeClr>
                </a:solidFill>
                <a:latin typeface="SamsungOne-700" panose="020B0803030303020204" pitchFamily="34" charset="0"/>
              </a:endParaRPr>
            </a:p>
          </p:txBody>
        </p:sp>
        <p:sp>
          <p:nvSpPr>
            <p:cNvPr id="35" name="TextBox 34">
              <a:extLst>
                <a:ext uri="{FF2B5EF4-FFF2-40B4-BE49-F238E27FC236}">
                  <a16:creationId xmlns:a16="http://schemas.microsoft.com/office/drawing/2014/main" id="{872D95DF-D9B8-4644-BDF7-A0591463303D}"/>
                </a:ext>
              </a:extLst>
            </p:cNvPr>
            <p:cNvSpPr txBox="1"/>
            <p:nvPr/>
          </p:nvSpPr>
          <p:spPr>
            <a:xfrm>
              <a:off x="1351012" y="4805078"/>
              <a:ext cx="2556390" cy="447540"/>
            </a:xfrm>
            <a:prstGeom prst="rect">
              <a:avLst/>
            </a:prstGeom>
            <a:noFill/>
          </p:spPr>
          <p:txBody>
            <a:bodyPr wrap="square" lIns="0" tIns="0" rIns="0" bIns="0" rtlCol="0" anchor="ctr">
              <a:noAutofit/>
              <a:scene3d>
                <a:camera prst="orthographicFront"/>
                <a:lightRig rig="threePt" dir="t"/>
              </a:scene3d>
              <a:sp3d>
                <a:bevelT w="0" h="6350"/>
              </a:sp3d>
            </a:bodyPr>
            <a:lstStyle/>
            <a:p>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Xây</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dựng</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các</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tập</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huấn</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luyện</a:t>
              </a:r>
              <a:r>
                <a:rPr lang="en-US" altLang="ko-KR" sz="1600" dirty="0">
                  <a:solidFill>
                    <a:schemeClr val="tx1">
                      <a:lumMod val="75000"/>
                      <a:lumOff val="25000"/>
                    </a:schemeClr>
                  </a:solidFill>
                  <a:latin typeface="SamsungOne-700" panose="020B0803030303020204" pitchFamily="34" charset="0"/>
                  <a:ea typeface="SamsungOne-700" panose="020B0803030303020204" pitchFamily="34" charset="0"/>
                </a:rPr>
                <a:t>3%</a:t>
              </a:r>
              <a:endParaRPr lang="ko-KR" altLang="en-US" sz="1600" dirty="0">
                <a:solidFill>
                  <a:schemeClr val="tx1">
                    <a:lumMod val="75000"/>
                    <a:lumOff val="25000"/>
                  </a:schemeClr>
                </a:solidFill>
                <a:latin typeface="SamsungOne-700" panose="020B0803030303020204" pitchFamily="34" charset="0"/>
              </a:endParaRPr>
            </a:p>
          </p:txBody>
        </p:sp>
        <p:sp>
          <p:nvSpPr>
            <p:cNvPr id="36" name="TextBox 35">
              <a:extLst>
                <a:ext uri="{FF2B5EF4-FFF2-40B4-BE49-F238E27FC236}">
                  <a16:creationId xmlns:a16="http://schemas.microsoft.com/office/drawing/2014/main" id="{872D95DF-D9B8-4644-BDF7-A0591463303D}"/>
                </a:ext>
              </a:extLst>
            </p:cNvPr>
            <p:cNvSpPr txBox="1"/>
            <p:nvPr/>
          </p:nvSpPr>
          <p:spPr>
            <a:xfrm>
              <a:off x="1748402" y="5304612"/>
              <a:ext cx="2159000" cy="447540"/>
            </a:xfrm>
            <a:prstGeom prst="rect">
              <a:avLst/>
            </a:prstGeom>
            <a:noFill/>
          </p:spPr>
          <p:txBody>
            <a:bodyPr wrap="square" lIns="0" tIns="0" rIns="0" bIns="0" rtlCol="0" anchor="ctr">
              <a:noAutofit/>
              <a:scene3d>
                <a:camera prst="orthographicFront"/>
                <a:lightRig rig="threePt" dir="t"/>
              </a:scene3d>
              <a:sp3d>
                <a:bevelT w="0" h="6350"/>
              </a:sp3d>
            </a:bodyPr>
            <a:lstStyle/>
            <a:p>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Công</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việc</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khác</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600" dirty="0">
                  <a:solidFill>
                    <a:schemeClr val="tx1">
                      <a:lumMod val="75000"/>
                      <a:lumOff val="25000"/>
                    </a:schemeClr>
                  </a:solidFill>
                  <a:latin typeface="SamsungOne-700" panose="020B0803030303020204" pitchFamily="34" charset="0"/>
                  <a:ea typeface="SamsungOne-700" panose="020B0803030303020204" pitchFamily="34" charset="0"/>
                </a:rPr>
                <a:t>5%</a:t>
              </a:r>
              <a:endParaRPr lang="ko-KR" altLang="en-US" sz="1600" dirty="0">
                <a:solidFill>
                  <a:schemeClr val="tx1">
                    <a:lumMod val="75000"/>
                    <a:lumOff val="25000"/>
                  </a:schemeClr>
                </a:solidFill>
                <a:latin typeface="SamsungOne-700" panose="020B0803030303020204" pitchFamily="34" charset="0"/>
              </a:endParaRPr>
            </a:p>
          </p:txBody>
        </p:sp>
      </p:grpSp>
      <p:sp>
        <p:nvSpPr>
          <p:cNvPr id="27" name="직사각형 26">
            <a:extLst>
              <a:ext uri="{FF2B5EF4-FFF2-40B4-BE49-F238E27FC236}">
                <a16:creationId xmlns:a16="http://schemas.microsoft.com/office/drawing/2014/main" id="{58B1BC1D-DFB7-4482-BA23-F01AD71B1BBE}"/>
              </a:ext>
            </a:extLst>
          </p:cNvPr>
          <p:cNvSpPr/>
          <p:nvPr/>
        </p:nvSpPr>
        <p:spPr>
          <a:xfrm>
            <a:off x="436116" y="1371248"/>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Tiền</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xử</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lý</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dữ</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liệu</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25" name="그룹 24">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39" name="직사각형 38">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3.1.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Tiền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xử</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41" name="직사각형 40">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38" name="사각형: 둥근 모서리 32">
            <a:extLst>
              <a:ext uri="{FF2B5EF4-FFF2-40B4-BE49-F238E27FC236}">
                <a16:creationId xmlns:a16="http://schemas.microsoft.com/office/drawing/2014/main" id="{9F9FFF6C-7C72-4E08-8072-03F5113CBF51}"/>
              </a:ext>
            </a:extLst>
          </p:cNvPr>
          <p:cNvSpPr/>
          <p:nvPr/>
        </p:nvSpPr>
        <p:spPr>
          <a:xfrm>
            <a:off x="4499536" y="5957180"/>
            <a:ext cx="4983842" cy="333885"/>
          </a:xfrm>
          <a:prstGeom prst="roundRect">
            <a:avLst>
              <a:gd name="adj" fmla="val 50000"/>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scene3d>
              <a:camera prst="orthographicFront"/>
              <a:lightRig rig="threePt" dir="t"/>
            </a:scene3d>
            <a:sp3d>
              <a:bevelT w="0" h="6350"/>
              <a:bevelB w="0" h="0"/>
            </a:sp3d>
          </a:bodyPr>
          <a:lstStyle/>
          <a:p>
            <a:pPr marL="398463" indent="-398463"/>
            <a:r>
              <a:rPr lang="en-US" altLang="ko-KR" sz="1000" b="1" dirty="0">
                <a:solidFill>
                  <a:schemeClr val="bg1"/>
                </a:solidFill>
                <a:latin typeface="SamsungOne-400" panose="020B0503030303020204" pitchFamily="34" charset="0"/>
                <a:ea typeface="SamsungOne-400" panose="020B0503030303020204" pitchFamily="34" charset="0"/>
              </a:rPr>
              <a:t> https://www.forbes.com/sites/gilpress/2016/03/23/data-preparation-most-time-consuming-least-enjoyable-data-science-task-survey-says/#790d18c36f63 </a:t>
            </a:r>
          </a:p>
        </p:txBody>
      </p:sp>
      <p:grpSp>
        <p:nvGrpSpPr>
          <p:cNvPr id="26" name="그룹 25">
            <a:extLst>
              <a:ext uri="{FF2B5EF4-FFF2-40B4-BE49-F238E27FC236}">
                <a16:creationId xmlns:a16="http://schemas.microsoft.com/office/drawing/2014/main" id="{EAE71F75-0CBB-4FE2-87DB-0000ABD80F2E}"/>
              </a:ext>
            </a:extLst>
          </p:cNvPr>
          <p:cNvGrpSpPr/>
          <p:nvPr/>
        </p:nvGrpSpPr>
        <p:grpSpPr>
          <a:xfrm>
            <a:off x="580388" y="1988840"/>
            <a:ext cx="8887612" cy="599957"/>
            <a:chOff x="580388" y="1413381"/>
            <a:chExt cx="8887612" cy="599957"/>
          </a:xfrm>
        </p:grpSpPr>
        <p:sp>
          <p:nvSpPr>
            <p:cNvPr id="42" name="직사각형 41">
              <a:extLst>
                <a:ext uri="{FF2B5EF4-FFF2-40B4-BE49-F238E27FC236}">
                  <a16:creationId xmlns:a16="http://schemas.microsoft.com/office/drawing/2014/main" id="{2684E1CF-CC22-406F-A50C-73F9645C4E1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Khảo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sát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nhà</a:t>
              </a:r>
              <a:r>
                <a:rPr lang="en-US" altLang="ko-KR" sz="1400" dirty="0">
                  <a:solidFill>
                    <a:schemeClr val="tx1"/>
                  </a:solidFill>
                  <a:latin typeface="SamsungOne-400" panose="020B0503030303020204" pitchFamily="34" charset="0"/>
                  <a:ea typeface="SamsungOne-400" panose="020B0503030303020204" pitchFamily="34" charset="0"/>
                </a:rPr>
                <a:t> khoa </a:t>
              </a:r>
              <a:r>
                <a:rPr lang="en-US" altLang="ko-KR" sz="1400" dirty="0" err="1">
                  <a:solidFill>
                    <a:schemeClr val="tx1"/>
                  </a:solidFill>
                  <a:latin typeface="SamsungOne-400" panose="020B0503030303020204" pitchFamily="34" charset="0"/>
                  <a:ea typeface="SamsungOne-400" panose="020B0503030303020204" pitchFamily="34" charset="0"/>
                </a:rPr>
                <a:t>học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43" name="Rectangle 12">
              <a:extLst>
                <a:ext uri="{FF2B5EF4-FFF2-40B4-BE49-F238E27FC236}">
                  <a16:creationId xmlns:a16="http://schemas.microsoft.com/office/drawing/2014/main" id="{415A5FBF-497A-4130-9688-2764D3EF377A}"/>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nhà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khoa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học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dữ</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liệu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dành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phần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lớn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thời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gian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để</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làm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gì</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spTree>
    <p:extLst>
      <p:ext uri="{BB962C8B-B14F-4D97-AF65-F5344CB8AC3E}">
        <p14:creationId xmlns:p14="http://schemas.microsoft.com/office/powerpoint/2010/main" val="4161380242"/>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88C08277-1FA7-4690-A064-9CBCE1701BC6}"/>
              </a:ext>
            </a:extLst>
          </p:cNvPr>
          <p:cNvGrpSpPr/>
          <p:nvPr/>
        </p:nvGrpSpPr>
        <p:grpSpPr>
          <a:xfrm>
            <a:off x="1423020" y="1700808"/>
            <a:ext cx="6802053" cy="3945478"/>
            <a:chOff x="1423020" y="2363086"/>
            <a:chExt cx="6802053" cy="3945478"/>
          </a:xfrm>
        </p:grpSpPr>
        <p:sp>
          <p:nvSpPr>
            <p:cNvPr id="41" name="자유형 40"/>
            <p:cNvSpPr/>
            <p:nvPr/>
          </p:nvSpPr>
          <p:spPr>
            <a:xfrm>
              <a:off x="3733800" y="4991100"/>
              <a:ext cx="1080000" cy="0"/>
            </a:xfrm>
            <a:custGeom>
              <a:avLst/>
              <a:gdLst>
                <a:gd name="connsiteX0" fmla="*/ 2451100 w 2451100"/>
                <a:gd name="connsiteY0" fmla="*/ 0 h 0"/>
                <a:gd name="connsiteX1" fmla="*/ 0 w 2451100"/>
                <a:gd name="connsiteY1" fmla="*/ 0 h 0"/>
              </a:gdLst>
              <a:ahLst/>
              <a:cxnLst>
                <a:cxn ang="0">
                  <a:pos x="connsiteX0" y="connsiteY0"/>
                </a:cxn>
                <a:cxn ang="0">
                  <a:pos x="connsiteX1" y="connsiteY1"/>
                </a:cxn>
              </a:cxnLst>
              <a:rect l="l" t="t" r="r" b="b"/>
              <a:pathLst>
                <a:path w="2451100">
                  <a:moveTo>
                    <a:pt x="2451100" y="0"/>
                  </a:moveTo>
                  <a:lnTo>
                    <a:pt x="0" y="0"/>
                  </a:lnTo>
                </a:path>
              </a:pathLst>
            </a:custGeom>
            <a:noFill/>
            <a:ln w="15875">
              <a:solidFill>
                <a:srgbClr val="8D989B"/>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0" name="자유형 19"/>
            <p:cNvSpPr/>
            <p:nvPr/>
          </p:nvSpPr>
          <p:spPr>
            <a:xfrm flipV="1">
              <a:off x="3543300" y="4279653"/>
              <a:ext cx="1227016" cy="253596"/>
            </a:xfrm>
            <a:custGeom>
              <a:avLst/>
              <a:gdLst>
                <a:gd name="connsiteX0" fmla="*/ 1206500 w 1206500"/>
                <a:gd name="connsiteY0" fmla="*/ 254000 h 254000"/>
                <a:gd name="connsiteX1" fmla="*/ 254000 w 1206500"/>
                <a:gd name="connsiteY1" fmla="*/ 254000 h 254000"/>
                <a:gd name="connsiteX2" fmla="*/ 0 w 1206500"/>
                <a:gd name="connsiteY2" fmla="*/ 0 h 254000"/>
                <a:gd name="connsiteX0" fmla="*/ 1657948 w 1657948"/>
                <a:gd name="connsiteY0" fmla="*/ 254000 h 254000"/>
                <a:gd name="connsiteX1" fmla="*/ 254000 w 1657948"/>
                <a:gd name="connsiteY1" fmla="*/ 254000 h 254000"/>
                <a:gd name="connsiteX2" fmla="*/ 0 w 1657948"/>
                <a:gd name="connsiteY2" fmla="*/ 0 h 254000"/>
              </a:gdLst>
              <a:ahLst/>
              <a:cxnLst>
                <a:cxn ang="0">
                  <a:pos x="connsiteX0" y="connsiteY0"/>
                </a:cxn>
                <a:cxn ang="0">
                  <a:pos x="connsiteX1" y="connsiteY1"/>
                </a:cxn>
                <a:cxn ang="0">
                  <a:pos x="connsiteX2" y="connsiteY2"/>
                </a:cxn>
              </a:cxnLst>
              <a:rect l="l" t="t" r="r" b="b"/>
              <a:pathLst>
                <a:path w="1657948" h="254000">
                  <a:moveTo>
                    <a:pt x="1657948" y="254000"/>
                  </a:moveTo>
                  <a:lnTo>
                    <a:pt x="254000" y="254000"/>
                  </a:lnTo>
                  <a:lnTo>
                    <a:pt x="0" y="0"/>
                  </a:lnTo>
                </a:path>
              </a:pathLst>
            </a:custGeom>
            <a:noFill/>
            <a:ln w="15875">
              <a:solidFill>
                <a:srgbClr val="8D989B"/>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자유형 39"/>
            <p:cNvSpPr/>
            <p:nvPr/>
          </p:nvSpPr>
          <p:spPr>
            <a:xfrm flipV="1">
              <a:off x="3813588" y="3835153"/>
              <a:ext cx="812852" cy="219460"/>
            </a:xfrm>
            <a:custGeom>
              <a:avLst/>
              <a:gdLst>
                <a:gd name="connsiteX0" fmla="*/ 1206500 w 1206500"/>
                <a:gd name="connsiteY0" fmla="*/ 254000 h 254000"/>
                <a:gd name="connsiteX1" fmla="*/ 254000 w 1206500"/>
                <a:gd name="connsiteY1" fmla="*/ 254000 h 254000"/>
                <a:gd name="connsiteX2" fmla="*/ 0 w 1206500"/>
                <a:gd name="connsiteY2" fmla="*/ 0 h 254000"/>
              </a:gdLst>
              <a:ahLst/>
              <a:cxnLst>
                <a:cxn ang="0">
                  <a:pos x="connsiteX0" y="connsiteY0"/>
                </a:cxn>
                <a:cxn ang="0">
                  <a:pos x="connsiteX1" y="connsiteY1"/>
                </a:cxn>
                <a:cxn ang="0">
                  <a:pos x="connsiteX2" y="connsiteY2"/>
                </a:cxn>
              </a:cxnLst>
              <a:rect l="l" t="t" r="r" b="b"/>
              <a:pathLst>
                <a:path w="1206500" h="254000">
                  <a:moveTo>
                    <a:pt x="1206500" y="254000"/>
                  </a:moveTo>
                  <a:lnTo>
                    <a:pt x="254000" y="254000"/>
                  </a:lnTo>
                  <a:lnTo>
                    <a:pt x="0" y="0"/>
                  </a:lnTo>
                </a:path>
              </a:pathLst>
            </a:custGeom>
            <a:noFill/>
            <a:ln w="15875">
              <a:solidFill>
                <a:srgbClr val="8D989B"/>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자유형 21"/>
            <p:cNvSpPr/>
            <p:nvPr/>
          </p:nvSpPr>
          <p:spPr>
            <a:xfrm>
              <a:off x="2667000" y="5537200"/>
              <a:ext cx="2451100" cy="0"/>
            </a:xfrm>
            <a:custGeom>
              <a:avLst/>
              <a:gdLst>
                <a:gd name="connsiteX0" fmla="*/ 2451100 w 2451100"/>
                <a:gd name="connsiteY0" fmla="*/ 0 h 0"/>
                <a:gd name="connsiteX1" fmla="*/ 0 w 2451100"/>
                <a:gd name="connsiteY1" fmla="*/ 0 h 0"/>
              </a:gdLst>
              <a:ahLst/>
              <a:cxnLst>
                <a:cxn ang="0">
                  <a:pos x="connsiteX0" y="connsiteY0"/>
                </a:cxn>
                <a:cxn ang="0">
                  <a:pos x="connsiteX1" y="connsiteY1"/>
                </a:cxn>
              </a:cxnLst>
              <a:rect l="l" t="t" r="r" b="b"/>
              <a:pathLst>
                <a:path w="2451100">
                  <a:moveTo>
                    <a:pt x="2451100" y="0"/>
                  </a:moveTo>
                  <a:lnTo>
                    <a:pt x="0" y="0"/>
                  </a:lnTo>
                </a:path>
              </a:pathLst>
            </a:custGeom>
            <a:noFill/>
            <a:ln w="15875">
              <a:solidFill>
                <a:srgbClr val="8D989B"/>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28" name="그룹 27"/>
            <p:cNvGrpSpPr/>
            <p:nvPr/>
          </p:nvGrpSpPr>
          <p:grpSpPr>
            <a:xfrm>
              <a:off x="4427069" y="2363086"/>
              <a:ext cx="3798004" cy="3945478"/>
              <a:chOff x="3862849" y="2903998"/>
              <a:chExt cx="3912096" cy="4064000"/>
            </a:xfrm>
          </p:grpSpPr>
          <p:graphicFrame>
            <p:nvGraphicFramePr>
              <p:cNvPr id="29" name="차트 28"/>
              <p:cNvGraphicFramePr/>
              <p:nvPr/>
            </p:nvGraphicFramePr>
            <p:xfrm>
              <a:off x="3862849" y="2903998"/>
              <a:ext cx="3912096" cy="4064000"/>
            </p:xfrm>
            <a:graphic>
              <a:graphicData uri="http://schemas.openxmlformats.org/drawingml/2006/chart">
                <c:chart xmlns:c="http://schemas.openxmlformats.org/drawingml/2006/chart" xmlns:r="http://schemas.openxmlformats.org/officeDocument/2006/relationships" r:id="rId3"/>
              </a:graphicData>
            </a:graphic>
          </p:graphicFrame>
          <p:sp>
            <p:nvSpPr>
              <p:cNvPr id="30" name="도넛 29"/>
              <p:cNvSpPr/>
              <p:nvPr/>
            </p:nvSpPr>
            <p:spPr>
              <a:xfrm>
                <a:off x="4018697" y="3135798"/>
                <a:ext cx="3600400" cy="3600400"/>
              </a:xfrm>
              <a:prstGeom prst="donut">
                <a:avLst>
                  <a:gd name="adj" fmla="val 201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tx1"/>
                  </a:solidFill>
                </a:endParaRPr>
              </a:p>
            </p:txBody>
          </p:sp>
        </p:grpSp>
        <p:sp>
          <p:nvSpPr>
            <p:cNvPr id="32" name="TextBox 31">
              <a:extLst>
                <a:ext uri="{FF2B5EF4-FFF2-40B4-BE49-F238E27FC236}">
                  <a16:creationId xmlns:a16="http://schemas.microsoft.com/office/drawing/2014/main" id="{872D95DF-D9B8-4644-BDF7-A0591463303D}"/>
                </a:ext>
              </a:extLst>
            </p:cNvPr>
            <p:cNvSpPr txBox="1"/>
            <p:nvPr/>
          </p:nvSpPr>
          <p:spPr>
            <a:xfrm>
              <a:off x="6505964" y="4426146"/>
              <a:ext cx="1164836" cy="516990"/>
            </a:xfrm>
            <a:prstGeom prst="rect">
              <a:avLst/>
            </a:prstGeom>
            <a:noFill/>
          </p:spPr>
          <p:txBody>
            <a:bodyPr wrap="square" lIns="0" tIns="0" rIns="0" bIns="0" rtlCol="0" anchor="ctr">
              <a:noAutofit/>
              <a:scene3d>
                <a:camera prst="orthographicFront"/>
                <a:lightRig rig="threePt" dir="t"/>
              </a:scene3d>
              <a:sp3d>
                <a:bevelT w="0" h="6350"/>
              </a:sp3d>
            </a:bodyPr>
            <a:lstStyle/>
            <a:p>
              <a:pPr algn="ctr"/>
              <a:r>
                <a:rPr lang="en-US" altLang="ko-KR" sz="1200" dirty="0" err="1">
                  <a:solidFill>
                    <a:schemeClr val="bg1"/>
                  </a:solidFill>
                  <a:latin typeface="SamsungOne-400" panose="020B0503030303020204" pitchFamily="34" charset="0"/>
                  <a:ea typeface="SamsungOne-400" panose="020B0503030303020204" pitchFamily="34" charset="0"/>
                </a:rPr>
                <a:t>Làm</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sạch</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và</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sắp</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xếp</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dữ</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liệu</a:t>
              </a:r>
              <a:endParaRPr lang="en-US" altLang="ko-KR" sz="1200" dirty="0">
                <a:solidFill>
                  <a:schemeClr val="bg1"/>
                </a:solidFill>
                <a:latin typeface="SamsungOne-400" panose="020B0503030303020204" pitchFamily="34" charset="0"/>
                <a:ea typeface="SamsungOne-400" panose="020B0503030303020204" pitchFamily="34" charset="0"/>
              </a:endParaRPr>
            </a:p>
            <a:p>
              <a:pPr algn="ctr"/>
              <a:r>
                <a:rPr lang="en-US" altLang="ko-KR" sz="1600" dirty="0">
                  <a:solidFill>
                    <a:schemeClr val="bg1"/>
                  </a:solidFill>
                  <a:latin typeface="SamsungOne-700" panose="020B0803030303020204" pitchFamily="34" charset="0"/>
                  <a:ea typeface="SamsungOne-700" panose="020B0803030303020204" pitchFamily="34" charset="0"/>
                </a:rPr>
                <a:t>57%</a:t>
              </a:r>
              <a:endParaRPr lang="ko-KR" altLang="en-US" sz="1600" dirty="0">
                <a:solidFill>
                  <a:schemeClr val="bg1"/>
                </a:solidFill>
                <a:latin typeface="SamsungOne-700" panose="020B0803030303020204" pitchFamily="34" charset="0"/>
              </a:endParaRPr>
            </a:p>
          </p:txBody>
        </p:sp>
        <p:sp>
          <p:nvSpPr>
            <p:cNvPr id="33" name="TextBox 32">
              <a:extLst>
                <a:ext uri="{FF2B5EF4-FFF2-40B4-BE49-F238E27FC236}">
                  <a16:creationId xmlns:a16="http://schemas.microsoft.com/office/drawing/2014/main" id="{872D95DF-D9B8-4644-BDF7-A0591463303D}"/>
                </a:ext>
              </a:extLst>
            </p:cNvPr>
            <p:cNvSpPr txBox="1"/>
            <p:nvPr/>
          </p:nvSpPr>
          <p:spPr>
            <a:xfrm>
              <a:off x="5118100" y="3227459"/>
              <a:ext cx="1129456" cy="516990"/>
            </a:xfrm>
            <a:prstGeom prst="rect">
              <a:avLst/>
            </a:prstGeom>
            <a:noFill/>
          </p:spPr>
          <p:txBody>
            <a:bodyPr wrap="square" lIns="0" tIns="0" rIns="0" bIns="0" rtlCol="0" anchor="ctr">
              <a:noAutofit/>
              <a:scene3d>
                <a:camera prst="orthographicFront"/>
                <a:lightRig rig="threePt" dir="t"/>
              </a:scene3d>
              <a:sp3d>
                <a:bevelT w="0" h="6350"/>
              </a:sp3d>
            </a:bodyPr>
            <a:lstStyle/>
            <a:p>
              <a:pPr algn="ctr"/>
              <a:r>
                <a:rPr lang="en-US" altLang="ko-KR" sz="1200" dirty="0">
                  <a:solidFill>
                    <a:schemeClr val="bg1"/>
                  </a:solidFill>
                  <a:latin typeface="SamsungOne-400" panose="020B0503030303020204" pitchFamily="34" charset="0"/>
                  <a:ea typeface="SamsungOne-400" panose="020B0503030303020204" pitchFamily="34" charset="0"/>
                </a:rPr>
                <a:t>Thu </a:t>
              </a:r>
              <a:r>
                <a:rPr lang="en-US" altLang="ko-KR" sz="1200" dirty="0" err="1">
                  <a:solidFill>
                    <a:schemeClr val="bg1"/>
                  </a:solidFill>
                  <a:latin typeface="SamsungOne-400" panose="020B0503030303020204" pitchFamily="34" charset="0"/>
                  <a:ea typeface="SamsungOne-400" panose="020B0503030303020204" pitchFamily="34" charset="0"/>
                </a:rPr>
                <a:t>thập</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các</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tập</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dữ</a:t>
              </a:r>
              <a:r>
                <a:rPr lang="en-US" altLang="ko-KR" sz="1200" dirty="0">
                  <a:solidFill>
                    <a:schemeClr val="bg1"/>
                  </a:solidFill>
                  <a:latin typeface="SamsungOne-400" panose="020B0503030303020204" pitchFamily="34" charset="0"/>
                  <a:ea typeface="SamsungOne-400" panose="020B0503030303020204" pitchFamily="34" charset="0"/>
                </a:rPr>
                <a:t> </a:t>
              </a:r>
              <a:r>
                <a:rPr lang="en-US" altLang="ko-KR" sz="1200" dirty="0" err="1">
                  <a:solidFill>
                    <a:schemeClr val="bg1"/>
                  </a:solidFill>
                  <a:latin typeface="SamsungOne-400" panose="020B0503030303020204" pitchFamily="34" charset="0"/>
                  <a:ea typeface="SamsungOne-400" panose="020B0503030303020204" pitchFamily="34" charset="0"/>
                </a:rPr>
                <a:t>liệu</a:t>
              </a:r>
              <a:endParaRPr lang="en-US" altLang="ko-KR" sz="1200" dirty="0">
                <a:solidFill>
                  <a:schemeClr val="bg1"/>
                </a:solidFill>
                <a:latin typeface="SamsungOne-400" panose="020B0503030303020204" pitchFamily="34" charset="0"/>
                <a:ea typeface="SamsungOne-400" panose="020B0503030303020204" pitchFamily="34" charset="0"/>
              </a:endParaRPr>
            </a:p>
            <a:p>
              <a:pPr algn="ctr"/>
              <a:r>
                <a:rPr lang="en-US" altLang="ko-KR" sz="1600" dirty="0">
                  <a:solidFill>
                    <a:schemeClr val="bg1"/>
                  </a:solidFill>
                  <a:latin typeface="SamsungOne-700" panose="020B0803030303020204" pitchFamily="34" charset="0"/>
                  <a:ea typeface="SamsungOne-700" panose="020B0803030303020204" pitchFamily="34" charset="0"/>
                </a:rPr>
                <a:t>21%</a:t>
              </a:r>
              <a:endParaRPr lang="ko-KR" altLang="en-US" sz="1600" dirty="0">
                <a:solidFill>
                  <a:schemeClr val="bg1"/>
                </a:solidFill>
                <a:latin typeface="SamsungOne-700" panose="020B0803030303020204" pitchFamily="34" charset="0"/>
              </a:endParaRPr>
            </a:p>
          </p:txBody>
        </p:sp>
        <p:sp>
          <p:nvSpPr>
            <p:cNvPr id="34" name="TextBox 33">
              <a:extLst>
                <a:ext uri="{FF2B5EF4-FFF2-40B4-BE49-F238E27FC236}">
                  <a16:creationId xmlns:a16="http://schemas.microsoft.com/office/drawing/2014/main" id="{872D95DF-D9B8-4644-BDF7-A0591463303D}"/>
                </a:ext>
              </a:extLst>
            </p:cNvPr>
            <p:cNvSpPr txBox="1"/>
            <p:nvPr/>
          </p:nvSpPr>
          <p:spPr>
            <a:xfrm>
              <a:off x="1423020" y="3806012"/>
              <a:ext cx="2484382" cy="447540"/>
            </a:xfrm>
            <a:prstGeom prst="rect">
              <a:avLst/>
            </a:prstGeom>
            <a:noFill/>
          </p:spPr>
          <p:txBody>
            <a:bodyPr wrap="square" lIns="0" tIns="0" rIns="0" bIns="0" rtlCol="0" anchor="ctr">
              <a:noAutofit/>
              <a:scene3d>
                <a:camera prst="orthographicFront"/>
                <a:lightRig rig="threePt" dir="t"/>
              </a:scene3d>
              <a:sp3d>
                <a:bevelT w="0" h="6350"/>
              </a:sp3d>
            </a:bodyPr>
            <a:lstStyle/>
            <a:p>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Khai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phá</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dữ</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liệu</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cho</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các</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mẫu</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600" dirty="0">
                  <a:solidFill>
                    <a:schemeClr val="tx1">
                      <a:lumMod val="75000"/>
                      <a:lumOff val="25000"/>
                    </a:schemeClr>
                  </a:solidFill>
                  <a:latin typeface="SamsungOne-700" panose="020B0803030303020204" pitchFamily="34" charset="0"/>
                  <a:ea typeface="SamsungOne-700" panose="020B0803030303020204" pitchFamily="34" charset="0"/>
                </a:rPr>
                <a:t>3%</a:t>
              </a:r>
              <a:endParaRPr lang="ko-KR" altLang="en-US" sz="1600" dirty="0">
                <a:solidFill>
                  <a:schemeClr val="tx1">
                    <a:lumMod val="75000"/>
                    <a:lumOff val="25000"/>
                  </a:schemeClr>
                </a:solidFill>
                <a:latin typeface="SamsungOne-700" panose="020B0803030303020204" pitchFamily="34" charset="0"/>
              </a:endParaRPr>
            </a:p>
          </p:txBody>
        </p:sp>
        <p:sp>
          <p:nvSpPr>
            <p:cNvPr id="35" name="TextBox 34">
              <a:extLst>
                <a:ext uri="{FF2B5EF4-FFF2-40B4-BE49-F238E27FC236}">
                  <a16:creationId xmlns:a16="http://schemas.microsoft.com/office/drawing/2014/main" id="{872D95DF-D9B8-4644-BDF7-A0591463303D}"/>
                </a:ext>
              </a:extLst>
            </p:cNvPr>
            <p:cNvSpPr txBox="1"/>
            <p:nvPr/>
          </p:nvSpPr>
          <p:spPr>
            <a:xfrm>
              <a:off x="1748402" y="4305545"/>
              <a:ext cx="2159000" cy="447540"/>
            </a:xfrm>
            <a:prstGeom prst="rect">
              <a:avLst/>
            </a:prstGeom>
            <a:noFill/>
          </p:spPr>
          <p:txBody>
            <a:bodyPr wrap="square" lIns="0" tIns="0" rIns="0" bIns="0" rtlCol="0" anchor="ctr">
              <a:noAutofit/>
              <a:scene3d>
                <a:camera prst="orthographicFront"/>
                <a:lightRig rig="threePt" dir="t"/>
              </a:scene3d>
              <a:sp3d>
                <a:bevelT w="0" h="6350"/>
              </a:sp3d>
            </a:bodyPr>
            <a:lstStyle/>
            <a:p>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Hiệu</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chỉnh</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thuật</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toán</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600" dirty="0">
                  <a:solidFill>
                    <a:schemeClr val="tx1">
                      <a:lumMod val="75000"/>
                      <a:lumOff val="25000"/>
                    </a:schemeClr>
                  </a:solidFill>
                  <a:latin typeface="SamsungOne-700" panose="020B0803030303020204" pitchFamily="34" charset="0"/>
                  <a:ea typeface="SamsungOne-700" panose="020B0803030303020204" pitchFamily="34" charset="0"/>
                </a:rPr>
                <a:t>4%</a:t>
              </a:r>
              <a:endParaRPr lang="ko-KR" altLang="en-US" sz="1600" dirty="0">
                <a:solidFill>
                  <a:schemeClr val="tx1">
                    <a:lumMod val="75000"/>
                    <a:lumOff val="25000"/>
                  </a:schemeClr>
                </a:solidFill>
                <a:latin typeface="SamsungOne-700" panose="020B0803030303020204" pitchFamily="34" charset="0"/>
              </a:endParaRPr>
            </a:p>
          </p:txBody>
        </p:sp>
        <p:sp>
          <p:nvSpPr>
            <p:cNvPr id="36" name="TextBox 35">
              <a:extLst>
                <a:ext uri="{FF2B5EF4-FFF2-40B4-BE49-F238E27FC236}">
                  <a16:creationId xmlns:a16="http://schemas.microsoft.com/office/drawing/2014/main" id="{872D95DF-D9B8-4644-BDF7-A0591463303D}"/>
                </a:ext>
              </a:extLst>
            </p:cNvPr>
            <p:cNvSpPr txBox="1"/>
            <p:nvPr/>
          </p:nvSpPr>
          <p:spPr>
            <a:xfrm>
              <a:off x="1423020" y="4805078"/>
              <a:ext cx="2484382" cy="447540"/>
            </a:xfrm>
            <a:prstGeom prst="rect">
              <a:avLst/>
            </a:prstGeom>
            <a:noFill/>
          </p:spPr>
          <p:txBody>
            <a:bodyPr wrap="square" lIns="0" tIns="0" rIns="0" bIns="0" rtlCol="0" anchor="ctr">
              <a:noAutofit/>
              <a:scene3d>
                <a:camera prst="orthographicFront"/>
                <a:lightRig rig="threePt" dir="t"/>
              </a:scene3d>
              <a:sp3d>
                <a:bevelT w="0" h="6350"/>
              </a:sp3d>
            </a:bodyPr>
            <a:lstStyle/>
            <a:p>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Xây</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dựng</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các</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tập</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huấn</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luyện</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600" dirty="0">
                  <a:solidFill>
                    <a:schemeClr val="tx1">
                      <a:lumMod val="75000"/>
                      <a:lumOff val="25000"/>
                    </a:schemeClr>
                  </a:solidFill>
                  <a:latin typeface="SamsungOne-700" panose="020B0803030303020204" pitchFamily="34" charset="0"/>
                  <a:ea typeface="SamsungOne-700" panose="020B0803030303020204" pitchFamily="34" charset="0"/>
                </a:rPr>
                <a:t>10%</a:t>
              </a:r>
              <a:endParaRPr lang="ko-KR" altLang="en-US" sz="1600" dirty="0">
                <a:solidFill>
                  <a:schemeClr val="tx1">
                    <a:lumMod val="75000"/>
                    <a:lumOff val="25000"/>
                  </a:schemeClr>
                </a:solidFill>
                <a:latin typeface="SamsungOne-700" panose="020B0803030303020204" pitchFamily="34" charset="0"/>
              </a:endParaRPr>
            </a:p>
          </p:txBody>
        </p:sp>
        <p:sp>
          <p:nvSpPr>
            <p:cNvPr id="37" name="TextBox 36">
              <a:extLst>
                <a:ext uri="{FF2B5EF4-FFF2-40B4-BE49-F238E27FC236}">
                  <a16:creationId xmlns:a16="http://schemas.microsoft.com/office/drawing/2014/main" id="{872D95DF-D9B8-4644-BDF7-A0591463303D}"/>
                </a:ext>
              </a:extLst>
            </p:cNvPr>
            <p:cNvSpPr txBox="1"/>
            <p:nvPr/>
          </p:nvSpPr>
          <p:spPr>
            <a:xfrm>
              <a:off x="1748402" y="5304612"/>
              <a:ext cx="2159000" cy="447540"/>
            </a:xfrm>
            <a:prstGeom prst="rect">
              <a:avLst/>
            </a:prstGeom>
            <a:noFill/>
          </p:spPr>
          <p:txBody>
            <a:bodyPr wrap="square" lIns="0" tIns="0" rIns="0" bIns="0" rtlCol="0" anchor="ctr">
              <a:noAutofit/>
              <a:scene3d>
                <a:camera prst="orthographicFront"/>
                <a:lightRig rig="threePt" dir="t"/>
              </a:scene3d>
              <a:sp3d>
                <a:bevelT w="0" h="6350"/>
              </a:sp3d>
            </a:bodyPr>
            <a:lstStyle/>
            <a:p>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Công</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việc</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200" dirty="0" err="1">
                  <a:solidFill>
                    <a:schemeClr val="tx1">
                      <a:lumMod val="75000"/>
                      <a:lumOff val="25000"/>
                    </a:schemeClr>
                  </a:solidFill>
                  <a:latin typeface="SamsungOne-400" panose="020B0503030303020204" pitchFamily="34" charset="0"/>
                  <a:ea typeface="SamsungOne-400" panose="020B0503030303020204" pitchFamily="34" charset="0"/>
                </a:rPr>
                <a:t>khác</a:t>
              </a:r>
              <a:r>
                <a:rPr lang="en-US" altLang="ko-KR" sz="1200" dirty="0">
                  <a:solidFill>
                    <a:schemeClr val="tx1">
                      <a:lumMod val="75000"/>
                      <a:lumOff val="25000"/>
                    </a:schemeClr>
                  </a:solidFill>
                  <a:latin typeface="SamsungOne-400" panose="020B0503030303020204" pitchFamily="34" charset="0"/>
                  <a:ea typeface="SamsungOne-400" panose="020B0503030303020204" pitchFamily="34" charset="0"/>
                </a:rPr>
                <a:t> </a:t>
              </a:r>
              <a:r>
                <a:rPr lang="en-US" altLang="ko-KR" sz="1600" dirty="0">
                  <a:solidFill>
                    <a:schemeClr val="tx1">
                      <a:lumMod val="75000"/>
                      <a:lumOff val="25000"/>
                    </a:schemeClr>
                  </a:solidFill>
                  <a:latin typeface="SamsungOne-700" panose="020B0803030303020204" pitchFamily="34" charset="0"/>
                  <a:ea typeface="SamsungOne-700" panose="020B0803030303020204" pitchFamily="34" charset="0"/>
                </a:rPr>
                <a:t>5%</a:t>
              </a:r>
              <a:endParaRPr lang="ko-KR" altLang="en-US" sz="1600" dirty="0">
                <a:solidFill>
                  <a:schemeClr val="tx1">
                    <a:lumMod val="75000"/>
                    <a:lumOff val="25000"/>
                  </a:schemeClr>
                </a:solidFill>
                <a:latin typeface="SamsungOne-700" panose="020B0803030303020204" pitchFamily="34" charset="0"/>
              </a:endParaRPr>
            </a:p>
          </p:txBody>
        </p:sp>
      </p:grpSp>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3.1.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Tiền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xử</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38" name="사각형: 둥근 모서리 32">
            <a:extLst>
              <a:ext uri="{FF2B5EF4-FFF2-40B4-BE49-F238E27FC236}">
                <a16:creationId xmlns:a16="http://schemas.microsoft.com/office/drawing/2014/main" id="{8E189678-0F5D-4CE1-9150-C7CEF6BE2433}"/>
              </a:ext>
            </a:extLst>
          </p:cNvPr>
          <p:cNvSpPr/>
          <p:nvPr/>
        </p:nvSpPr>
        <p:spPr>
          <a:xfrm>
            <a:off x="4499536" y="5545566"/>
            <a:ext cx="4983842" cy="333885"/>
          </a:xfrm>
          <a:prstGeom prst="roundRect">
            <a:avLst>
              <a:gd name="adj" fmla="val 50000"/>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scene3d>
              <a:camera prst="orthographicFront"/>
              <a:lightRig rig="threePt" dir="t"/>
            </a:scene3d>
            <a:sp3d>
              <a:bevelT w="0" h="6350"/>
              <a:bevelB w="0" h="0"/>
            </a:sp3d>
          </a:bodyPr>
          <a:lstStyle/>
          <a:p>
            <a:pPr marL="398463" indent="-398463"/>
            <a:r>
              <a:rPr lang="en-US" altLang="ko-KR" sz="1000" b="1" dirty="0">
                <a:solidFill>
                  <a:schemeClr val="bg1"/>
                </a:solidFill>
                <a:latin typeface="SamsungOne-400" panose="020B0503030303020204" pitchFamily="34" charset="0"/>
                <a:ea typeface="SamsungOne-400" panose="020B0503030303020204" pitchFamily="34" charset="0"/>
              </a:rPr>
              <a:t> https://www.forbes.com/sites/gilpress/2016/03/23/data-preparation-most-time-consuming-least-enjoyable-data-science-task-survey-says/#790d18c36f63 </a:t>
            </a:r>
          </a:p>
        </p:txBody>
      </p:sp>
      <p:grpSp>
        <p:nvGrpSpPr>
          <p:cNvPr id="45" name="그룹 44">
            <a:extLst>
              <a:ext uri="{FF2B5EF4-FFF2-40B4-BE49-F238E27FC236}">
                <a16:creationId xmlns:a16="http://schemas.microsoft.com/office/drawing/2014/main" id="{EAE71F75-0CBB-4FE2-87DB-0000ABD80F2E}"/>
              </a:ext>
            </a:extLst>
          </p:cNvPr>
          <p:cNvGrpSpPr/>
          <p:nvPr/>
        </p:nvGrpSpPr>
        <p:grpSpPr>
          <a:xfrm>
            <a:off x="580388" y="1413381"/>
            <a:ext cx="8887612" cy="599957"/>
            <a:chOff x="580388" y="1413381"/>
            <a:chExt cx="8887612" cy="599957"/>
          </a:xfrm>
        </p:grpSpPr>
        <p:sp>
          <p:nvSpPr>
            <p:cNvPr id="46" name="직사각형 45">
              <a:extLst>
                <a:ext uri="{FF2B5EF4-FFF2-40B4-BE49-F238E27FC236}">
                  <a16:creationId xmlns:a16="http://schemas.microsoft.com/office/drawing/2014/main" id="{2684E1CF-CC22-406F-A50C-73F9645C4E1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Khảo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sát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nhà</a:t>
              </a:r>
              <a:r>
                <a:rPr lang="en-US" altLang="ko-KR" sz="1400" dirty="0">
                  <a:solidFill>
                    <a:schemeClr val="tx1"/>
                  </a:solidFill>
                  <a:latin typeface="SamsungOne-400" panose="020B0503030303020204" pitchFamily="34" charset="0"/>
                  <a:ea typeface="SamsungOne-400" panose="020B0503030303020204" pitchFamily="34" charset="0"/>
                </a:rPr>
                <a:t> khoa </a:t>
              </a:r>
              <a:r>
                <a:rPr lang="en-US" altLang="ko-KR" sz="1400" dirty="0" err="1">
                  <a:solidFill>
                    <a:schemeClr val="tx1"/>
                  </a:solidFill>
                  <a:latin typeface="SamsungOne-400" panose="020B0503030303020204" pitchFamily="34" charset="0"/>
                  <a:ea typeface="SamsungOne-400" panose="020B0503030303020204" pitchFamily="34" charset="0"/>
                </a:rPr>
                <a:t>học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47" name="Rectangle 12">
              <a:extLst>
                <a:ext uri="{FF2B5EF4-FFF2-40B4-BE49-F238E27FC236}">
                  <a16:creationId xmlns:a16="http://schemas.microsoft.com/office/drawing/2014/main" id="{415A5FBF-497A-4130-9688-2764D3EF377A}"/>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nhà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khoa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học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dữ</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liệu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không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thích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làm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gì</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nhất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spTree>
    <p:extLst>
      <p:ext uri="{BB962C8B-B14F-4D97-AF65-F5344CB8AC3E}">
        <p14:creationId xmlns:p14="http://schemas.microsoft.com/office/powerpoint/2010/main" val="613160623"/>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BD2ECB11-F992-4933-9B61-D27533D7D7B6}"/>
              </a:ext>
            </a:extLst>
          </p:cNvPr>
          <p:cNvGrpSpPr/>
          <p:nvPr/>
        </p:nvGrpSpPr>
        <p:grpSpPr>
          <a:xfrm>
            <a:off x="1060962" y="2166392"/>
            <a:ext cx="5258602" cy="692690"/>
            <a:chOff x="1052043" y="2601659"/>
            <a:chExt cx="5258602" cy="692690"/>
          </a:xfrm>
        </p:grpSpPr>
        <p:sp>
          <p:nvSpPr>
            <p:cNvPr id="49" name="정육면체 48">
              <a:extLst>
                <a:ext uri="{FF2B5EF4-FFF2-40B4-BE49-F238E27FC236}">
                  <a16:creationId xmlns:a16="http://schemas.microsoft.com/office/drawing/2014/main" id="{292F2407-59B7-40E0-BD1E-B1B2776F8D20}"/>
                </a:ext>
              </a:extLst>
            </p:cNvPr>
            <p:cNvSpPr/>
            <p:nvPr/>
          </p:nvSpPr>
          <p:spPr>
            <a:xfrm>
              <a:off x="1052043" y="2601659"/>
              <a:ext cx="1440000" cy="692690"/>
            </a:xfrm>
            <a:prstGeom prst="cube">
              <a:avLst/>
            </a:prstGeom>
            <a:pattFill prst="lgConfetti">
              <a:fgClr>
                <a:srgbClr val="193EB0"/>
              </a:fgClr>
              <a:bgClr>
                <a:schemeClr val="bg1"/>
              </a:bgClr>
            </a:pattFill>
            <a:ln>
              <a:solidFill>
                <a:srgbClr val="193E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0" name="화살표: 오른쪽 28">
              <a:extLst>
                <a:ext uri="{FF2B5EF4-FFF2-40B4-BE49-F238E27FC236}">
                  <a16:creationId xmlns:a16="http://schemas.microsoft.com/office/drawing/2014/main" id="{08DD7DD8-8488-4B05-AB00-721A7C148C47}"/>
                </a:ext>
              </a:extLst>
            </p:cNvPr>
            <p:cNvSpPr/>
            <p:nvPr/>
          </p:nvSpPr>
          <p:spPr>
            <a:xfrm>
              <a:off x="2920151" y="2808854"/>
              <a:ext cx="422492" cy="225006"/>
            </a:xfrm>
            <a:prstGeom prst="rightArrow">
              <a:avLst/>
            </a:prstGeom>
            <a:gradFill>
              <a:gsLst>
                <a:gs pos="0">
                  <a:schemeClr val="bg1">
                    <a:lumMod val="65000"/>
                    <a:alpha val="0"/>
                  </a:schemeClr>
                </a:gs>
                <a:gs pos="100000">
                  <a:schemeClr val="bg1">
                    <a:lumMod val="6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 name="정육면체 50">
              <a:extLst>
                <a:ext uri="{FF2B5EF4-FFF2-40B4-BE49-F238E27FC236}">
                  <a16:creationId xmlns:a16="http://schemas.microsoft.com/office/drawing/2014/main" id="{E93E8612-A5F9-492D-BA4B-00FC9CD9198A}"/>
                </a:ext>
              </a:extLst>
            </p:cNvPr>
            <p:cNvSpPr/>
            <p:nvPr/>
          </p:nvSpPr>
          <p:spPr>
            <a:xfrm>
              <a:off x="3782141" y="2601659"/>
              <a:ext cx="1440000" cy="692690"/>
            </a:xfrm>
            <a:prstGeom prst="cube">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2" name="TextBox 61">
              <a:extLst>
                <a:ext uri="{FF2B5EF4-FFF2-40B4-BE49-F238E27FC236}">
                  <a16:creationId xmlns:a16="http://schemas.microsoft.com/office/drawing/2014/main" id="{B49C1205-7C9E-44E8-96EC-C21D0AE2A851}"/>
                </a:ext>
              </a:extLst>
            </p:cNvPr>
            <p:cNvSpPr txBox="1"/>
            <p:nvPr/>
          </p:nvSpPr>
          <p:spPr>
            <a:xfrm>
              <a:off x="5444553" y="2767776"/>
              <a:ext cx="866092" cy="246221"/>
            </a:xfrm>
            <a:prstGeom prst="rect">
              <a:avLst/>
            </a:prstGeom>
            <a:noFill/>
            <a:ln w="25400" cap="flat" cmpd="sng" algn="ctr">
              <a:noFill/>
              <a:prstDash val="solid"/>
            </a:ln>
            <a:effectLst/>
          </p:spPr>
          <p:txBody>
            <a:bodyPr wrap="square" lIns="0" tIns="0" rIns="0" bIns="0" rtlCol="0" anchor="ctr">
              <a:spAutoFit/>
              <a:scene3d>
                <a:camera prst="orthographicFront"/>
                <a:lightRig rig="threePt" dir="t"/>
              </a:scene3d>
              <a:sp3d>
                <a:bevelT w="0" h="6350"/>
              </a:sp3d>
            </a:bodyPr>
            <a:lstStyle>
              <a:defPPr>
                <a:defRPr lang="en-US"/>
              </a:defPPr>
              <a:lvl1pPr algn="ctr" defTabSz="914400">
                <a:defRPr sz="1200">
                  <a:solidFill>
                    <a:schemeClr val="tx1">
                      <a:lumMod val="85000"/>
                      <a:lumOff val="15000"/>
                    </a:schemeClr>
                  </a:solidFill>
                  <a:latin typeface="SamsungOne-700" panose="020B0803030303020204" pitchFamily="34" charset="0"/>
                  <a:ea typeface="SamsungOne-700" panose="020B0803030303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pPr algn="l"/>
              <a:r>
                <a:rPr lang="en-US" altLang="ko-KR" sz="1600" dirty="0" err="1"/>
                <a:t>Làm</a:t>
              </a:r>
              <a:r>
                <a:rPr lang="en-US" altLang="ko-KR" sz="1600" dirty="0"/>
                <a:t> </a:t>
              </a:r>
              <a:r>
                <a:rPr lang="en-US" altLang="ko-KR" sz="1600" dirty="0" err="1"/>
                <a:t>sạch</a:t>
              </a:r>
              <a:endParaRPr lang="ko-KR" altLang="en-US" sz="1600" dirty="0"/>
            </a:p>
          </p:txBody>
        </p:sp>
      </p:grpSp>
      <p:grpSp>
        <p:nvGrpSpPr>
          <p:cNvPr id="4" name="그룹 3">
            <a:extLst>
              <a:ext uri="{FF2B5EF4-FFF2-40B4-BE49-F238E27FC236}">
                <a16:creationId xmlns:a16="http://schemas.microsoft.com/office/drawing/2014/main" id="{126CA496-0D7D-4DBC-AB0E-A9CB8A1119F0}"/>
              </a:ext>
            </a:extLst>
          </p:cNvPr>
          <p:cNvGrpSpPr/>
          <p:nvPr/>
        </p:nvGrpSpPr>
        <p:grpSpPr>
          <a:xfrm>
            <a:off x="1060962" y="3370215"/>
            <a:ext cx="7016084" cy="694418"/>
            <a:chOff x="1052043" y="3951637"/>
            <a:chExt cx="7016084" cy="694418"/>
          </a:xfrm>
        </p:grpSpPr>
        <p:sp>
          <p:nvSpPr>
            <p:cNvPr id="52" name="정육면체 51">
              <a:extLst>
                <a:ext uri="{FF2B5EF4-FFF2-40B4-BE49-F238E27FC236}">
                  <a16:creationId xmlns:a16="http://schemas.microsoft.com/office/drawing/2014/main" id="{72973527-061C-4ECD-99FA-2C3BECF5BC6F}"/>
                </a:ext>
              </a:extLst>
            </p:cNvPr>
            <p:cNvSpPr/>
            <p:nvPr/>
          </p:nvSpPr>
          <p:spPr>
            <a:xfrm>
              <a:off x="1052043" y="3953365"/>
              <a:ext cx="1440000" cy="692690"/>
            </a:xfrm>
            <a:prstGeom prst="cube">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3" name="화살표: 오른쪽 31">
              <a:extLst>
                <a:ext uri="{FF2B5EF4-FFF2-40B4-BE49-F238E27FC236}">
                  <a16:creationId xmlns:a16="http://schemas.microsoft.com/office/drawing/2014/main" id="{3086C617-6312-47F2-9442-2571CE0710F6}"/>
                </a:ext>
              </a:extLst>
            </p:cNvPr>
            <p:cNvSpPr/>
            <p:nvPr/>
          </p:nvSpPr>
          <p:spPr>
            <a:xfrm>
              <a:off x="2920151" y="4160561"/>
              <a:ext cx="422492" cy="225006"/>
            </a:xfrm>
            <a:prstGeom prst="rightArrow">
              <a:avLst/>
            </a:prstGeom>
            <a:gradFill>
              <a:gsLst>
                <a:gs pos="0">
                  <a:schemeClr val="bg1">
                    <a:lumMod val="65000"/>
                    <a:alpha val="0"/>
                  </a:schemeClr>
                </a:gs>
                <a:gs pos="100000">
                  <a:schemeClr val="bg1">
                    <a:lumMod val="6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4" name="정육면체 53">
              <a:extLst>
                <a:ext uri="{FF2B5EF4-FFF2-40B4-BE49-F238E27FC236}">
                  <a16:creationId xmlns:a16="http://schemas.microsoft.com/office/drawing/2014/main" id="{D7FDED34-63FD-4C25-BE56-E507FD93FA40}"/>
                </a:ext>
              </a:extLst>
            </p:cNvPr>
            <p:cNvSpPr/>
            <p:nvPr/>
          </p:nvSpPr>
          <p:spPr>
            <a:xfrm>
              <a:off x="3822358" y="3951637"/>
              <a:ext cx="1440000" cy="692690"/>
            </a:xfrm>
            <a:prstGeom prst="cube">
              <a:avLst>
                <a:gd name="adj" fmla="val 64077"/>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3" name="TextBox 62">
              <a:extLst>
                <a:ext uri="{FF2B5EF4-FFF2-40B4-BE49-F238E27FC236}">
                  <a16:creationId xmlns:a16="http://schemas.microsoft.com/office/drawing/2014/main" id="{DAAC5B7A-25B0-47D6-8A57-289396D7E5F7}"/>
                </a:ext>
              </a:extLst>
            </p:cNvPr>
            <p:cNvSpPr txBox="1"/>
            <p:nvPr/>
          </p:nvSpPr>
          <p:spPr>
            <a:xfrm>
              <a:off x="5444552" y="4139346"/>
              <a:ext cx="2623575" cy="246221"/>
            </a:xfrm>
            <a:prstGeom prst="rect">
              <a:avLst/>
            </a:prstGeom>
            <a:noFill/>
            <a:ln w="25400" cap="flat" cmpd="sng" algn="ctr">
              <a:noFill/>
              <a:prstDash val="solid"/>
            </a:ln>
            <a:effectLst/>
          </p:spPr>
          <p:txBody>
            <a:bodyPr wrap="square" lIns="0" tIns="0" rIns="0" bIns="0" rtlCol="0" anchor="ctr">
              <a:spAutoFit/>
              <a:scene3d>
                <a:camera prst="orthographicFront"/>
                <a:lightRig rig="threePt" dir="t"/>
              </a:scene3d>
              <a:sp3d>
                <a:bevelT w="0" h="6350"/>
              </a:sp3d>
            </a:bodyPr>
            <a:lstStyle>
              <a:defPPr>
                <a:defRPr lang="en-US"/>
              </a:defPPr>
              <a:lvl1pPr algn="ctr" defTabSz="914400">
                <a:defRPr sz="1200">
                  <a:solidFill>
                    <a:schemeClr val="tx1">
                      <a:lumMod val="85000"/>
                      <a:lumOff val="15000"/>
                    </a:schemeClr>
                  </a:solidFill>
                  <a:latin typeface="SamsungOne-700" panose="020B0803030303020204" pitchFamily="34" charset="0"/>
                  <a:ea typeface="SamsungOne-700" panose="020B0803030303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pPr algn="l"/>
              <a:r>
                <a:rPr lang="en-US" altLang="ko-KR" sz="1600" dirty="0" err="1"/>
                <a:t>Biến</a:t>
              </a:r>
              <a:r>
                <a:rPr lang="en-US" altLang="ko-KR" sz="1600" dirty="0"/>
                <a:t> </a:t>
              </a:r>
              <a:r>
                <a:rPr lang="en-US" altLang="ko-KR" sz="1600" dirty="0" err="1"/>
                <a:t>đổi</a:t>
              </a:r>
              <a:r>
                <a:rPr lang="en-US" altLang="ko-KR" sz="1600" dirty="0"/>
                <a:t>/Reshape</a:t>
              </a:r>
              <a:endParaRPr lang="ko-KR" altLang="en-US" sz="1600" dirty="0"/>
            </a:p>
          </p:txBody>
        </p:sp>
      </p:grpSp>
      <p:grpSp>
        <p:nvGrpSpPr>
          <p:cNvPr id="5" name="그룹 4">
            <a:extLst>
              <a:ext uri="{FF2B5EF4-FFF2-40B4-BE49-F238E27FC236}">
                <a16:creationId xmlns:a16="http://schemas.microsoft.com/office/drawing/2014/main" id="{AE432434-CFD6-4626-8FE0-45574029DBEE}"/>
              </a:ext>
            </a:extLst>
          </p:cNvPr>
          <p:cNvGrpSpPr/>
          <p:nvPr/>
        </p:nvGrpSpPr>
        <p:grpSpPr>
          <a:xfrm>
            <a:off x="712182" y="4437112"/>
            <a:ext cx="6327462" cy="923804"/>
            <a:chOff x="703263" y="5134097"/>
            <a:chExt cx="6327462" cy="923804"/>
          </a:xfrm>
        </p:grpSpPr>
        <p:sp>
          <p:nvSpPr>
            <p:cNvPr id="55" name="정육면체 54">
              <a:extLst>
                <a:ext uri="{FF2B5EF4-FFF2-40B4-BE49-F238E27FC236}">
                  <a16:creationId xmlns:a16="http://schemas.microsoft.com/office/drawing/2014/main" id="{63ACE882-AC01-4985-81DC-CB0B15461E5C}"/>
                </a:ext>
              </a:extLst>
            </p:cNvPr>
            <p:cNvSpPr/>
            <p:nvPr/>
          </p:nvSpPr>
          <p:spPr>
            <a:xfrm>
              <a:off x="3782141" y="5329417"/>
              <a:ext cx="1440000" cy="692690"/>
            </a:xfrm>
            <a:prstGeom prst="cube">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6" name="화살표: 오른쪽 34">
              <a:extLst>
                <a:ext uri="{FF2B5EF4-FFF2-40B4-BE49-F238E27FC236}">
                  <a16:creationId xmlns:a16="http://schemas.microsoft.com/office/drawing/2014/main" id="{1EBF9DF7-896A-40CD-8D87-2181FD9C0070}"/>
                </a:ext>
              </a:extLst>
            </p:cNvPr>
            <p:cNvSpPr/>
            <p:nvPr/>
          </p:nvSpPr>
          <p:spPr>
            <a:xfrm>
              <a:off x="2920151" y="5536613"/>
              <a:ext cx="422492" cy="225006"/>
            </a:xfrm>
            <a:prstGeom prst="rightArrow">
              <a:avLst/>
            </a:prstGeom>
            <a:gradFill>
              <a:gsLst>
                <a:gs pos="0">
                  <a:schemeClr val="bg1">
                    <a:lumMod val="65000"/>
                    <a:alpha val="0"/>
                  </a:schemeClr>
                </a:gs>
                <a:gs pos="100000">
                  <a:schemeClr val="bg1">
                    <a:lumMod val="6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7" name="정육면체 56">
              <a:extLst>
                <a:ext uri="{FF2B5EF4-FFF2-40B4-BE49-F238E27FC236}">
                  <a16:creationId xmlns:a16="http://schemas.microsoft.com/office/drawing/2014/main" id="{3C355B9C-4F28-40EA-86E3-31AF892DBA15}"/>
                </a:ext>
              </a:extLst>
            </p:cNvPr>
            <p:cNvSpPr/>
            <p:nvPr/>
          </p:nvSpPr>
          <p:spPr>
            <a:xfrm>
              <a:off x="1052043" y="5863773"/>
              <a:ext cx="1440000" cy="158334"/>
            </a:xfrm>
            <a:prstGeom prst="cube">
              <a:avLst>
                <a:gd name="adj" fmla="val 58905"/>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8" name="정육면체 57">
              <a:extLst>
                <a:ext uri="{FF2B5EF4-FFF2-40B4-BE49-F238E27FC236}">
                  <a16:creationId xmlns:a16="http://schemas.microsoft.com/office/drawing/2014/main" id="{A2F86EC3-908A-4F41-96F1-BEA98D981F3B}"/>
                </a:ext>
              </a:extLst>
            </p:cNvPr>
            <p:cNvSpPr/>
            <p:nvPr/>
          </p:nvSpPr>
          <p:spPr>
            <a:xfrm>
              <a:off x="1125830" y="5501131"/>
              <a:ext cx="715033" cy="158334"/>
            </a:xfrm>
            <a:prstGeom prst="cube">
              <a:avLst>
                <a:gd name="adj" fmla="val 58905"/>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9" name="정육면체 58">
              <a:extLst>
                <a:ext uri="{FF2B5EF4-FFF2-40B4-BE49-F238E27FC236}">
                  <a16:creationId xmlns:a16="http://schemas.microsoft.com/office/drawing/2014/main" id="{C9EE621D-08CF-4CD6-84AA-85B7D19C0833}"/>
                </a:ext>
              </a:extLst>
            </p:cNvPr>
            <p:cNvSpPr/>
            <p:nvPr/>
          </p:nvSpPr>
          <p:spPr>
            <a:xfrm>
              <a:off x="1840863" y="5603285"/>
              <a:ext cx="715033" cy="158334"/>
            </a:xfrm>
            <a:prstGeom prst="cube">
              <a:avLst>
                <a:gd name="adj" fmla="val 58905"/>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 name="정육면체 59">
              <a:extLst>
                <a:ext uri="{FF2B5EF4-FFF2-40B4-BE49-F238E27FC236}">
                  <a16:creationId xmlns:a16="http://schemas.microsoft.com/office/drawing/2014/main" id="{6A36839E-419F-43A5-99FF-9980C4B089F8}"/>
                </a:ext>
              </a:extLst>
            </p:cNvPr>
            <p:cNvSpPr/>
            <p:nvPr/>
          </p:nvSpPr>
          <p:spPr>
            <a:xfrm>
              <a:off x="1161613" y="5134097"/>
              <a:ext cx="1440000" cy="310988"/>
            </a:xfrm>
            <a:prstGeom prst="cube">
              <a:avLst>
                <a:gd name="adj" fmla="val 58905"/>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1" name="정육면체 60">
              <a:extLst>
                <a:ext uri="{FF2B5EF4-FFF2-40B4-BE49-F238E27FC236}">
                  <a16:creationId xmlns:a16="http://schemas.microsoft.com/office/drawing/2014/main" id="{AE48D798-3765-40D3-85A5-174A8F49A3DA}"/>
                </a:ext>
              </a:extLst>
            </p:cNvPr>
            <p:cNvSpPr/>
            <p:nvPr/>
          </p:nvSpPr>
          <p:spPr>
            <a:xfrm>
              <a:off x="703263" y="5170225"/>
              <a:ext cx="431843" cy="887676"/>
            </a:xfrm>
            <a:prstGeom prst="cube">
              <a:avLst>
                <a:gd name="adj" fmla="val 58905"/>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4" name="TextBox 63">
              <a:extLst>
                <a:ext uri="{FF2B5EF4-FFF2-40B4-BE49-F238E27FC236}">
                  <a16:creationId xmlns:a16="http://schemas.microsoft.com/office/drawing/2014/main" id="{90ADB7D1-0539-429D-AF05-558C99D525C3}"/>
                </a:ext>
              </a:extLst>
            </p:cNvPr>
            <p:cNvSpPr txBox="1"/>
            <p:nvPr/>
          </p:nvSpPr>
          <p:spPr>
            <a:xfrm>
              <a:off x="5444553" y="5490952"/>
              <a:ext cx="1586172" cy="246221"/>
            </a:xfrm>
            <a:prstGeom prst="rect">
              <a:avLst/>
            </a:prstGeom>
            <a:noFill/>
            <a:ln w="25400" cap="flat" cmpd="sng" algn="ctr">
              <a:noFill/>
              <a:prstDash val="solid"/>
            </a:ln>
            <a:effectLst/>
          </p:spPr>
          <p:txBody>
            <a:bodyPr wrap="square" lIns="0" tIns="0" rIns="0" bIns="0" rtlCol="0" anchor="ctr">
              <a:spAutoFit/>
              <a:scene3d>
                <a:camera prst="orthographicFront"/>
                <a:lightRig rig="threePt" dir="t"/>
              </a:scene3d>
              <a:sp3d>
                <a:bevelT w="0" h="6350"/>
              </a:sp3d>
            </a:bodyPr>
            <a:lstStyle>
              <a:defPPr>
                <a:defRPr lang="en-US"/>
              </a:defPPr>
              <a:lvl1pPr algn="ctr" defTabSz="914400">
                <a:defRPr sz="1200">
                  <a:solidFill>
                    <a:schemeClr val="tx1">
                      <a:lumMod val="85000"/>
                      <a:lumOff val="15000"/>
                    </a:schemeClr>
                  </a:solidFill>
                  <a:latin typeface="SamsungOne-700" panose="020B0803030303020204" pitchFamily="34" charset="0"/>
                  <a:ea typeface="SamsungOne-700" panose="020B0803030303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pPr algn="l"/>
              <a:r>
                <a:rPr lang="en-US" altLang="ko-KR" sz="1600" dirty="0" err="1"/>
                <a:t>Tích</a:t>
              </a:r>
              <a:r>
                <a:rPr lang="en-US" altLang="ko-KR" sz="1600" dirty="0"/>
                <a:t> </a:t>
              </a:r>
              <a:r>
                <a:rPr lang="en-US" altLang="ko-KR" sz="1600" dirty="0" err="1"/>
                <a:t>hợp</a:t>
              </a:r>
              <a:r>
                <a:rPr lang="en-US" altLang="ko-KR" sz="1600" dirty="0"/>
                <a:t>/</a:t>
              </a:r>
              <a:r>
                <a:rPr lang="en-US" altLang="ko-KR" sz="1600" dirty="0" err="1"/>
                <a:t>Kết</a:t>
              </a:r>
              <a:r>
                <a:rPr lang="en-US" altLang="ko-KR" sz="1600" dirty="0"/>
                <a:t> </a:t>
              </a:r>
              <a:r>
                <a:rPr lang="en-US" altLang="ko-KR" sz="1600" dirty="0" err="1"/>
                <a:t>hợp</a:t>
              </a:r>
              <a:endParaRPr lang="ko-KR" altLang="en-US" sz="1600" dirty="0"/>
            </a:p>
          </p:txBody>
        </p:sp>
      </p:grpSp>
      <p:grpSp>
        <p:nvGrpSpPr>
          <p:cNvPr id="26" name="그룹 25">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30" name="직사각형 2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3.1.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Tiền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xử</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32" name="직사각형 31">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33" name="직사각형 32">
            <a:extLst>
              <a:ext uri="{FF2B5EF4-FFF2-40B4-BE49-F238E27FC236}">
                <a16:creationId xmlns:a16="http://schemas.microsoft.com/office/drawing/2014/main" id="{2684E1CF-CC22-406F-A50C-73F9645C4E1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Xử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lý</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extLst>
      <p:ext uri="{BB962C8B-B14F-4D97-AF65-F5344CB8AC3E}">
        <p14:creationId xmlns:p14="http://schemas.microsoft.com/office/powerpoint/2010/main" val="771487636"/>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p:cNvGrpSpPr/>
          <p:nvPr/>
        </p:nvGrpSpPr>
        <p:grpSpPr>
          <a:xfrm>
            <a:off x="890826" y="2132856"/>
            <a:ext cx="7300946" cy="3459100"/>
            <a:chOff x="713969" y="2601658"/>
            <a:chExt cx="7300946" cy="3459100"/>
          </a:xfrm>
        </p:grpSpPr>
        <p:sp>
          <p:nvSpPr>
            <p:cNvPr id="77" name="정육면체 76">
              <a:extLst>
                <a:ext uri="{FF2B5EF4-FFF2-40B4-BE49-F238E27FC236}">
                  <a16:creationId xmlns:a16="http://schemas.microsoft.com/office/drawing/2014/main" id="{292F2407-59B7-40E0-BD1E-B1B2776F8D20}"/>
                </a:ext>
              </a:extLst>
            </p:cNvPr>
            <p:cNvSpPr/>
            <p:nvPr/>
          </p:nvSpPr>
          <p:spPr>
            <a:xfrm>
              <a:off x="713969" y="2601658"/>
              <a:ext cx="720000" cy="900000"/>
            </a:xfrm>
            <a:prstGeom prst="cube">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9" name="정육면체 78">
              <a:extLst>
                <a:ext uri="{FF2B5EF4-FFF2-40B4-BE49-F238E27FC236}">
                  <a16:creationId xmlns:a16="http://schemas.microsoft.com/office/drawing/2014/main" id="{E93E8612-A5F9-492D-BA4B-00FC9CD9198A}"/>
                </a:ext>
              </a:extLst>
            </p:cNvPr>
            <p:cNvSpPr/>
            <p:nvPr/>
          </p:nvSpPr>
          <p:spPr>
            <a:xfrm>
              <a:off x="3444067" y="3819487"/>
              <a:ext cx="1440000" cy="720000"/>
            </a:xfrm>
            <a:prstGeom prst="cube">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1" name="정육면체 80">
              <a:extLst>
                <a:ext uri="{FF2B5EF4-FFF2-40B4-BE49-F238E27FC236}">
                  <a16:creationId xmlns:a16="http://schemas.microsoft.com/office/drawing/2014/main" id="{63ACE882-AC01-4985-81DC-CB0B15461E5C}"/>
                </a:ext>
              </a:extLst>
            </p:cNvPr>
            <p:cNvSpPr/>
            <p:nvPr/>
          </p:nvSpPr>
          <p:spPr>
            <a:xfrm>
              <a:off x="3444067" y="4883126"/>
              <a:ext cx="1440000" cy="720000"/>
            </a:xfrm>
            <a:prstGeom prst="cube">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83" name="그룹 82">
              <a:extLst>
                <a:ext uri="{FF2B5EF4-FFF2-40B4-BE49-F238E27FC236}">
                  <a16:creationId xmlns:a16="http://schemas.microsoft.com/office/drawing/2014/main" id="{DDC7352A-5B94-419F-9FBB-F3A6BB465567}"/>
                </a:ext>
              </a:extLst>
            </p:cNvPr>
            <p:cNvGrpSpPr/>
            <p:nvPr/>
          </p:nvGrpSpPr>
          <p:grpSpPr>
            <a:xfrm>
              <a:off x="713969" y="3823703"/>
              <a:ext cx="1440000" cy="720000"/>
              <a:chOff x="2388824" y="3521360"/>
              <a:chExt cx="1440000" cy="720000"/>
            </a:xfrm>
          </p:grpSpPr>
          <p:sp>
            <p:nvSpPr>
              <p:cNvPr id="84" name="정육면체 83">
                <a:extLst>
                  <a:ext uri="{FF2B5EF4-FFF2-40B4-BE49-F238E27FC236}">
                    <a16:creationId xmlns:a16="http://schemas.microsoft.com/office/drawing/2014/main" id="{72973527-061C-4ECD-99FA-2C3BECF5BC6F}"/>
                  </a:ext>
                </a:extLst>
              </p:cNvPr>
              <p:cNvSpPr/>
              <p:nvPr/>
            </p:nvSpPr>
            <p:spPr>
              <a:xfrm>
                <a:off x="2388824" y="3521360"/>
                <a:ext cx="1440000" cy="720000"/>
              </a:xfrm>
              <a:prstGeom prst="cube">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5" name="직사각형 84">
                <a:extLst>
                  <a:ext uri="{FF2B5EF4-FFF2-40B4-BE49-F238E27FC236}">
                    <a16:creationId xmlns:a16="http://schemas.microsoft.com/office/drawing/2014/main" id="{E43B47A0-148D-4F4A-A28E-D42EDBC016A4}"/>
                  </a:ext>
                </a:extLst>
              </p:cNvPr>
              <p:cNvSpPr/>
              <p:nvPr/>
            </p:nvSpPr>
            <p:spPr>
              <a:xfrm>
                <a:off x="2548735" y="4071356"/>
                <a:ext cx="140677" cy="165788"/>
              </a:xfrm>
              <a:prstGeom prst="rect">
                <a:avLst/>
              </a:prstGeom>
              <a:solidFill>
                <a:srgbClr val="FF0000"/>
              </a:solidFill>
              <a:ln>
                <a:solidFill>
                  <a:schemeClr val="accent1">
                    <a:shade val="50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6" name="직사각형 85">
                <a:extLst>
                  <a:ext uri="{FF2B5EF4-FFF2-40B4-BE49-F238E27FC236}">
                    <a16:creationId xmlns:a16="http://schemas.microsoft.com/office/drawing/2014/main" id="{2678FD80-B53E-452C-9762-82EE05C124A2}"/>
                  </a:ext>
                </a:extLst>
              </p:cNvPr>
              <p:cNvSpPr/>
              <p:nvPr/>
            </p:nvSpPr>
            <p:spPr>
              <a:xfrm>
                <a:off x="2701135" y="3710835"/>
                <a:ext cx="658561" cy="102255"/>
              </a:xfrm>
              <a:prstGeom prst="rect">
                <a:avLst/>
              </a:prstGeom>
              <a:solidFill>
                <a:srgbClr val="FF0000"/>
              </a:solidFill>
              <a:ln>
                <a:solidFill>
                  <a:schemeClr val="accent1">
                    <a:shade val="50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7" name="직사각형 86">
                <a:extLst>
                  <a:ext uri="{FF2B5EF4-FFF2-40B4-BE49-F238E27FC236}">
                    <a16:creationId xmlns:a16="http://schemas.microsoft.com/office/drawing/2014/main" id="{CA156388-3C68-4BE7-B575-3BF56877076A}"/>
                  </a:ext>
                </a:extLst>
              </p:cNvPr>
              <p:cNvSpPr/>
              <p:nvPr/>
            </p:nvSpPr>
            <p:spPr>
              <a:xfrm>
                <a:off x="3434172" y="3894364"/>
                <a:ext cx="218601" cy="102516"/>
              </a:xfrm>
              <a:prstGeom prst="rect">
                <a:avLst/>
              </a:prstGeom>
              <a:solidFill>
                <a:srgbClr val="FF0000"/>
              </a:solidFill>
              <a:ln>
                <a:solidFill>
                  <a:schemeClr val="accent1">
                    <a:shade val="50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8" name="직사각형 87">
                <a:extLst>
                  <a:ext uri="{FF2B5EF4-FFF2-40B4-BE49-F238E27FC236}">
                    <a16:creationId xmlns:a16="http://schemas.microsoft.com/office/drawing/2014/main" id="{0809B6B2-7F0E-46C8-926B-4621C40610DB}"/>
                  </a:ext>
                </a:extLst>
              </p:cNvPr>
              <p:cNvSpPr/>
              <p:nvPr/>
            </p:nvSpPr>
            <p:spPr>
              <a:xfrm>
                <a:off x="3103167" y="4059396"/>
                <a:ext cx="548917" cy="101921"/>
              </a:xfrm>
              <a:prstGeom prst="rect">
                <a:avLst/>
              </a:prstGeom>
              <a:solidFill>
                <a:srgbClr val="FF0000"/>
              </a:solidFill>
              <a:ln>
                <a:solidFill>
                  <a:schemeClr val="accent1">
                    <a:shade val="50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89" name="TextBox 88">
              <a:extLst>
                <a:ext uri="{FF2B5EF4-FFF2-40B4-BE49-F238E27FC236}">
                  <a16:creationId xmlns:a16="http://schemas.microsoft.com/office/drawing/2014/main" id="{6D40A6C6-25BC-43B4-82ED-CED8EAB4ABBE}"/>
                </a:ext>
              </a:extLst>
            </p:cNvPr>
            <p:cNvSpPr txBox="1"/>
            <p:nvPr/>
          </p:nvSpPr>
          <p:spPr>
            <a:xfrm>
              <a:off x="5118626" y="4124724"/>
              <a:ext cx="2896289" cy="246221"/>
            </a:xfrm>
            <a:prstGeom prst="rect">
              <a:avLst/>
            </a:prstGeom>
            <a:noFill/>
            <a:ln w="25400" cap="flat" cmpd="sng" algn="ctr">
              <a:noFill/>
              <a:prstDash val="solid"/>
            </a:ln>
            <a:effectLst/>
          </p:spPr>
          <p:txBody>
            <a:bodyPr wrap="square" lIns="0" tIns="0" rIns="0" bIns="0" rtlCol="0" anchor="ctr">
              <a:spAutoFit/>
              <a:scene3d>
                <a:camera prst="orthographicFront"/>
                <a:lightRig rig="threePt" dir="t"/>
              </a:scene3d>
              <a:sp3d>
                <a:bevelT w="0" h="6350"/>
              </a:sp3d>
            </a:bodyPr>
            <a:lstStyle>
              <a:defPPr>
                <a:defRPr lang="en-US"/>
              </a:defPPr>
              <a:lvl1pPr defTabSz="914400">
                <a:defRPr sz="1600">
                  <a:solidFill>
                    <a:schemeClr val="tx1">
                      <a:lumMod val="85000"/>
                      <a:lumOff val="15000"/>
                    </a:schemeClr>
                  </a:solidFill>
                  <a:latin typeface="SamsungOne-700" panose="020B0803030303020204" pitchFamily="34" charset="0"/>
                  <a:ea typeface="SamsungOne-700" panose="020B0803030303020204" pitchFamily="34" charset="0"/>
                </a:defRPr>
              </a:lvl1pPr>
            </a:lstStyle>
            <a:p>
              <a:r>
                <a:rPr lang="en-US" altLang="ko-KR" dirty="0" err="1"/>
                <a:t>Điền</a:t>
              </a:r>
              <a:r>
                <a:rPr lang="en-US" altLang="ko-KR" dirty="0"/>
                <a:t> </a:t>
              </a:r>
              <a:r>
                <a:rPr lang="en-US" altLang="ko-KR" dirty="0" err="1"/>
                <a:t>các</a:t>
              </a:r>
              <a:r>
                <a:rPr lang="en-US" altLang="ko-KR" dirty="0"/>
                <a:t> </a:t>
              </a:r>
              <a:r>
                <a:rPr lang="en-US" altLang="ko-KR" dirty="0" err="1"/>
                <a:t>giá</a:t>
              </a:r>
              <a:r>
                <a:rPr lang="en-US" altLang="ko-KR" dirty="0"/>
                <a:t> </a:t>
              </a:r>
              <a:r>
                <a:rPr lang="en-US" altLang="ko-KR" dirty="0" err="1"/>
                <a:t>trị</a:t>
              </a:r>
              <a:r>
                <a:rPr lang="en-US" altLang="ko-KR" dirty="0"/>
                <a:t> </a:t>
              </a:r>
              <a:r>
                <a:rPr lang="en-US" altLang="ko-KR" dirty="0" err="1"/>
                <a:t>bị</a:t>
              </a:r>
              <a:r>
                <a:rPr lang="en-US" altLang="ko-KR" dirty="0"/>
                <a:t> </a:t>
              </a:r>
              <a:r>
                <a:rPr lang="en-US" altLang="ko-KR" dirty="0" err="1"/>
                <a:t>thiếu</a:t>
              </a:r>
              <a:endParaRPr lang="ko-KR" altLang="en-US" dirty="0"/>
            </a:p>
          </p:txBody>
        </p:sp>
        <p:sp>
          <p:nvSpPr>
            <p:cNvPr id="90" name="TextBox 89">
              <a:extLst>
                <a:ext uri="{FF2B5EF4-FFF2-40B4-BE49-F238E27FC236}">
                  <a16:creationId xmlns:a16="http://schemas.microsoft.com/office/drawing/2014/main" id="{FFE9AFE6-9084-4BFE-AB88-D3962049E6F5}"/>
                </a:ext>
              </a:extLst>
            </p:cNvPr>
            <p:cNvSpPr txBox="1"/>
            <p:nvPr/>
          </p:nvSpPr>
          <p:spPr>
            <a:xfrm>
              <a:off x="5118626" y="2960855"/>
              <a:ext cx="2896288" cy="246221"/>
            </a:xfrm>
            <a:prstGeom prst="rect">
              <a:avLst/>
            </a:prstGeom>
            <a:noFill/>
            <a:ln w="25400" cap="flat" cmpd="sng" algn="ctr">
              <a:noFill/>
              <a:prstDash val="solid"/>
            </a:ln>
            <a:effectLst/>
          </p:spPr>
          <p:txBody>
            <a:bodyPr wrap="square" lIns="0" tIns="0" rIns="0" bIns="0" rtlCol="0" anchor="ctr">
              <a:spAutoFit/>
              <a:scene3d>
                <a:camera prst="orthographicFront"/>
                <a:lightRig rig="threePt" dir="t"/>
              </a:scene3d>
              <a:sp3d>
                <a:bevelT w="0" h="6350"/>
              </a:sp3d>
            </a:bodyPr>
            <a:lstStyle>
              <a:defPPr>
                <a:defRPr lang="en-US"/>
              </a:defPPr>
              <a:lvl1pPr defTabSz="914400">
                <a:defRPr sz="1600">
                  <a:solidFill>
                    <a:schemeClr val="tx1">
                      <a:lumMod val="85000"/>
                      <a:lumOff val="15000"/>
                    </a:schemeClr>
                  </a:solidFill>
                  <a:latin typeface="SamsungOne-700" panose="020B0803030303020204" pitchFamily="34" charset="0"/>
                  <a:ea typeface="SamsungOne-700" panose="020B0803030303020204" pitchFamily="34" charset="0"/>
                </a:defRPr>
              </a:lvl1pPr>
            </a:lstStyle>
            <a:p>
              <a:r>
                <a:rPr lang="en-US" altLang="ko-KR" dirty="0"/>
                <a:t>Scale/</a:t>
              </a:r>
              <a:r>
                <a:rPr lang="en-US" altLang="ko-KR" dirty="0" err="1"/>
                <a:t>Chuẩn</a:t>
              </a:r>
              <a:r>
                <a:rPr lang="en-US" altLang="ko-KR" dirty="0"/>
                <a:t> </a:t>
              </a:r>
              <a:r>
                <a:rPr lang="en-US" altLang="ko-KR" dirty="0" err="1"/>
                <a:t>hóa</a:t>
              </a:r>
              <a:endParaRPr lang="ko-KR" altLang="en-US" dirty="0"/>
            </a:p>
          </p:txBody>
        </p:sp>
        <p:sp>
          <p:nvSpPr>
            <p:cNvPr id="91" name="TextBox 90">
              <a:extLst>
                <a:ext uri="{FF2B5EF4-FFF2-40B4-BE49-F238E27FC236}">
                  <a16:creationId xmlns:a16="http://schemas.microsoft.com/office/drawing/2014/main" id="{59E2D384-2B7F-44A4-B64E-11678451860B}"/>
                </a:ext>
              </a:extLst>
            </p:cNvPr>
            <p:cNvSpPr txBox="1"/>
            <p:nvPr/>
          </p:nvSpPr>
          <p:spPr>
            <a:xfrm>
              <a:off x="5118626" y="5040494"/>
              <a:ext cx="2896289" cy="246221"/>
            </a:xfrm>
            <a:prstGeom prst="rect">
              <a:avLst/>
            </a:prstGeom>
            <a:noFill/>
            <a:ln w="25400" cap="flat" cmpd="sng" algn="ctr">
              <a:noFill/>
              <a:prstDash val="solid"/>
            </a:ln>
            <a:effectLst/>
          </p:spPr>
          <p:txBody>
            <a:bodyPr wrap="square" lIns="0" tIns="0" rIns="0" bIns="0" rtlCol="0" anchor="ctr">
              <a:spAutoFit/>
              <a:scene3d>
                <a:camera prst="orthographicFront"/>
                <a:lightRig rig="threePt" dir="t"/>
              </a:scene3d>
              <a:sp3d>
                <a:bevelT w="0" h="6350"/>
              </a:sp3d>
            </a:bodyPr>
            <a:lstStyle>
              <a:defPPr>
                <a:defRPr lang="en-US"/>
              </a:defPPr>
              <a:lvl1pPr defTabSz="914400">
                <a:defRPr sz="1600">
                  <a:solidFill>
                    <a:schemeClr val="tx1">
                      <a:lumMod val="85000"/>
                      <a:lumOff val="15000"/>
                    </a:schemeClr>
                  </a:solidFill>
                  <a:latin typeface="SamsungOne-700" panose="020B0803030303020204" pitchFamily="34" charset="0"/>
                  <a:ea typeface="SamsungOne-700" panose="020B0803030303020204" pitchFamily="34" charset="0"/>
                </a:defRPr>
              </a:lvl1pPr>
            </a:lstStyle>
            <a:p>
              <a:r>
                <a:rPr lang="en-US" altLang="ko-KR" dirty="0" err="1"/>
                <a:t>Xử</a:t>
              </a:r>
              <a:r>
                <a:rPr lang="en-US" altLang="ko-KR" dirty="0"/>
                <a:t> </a:t>
              </a:r>
              <a:r>
                <a:rPr lang="en-US" altLang="ko-KR" dirty="0" err="1"/>
                <a:t>lý</a:t>
              </a:r>
              <a:r>
                <a:rPr lang="en-US" altLang="ko-KR" dirty="0"/>
                <a:t> </a:t>
              </a:r>
              <a:r>
                <a:rPr lang="en-US" altLang="ko-KR" dirty="0" err="1"/>
                <a:t>dữ</a:t>
              </a:r>
              <a:r>
                <a:rPr lang="en-US" altLang="ko-KR" dirty="0"/>
                <a:t> </a:t>
              </a:r>
              <a:r>
                <a:rPr lang="en-US" altLang="ko-KR" dirty="0" err="1"/>
                <a:t>liệu</a:t>
              </a:r>
              <a:r>
                <a:rPr lang="en-US" altLang="ko-KR" dirty="0"/>
                <a:t> </a:t>
              </a:r>
              <a:r>
                <a:rPr lang="en-US" altLang="ko-KR" dirty="0" err="1"/>
                <a:t>ngoại</a:t>
              </a:r>
              <a:r>
                <a:rPr lang="en-US" altLang="ko-KR" dirty="0"/>
                <a:t> </a:t>
              </a:r>
              <a:r>
                <a:rPr lang="en-US" altLang="ko-KR" dirty="0" err="1"/>
                <a:t>lai</a:t>
              </a:r>
              <a:endParaRPr lang="ko-KR" altLang="en-US" dirty="0"/>
            </a:p>
          </p:txBody>
        </p:sp>
        <p:sp>
          <p:nvSpPr>
            <p:cNvPr id="92" name="정육면체 91">
              <a:extLst>
                <a:ext uri="{FF2B5EF4-FFF2-40B4-BE49-F238E27FC236}">
                  <a16:creationId xmlns:a16="http://schemas.microsoft.com/office/drawing/2014/main" id="{E33E0E29-7817-4609-BEEE-33748F154833}"/>
                </a:ext>
              </a:extLst>
            </p:cNvPr>
            <p:cNvSpPr/>
            <p:nvPr/>
          </p:nvSpPr>
          <p:spPr>
            <a:xfrm>
              <a:off x="3444067" y="2783335"/>
              <a:ext cx="1440000" cy="720000"/>
            </a:xfrm>
            <a:prstGeom prst="cube">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정육면체 92">
              <a:extLst>
                <a:ext uri="{FF2B5EF4-FFF2-40B4-BE49-F238E27FC236}">
                  <a16:creationId xmlns:a16="http://schemas.microsoft.com/office/drawing/2014/main" id="{2463BDD9-27A3-4BD5-8EAF-CC6F78A545D9}"/>
                </a:ext>
              </a:extLst>
            </p:cNvPr>
            <p:cNvSpPr/>
            <p:nvPr/>
          </p:nvSpPr>
          <p:spPr>
            <a:xfrm>
              <a:off x="1252833" y="2831434"/>
              <a:ext cx="360000" cy="670394"/>
            </a:xfrm>
            <a:prstGeom prst="cube">
              <a:avLst/>
            </a:prstGeom>
            <a:solidFill>
              <a:srgbClr val="1D48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정육면체 93">
              <a:extLst>
                <a:ext uri="{FF2B5EF4-FFF2-40B4-BE49-F238E27FC236}">
                  <a16:creationId xmlns:a16="http://schemas.microsoft.com/office/drawing/2014/main" id="{6404759F-DE7A-4993-865C-1234DA44DA93}"/>
                </a:ext>
              </a:extLst>
            </p:cNvPr>
            <p:cNvSpPr/>
            <p:nvPr/>
          </p:nvSpPr>
          <p:spPr>
            <a:xfrm>
              <a:off x="1526908" y="3141259"/>
              <a:ext cx="360000" cy="360000"/>
            </a:xfrm>
            <a:prstGeom prst="cube">
              <a:avLst/>
            </a:prstGeom>
            <a:solidFill>
              <a:srgbClr val="1D48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5" name="정육면체 94">
              <a:extLst>
                <a:ext uri="{FF2B5EF4-FFF2-40B4-BE49-F238E27FC236}">
                  <a16:creationId xmlns:a16="http://schemas.microsoft.com/office/drawing/2014/main" id="{C3211F7A-7FAC-4DC6-B5E9-611CEA224215}"/>
                </a:ext>
              </a:extLst>
            </p:cNvPr>
            <p:cNvSpPr/>
            <p:nvPr/>
          </p:nvSpPr>
          <p:spPr>
            <a:xfrm>
              <a:off x="1795835" y="3319179"/>
              <a:ext cx="360000" cy="180000"/>
            </a:xfrm>
            <a:prstGeom prst="cube">
              <a:avLst/>
            </a:prstGeom>
            <a:solidFill>
              <a:srgbClr val="1D48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96" name="그룹 95">
              <a:extLst>
                <a:ext uri="{FF2B5EF4-FFF2-40B4-BE49-F238E27FC236}">
                  <a16:creationId xmlns:a16="http://schemas.microsoft.com/office/drawing/2014/main" id="{010D03CF-F00E-4D42-83F1-6B38DFA401D5}"/>
                </a:ext>
              </a:extLst>
            </p:cNvPr>
            <p:cNvGrpSpPr/>
            <p:nvPr/>
          </p:nvGrpSpPr>
          <p:grpSpPr>
            <a:xfrm>
              <a:off x="713969" y="4594815"/>
              <a:ext cx="1440000" cy="1465943"/>
              <a:chOff x="2388824" y="4663353"/>
              <a:chExt cx="1440000" cy="1465943"/>
            </a:xfrm>
          </p:grpSpPr>
          <p:sp>
            <p:nvSpPr>
              <p:cNvPr id="97" name="정육면체 96">
                <a:extLst>
                  <a:ext uri="{FF2B5EF4-FFF2-40B4-BE49-F238E27FC236}">
                    <a16:creationId xmlns:a16="http://schemas.microsoft.com/office/drawing/2014/main" id="{5777F0F4-774D-4F45-991D-E4675748B225}"/>
                  </a:ext>
                </a:extLst>
              </p:cNvPr>
              <p:cNvSpPr/>
              <p:nvPr/>
            </p:nvSpPr>
            <p:spPr>
              <a:xfrm>
                <a:off x="2388824" y="4951665"/>
                <a:ext cx="1440000" cy="720000"/>
              </a:xfrm>
              <a:prstGeom prst="cube">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8" name="타원 97">
                <a:extLst>
                  <a:ext uri="{FF2B5EF4-FFF2-40B4-BE49-F238E27FC236}">
                    <a16:creationId xmlns:a16="http://schemas.microsoft.com/office/drawing/2014/main" id="{04D1FD95-DB92-4216-8806-FEE7313FC24A}"/>
                  </a:ext>
                </a:extLst>
              </p:cNvPr>
              <p:cNvSpPr/>
              <p:nvPr/>
            </p:nvSpPr>
            <p:spPr>
              <a:xfrm>
                <a:off x="2728136" y="4797447"/>
                <a:ext cx="72000" cy="72000"/>
              </a:xfrm>
              <a:prstGeom prst="ellipse">
                <a:avLst/>
              </a:prstGeom>
              <a:solidFill>
                <a:srgbClr val="FF0000">
                  <a:alpha val="20000"/>
                </a:srgbClr>
              </a:solidFill>
              <a:ln w="63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E2B32B08-16B5-4F6C-BBCE-205C5954D886}"/>
                  </a:ext>
                </a:extLst>
              </p:cNvPr>
              <p:cNvSpPr/>
              <p:nvPr/>
            </p:nvSpPr>
            <p:spPr>
              <a:xfrm>
                <a:off x="2880536" y="4949847"/>
                <a:ext cx="72000" cy="72000"/>
              </a:xfrm>
              <a:prstGeom prst="ellipse">
                <a:avLst/>
              </a:prstGeom>
              <a:solidFill>
                <a:srgbClr val="FF0000">
                  <a:alpha val="20000"/>
                </a:srgbClr>
              </a:solidFill>
              <a:ln w="63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69A96BEA-824E-484E-8CA9-7DED60223847}"/>
                  </a:ext>
                </a:extLst>
              </p:cNvPr>
              <p:cNvSpPr/>
              <p:nvPr/>
            </p:nvSpPr>
            <p:spPr>
              <a:xfrm>
                <a:off x="3165763" y="4663353"/>
                <a:ext cx="72000" cy="72000"/>
              </a:xfrm>
              <a:prstGeom prst="ellipse">
                <a:avLst/>
              </a:prstGeom>
              <a:solidFill>
                <a:srgbClr val="FF0000">
                  <a:alpha val="20000"/>
                </a:srgbClr>
              </a:solidFill>
              <a:ln w="63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1" name="타원 100">
                <a:extLst>
                  <a:ext uri="{FF2B5EF4-FFF2-40B4-BE49-F238E27FC236}">
                    <a16:creationId xmlns:a16="http://schemas.microsoft.com/office/drawing/2014/main" id="{30240195-2F26-4EC3-962A-F2C762BA9C10}"/>
                  </a:ext>
                </a:extLst>
              </p:cNvPr>
              <p:cNvSpPr/>
              <p:nvPr/>
            </p:nvSpPr>
            <p:spPr>
              <a:xfrm>
                <a:off x="3421870" y="4808476"/>
                <a:ext cx="72000" cy="72000"/>
              </a:xfrm>
              <a:prstGeom prst="ellipse">
                <a:avLst/>
              </a:prstGeom>
              <a:solidFill>
                <a:srgbClr val="FF0000">
                  <a:alpha val="20000"/>
                </a:srgbClr>
              </a:solidFill>
              <a:ln w="63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DC575D9-914B-4CDF-9FC2-ECE339380221}"/>
                  </a:ext>
                </a:extLst>
              </p:cNvPr>
              <p:cNvSpPr/>
              <p:nvPr/>
            </p:nvSpPr>
            <p:spPr>
              <a:xfrm>
                <a:off x="3030415" y="5815977"/>
                <a:ext cx="72000" cy="72000"/>
              </a:xfrm>
              <a:prstGeom prst="ellipse">
                <a:avLst/>
              </a:prstGeom>
              <a:solidFill>
                <a:srgbClr val="FF0000">
                  <a:alpha val="20000"/>
                </a:srgbClr>
              </a:solidFill>
              <a:ln w="63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221F7DD7-780B-4CEF-8E42-40B20299672E}"/>
                  </a:ext>
                </a:extLst>
              </p:cNvPr>
              <p:cNvSpPr/>
              <p:nvPr/>
            </p:nvSpPr>
            <p:spPr>
              <a:xfrm>
                <a:off x="2749310" y="6057296"/>
                <a:ext cx="72000" cy="72000"/>
              </a:xfrm>
              <a:prstGeom prst="ellipse">
                <a:avLst/>
              </a:prstGeom>
              <a:solidFill>
                <a:srgbClr val="FF0000">
                  <a:alpha val="20000"/>
                </a:srgbClr>
              </a:solidFill>
              <a:ln w="63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4" name="타원 103">
                <a:extLst>
                  <a:ext uri="{FF2B5EF4-FFF2-40B4-BE49-F238E27FC236}">
                    <a16:creationId xmlns:a16="http://schemas.microsoft.com/office/drawing/2014/main" id="{8622929A-74DC-4CD2-8858-8B78CDD11E7E}"/>
                  </a:ext>
                </a:extLst>
              </p:cNvPr>
              <p:cNvSpPr/>
              <p:nvPr/>
            </p:nvSpPr>
            <p:spPr>
              <a:xfrm>
                <a:off x="3306111" y="5985296"/>
                <a:ext cx="72000" cy="72000"/>
              </a:xfrm>
              <a:prstGeom prst="ellipse">
                <a:avLst/>
              </a:prstGeom>
              <a:solidFill>
                <a:srgbClr val="FF0000">
                  <a:alpha val="20000"/>
                </a:srgbClr>
              </a:solidFill>
              <a:ln w="63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105" name="직선 연결선 104">
                <a:extLst>
                  <a:ext uri="{FF2B5EF4-FFF2-40B4-BE49-F238E27FC236}">
                    <a16:creationId xmlns:a16="http://schemas.microsoft.com/office/drawing/2014/main" id="{90C94832-85F1-4E63-BA2F-61C862AB74DC}"/>
                  </a:ext>
                </a:extLst>
              </p:cNvPr>
              <p:cNvCxnSpPr/>
              <p:nvPr/>
            </p:nvCxnSpPr>
            <p:spPr>
              <a:xfrm>
                <a:off x="2764136" y="4869447"/>
                <a:ext cx="0" cy="134094"/>
              </a:xfrm>
              <a:prstGeom prst="line">
                <a:avLst/>
              </a:prstGeom>
              <a:ln>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DADDE461-699D-41E1-BEB5-89782E18D678}"/>
                  </a:ext>
                </a:extLst>
              </p:cNvPr>
              <p:cNvCxnSpPr>
                <a:cxnSpLocks/>
              </p:cNvCxnSpPr>
              <p:nvPr/>
            </p:nvCxnSpPr>
            <p:spPr>
              <a:xfrm>
                <a:off x="3201322" y="4746382"/>
                <a:ext cx="441" cy="316485"/>
              </a:xfrm>
              <a:prstGeom prst="line">
                <a:avLst/>
              </a:prstGeom>
              <a:ln>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07" name="직선 연결선 106">
                <a:extLst>
                  <a:ext uri="{FF2B5EF4-FFF2-40B4-BE49-F238E27FC236}">
                    <a16:creationId xmlns:a16="http://schemas.microsoft.com/office/drawing/2014/main" id="{4C66FEB4-1982-4BC0-8668-CFBAFA726011}"/>
                  </a:ext>
                </a:extLst>
              </p:cNvPr>
              <p:cNvCxnSpPr/>
              <p:nvPr/>
            </p:nvCxnSpPr>
            <p:spPr>
              <a:xfrm>
                <a:off x="3454529" y="4880476"/>
                <a:ext cx="0" cy="134094"/>
              </a:xfrm>
              <a:prstGeom prst="line">
                <a:avLst/>
              </a:prstGeom>
              <a:ln>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08" name="직선 연결선 107">
                <a:extLst>
                  <a:ext uri="{FF2B5EF4-FFF2-40B4-BE49-F238E27FC236}">
                    <a16:creationId xmlns:a16="http://schemas.microsoft.com/office/drawing/2014/main" id="{B7205D65-1AB2-48D9-9309-CE711EFB015D}"/>
                  </a:ext>
                </a:extLst>
              </p:cNvPr>
              <p:cNvCxnSpPr>
                <a:cxnSpLocks/>
              </p:cNvCxnSpPr>
              <p:nvPr/>
            </p:nvCxnSpPr>
            <p:spPr>
              <a:xfrm>
                <a:off x="2916536" y="5021847"/>
                <a:ext cx="0" cy="41020"/>
              </a:xfrm>
              <a:prstGeom prst="line">
                <a:avLst/>
              </a:prstGeom>
              <a:ln>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09" name="직선 연결선 108">
                <a:extLst>
                  <a:ext uri="{FF2B5EF4-FFF2-40B4-BE49-F238E27FC236}">
                    <a16:creationId xmlns:a16="http://schemas.microsoft.com/office/drawing/2014/main" id="{6A81287E-54FA-4A91-AB85-F4506F8CF26F}"/>
                  </a:ext>
                </a:extLst>
              </p:cNvPr>
              <p:cNvCxnSpPr>
                <a:cxnSpLocks/>
              </p:cNvCxnSpPr>
              <p:nvPr/>
            </p:nvCxnSpPr>
            <p:spPr>
              <a:xfrm>
                <a:off x="3341670" y="5677011"/>
                <a:ext cx="441" cy="316485"/>
              </a:xfrm>
              <a:prstGeom prst="line">
                <a:avLst/>
              </a:prstGeom>
              <a:ln>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10" name="직선 연결선 109">
                <a:extLst>
                  <a:ext uri="{FF2B5EF4-FFF2-40B4-BE49-F238E27FC236}">
                    <a16:creationId xmlns:a16="http://schemas.microsoft.com/office/drawing/2014/main" id="{66AC5FF1-D040-4619-AFB1-A6DC0DED3E56}"/>
                  </a:ext>
                </a:extLst>
              </p:cNvPr>
              <p:cNvCxnSpPr>
                <a:cxnSpLocks/>
              </p:cNvCxnSpPr>
              <p:nvPr/>
            </p:nvCxnSpPr>
            <p:spPr>
              <a:xfrm>
                <a:off x="2785310" y="5670238"/>
                <a:ext cx="0" cy="396114"/>
              </a:xfrm>
              <a:prstGeom prst="line">
                <a:avLst/>
              </a:prstGeom>
              <a:ln>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65EE9A1-9E0D-423B-984C-C0AAA253462B}"/>
                  </a:ext>
                </a:extLst>
              </p:cNvPr>
              <p:cNvCxnSpPr/>
              <p:nvPr/>
            </p:nvCxnSpPr>
            <p:spPr>
              <a:xfrm>
                <a:off x="3065494" y="5675293"/>
                <a:ext cx="0" cy="134094"/>
              </a:xfrm>
              <a:prstGeom prst="line">
                <a:avLst/>
              </a:prstGeom>
              <a:ln>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112" name="타원 111">
                <a:extLst>
                  <a:ext uri="{FF2B5EF4-FFF2-40B4-BE49-F238E27FC236}">
                    <a16:creationId xmlns:a16="http://schemas.microsoft.com/office/drawing/2014/main" id="{B8351F42-FA15-4397-9744-B9B432A4F53E}"/>
                  </a:ext>
                </a:extLst>
              </p:cNvPr>
              <p:cNvSpPr/>
              <p:nvPr/>
            </p:nvSpPr>
            <p:spPr>
              <a:xfrm>
                <a:off x="2750274" y="5003847"/>
                <a:ext cx="18000" cy="18000"/>
              </a:xfrm>
              <a:prstGeom prst="ellipse">
                <a:avLst/>
              </a:prstGeom>
              <a:solidFill>
                <a:schemeClr val="tx1"/>
              </a:solidFill>
              <a:ln w="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13" name="타원 112">
                <a:extLst>
                  <a:ext uri="{FF2B5EF4-FFF2-40B4-BE49-F238E27FC236}">
                    <a16:creationId xmlns:a16="http://schemas.microsoft.com/office/drawing/2014/main" id="{B4FD4337-8D71-456A-851D-722D049045C8}"/>
                  </a:ext>
                </a:extLst>
              </p:cNvPr>
              <p:cNvSpPr/>
              <p:nvPr/>
            </p:nvSpPr>
            <p:spPr>
              <a:xfrm>
                <a:off x="2902674" y="5044531"/>
                <a:ext cx="18000" cy="18000"/>
              </a:xfrm>
              <a:prstGeom prst="ellipse">
                <a:avLst/>
              </a:prstGeom>
              <a:solidFill>
                <a:schemeClr val="tx1"/>
              </a:solidFill>
              <a:ln w="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14" name="타원 113">
                <a:extLst>
                  <a:ext uri="{FF2B5EF4-FFF2-40B4-BE49-F238E27FC236}">
                    <a16:creationId xmlns:a16="http://schemas.microsoft.com/office/drawing/2014/main" id="{E7F18DA8-52E2-4F2D-858B-C0722D6D9FF2}"/>
                  </a:ext>
                </a:extLst>
              </p:cNvPr>
              <p:cNvSpPr/>
              <p:nvPr/>
            </p:nvSpPr>
            <p:spPr>
              <a:xfrm>
                <a:off x="3192304" y="5040391"/>
                <a:ext cx="18000" cy="18000"/>
              </a:xfrm>
              <a:prstGeom prst="ellipse">
                <a:avLst/>
              </a:prstGeom>
              <a:solidFill>
                <a:schemeClr val="tx1"/>
              </a:solidFill>
              <a:ln w="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15" name="타원 114">
                <a:extLst>
                  <a:ext uri="{FF2B5EF4-FFF2-40B4-BE49-F238E27FC236}">
                    <a16:creationId xmlns:a16="http://schemas.microsoft.com/office/drawing/2014/main" id="{5FFB1EDE-73D8-4D85-BDC2-E3A285CD1380}"/>
                  </a:ext>
                </a:extLst>
              </p:cNvPr>
              <p:cNvSpPr/>
              <p:nvPr/>
            </p:nvSpPr>
            <p:spPr>
              <a:xfrm>
                <a:off x="3444692" y="4994879"/>
                <a:ext cx="18000" cy="18000"/>
              </a:xfrm>
              <a:prstGeom prst="ellipse">
                <a:avLst/>
              </a:prstGeom>
              <a:solidFill>
                <a:schemeClr val="tx1"/>
              </a:solidFill>
              <a:ln w="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116" name="화살표: 오른쪽 34">
              <a:extLst>
                <a:ext uri="{FF2B5EF4-FFF2-40B4-BE49-F238E27FC236}">
                  <a16:creationId xmlns:a16="http://schemas.microsoft.com/office/drawing/2014/main" id="{1EBF9DF7-896A-40CD-8D87-2181FD9C0070}"/>
                </a:ext>
              </a:extLst>
            </p:cNvPr>
            <p:cNvSpPr/>
            <p:nvPr/>
          </p:nvSpPr>
          <p:spPr>
            <a:xfrm>
              <a:off x="2587772" y="5197733"/>
              <a:ext cx="422492" cy="225006"/>
            </a:xfrm>
            <a:prstGeom prst="rightArrow">
              <a:avLst/>
            </a:prstGeom>
            <a:gradFill>
              <a:gsLst>
                <a:gs pos="0">
                  <a:schemeClr val="bg1">
                    <a:lumMod val="65000"/>
                    <a:alpha val="0"/>
                  </a:schemeClr>
                </a:gs>
                <a:gs pos="100000">
                  <a:schemeClr val="bg1">
                    <a:lumMod val="6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17" name="화살표: 오른쪽 34">
              <a:extLst>
                <a:ext uri="{FF2B5EF4-FFF2-40B4-BE49-F238E27FC236}">
                  <a16:creationId xmlns:a16="http://schemas.microsoft.com/office/drawing/2014/main" id="{1EBF9DF7-896A-40CD-8D87-2181FD9C0070}"/>
                </a:ext>
              </a:extLst>
            </p:cNvPr>
            <p:cNvSpPr/>
            <p:nvPr/>
          </p:nvSpPr>
          <p:spPr>
            <a:xfrm>
              <a:off x="2587772" y="4132928"/>
              <a:ext cx="422492" cy="225006"/>
            </a:xfrm>
            <a:prstGeom prst="rightArrow">
              <a:avLst/>
            </a:prstGeom>
            <a:gradFill>
              <a:gsLst>
                <a:gs pos="0">
                  <a:schemeClr val="bg1">
                    <a:lumMod val="65000"/>
                    <a:alpha val="0"/>
                  </a:schemeClr>
                </a:gs>
                <a:gs pos="100000">
                  <a:schemeClr val="bg1">
                    <a:lumMod val="6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18" name="화살표: 오른쪽 34">
              <a:extLst>
                <a:ext uri="{FF2B5EF4-FFF2-40B4-BE49-F238E27FC236}">
                  <a16:creationId xmlns:a16="http://schemas.microsoft.com/office/drawing/2014/main" id="{1EBF9DF7-896A-40CD-8D87-2181FD9C0070}"/>
                </a:ext>
              </a:extLst>
            </p:cNvPr>
            <p:cNvSpPr/>
            <p:nvPr/>
          </p:nvSpPr>
          <p:spPr>
            <a:xfrm>
              <a:off x="2587772" y="3074498"/>
              <a:ext cx="422492" cy="225006"/>
            </a:xfrm>
            <a:prstGeom prst="rightArrow">
              <a:avLst/>
            </a:prstGeom>
            <a:gradFill>
              <a:gsLst>
                <a:gs pos="0">
                  <a:schemeClr val="bg1">
                    <a:lumMod val="65000"/>
                    <a:alpha val="0"/>
                  </a:schemeClr>
                </a:gs>
                <a:gs pos="100000">
                  <a:schemeClr val="bg1">
                    <a:lumMod val="6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48" name="그룹 47">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52" name="직사각형 51">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3.1.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Tiền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xử</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54" name="직사각형 5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53" name="직사각형 52">
            <a:extLst>
              <a:ext uri="{FF2B5EF4-FFF2-40B4-BE49-F238E27FC236}">
                <a16:creationId xmlns:a16="http://schemas.microsoft.com/office/drawing/2014/main" id="{2684E1CF-CC22-406F-A50C-73F9645C4E12}"/>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Xử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lý</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extLst>
      <p:ext uri="{BB962C8B-B14F-4D97-AF65-F5344CB8AC3E}">
        <p14:creationId xmlns:p14="http://schemas.microsoft.com/office/powerpoint/2010/main" val="2059347597"/>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그룹 7">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3.1.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Tiền</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xử</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3" name="직사각형 12">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15" name="그룹 14">
            <a:extLst>
              <a:ext uri="{FF2B5EF4-FFF2-40B4-BE49-F238E27FC236}">
                <a16:creationId xmlns:a16="http://schemas.microsoft.com/office/drawing/2014/main" id="{EE5A546D-4A57-47A0-9997-FB47811E1709}"/>
              </a:ext>
            </a:extLst>
          </p:cNvPr>
          <p:cNvGrpSpPr/>
          <p:nvPr/>
        </p:nvGrpSpPr>
        <p:grpSpPr>
          <a:xfrm>
            <a:off x="580388" y="1413381"/>
            <a:ext cx="8887612" cy="2513301"/>
            <a:chOff x="580388" y="1413381"/>
            <a:chExt cx="8887612" cy="2513301"/>
          </a:xfrm>
        </p:grpSpPr>
        <p:sp>
          <p:nvSpPr>
            <p:cNvPr id="16" name="직사각형 15">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Những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nhắc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về</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thuật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toán</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17" name="Rectangle 12">
              <a:extLst>
                <a:ext uri="{FF2B5EF4-FFF2-40B4-BE49-F238E27FC236}">
                  <a16:creationId xmlns:a16="http://schemas.microsoft.com/office/drawing/2014/main" id="{A565D94B-402B-4972-AFFC-93522B4F8711}"/>
                </a:ext>
              </a:extLst>
            </p:cNvPr>
            <p:cNvSpPr/>
            <p:nvPr/>
          </p:nvSpPr>
          <p:spPr>
            <a:xfrm>
              <a:off x="711201" y="1667877"/>
              <a:ext cx="8632824" cy="225880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Thông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thường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thuật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toán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học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máy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được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chia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thành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dạng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Cây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không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phải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dạng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Cây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p>
            <a:p>
              <a:pPr marL="354013" lvl="1" indent="-176213">
                <a:spcAft>
                  <a:spcPts val="800"/>
                </a:spcAft>
                <a:buClr>
                  <a:srgbClr val="193EB0"/>
                </a:buClr>
                <a:buFont typeface="Arial" panose="020B0604020202020204" pitchFamily="34" charset="0"/>
                <a:buChar cha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Thuật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toán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dạng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Cây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Cây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Rừng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ngẫu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nhiên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AdaBoost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XGMBoost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v.v.</a:t>
              </a:r>
            </a:p>
            <a:p>
              <a:pPr marL="354013" lvl="1" indent="-176213">
                <a:spcAft>
                  <a:spcPts val="800"/>
                </a:spcAft>
                <a:buClr>
                  <a:srgbClr val="193EB0"/>
                </a:buClr>
                <a:buFont typeface="Arial" panose="020B0604020202020204" pitchFamily="34" charset="0"/>
                <a:buChar cha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b)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Thuật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toán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không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phải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dạng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cây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Hồi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quy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tuyến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tính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Hồi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quy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logistic, SVM,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Mạng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nơ-ron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tạo</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v.v.</a:t>
              </a:r>
            </a:p>
            <a:p>
              <a:pPr marL="182563" lvl="1"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Scale/Chuẩn hóa và Xử lý dữ liệu ngoại lai có thể cần thiết  cho thuật toán không phải dạng Cây, nhưng không cần thiết đối với thuật toán dạng Cây. </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a:p>
              <a:pPr marL="182563" lvl="1"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Đó là vì thuật toán dạng cây phân chia không gian cấu hình thành các ”patches", hầu như không bị ảnh hưởng bởi scale hoặc dữ liệu ngoại lai.</a:t>
              </a:r>
            </a:p>
            <a:p>
              <a:pPr marL="182563" lvl="1"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Các bước tiền xử lý khác được áp dụng tương đương với cả thuật toán dạng Cây và không phải dạng Cây.</a:t>
              </a:r>
            </a:p>
          </p:txBody>
        </p:sp>
      </p:grpSp>
    </p:spTree>
    <p:extLst>
      <p:ext uri="{BB962C8B-B14F-4D97-AF65-F5344CB8AC3E}">
        <p14:creationId xmlns:p14="http://schemas.microsoft.com/office/powerpoint/2010/main" val="1386882357"/>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그룹 18">
            <a:extLst>
              <a:ext uri="{FF2B5EF4-FFF2-40B4-BE49-F238E27FC236}">
                <a16:creationId xmlns:a16="http://schemas.microsoft.com/office/drawing/2014/main" id="{C2AA5626-1534-41DA-BA4E-67D4571B34A9}"/>
              </a:ext>
            </a:extLst>
          </p:cNvPr>
          <p:cNvGrpSpPr/>
          <p:nvPr/>
        </p:nvGrpSpPr>
        <p:grpSpPr>
          <a:xfrm>
            <a:off x="989683" y="2748696"/>
            <a:ext cx="8354217" cy="2847645"/>
            <a:chOff x="989683" y="2748696"/>
            <a:chExt cx="8354217" cy="2847645"/>
          </a:xfrm>
        </p:grpSpPr>
        <p:sp>
          <p:nvSpPr>
            <p:cNvPr id="22" name="직사각형 133">
              <a:extLst>
                <a:ext uri="{FF2B5EF4-FFF2-40B4-BE49-F238E27FC236}">
                  <a16:creationId xmlns:a16="http://schemas.microsoft.com/office/drawing/2014/main" id="{9242843F-6CE4-4D3F-84E3-07D1852FEAB8}"/>
                </a:ext>
              </a:extLst>
            </p:cNvPr>
            <p:cNvSpPr/>
            <p:nvPr/>
          </p:nvSpPr>
          <p:spPr>
            <a:xfrm>
              <a:off x="990600" y="3133792"/>
              <a:ext cx="8353300" cy="10464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lvl="0" fontAlgn="base" latinLnBrk="1">
                <a:spcBef>
                  <a:spcPct val="0"/>
                </a:spcBef>
                <a:spcAft>
                  <a:spcPct val="0"/>
                </a:spcAft>
                <a:defRPr/>
              </a:pPr>
              <a:r>
                <a:rPr kumimoji="1" lang="vi-VN" altLang="ko-KR" sz="3400" dirty="0">
                  <a:solidFill>
                    <a:prstClr val="black"/>
                  </a:solidFill>
                  <a:latin typeface="iCiel Samsung Sharp Sans Bold" pitchFamily="2" charset="0"/>
                  <a:ea typeface="iCiel Samsung Sharp Sans Bold" pitchFamily="2" charset="0"/>
                  <a:cs typeface="iCiel Samsung Sharp Sans Bold" pitchFamily="2" charset="0"/>
                </a:rPr>
                <a:t>Tiền xử lý dữ liệu bằng Pandas để thực thi mô hình tối ưu</a:t>
              </a:r>
              <a:endParaRPr kumimoji="1" lang="en-US" altLang="ko-KR" sz="3400" dirty="0">
                <a:solidFill>
                  <a:prstClr val="black"/>
                </a:solidFill>
                <a:latin typeface="iCiel Samsung Sharp Sans Bold" pitchFamily="2" charset="0"/>
                <a:ea typeface="iCiel Samsung Sharp Sans Bold" pitchFamily="2" charset="0"/>
                <a:cs typeface="iCiel Samsung Sharp Sans Bold" pitchFamily="2" charset="0"/>
              </a:endParaRPr>
            </a:p>
          </p:txBody>
        </p:sp>
        <p:sp>
          <p:nvSpPr>
            <p:cNvPr id="25" name="직사각형 133">
              <a:extLst>
                <a:ext uri="{FF2B5EF4-FFF2-40B4-BE49-F238E27FC236}">
                  <a16:creationId xmlns:a16="http://schemas.microsoft.com/office/drawing/2014/main" id="{93785E26-3326-4DAA-B476-C12B794F303F}"/>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marL="0" marR="0" lvl="0" indent="0" algn="l" defTabSz="457063" rtl="0" eaLnBrk="1" fontAlgn="base" latinLnBrk="1" hangingPunct="1">
                <a:lnSpc>
                  <a:spcPct val="100000"/>
                </a:lnSpc>
                <a:spcBef>
                  <a:spcPct val="0"/>
                </a:spcBef>
                <a:spcAft>
                  <a:spcPct val="0"/>
                </a:spcAft>
                <a:buClrTx/>
                <a:buSzTx/>
                <a:buFontTx/>
                <a:buNone/>
                <a:tabLst/>
                <a:defRPr/>
              </a:pPr>
              <a:r>
                <a:rPr kumimoji="1" lang="en-US" altLang="ko-KR" sz="1999" b="0" i="0" u="none" strike="noStrike" kern="1200" cap="none" spc="0" normalizeH="0" baseline="0" noProof="0" dirty="0" err="1">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Bài</a:t>
              </a:r>
              <a:r>
                <a:rPr kumimoji="1" lang="en-US" altLang="ko-KR" sz="1999"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 3. </a:t>
              </a:r>
              <a:endParaRPr kumimoji="1" lang="en-US" altLang="ko-KR" sz="5398"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endParaRPr>
            </a:p>
          </p:txBody>
        </p:sp>
        <p:grpSp>
          <p:nvGrpSpPr>
            <p:cNvPr id="31" name="그룹 30">
              <a:extLst>
                <a:ext uri="{FF2B5EF4-FFF2-40B4-BE49-F238E27FC236}">
                  <a16:creationId xmlns:a16="http://schemas.microsoft.com/office/drawing/2014/main" id="{E9D1F461-F2BB-4004-8CE5-E8AE484340E1}"/>
                </a:ext>
              </a:extLst>
            </p:cNvPr>
            <p:cNvGrpSpPr/>
            <p:nvPr/>
          </p:nvGrpSpPr>
          <p:grpSpPr>
            <a:xfrm>
              <a:off x="1025537" y="4509120"/>
              <a:ext cx="8102339" cy="1087221"/>
              <a:chOff x="1025537" y="4609703"/>
              <a:chExt cx="8102339" cy="1087221"/>
            </a:xfrm>
          </p:grpSpPr>
          <p:sp>
            <p:nvSpPr>
              <p:cNvPr id="32" name="직사각형 31">
                <a:extLst>
                  <a:ext uri="{FF2B5EF4-FFF2-40B4-BE49-F238E27FC236}">
                    <a16:creationId xmlns:a16="http://schemas.microsoft.com/office/drawing/2014/main" id="{2BCC8184-A1E3-4399-83D7-18B4753C0091}"/>
                  </a:ext>
                </a:extLst>
              </p:cNvPr>
              <p:cNvSpPr/>
              <p:nvPr/>
            </p:nvSpPr>
            <p:spPr>
              <a:xfrm>
                <a:off x="1025537" y="4609703"/>
                <a:ext cx="4185332" cy="1087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3.1.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Tiền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xử</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lý</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defTabSz="914400" fontAlgn="base" latinLnBrk="1">
                  <a:spcBef>
                    <a:spcPct val="0"/>
                  </a:spcBef>
                  <a:spcAft>
                    <a:spcPts val="1000"/>
                  </a:spcAft>
                  <a:buSzPct val="120000"/>
                  <a:buBlip>
                    <a:blip r:embed="rId4"/>
                  </a:buBlip>
                  <a:defRPr/>
                </a:pP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3.2.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Xác</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định</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thuộc</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tính</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dữ</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liệu</a:t>
                </a:r>
                <a:endPar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endParaRPr>
              </a:p>
              <a:p>
                <a:pPr marL="176213" lvl="0"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3.3.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Kiểm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bị</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thiếu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33" name="직사각형 32">
                <a:extLst>
                  <a:ext uri="{FF2B5EF4-FFF2-40B4-BE49-F238E27FC236}">
                    <a16:creationId xmlns:a16="http://schemas.microsoft.com/office/drawing/2014/main" id="{A9BD437C-C13F-4F2B-B721-FCFA983DC83B}"/>
                  </a:ext>
                </a:extLst>
              </p:cNvPr>
              <p:cNvSpPr/>
              <p:nvPr/>
            </p:nvSpPr>
            <p:spPr>
              <a:xfrm>
                <a:off x="5137981" y="4609703"/>
                <a:ext cx="3989895" cy="6819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lvl="0"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3.4.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Kiểm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xử</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lý</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trùng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lặp</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lvl="0"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3.5.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Kỹ</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thuật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đặc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trưng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p:txBody>
          </p:sp>
        </p:grpSp>
      </p:grpSp>
    </p:spTree>
    <p:extLst>
      <p:ext uri="{BB962C8B-B14F-4D97-AF65-F5344CB8AC3E}">
        <p14:creationId xmlns:p14="http://schemas.microsoft.com/office/powerpoint/2010/main" val="2531129231"/>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직사각형 14">
            <a:extLst>
              <a:ext uri="{FF2B5EF4-FFF2-40B4-BE49-F238E27FC236}">
                <a16:creationId xmlns:a16="http://schemas.microsoft.com/office/drawing/2014/main" id="{58B1BC1D-DFB7-4482-BA23-F01AD71B1BBE}"/>
              </a:ext>
            </a:extLst>
          </p:cNvPr>
          <p:cNvSpPr/>
          <p:nvPr/>
        </p:nvSpPr>
        <p:spPr>
          <a:xfrm>
            <a:off x="435228" y="1320448"/>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Scale</a:t>
            </a:r>
          </a:p>
        </p:txBody>
      </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3.2.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Xác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định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thuộc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8" name="직사각형 17">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3" name="그룹 2"/>
          <p:cNvGrpSpPr/>
          <p:nvPr/>
        </p:nvGrpSpPr>
        <p:grpSpPr>
          <a:xfrm>
            <a:off x="524240" y="1870666"/>
            <a:ext cx="8887612" cy="2618458"/>
            <a:chOff x="524240" y="1870666"/>
            <a:chExt cx="8887612" cy="2618458"/>
          </a:xfrm>
        </p:grpSpPr>
        <p:sp>
          <p:nvSpPr>
            <p:cNvPr id="20" name="직사각형 19"/>
            <p:cNvSpPr/>
            <p:nvPr/>
          </p:nvSpPr>
          <p:spPr>
            <a:xfrm>
              <a:off x="651633" y="2132856"/>
              <a:ext cx="8632825" cy="235626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Dữ liệu liên tục và dữ liệu phân loại là các loại dữ liệu có cấu trúc cơ bản nhất.</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Dữ liệu liên tục bao gồm dữ liệu liên tục như tốc độ và thời lượng gió và dữ liệu rời rạc như tần suất xảy ra các sự kiện.</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Dữ liệu phân loại ví dụ như tên thành phố của mỗi quốc gia (Washington, New York, Los Angeles) hoặc loại hoặc ô tô (xe buýt, taxi, xe tải).</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Dữ liệu nhị phân là trường hợp đặc biệt của dữ liệu phân loại có một trong hai giá trị, 0 và 1, có/không hoặc đúng/sai.</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Trong số các loại phân loại, xếp hạng (1,2,3,4,5,) trong đó các giá trị trong danh mục được xếp hạng được gọi là Dữ liệu thứ tự (Ordinal data).</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21" name="직사각형 20">
              <a:extLst>
                <a:ext uri="{FF2B5EF4-FFF2-40B4-BE49-F238E27FC236}">
                  <a16:creationId xmlns:a16="http://schemas.microsoft.com/office/drawing/2014/main" id="{B9911584-7C52-4333-A1B3-5FEE211FBD88}"/>
                </a:ext>
              </a:extLst>
            </p:cNvPr>
            <p:cNvSpPr/>
            <p:nvPr/>
          </p:nvSpPr>
          <p:spPr>
            <a:xfrm>
              <a:off x="524240" y="1870666"/>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456371432"/>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3.2.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Xác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định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thuộc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tính</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16" name="그룹 15">
            <a:extLst>
              <a:ext uri="{FF2B5EF4-FFF2-40B4-BE49-F238E27FC236}">
                <a16:creationId xmlns:a16="http://schemas.microsoft.com/office/drawing/2014/main" id="{EE5A546D-4A57-47A0-9997-FB47811E1709}"/>
              </a:ext>
            </a:extLst>
          </p:cNvPr>
          <p:cNvGrpSpPr/>
          <p:nvPr/>
        </p:nvGrpSpPr>
        <p:grpSpPr>
          <a:xfrm>
            <a:off x="580388" y="1413381"/>
            <a:ext cx="8887612" cy="1405306"/>
            <a:chOff x="580388" y="1413381"/>
            <a:chExt cx="8887612" cy="1405306"/>
          </a:xfrm>
        </p:grpSpPr>
        <p:sp>
          <p:nvSpPr>
            <p:cNvPr id="17" name="직사각형 16">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Tại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sao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phải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18" name="Rectangle 12">
              <a:extLst>
                <a:ext uri="{FF2B5EF4-FFF2-40B4-BE49-F238E27FC236}">
                  <a16:creationId xmlns:a16="http://schemas.microsoft.com/office/drawing/2014/main" id="{A565D94B-402B-4972-AFFC-93522B4F8711}"/>
                </a:ext>
              </a:extLst>
            </p:cNvPr>
            <p:cNvSpPr/>
            <p:nvPr/>
          </p:nvSpPr>
          <p:spPr>
            <a:xfrm>
              <a:off x="711201" y="1667877"/>
              <a:ext cx="8632824" cy="11508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Phần mềm khoa học dữ liệu như Python sử dụng thông tin loại dữ liệu này để thực hiện tính toán.</a:t>
              </a:r>
            </a:p>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Loại dữ liệu xác định cách thực hiện phép tính liên quan đến biến.</a:t>
              </a:r>
            </a:p>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Ví dụ: trong R hoặc Python, dữ liệu thứ tự được phân loại thành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ordered.factor và được sử dụng để duy trì thứ tự mà người dùng mong muốn trong biểu đồ, bảng và mô hình thống kê.</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2385234503"/>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그룹 18">
            <a:extLst>
              <a:ext uri="{FF2B5EF4-FFF2-40B4-BE49-F238E27FC236}">
                <a16:creationId xmlns:a16="http://schemas.microsoft.com/office/drawing/2014/main" id="{C2AA5626-1534-41DA-BA4E-67D4571B34A9}"/>
              </a:ext>
            </a:extLst>
          </p:cNvPr>
          <p:cNvGrpSpPr/>
          <p:nvPr/>
        </p:nvGrpSpPr>
        <p:grpSpPr>
          <a:xfrm>
            <a:off x="989683" y="2748696"/>
            <a:ext cx="8354217" cy="2847645"/>
            <a:chOff x="989683" y="2748696"/>
            <a:chExt cx="8354217" cy="2847645"/>
          </a:xfrm>
        </p:grpSpPr>
        <p:sp>
          <p:nvSpPr>
            <p:cNvPr id="22" name="직사각형 133">
              <a:extLst>
                <a:ext uri="{FF2B5EF4-FFF2-40B4-BE49-F238E27FC236}">
                  <a16:creationId xmlns:a16="http://schemas.microsoft.com/office/drawing/2014/main" id="{9242843F-6CE4-4D3F-84E3-07D1852FEAB8}"/>
                </a:ext>
              </a:extLst>
            </p:cNvPr>
            <p:cNvSpPr/>
            <p:nvPr/>
          </p:nvSpPr>
          <p:spPr>
            <a:xfrm>
              <a:off x="990600" y="3133792"/>
              <a:ext cx="8353300" cy="10464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lvl="0" fontAlgn="base" latinLnBrk="1">
                <a:spcBef>
                  <a:spcPct val="0"/>
                </a:spcBef>
                <a:spcAft>
                  <a:spcPct val="0"/>
                </a:spcAft>
                <a:defRPr/>
              </a:pPr>
              <a:r>
                <a:rPr kumimoji="1" lang="vi-VN" altLang="ko-KR" sz="3400" dirty="0">
                  <a:solidFill>
                    <a:prstClr val="black"/>
                  </a:solidFill>
                  <a:latin typeface="iCiel Samsung Sharp Sans Bold" pitchFamily="2" charset="0"/>
                  <a:ea typeface="iCiel Samsung Sharp Sans Bold" pitchFamily="2" charset="0"/>
                  <a:cs typeface="iCiel Samsung Sharp Sans Bold" pitchFamily="2" charset="0"/>
                </a:rPr>
                <a:t>Tiền xử lý dữ liệu bằng Pandas để thực thi mô hình tối ưu</a:t>
              </a:r>
              <a:endParaRPr kumimoji="1" lang="en-US" altLang="ko-KR" sz="3400" dirty="0">
                <a:solidFill>
                  <a:prstClr val="black"/>
                </a:solidFill>
                <a:latin typeface="iCiel Samsung Sharp Sans Bold" pitchFamily="2" charset="0"/>
                <a:ea typeface="iCiel Samsung Sharp Sans Bold" pitchFamily="2" charset="0"/>
                <a:cs typeface="iCiel Samsung Sharp Sans Bold" pitchFamily="2" charset="0"/>
              </a:endParaRPr>
            </a:p>
          </p:txBody>
        </p:sp>
        <p:sp>
          <p:nvSpPr>
            <p:cNvPr id="25" name="직사각형 133">
              <a:extLst>
                <a:ext uri="{FF2B5EF4-FFF2-40B4-BE49-F238E27FC236}">
                  <a16:creationId xmlns:a16="http://schemas.microsoft.com/office/drawing/2014/main" id="{93785E26-3326-4DAA-B476-C12B794F303F}"/>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marL="0" marR="0" lvl="0" indent="0" algn="l" defTabSz="457063" rtl="0" eaLnBrk="1" fontAlgn="base" latinLnBrk="1" hangingPunct="1">
                <a:lnSpc>
                  <a:spcPct val="100000"/>
                </a:lnSpc>
                <a:spcBef>
                  <a:spcPct val="0"/>
                </a:spcBef>
                <a:spcAft>
                  <a:spcPct val="0"/>
                </a:spcAft>
                <a:buClrTx/>
                <a:buSzTx/>
                <a:buFontTx/>
                <a:buNone/>
                <a:tabLst/>
                <a:defRPr/>
              </a:pPr>
              <a:r>
                <a:rPr kumimoji="1" lang="en-US" altLang="ko-KR" sz="1999" b="0" i="0" u="none" strike="noStrike" kern="1200" cap="none" spc="0" normalizeH="0" baseline="0" noProof="0" dirty="0" err="1">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Bài</a:t>
              </a:r>
              <a:r>
                <a:rPr kumimoji="1" lang="en-US" altLang="ko-KR" sz="1999"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 3. </a:t>
              </a:r>
              <a:endParaRPr kumimoji="1" lang="en-US" altLang="ko-KR" sz="5398"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endParaRPr>
            </a:p>
          </p:txBody>
        </p:sp>
        <p:grpSp>
          <p:nvGrpSpPr>
            <p:cNvPr id="31" name="그룹 30">
              <a:extLst>
                <a:ext uri="{FF2B5EF4-FFF2-40B4-BE49-F238E27FC236}">
                  <a16:creationId xmlns:a16="http://schemas.microsoft.com/office/drawing/2014/main" id="{E9D1F461-F2BB-4004-8CE5-E8AE484340E1}"/>
                </a:ext>
              </a:extLst>
            </p:cNvPr>
            <p:cNvGrpSpPr/>
            <p:nvPr/>
          </p:nvGrpSpPr>
          <p:grpSpPr>
            <a:xfrm>
              <a:off x="1025537" y="4509120"/>
              <a:ext cx="8102339" cy="1087221"/>
              <a:chOff x="1025537" y="4609703"/>
              <a:chExt cx="8102339" cy="1087221"/>
            </a:xfrm>
          </p:grpSpPr>
          <p:sp>
            <p:nvSpPr>
              <p:cNvPr id="32" name="직사각형 31">
                <a:extLst>
                  <a:ext uri="{FF2B5EF4-FFF2-40B4-BE49-F238E27FC236}">
                    <a16:creationId xmlns:a16="http://schemas.microsoft.com/office/drawing/2014/main" id="{2BCC8184-A1E3-4399-83D7-18B4753C0091}"/>
                  </a:ext>
                </a:extLst>
              </p:cNvPr>
              <p:cNvSpPr/>
              <p:nvPr/>
            </p:nvSpPr>
            <p:spPr>
              <a:xfrm>
                <a:off x="1025537" y="4609703"/>
                <a:ext cx="4185332" cy="1087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3.1.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Tiền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xử</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lý</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3.2.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Xác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định</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thuộc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tính</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lvl="0" indent="-176213" defTabSz="914400" fontAlgn="base" latinLnBrk="1">
                  <a:spcBef>
                    <a:spcPct val="0"/>
                  </a:spcBef>
                  <a:spcAft>
                    <a:spcPts val="1000"/>
                  </a:spcAft>
                  <a:buSzPct val="120000"/>
                  <a:buBlip>
                    <a:blip r:embed="rId4"/>
                  </a:buBlip>
                  <a:defRPr/>
                </a:pP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3.3.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Kiểm</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tra</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dữ</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liệu</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bị</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thiếu</a:t>
                </a:r>
                <a:endPar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endParaRPr>
              </a:p>
            </p:txBody>
          </p:sp>
          <p:sp>
            <p:nvSpPr>
              <p:cNvPr id="33" name="직사각형 32">
                <a:extLst>
                  <a:ext uri="{FF2B5EF4-FFF2-40B4-BE49-F238E27FC236}">
                    <a16:creationId xmlns:a16="http://schemas.microsoft.com/office/drawing/2014/main" id="{A9BD437C-C13F-4F2B-B721-FCFA983DC83B}"/>
                  </a:ext>
                </a:extLst>
              </p:cNvPr>
              <p:cNvSpPr/>
              <p:nvPr/>
            </p:nvSpPr>
            <p:spPr>
              <a:xfrm>
                <a:off x="5137981" y="4609703"/>
                <a:ext cx="3989895" cy="6819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lvl="0"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3.4.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Kiểm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xử</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lý</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trùng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lặp</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lvl="0"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3.5.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Kỹ</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thuật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đặc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trưng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p:txBody>
          </p:sp>
        </p:grpSp>
      </p:grpSp>
    </p:spTree>
    <p:extLst>
      <p:ext uri="{BB962C8B-B14F-4D97-AF65-F5344CB8AC3E}">
        <p14:creationId xmlns:p14="http://schemas.microsoft.com/office/powerpoint/2010/main" val="4171505093"/>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a:extLst>
              <a:ext uri="{FF2B5EF4-FFF2-40B4-BE49-F238E27FC236}">
                <a16:creationId xmlns:a16="http://schemas.microsoft.com/office/drawing/2014/main" id="{58B1BC1D-DFB7-4482-BA23-F01AD71B1BBE}"/>
              </a:ext>
            </a:extLst>
          </p:cNvPr>
          <p:cNvSpPr/>
          <p:nvPr/>
        </p:nvSpPr>
        <p:spPr>
          <a:xfrm>
            <a:off x="435228" y="1340768"/>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Thiếu</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giá</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trị</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2" name="직사각형 11">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bị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thiếu</a:t>
              </a:r>
              <a:endParaRPr lang="ko-KR" altLang="en-US" dirty="0">
                <a:solidFill>
                  <a:prstClr val="white"/>
                </a:solidFill>
                <a:latin typeface="iCiel Samsung Sharp Sans Medium" pitchFamily="2" charset="0"/>
                <a:cs typeface="iCiel Samsung Sharp Sans Medium" pitchFamily="2" charset="0"/>
              </a:endParaRPr>
            </a:p>
          </p:txBody>
        </p:sp>
        <p:sp>
          <p:nvSpPr>
            <p:cNvPr id="13" name="직사각형 12">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11" name="그룹 10"/>
          <p:cNvGrpSpPr/>
          <p:nvPr/>
        </p:nvGrpSpPr>
        <p:grpSpPr>
          <a:xfrm>
            <a:off x="524240" y="1870666"/>
            <a:ext cx="8887612" cy="2018294"/>
            <a:chOff x="524240" y="1870666"/>
            <a:chExt cx="8887612" cy="2018294"/>
          </a:xfrm>
        </p:grpSpPr>
        <p:sp>
          <p:nvSpPr>
            <p:cNvPr id="14" name="직사각형 13"/>
            <p:cNvSpPr/>
            <p:nvPr/>
          </p:nvSpPr>
          <p:spPr>
            <a:xfrm>
              <a:off x="651633" y="2132856"/>
              <a:ext cx="8632825" cy="1756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Thiếu giá trị có nghĩa là dữ liệu bị thiếu và dữ liệu rỗng.</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Không thể làm sai lệch kết quả phân tích hoặc áp dụng các hàm với dữ liệu thiếu.</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Trong một số trường hợp, các giá trị bị thiếu nằm ở các biến không liên quan đến các biến khác, vì vậy các giá trị bị thiếu phải được xóa và thay thế tùy  theo tình huống.</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Giả sử rằng mỗi biến tuân theo một phân phối xác suất cụ thể, các tham số của phân phối được ước tính và thay thế.</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Có các phương pháp thay thế như thay thế bằng giá trị trung bình, giá trị trung vị và bằng các cơ chế khác.</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sp>
          <p:nvSpPr>
            <p:cNvPr id="15" name="직사각형 14">
              <a:extLst>
                <a:ext uri="{FF2B5EF4-FFF2-40B4-BE49-F238E27FC236}">
                  <a16:creationId xmlns:a16="http://schemas.microsoft.com/office/drawing/2014/main" id="{B9911584-7C52-4333-A1B3-5FEE211FBD88}"/>
                </a:ext>
              </a:extLst>
            </p:cNvPr>
            <p:cNvSpPr/>
            <p:nvPr/>
          </p:nvSpPr>
          <p:spPr>
            <a:xfrm>
              <a:off x="524240" y="1870666"/>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Thiếu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giá</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trị</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spTree>
    <p:extLst>
      <p:ext uri="{BB962C8B-B14F-4D97-AF65-F5344CB8AC3E}">
        <p14:creationId xmlns:p14="http://schemas.microsoft.com/office/powerpoint/2010/main" val="1311382826"/>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그룹 26">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8" name="직사각형 2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bị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thiếu</a:t>
              </a:r>
              <a:endParaRPr lang="ko-KR" altLang="en-US" dirty="0">
                <a:solidFill>
                  <a:prstClr val="white"/>
                </a:solidFill>
                <a:latin typeface="iCiel Samsung Sharp Sans Medium" pitchFamily="2" charset="0"/>
                <a:cs typeface="iCiel Samsung Sharp Sans Medium" pitchFamily="2" charset="0"/>
              </a:endParaRPr>
            </a:p>
          </p:txBody>
        </p:sp>
        <p:sp>
          <p:nvSpPr>
            <p:cNvPr id="29" name="직사각형 2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4" name="직사각형 23">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Kiểm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thiếu</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2">
            <a:extLst>
              <a:ext uri="{FF2B5EF4-FFF2-40B4-BE49-F238E27FC236}">
                <a16:creationId xmlns:a16="http://schemas.microsoft.com/office/drawing/2014/main" id="{11AB1336-A321-4456-AD56-8F74AC4D98C3}"/>
              </a:ext>
            </a:extLst>
          </p:cNvPr>
          <p:cNvGrpSpPr/>
          <p:nvPr/>
        </p:nvGrpSpPr>
        <p:grpSpPr>
          <a:xfrm>
            <a:off x="558396" y="1693287"/>
            <a:ext cx="8782050" cy="3114674"/>
            <a:chOff x="558396" y="1693287"/>
            <a:chExt cx="8782050" cy="3114674"/>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8396" y="1693287"/>
              <a:ext cx="8782050" cy="311467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6" name="그림 25"/>
            <p:cNvPicPr>
              <a:picLocks noChangeAspect="1"/>
            </p:cNvPicPr>
            <p:nvPr/>
          </p:nvPicPr>
          <p:blipFill rotWithShape="1">
            <a:blip r:embed="rId4"/>
            <a:srcRect l="1371" r="22836" b="3469"/>
            <a:stretch/>
          </p:blipFill>
          <p:spPr>
            <a:xfrm>
              <a:off x="846955" y="1794545"/>
              <a:ext cx="8492739" cy="2786583"/>
            </a:xfrm>
            <a:prstGeom prst="rect">
              <a:avLst/>
            </a:prstGeom>
            <a:ln>
              <a:noFill/>
            </a:ln>
          </p:spPr>
        </p:pic>
      </p:grpSp>
      <p:grpSp>
        <p:nvGrpSpPr>
          <p:cNvPr id="2" name="그룹 1">
            <a:extLst>
              <a:ext uri="{FF2B5EF4-FFF2-40B4-BE49-F238E27FC236}">
                <a16:creationId xmlns:a16="http://schemas.microsoft.com/office/drawing/2014/main" id="{765560DB-ABD0-44C3-9E71-30DC85E8F074}"/>
              </a:ext>
            </a:extLst>
          </p:cNvPr>
          <p:cNvGrpSpPr/>
          <p:nvPr/>
        </p:nvGrpSpPr>
        <p:grpSpPr>
          <a:xfrm>
            <a:off x="557644" y="4893279"/>
            <a:ext cx="8782050" cy="1376892"/>
            <a:chOff x="557644" y="4893279"/>
            <a:chExt cx="8782050" cy="1376892"/>
          </a:xfrm>
        </p:grpSpPr>
        <p:sp>
          <p:nvSpPr>
            <p:cNvPr id="18" name="모서리가 둥근 직사각형 4">
              <a:extLst>
                <a:ext uri="{FF2B5EF4-FFF2-40B4-BE49-F238E27FC236}">
                  <a16:creationId xmlns:a16="http://schemas.microsoft.com/office/drawing/2014/main" id="{C3569CBD-5212-483A-A582-6794A42BDB63}"/>
                </a:ext>
              </a:extLst>
            </p:cNvPr>
            <p:cNvSpPr/>
            <p:nvPr/>
          </p:nvSpPr>
          <p:spPr>
            <a:xfrm>
              <a:off x="557644" y="4893279"/>
              <a:ext cx="8782050" cy="137689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9" name="그룹 18">
              <a:extLst>
                <a:ext uri="{FF2B5EF4-FFF2-40B4-BE49-F238E27FC236}">
                  <a16:creationId xmlns:a16="http://schemas.microsoft.com/office/drawing/2014/main" id="{F18919BF-DD65-4EDD-8E99-5FA6C053E53B}"/>
                </a:ext>
              </a:extLst>
            </p:cNvPr>
            <p:cNvGrpSpPr/>
            <p:nvPr/>
          </p:nvGrpSpPr>
          <p:grpSpPr>
            <a:xfrm>
              <a:off x="665154" y="4986180"/>
              <a:ext cx="2918106" cy="292387"/>
              <a:chOff x="732985" y="5582396"/>
              <a:chExt cx="2918106" cy="302131"/>
            </a:xfrm>
          </p:grpSpPr>
          <p:pic>
            <p:nvPicPr>
              <p:cNvPr id="21"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0" name="TextBox 19">
              <a:extLst>
                <a:ext uri="{FF2B5EF4-FFF2-40B4-BE49-F238E27FC236}">
                  <a16:creationId xmlns:a16="http://schemas.microsoft.com/office/drawing/2014/main" id="{0800EE66-B78E-4CCD-A49E-31BBE412C7F6}"/>
                </a:ext>
              </a:extLst>
            </p:cNvPr>
            <p:cNvSpPr txBox="1"/>
            <p:nvPr/>
          </p:nvSpPr>
          <p:spPr>
            <a:xfrm>
              <a:off x="1024575" y="5321074"/>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Nhập thư viện.</a:t>
              </a:r>
              <a:endParaRPr lang="ko-KR" altLang="en-US" sz="1300" dirty="0">
                <a:solidFill>
                  <a:prstClr val="black">
                    <a:lumMod val="85000"/>
                    <a:lumOff val="15000"/>
                  </a:prstClr>
                </a:solidFill>
                <a:latin typeface="SamsungOne-400" panose="020B0503030303020204" pitchFamily="34" charset="0"/>
              </a:endParaRPr>
            </a:p>
          </p:txBody>
        </p:sp>
        <p:grpSp>
          <p:nvGrpSpPr>
            <p:cNvPr id="14" name="그룹 13">
              <a:extLst>
                <a:ext uri="{FF2B5EF4-FFF2-40B4-BE49-F238E27FC236}">
                  <a16:creationId xmlns:a16="http://schemas.microsoft.com/office/drawing/2014/main" id="{DC09A5A2-12C9-4EDE-A347-C5D4F57A8D63}"/>
                </a:ext>
              </a:extLst>
            </p:cNvPr>
            <p:cNvGrpSpPr/>
            <p:nvPr/>
          </p:nvGrpSpPr>
          <p:grpSpPr>
            <a:xfrm>
              <a:off x="665906" y="5628378"/>
              <a:ext cx="8640559" cy="534949"/>
              <a:chOff x="665906" y="4990636"/>
              <a:chExt cx="8640559" cy="534949"/>
            </a:xfrm>
          </p:grpSpPr>
          <p:grpSp>
            <p:nvGrpSpPr>
              <p:cNvPr id="15" name="그룹 14">
                <a:extLst>
                  <a:ext uri="{FF2B5EF4-FFF2-40B4-BE49-F238E27FC236}">
                    <a16:creationId xmlns:a16="http://schemas.microsoft.com/office/drawing/2014/main" id="{EF4CE599-8BFC-4886-8D9A-334ACF941874}"/>
                  </a:ext>
                </a:extLst>
              </p:cNvPr>
              <p:cNvGrpSpPr/>
              <p:nvPr/>
            </p:nvGrpSpPr>
            <p:grpSpPr>
              <a:xfrm>
                <a:off x="665906" y="4990636"/>
                <a:ext cx="2918106" cy="292387"/>
                <a:chOff x="732985" y="5582396"/>
                <a:chExt cx="2918106" cy="302131"/>
              </a:xfrm>
            </p:grpSpPr>
            <p:pic>
              <p:nvPicPr>
                <p:cNvPr id="25" name="Picture 2" descr="Byte - Free electronics icons">
                  <a:extLst>
                    <a:ext uri="{FF2B5EF4-FFF2-40B4-BE49-F238E27FC236}">
                      <a16:creationId xmlns:a16="http://schemas.microsoft.com/office/drawing/2014/main" id="{7554597E-E942-4329-83E8-57F68BAD0EC4}"/>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0" name="TextBox 29">
                  <a:extLst>
                    <a:ext uri="{FF2B5EF4-FFF2-40B4-BE49-F238E27FC236}">
                      <a16:creationId xmlns:a16="http://schemas.microsoft.com/office/drawing/2014/main" id="{50174522-7B64-458D-86AC-7E8CEC646EA4}"/>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3" name="TextBox 22">
                <a:extLst>
                  <a:ext uri="{FF2B5EF4-FFF2-40B4-BE49-F238E27FC236}">
                    <a16:creationId xmlns:a16="http://schemas.microsoft.com/office/drawing/2014/main" id="{A44DC54B-0BCE-4FE3-BD6C-B3784A8375F3}"/>
                  </a:ext>
                </a:extLst>
              </p:cNvPr>
              <p:cNvSpPr txBox="1"/>
              <p:nvPr/>
            </p:nvSpPr>
            <p:spPr>
              <a:xfrm>
                <a:off x="1025327" y="5325530"/>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Tải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Bộ</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Titanic.</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1193892844"/>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그룹 16">
            <a:extLst>
              <a:ext uri="{FF2B5EF4-FFF2-40B4-BE49-F238E27FC236}">
                <a16:creationId xmlns:a16="http://schemas.microsoft.com/office/drawing/2014/main" id="{2DD374C3-05CB-48D7-A1D6-6E076A1FC74E}"/>
              </a:ext>
            </a:extLst>
          </p:cNvPr>
          <p:cNvGrpSpPr/>
          <p:nvPr/>
        </p:nvGrpSpPr>
        <p:grpSpPr>
          <a:xfrm>
            <a:off x="558396" y="4899694"/>
            <a:ext cx="8782050" cy="787019"/>
            <a:chOff x="568325" y="5114924"/>
            <a:chExt cx="8782050" cy="813246"/>
          </a:xfrm>
        </p:grpSpPr>
        <p:sp>
          <p:nvSpPr>
            <p:cNvPr id="18"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9" name="그룹 18">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1"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0" name="TextBox 19">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Tính số lượng NaN trong cột Deck.</a:t>
              </a:r>
              <a:endParaRPr lang="ko-KR" altLang="en-US" sz="1300" dirty="0">
                <a:solidFill>
                  <a:prstClr val="black">
                    <a:lumMod val="85000"/>
                    <a:lumOff val="15000"/>
                  </a:prstClr>
                </a:solidFill>
                <a:latin typeface="SamsungOne-400" panose="020B0503030303020204" pitchFamily="34" charset="0"/>
              </a:endParaRPr>
            </a:p>
          </p:txBody>
        </p:sp>
      </p:grpSp>
      <p:grpSp>
        <p:nvGrpSpPr>
          <p:cNvPr id="24" name="그룹 2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5" name="직사각형 2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bị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thiếu</a:t>
              </a:r>
              <a:endParaRPr lang="ko-KR" altLang="en-US" dirty="0">
                <a:solidFill>
                  <a:prstClr val="white"/>
                </a:solidFill>
                <a:latin typeface="iCiel Samsung Sharp Sans Medium" pitchFamily="2" charset="0"/>
                <a:cs typeface="iCiel Samsung Sharp Sans Medium" pitchFamily="2" charset="0"/>
              </a:endParaRPr>
            </a:p>
          </p:txBody>
        </p:sp>
        <p:sp>
          <p:nvSpPr>
            <p:cNvPr id="26" name="직사각형 2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7" name="직사각형 26">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Kiểm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thiếu</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71D9DCE6-7BD9-4068-9EBF-7388F8DC88BE}"/>
              </a:ext>
            </a:extLst>
          </p:cNvPr>
          <p:cNvGrpSpPr/>
          <p:nvPr/>
        </p:nvGrpSpPr>
        <p:grpSpPr>
          <a:xfrm>
            <a:off x="558396" y="1693287"/>
            <a:ext cx="8782050" cy="3114674"/>
            <a:chOff x="558396" y="1693287"/>
            <a:chExt cx="8782050" cy="3114674"/>
          </a:xfrm>
        </p:grpSpPr>
        <p:sp>
          <p:nvSpPr>
            <p:cNvPr id="30" name="모서리가 둥근 직사각형 4">
              <a:extLst>
                <a:ext uri="{FF2B5EF4-FFF2-40B4-BE49-F238E27FC236}">
                  <a16:creationId xmlns:a16="http://schemas.microsoft.com/office/drawing/2014/main" id="{930158F8-A5B7-4F97-8E44-C73FC55364FC}"/>
                </a:ext>
              </a:extLst>
            </p:cNvPr>
            <p:cNvSpPr/>
            <p:nvPr/>
          </p:nvSpPr>
          <p:spPr>
            <a:xfrm>
              <a:off x="558396" y="1693287"/>
              <a:ext cx="8782050" cy="311467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1" name="그림 30"/>
            <p:cNvPicPr>
              <a:picLocks noChangeAspect="1"/>
            </p:cNvPicPr>
            <p:nvPr/>
          </p:nvPicPr>
          <p:blipFill rotWithShape="1">
            <a:blip r:embed="rId5"/>
            <a:srcRect l="1371" r="22836" b="3469"/>
            <a:stretch/>
          </p:blipFill>
          <p:spPr>
            <a:xfrm>
              <a:off x="846955" y="1794545"/>
              <a:ext cx="8493491" cy="2786583"/>
            </a:xfrm>
            <a:prstGeom prst="rect">
              <a:avLst/>
            </a:prstGeom>
            <a:ln>
              <a:noFill/>
            </a:ln>
          </p:spPr>
        </p:pic>
      </p:grpSp>
    </p:spTree>
    <p:extLst>
      <p:ext uri="{BB962C8B-B14F-4D97-AF65-F5344CB8AC3E}">
        <p14:creationId xmlns:p14="http://schemas.microsoft.com/office/powerpoint/2010/main" val="2631104524"/>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그룹 16">
            <a:extLst>
              <a:ext uri="{FF2B5EF4-FFF2-40B4-BE49-F238E27FC236}">
                <a16:creationId xmlns:a16="http://schemas.microsoft.com/office/drawing/2014/main" id="{2DD374C3-05CB-48D7-A1D6-6E076A1FC74E}"/>
              </a:ext>
            </a:extLst>
          </p:cNvPr>
          <p:cNvGrpSpPr/>
          <p:nvPr/>
        </p:nvGrpSpPr>
        <p:grpSpPr>
          <a:xfrm>
            <a:off x="557644" y="5018245"/>
            <a:ext cx="8782050" cy="787019"/>
            <a:chOff x="568325" y="5114924"/>
            <a:chExt cx="8782050" cy="813246"/>
          </a:xfrm>
        </p:grpSpPr>
        <p:sp>
          <p:nvSpPr>
            <p:cNvPr id="18"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9" name="그룹 18">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1"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0" name="TextBox 19">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Tìm dữ liệu bị thiếu bằng phương thức isnull().</a:t>
              </a:r>
              <a:endParaRPr lang="ko-KR" altLang="en-US"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2CAECAEB-EFFA-481E-8EB4-0E501F7BAE26}"/>
              </a:ext>
            </a:extLst>
          </p:cNvPr>
          <p:cNvGrpSpPr/>
          <p:nvPr/>
        </p:nvGrpSpPr>
        <p:grpSpPr>
          <a:xfrm>
            <a:off x="558396" y="1693286"/>
            <a:ext cx="8782050" cy="3258691"/>
            <a:chOff x="558396" y="1693286"/>
            <a:chExt cx="8782050" cy="3258691"/>
          </a:xfrm>
        </p:grpSpPr>
        <p:sp>
          <p:nvSpPr>
            <p:cNvPr id="34" name="모서리가 둥근 직사각형 4">
              <a:extLst>
                <a:ext uri="{FF2B5EF4-FFF2-40B4-BE49-F238E27FC236}">
                  <a16:creationId xmlns:a16="http://schemas.microsoft.com/office/drawing/2014/main" id="{CA6F54BF-694E-4D0D-9381-EF4E605AE49B}"/>
                </a:ext>
              </a:extLst>
            </p:cNvPr>
            <p:cNvSpPr/>
            <p:nvPr/>
          </p:nvSpPr>
          <p:spPr>
            <a:xfrm>
              <a:off x="558396" y="1693286"/>
              <a:ext cx="8782050" cy="325869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 t="581" r="24043" b="2346"/>
            <a:stretch/>
          </p:blipFill>
          <p:spPr>
            <a:xfrm>
              <a:off x="697608" y="1794416"/>
              <a:ext cx="8642086" cy="3074744"/>
            </a:xfrm>
            <a:prstGeom prst="rect">
              <a:avLst/>
            </a:prstGeom>
            <a:ln>
              <a:noFill/>
            </a:ln>
          </p:spPr>
        </p:pic>
      </p:grpSp>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5" name="직사각형 2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bị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thiếu</a:t>
              </a:r>
              <a:endParaRPr lang="ko-KR" altLang="en-US" dirty="0">
                <a:solidFill>
                  <a:prstClr val="white"/>
                </a:solidFill>
                <a:latin typeface="iCiel Samsung Sharp Sans Medium" pitchFamily="2" charset="0"/>
                <a:cs typeface="iCiel Samsung Sharp Sans Medium" pitchFamily="2" charset="0"/>
              </a:endParaRPr>
            </a:p>
          </p:txBody>
        </p:sp>
        <p:sp>
          <p:nvSpPr>
            <p:cNvPr id="26" name="직사각형 2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7" name="직사각형 26">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Kiểm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thiếu</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2550193907"/>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그룹 15">
            <a:extLst>
              <a:ext uri="{FF2B5EF4-FFF2-40B4-BE49-F238E27FC236}">
                <a16:creationId xmlns:a16="http://schemas.microsoft.com/office/drawing/2014/main" id="{2DD374C3-05CB-48D7-A1D6-6E076A1FC74E}"/>
              </a:ext>
            </a:extLst>
          </p:cNvPr>
          <p:cNvGrpSpPr/>
          <p:nvPr/>
        </p:nvGrpSpPr>
        <p:grpSpPr>
          <a:xfrm>
            <a:off x="557644" y="5018245"/>
            <a:ext cx="8782050" cy="787019"/>
            <a:chOff x="568325" y="5114924"/>
            <a:chExt cx="8782050" cy="813246"/>
          </a:xfrm>
        </p:grpSpPr>
        <p:sp>
          <p:nvSpPr>
            <p:cNvPr id="17"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8" name="그룹 17">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0"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9" name="TextBox 18">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Tìm dữ liệu bị thiếu bằng phương thức notnull().</a:t>
              </a:r>
              <a:endParaRPr lang="ko-KR" altLang="en-US"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A521F17E-91B7-46F9-ACF5-9C0A37066179}"/>
              </a:ext>
            </a:extLst>
          </p:cNvPr>
          <p:cNvGrpSpPr/>
          <p:nvPr/>
        </p:nvGrpSpPr>
        <p:grpSpPr>
          <a:xfrm>
            <a:off x="558396" y="1693287"/>
            <a:ext cx="8782050" cy="3258690"/>
            <a:chOff x="558396" y="1693287"/>
            <a:chExt cx="8782050" cy="3258690"/>
          </a:xfrm>
        </p:grpSpPr>
        <p:sp>
          <p:nvSpPr>
            <p:cNvPr id="33" name="모서리가 둥근 직사각형 4">
              <a:extLst>
                <a:ext uri="{FF2B5EF4-FFF2-40B4-BE49-F238E27FC236}">
                  <a16:creationId xmlns:a16="http://schemas.microsoft.com/office/drawing/2014/main" id="{780532DE-E928-4B56-8AB3-8C774F08A6CA}"/>
                </a:ext>
              </a:extLst>
            </p:cNvPr>
            <p:cNvSpPr/>
            <p:nvPr/>
          </p:nvSpPr>
          <p:spPr>
            <a:xfrm>
              <a:off x="558396" y="1693287"/>
              <a:ext cx="8782050" cy="325869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 t="582" r="23777" b="2387"/>
            <a:stretch/>
          </p:blipFill>
          <p:spPr>
            <a:xfrm>
              <a:off x="699462" y="1788096"/>
              <a:ext cx="8640232" cy="3062014"/>
            </a:xfrm>
            <a:prstGeom prst="rect">
              <a:avLst/>
            </a:prstGeom>
            <a:ln>
              <a:noFill/>
            </a:ln>
          </p:spPr>
        </p:pic>
      </p:grpSp>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bị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thiếu</a:t>
              </a:r>
              <a:endParaRPr lang="ko-KR" altLang="en-US"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6" name="직사각형 25">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Kiểm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thiếu</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2372366060"/>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그룹 15">
            <a:extLst>
              <a:ext uri="{FF2B5EF4-FFF2-40B4-BE49-F238E27FC236}">
                <a16:creationId xmlns:a16="http://schemas.microsoft.com/office/drawing/2014/main" id="{2DD374C3-05CB-48D7-A1D6-6E076A1FC74E}"/>
              </a:ext>
            </a:extLst>
          </p:cNvPr>
          <p:cNvGrpSpPr/>
          <p:nvPr/>
        </p:nvGrpSpPr>
        <p:grpSpPr>
          <a:xfrm>
            <a:off x="557644" y="5594309"/>
            <a:ext cx="8782050" cy="647871"/>
            <a:chOff x="568325" y="5114924"/>
            <a:chExt cx="8782050" cy="669461"/>
          </a:xfrm>
        </p:grpSpPr>
        <p:sp>
          <p:nvSpPr>
            <p:cNvPr id="17"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66946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8" name="그룹 17">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0"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9" name="TextBox 18">
              <a:extLst>
                <a:ext uri="{FF2B5EF4-FFF2-40B4-BE49-F238E27FC236}">
                  <a16:creationId xmlns:a16="http://schemas.microsoft.com/office/drawing/2014/main" id="{0800EE66-B78E-4CCD-A49E-31BBE412C7F6}"/>
                </a:ext>
              </a:extLst>
            </p:cNvPr>
            <p:cNvSpPr txBox="1"/>
            <p:nvPr/>
          </p:nvSpPr>
          <p:spPr>
            <a:xfrm>
              <a:off x="1035256" y="5505687"/>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Tính số lượng dữ liệu bị thiếu bằng phương thức isnull().</a:t>
              </a:r>
              <a:endParaRPr lang="ko-KR" altLang="en-US" sz="1300" dirty="0">
                <a:solidFill>
                  <a:prstClr val="black">
                    <a:lumMod val="85000"/>
                    <a:lumOff val="15000"/>
                  </a:prstClr>
                </a:solidFill>
                <a:latin typeface="SamsungOne-400" panose="020B0503030303020204" pitchFamily="34" charset="0"/>
              </a:endParaRPr>
            </a:p>
          </p:txBody>
        </p:sp>
      </p:grpSp>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bị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thiếu</a:t>
              </a:r>
              <a:endParaRPr lang="ko-KR" altLang="en-US"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2" name="그룹 1">
            <a:extLst>
              <a:ext uri="{FF2B5EF4-FFF2-40B4-BE49-F238E27FC236}">
                <a16:creationId xmlns:a16="http://schemas.microsoft.com/office/drawing/2014/main" id="{B961C545-7AF5-4175-B59A-2527B2E871F9}"/>
              </a:ext>
            </a:extLst>
          </p:cNvPr>
          <p:cNvGrpSpPr/>
          <p:nvPr/>
        </p:nvGrpSpPr>
        <p:grpSpPr>
          <a:xfrm>
            <a:off x="558396" y="1693286"/>
            <a:ext cx="8782050" cy="3823945"/>
            <a:chOff x="558396" y="1693286"/>
            <a:chExt cx="8782050" cy="3823945"/>
          </a:xfrm>
        </p:grpSpPr>
        <p:sp>
          <p:nvSpPr>
            <p:cNvPr id="33" name="모서리가 둥근 직사각형 4">
              <a:extLst>
                <a:ext uri="{FF2B5EF4-FFF2-40B4-BE49-F238E27FC236}">
                  <a16:creationId xmlns:a16="http://schemas.microsoft.com/office/drawing/2014/main" id="{960E1061-A97D-4995-9AD6-961AACCCADDE}"/>
                </a:ext>
              </a:extLst>
            </p:cNvPr>
            <p:cNvSpPr/>
            <p:nvPr/>
          </p:nvSpPr>
          <p:spPr>
            <a:xfrm>
              <a:off x="558396" y="1693286"/>
              <a:ext cx="8782050" cy="382394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4" name="그림 33">
              <a:extLst>
                <a:ext uri="{FF2B5EF4-FFF2-40B4-BE49-F238E27FC236}">
                  <a16:creationId xmlns:a16="http://schemas.microsoft.com/office/drawing/2014/main" id="{A466E0C5-2E1B-4DED-B27A-2E718165F923}"/>
                </a:ext>
              </a:extLst>
            </p:cNvPr>
            <p:cNvPicPr>
              <a:picLocks noChangeAspect="1"/>
            </p:cNvPicPr>
            <p:nvPr/>
          </p:nvPicPr>
          <p:blipFill rotWithShape="1">
            <a:blip r:embed="rId4"/>
            <a:srcRect t="1685" r="22244" b="821"/>
            <a:stretch/>
          </p:blipFill>
          <p:spPr>
            <a:xfrm>
              <a:off x="706584" y="1780754"/>
              <a:ext cx="8633109" cy="3680492"/>
            </a:xfrm>
            <a:prstGeom prst="rect">
              <a:avLst/>
            </a:prstGeom>
            <a:ln>
              <a:noFill/>
            </a:ln>
          </p:spPr>
        </p:pic>
      </p:grpSp>
      <p:sp>
        <p:nvSpPr>
          <p:cNvPr id="26" name="직사각형 25">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Kiểm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thiếu</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843797976"/>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그룹 12">
            <a:extLst>
              <a:ext uri="{FF2B5EF4-FFF2-40B4-BE49-F238E27FC236}">
                <a16:creationId xmlns:a16="http://schemas.microsoft.com/office/drawing/2014/main" id="{2DD374C3-05CB-48D7-A1D6-6E076A1FC74E}"/>
              </a:ext>
            </a:extLst>
          </p:cNvPr>
          <p:cNvGrpSpPr/>
          <p:nvPr/>
        </p:nvGrpSpPr>
        <p:grpSpPr>
          <a:xfrm>
            <a:off x="557644" y="3506077"/>
            <a:ext cx="8782050" cy="787019"/>
            <a:chOff x="568325" y="5114924"/>
            <a:chExt cx="8782050" cy="813246"/>
          </a:xfrm>
        </p:grpSpPr>
        <p:sp>
          <p:nvSpPr>
            <p:cNvPr id="14"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5" name="그룹 14">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6" name="TextBox 15">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Xóa tất cả các cột có hơn 500 giá trị NaN. Cột </a:t>
              </a:r>
              <a:r>
                <a:rPr lang="en-US" altLang="ko-KR" sz="1300" dirty="0">
                  <a:solidFill>
                    <a:prstClr val="black">
                      <a:lumMod val="85000"/>
                      <a:lumOff val="15000"/>
                    </a:prstClr>
                  </a:solidFill>
                  <a:latin typeface="SamsungOne-400" panose="020B0503030303020204" pitchFamily="34" charset="0"/>
                </a:rPr>
                <a:t>Deck</a:t>
              </a:r>
              <a:r>
                <a:rPr lang="vi-VN" altLang="ko-KR" sz="1300" dirty="0">
                  <a:solidFill>
                    <a:prstClr val="black">
                      <a:lumMod val="85000"/>
                      <a:lumOff val="15000"/>
                    </a:prstClr>
                  </a:solidFill>
                  <a:latin typeface="SamsungOne-400" panose="020B0503030303020204" pitchFamily="34" charset="0"/>
                </a:rPr>
                <a:t> (688 giá trị NaN trên 891).</a:t>
              </a:r>
              <a:endParaRPr lang="ko-KR" altLang="en-US"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1CE46F89-D084-4969-919E-4C90667CA8A8}"/>
              </a:ext>
            </a:extLst>
          </p:cNvPr>
          <p:cNvGrpSpPr/>
          <p:nvPr/>
        </p:nvGrpSpPr>
        <p:grpSpPr>
          <a:xfrm>
            <a:off x="558396" y="1742371"/>
            <a:ext cx="8782050" cy="1674513"/>
            <a:chOff x="558396" y="1693287"/>
            <a:chExt cx="8782050" cy="1674513"/>
          </a:xfrm>
        </p:grpSpPr>
        <p:sp>
          <p:nvSpPr>
            <p:cNvPr id="29" name="모서리가 둥근 직사각형 4">
              <a:extLst>
                <a:ext uri="{FF2B5EF4-FFF2-40B4-BE49-F238E27FC236}">
                  <a16:creationId xmlns:a16="http://schemas.microsoft.com/office/drawing/2014/main" id="{11A136CC-D626-45D5-B241-C8BB509A9ED8}"/>
                </a:ext>
              </a:extLst>
            </p:cNvPr>
            <p:cNvSpPr/>
            <p:nvPr/>
          </p:nvSpPr>
          <p:spPr>
            <a:xfrm>
              <a:off x="558396" y="1693287"/>
              <a:ext cx="8782050" cy="167451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t="4559" r="22937"/>
            <a:stretch/>
          </p:blipFill>
          <p:spPr>
            <a:xfrm>
              <a:off x="683891" y="1813772"/>
              <a:ext cx="8655803" cy="1452550"/>
            </a:xfrm>
            <a:prstGeom prst="rect">
              <a:avLst/>
            </a:prstGeom>
            <a:ln>
              <a:noFill/>
            </a:ln>
          </p:spPr>
        </p:pic>
      </p:grpSp>
      <p:grpSp>
        <p:nvGrpSpPr>
          <p:cNvPr id="19" name="그룹 1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0" name="직사각형 1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bị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thiếu</a:t>
              </a:r>
              <a:endParaRPr lang="ko-KR" altLang="en-US" dirty="0">
                <a:solidFill>
                  <a:prstClr val="white"/>
                </a:solidFill>
                <a:latin typeface="iCiel Samsung Sharp Sans Medium" pitchFamily="2" charset="0"/>
                <a:cs typeface="iCiel Samsung Sharp Sans Medium" pitchFamily="2" charset="0"/>
              </a:endParaRPr>
            </a:p>
          </p:txBody>
        </p:sp>
        <p:sp>
          <p:nvSpPr>
            <p:cNvPr id="21" name="직사각형 20">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3" name="직사각형 22">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Áp dụng tùy chọn </a:t>
            </a:r>
            <a:r>
              <a:rPr lang="en-US" altLang="ko-KR" sz="1400" dirty="0">
                <a:solidFill>
                  <a:schemeClr val="tx1"/>
                </a:solidFill>
                <a:latin typeface="SamsungOne-400" panose="020B0503030303020204" pitchFamily="34" charset="0"/>
                <a:ea typeface="SamsungOne-400" panose="020B0503030303020204" pitchFamily="34" charset="0"/>
              </a:rPr>
              <a:t>threshold</a:t>
            </a:r>
            <a:r>
              <a:rPr lang="vi-VN" altLang="ko-KR" sz="1400" dirty="0">
                <a:solidFill>
                  <a:schemeClr val="tx1"/>
                </a:solidFill>
                <a:latin typeface="SamsungOne-400" panose="020B0503030303020204" pitchFamily="34" charset="0"/>
                <a:ea typeface="SamsungOne-400" panose="020B0503030303020204" pitchFamily="34" charset="0"/>
              </a:rPr>
              <a:t>=500 cho phương thức dropna() sẽ xóa tất cả các cột có 500 giá trị NaN trở lên.\</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1305923857"/>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그룹 12">
            <a:extLst>
              <a:ext uri="{FF2B5EF4-FFF2-40B4-BE49-F238E27FC236}">
                <a16:creationId xmlns:a16="http://schemas.microsoft.com/office/drawing/2014/main" id="{2DD374C3-05CB-48D7-A1D6-6E076A1FC74E}"/>
              </a:ext>
            </a:extLst>
          </p:cNvPr>
          <p:cNvGrpSpPr/>
          <p:nvPr/>
        </p:nvGrpSpPr>
        <p:grpSpPr>
          <a:xfrm>
            <a:off x="557644" y="2858005"/>
            <a:ext cx="8782050" cy="787019"/>
            <a:chOff x="568325" y="5114924"/>
            <a:chExt cx="8782050" cy="813246"/>
          </a:xfrm>
        </p:grpSpPr>
        <p:sp>
          <p:nvSpPr>
            <p:cNvPr id="14"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5" name="그룹 14">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6" name="TextBox 15">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Xóa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tất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cả</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không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tuổi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trong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age.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age (177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NaN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trên</a:t>
              </a:r>
              <a:r>
                <a:rPr lang="en-US" altLang="ko-KR" sz="1300" dirty="0">
                  <a:solidFill>
                    <a:prstClr val="black">
                      <a:lumMod val="85000"/>
                      <a:lumOff val="15000"/>
                    </a:prstClr>
                  </a:solidFill>
                  <a:latin typeface="SamsungOne-400" panose="020B0503030303020204" pitchFamily="34" charset="0"/>
                </a:rPr>
                <a:t> 891).</a:t>
              </a:r>
              <a:endParaRPr lang="ko-KR" altLang="en-US" sz="1300" dirty="0">
                <a:solidFill>
                  <a:prstClr val="black">
                    <a:lumMod val="85000"/>
                    <a:lumOff val="15000"/>
                  </a:prstClr>
                </a:solidFill>
                <a:latin typeface="SamsungOne-400" panose="020B0503030303020204" pitchFamily="34" charset="0"/>
              </a:endParaRPr>
            </a:p>
          </p:txBody>
        </p:sp>
      </p:grpSp>
      <p:grpSp>
        <p:nvGrpSpPr>
          <p:cNvPr id="4" name="그룹 3">
            <a:extLst>
              <a:ext uri="{FF2B5EF4-FFF2-40B4-BE49-F238E27FC236}">
                <a16:creationId xmlns:a16="http://schemas.microsoft.com/office/drawing/2014/main" id="{639B27FD-43D3-432C-9A47-9420E02810F0}"/>
              </a:ext>
            </a:extLst>
          </p:cNvPr>
          <p:cNvGrpSpPr/>
          <p:nvPr/>
        </p:nvGrpSpPr>
        <p:grpSpPr>
          <a:xfrm>
            <a:off x="558396" y="1753391"/>
            <a:ext cx="8781298" cy="1038343"/>
            <a:chOff x="558396" y="1693287"/>
            <a:chExt cx="8782050" cy="1048983"/>
          </a:xfrm>
        </p:grpSpPr>
        <p:sp>
          <p:nvSpPr>
            <p:cNvPr id="30" name="모서리가 둥근 직사각형 4">
              <a:extLst>
                <a:ext uri="{FF2B5EF4-FFF2-40B4-BE49-F238E27FC236}">
                  <a16:creationId xmlns:a16="http://schemas.microsoft.com/office/drawing/2014/main" id="{D4E1FB97-18FE-4BA3-B447-08E1DD3A9178}"/>
                </a:ext>
              </a:extLst>
            </p:cNvPr>
            <p:cNvSpPr/>
            <p:nvPr/>
          </p:nvSpPr>
          <p:spPr>
            <a:xfrm>
              <a:off x="558396" y="1693287"/>
              <a:ext cx="8782050" cy="104898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t="3823" r="24750"/>
            <a:stretch/>
          </p:blipFill>
          <p:spPr>
            <a:xfrm>
              <a:off x="663572" y="1792874"/>
              <a:ext cx="8676874" cy="911442"/>
            </a:xfrm>
            <a:prstGeom prst="rect">
              <a:avLst/>
            </a:prstGeom>
            <a:ln>
              <a:noFill/>
            </a:ln>
          </p:spPr>
        </p:pic>
      </p:grpSp>
      <p:grpSp>
        <p:nvGrpSpPr>
          <p:cNvPr id="20" name="그룹 1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1" name="직사각형 20">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bị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thiếu</a:t>
              </a:r>
              <a:endParaRPr lang="ko-KR" altLang="en-US" dirty="0">
                <a:solidFill>
                  <a:prstClr val="white"/>
                </a:solidFill>
                <a:latin typeface="iCiel Samsung Sharp Sans Medium" pitchFamily="2" charset="0"/>
                <a:cs typeface="iCiel Samsung Sharp Sans Medium" pitchFamily="2" charset="0"/>
              </a:endParaRPr>
            </a:p>
          </p:txBody>
        </p:sp>
        <p:sp>
          <p:nvSpPr>
            <p:cNvPr id="22" name="직사각형 21">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4" name="직사각형 23">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Xóa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tập</a:t>
            </a:r>
            <a:r>
              <a:rPr lang="en-US" altLang="ko-KR" sz="1400" dirty="0">
                <a:solidFill>
                  <a:schemeClr val="tx1"/>
                </a:solidFill>
                <a:latin typeface="SamsungOne-400" panose="020B0503030303020204" pitchFamily="34" charset="0"/>
                <a:ea typeface="SamsungOne-400" panose="020B0503030303020204" pitchFamily="34" charset="0"/>
              </a:rPr>
              <a:t> con </a:t>
            </a:r>
            <a:r>
              <a:rPr lang="en-US" altLang="ko-KR" sz="1400" dirty="0" err="1">
                <a:solidFill>
                  <a:schemeClr val="tx1"/>
                </a:solidFill>
                <a:latin typeface="SamsungOne-400" panose="020B0503030303020204" pitchFamily="34" charset="0"/>
                <a:ea typeface="SamsungOne-400" panose="020B0503030303020204" pitchFamily="34" charset="0"/>
              </a:rPr>
              <a:t>dựa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r>
              <a:rPr lang="en-US" altLang="ko-KR" sz="1400" dirty="0">
                <a:solidFill>
                  <a:schemeClr val="tx1"/>
                </a:solidFill>
                <a:latin typeface="SamsungOne-400" panose="020B0503030303020204" pitchFamily="34" charset="0"/>
                <a:ea typeface="SamsungOne-400" panose="020B0503030303020204" pitchFamily="34" charset="0"/>
              </a:rPr>
              <a:t> ‘age’.</a:t>
            </a:r>
          </a:p>
        </p:txBody>
      </p:sp>
    </p:spTree>
    <p:extLst>
      <p:ext uri="{BB962C8B-B14F-4D97-AF65-F5344CB8AC3E}">
        <p14:creationId xmlns:p14="http://schemas.microsoft.com/office/powerpoint/2010/main" val="3944099783"/>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bị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thiếu</a:t>
              </a:r>
              <a:endParaRPr lang="ko-KR" altLang="en-US"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22" name="그룹 21">
            <a:extLst>
              <a:ext uri="{FF2B5EF4-FFF2-40B4-BE49-F238E27FC236}">
                <a16:creationId xmlns:a16="http://schemas.microsoft.com/office/drawing/2014/main" id="{C3A81315-DDA3-4F76-89FD-4B5DFDAC0EA4}"/>
              </a:ext>
            </a:extLst>
          </p:cNvPr>
          <p:cNvGrpSpPr/>
          <p:nvPr/>
        </p:nvGrpSpPr>
        <p:grpSpPr>
          <a:xfrm>
            <a:off x="558396" y="1772816"/>
            <a:ext cx="8782050" cy="3035145"/>
            <a:chOff x="558396" y="2202412"/>
            <a:chExt cx="8782050" cy="3035145"/>
          </a:xfrm>
        </p:grpSpPr>
        <p:sp>
          <p:nvSpPr>
            <p:cNvPr id="31" name="모서리가 둥근 직사각형 4">
              <a:extLst>
                <a:ext uri="{FF2B5EF4-FFF2-40B4-BE49-F238E27FC236}">
                  <a16:creationId xmlns:a16="http://schemas.microsoft.com/office/drawing/2014/main" id="{36D58ED8-8419-40F8-807C-71E3E753DABA}"/>
                </a:ext>
              </a:extLst>
            </p:cNvPr>
            <p:cNvSpPr/>
            <p:nvPr/>
          </p:nvSpPr>
          <p:spPr>
            <a:xfrm>
              <a:off x="558396" y="2202412"/>
              <a:ext cx="8782050" cy="303514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2" name="그림 31">
              <a:extLst>
                <a:ext uri="{FF2B5EF4-FFF2-40B4-BE49-F238E27FC236}">
                  <a16:creationId xmlns:a16="http://schemas.microsoft.com/office/drawing/2014/main" id="{817550DC-C2E0-4DCF-B23E-83ACB15E544D}"/>
                </a:ext>
              </a:extLst>
            </p:cNvPr>
            <p:cNvPicPr>
              <a:picLocks noChangeAspect="1"/>
            </p:cNvPicPr>
            <p:nvPr/>
          </p:nvPicPr>
          <p:blipFill rotWithShape="1">
            <a:blip r:embed="rId3"/>
            <a:srcRect r="18088"/>
            <a:stretch/>
          </p:blipFill>
          <p:spPr>
            <a:xfrm>
              <a:off x="711199" y="2295395"/>
              <a:ext cx="8628495" cy="2846621"/>
            </a:xfrm>
            <a:prstGeom prst="rect">
              <a:avLst/>
            </a:prstGeom>
            <a:ln>
              <a:noFill/>
            </a:ln>
          </p:spPr>
        </p:pic>
      </p:grpSp>
      <p:sp>
        <p:nvSpPr>
          <p:cNvPr id="28" name="직사각형 27">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Thay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thế</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thiếu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Mean</a:t>
            </a:r>
          </a:p>
        </p:txBody>
      </p:sp>
      <p:grpSp>
        <p:nvGrpSpPr>
          <p:cNvPr id="2" name="그룹 1">
            <a:extLst>
              <a:ext uri="{FF2B5EF4-FFF2-40B4-BE49-F238E27FC236}">
                <a16:creationId xmlns:a16="http://schemas.microsoft.com/office/drawing/2014/main" id="{6D3BA989-C7DE-48B5-8F65-2CA47883DD6B}"/>
              </a:ext>
            </a:extLst>
          </p:cNvPr>
          <p:cNvGrpSpPr/>
          <p:nvPr/>
        </p:nvGrpSpPr>
        <p:grpSpPr>
          <a:xfrm>
            <a:off x="557644" y="4874229"/>
            <a:ext cx="8782050" cy="1227991"/>
            <a:chOff x="557644" y="4874229"/>
            <a:chExt cx="8782050" cy="1227991"/>
          </a:xfrm>
        </p:grpSpPr>
        <p:sp>
          <p:nvSpPr>
            <p:cNvPr id="17" name="모서리가 둥근 직사각형 4">
              <a:extLst>
                <a:ext uri="{FF2B5EF4-FFF2-40B4-BE49-F238E27FC236}">
                  <a16:creationId xmlns:a16="http://schemas.microsoft.com/office/drawing/2014/main" id="{C3569CBD-5212-483A-A582-6794A42BDB63}"/>
                </a:ext>
              </a:extLst>
            </p:cNvPr>
            <p:cNvSpPr/>
            <p:nvPr/>
          </p:nvSpPr>
          <p:spPr>
            <a:xfrm>
              <a:off x="557644" y="4874229"/>
              <a:ext cx="8782050" cy="122799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8" name="그룹 17">
              <a:extLst>
                <a:ext uri="{FF2B5EF4-FFF2-40B4-BE49-F238E27FC236}">
                  <a16:creationId xmlns:a16="http://schemas.microsoft.com/office/drawing/2014/main" id="{F18919BF-DD65-4EDD-8E99-5FA6C053E53B}"/>
                </a:ext>
              </a:extLst>
            </p:cNvPr>
            <p:cNvGrpSpPr/>
            <p:nvPr/>
          </p:nvGrpSpPr>
          <p:grpSpPr>
            <a:xfrm>
              <a:off x="665154" y="4967130"/>
              <a:ext cx="2918106" cy="292387"/>
              <a:chOff x="732985" y="5582396"/>
              <a:chExt cx="2918106" cy="302131"/>
            </a:xfrm>
          </p:grpSpPr>
          <p:pic>
            <p:nvPicPr>
              <p:cNvPr id="20"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7-1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9" name="TextBox 18">
              <a:extLst>
                <a:ext uri="{FF2B5EF4-FFF2-40B4-BE49-F238E27FC236}">
                  <a16:creationId xmlns:a16="http://schemas.microsoft.com/office/drawing/2014/main" id="{0800EE66-B78E-4CCD-A49E-31BBE412C7F6}"/>
                </a:ext>
              </a:extLst>
            </p:cNvPr>
            <p:cNvSpPr txBox="1"/>
            <p:nvPr/>
          </p:nvSpPr>
          <p:spPr>
            <a:xfrm>
              <a:off x="1024575" y="5276322"/>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Tính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trung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bình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tuổi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Không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bao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gồm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NaN</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nvGrpSpPr>
            <p:cNvPr id="15" name="그룹 14">
              <a:extLst>
                <a:ext uri="{FF2B5EF4-FFF2-40B4-BE49-F238E27FC236}">
                  <a16:creationId xmlns:a16="http://schemas.microsoft.com/office/drawing/2014/main" id="{5D5B5708-CCE6-47FD-9577-327F0F9A1D69}"/>
                </a:ext>
              </a:extLst>
            </p:cNvPr>
            <p:cNvGrpSpPr/>
            <p:nvPr/>
          </p:nvGrpSpPr>
          <p:grpSpPr>
            <a:xfrm>
              <a:off x="665154" y="5521431"/>
              <a:ext cx="8640559" cy="509247"/>
              <a:chOff x="665154" y="4967130"/>
              <a:chExt cx="8640559" cy="509247"/>
            </a:xfrm>
          </p:grpSpPr>
          <p:grpSp>
            <p:nvGrpSpPr>
              <p:cNvPr id="26" name="그룹 25">
                <a:extLst>
                  <a:ext uri="{FF2B5EF4-FFF2-40B4-BE49-F238E27FC236}">
                    <a16:creationId xmlns:a16="http://schemas.microsoft.com/office/drawing/2014/main" id="{C2136399-3534-429A-B68C-A3CCA194ABDF}"/>
                  </a:ext>
                </a:extLst>
              </p:cNvPr>
              <p:cNvGrpSpPr/>
              <p:nvPr/>
            </p:nvGrpSpPr>
            <p:grpSpPr>
              <a:xfrm>
                <a:off x="665154" y="4967130"/>
                <a:ext cx="2918106" cy="292387"/>
                <a:chOff x="732985" y="5582396"/>
                <a:chExt cx="2918106" cy="302131"/>
              </a:xfrm>
            </p:grpSpPr>
            <p:pic>
              <p:nvPicPr>
                <p:cNvPr id="29" name="Picture 2" descr="Byte - Free electronics icons">
                  <a:extLst>
                    <a:ext uri="{FF2B5EF4-FFF2-40B4-BE49-F238E27FC236}">
                      <a16:creationId xmlns:a16="http://schemas.microsoft.com/office/drawing/2014/main" id="{E1FEE1B0-8316-41C7-90B2-C546AE3C4F05}"/>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0" name="TextBox 29">
                  <a:extLst>
                    <a:ext uri="{FF2B5EF4-FFF2-40B4-BE49-F238E27FC236}">
                      <a16:creationId xmlns:a16="http://schemas.microsoft.com/office/drawing/2014/main" id="{68791337-43AE-4734-AA15-C5D2D3D79A04}"/>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7-3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7" name="TextBox 26">
                <a:extLst>
                  <a:ext uri="{FF2B5EF4-FFF2-40B4-BE49-F238E27FC236}">
                    <a16:creationId xmlns:a16="http://schemas.microsoft.com/office/drawing/2014/main" id="{E85D1FA9-978B-4061-918F-0E641ADD2842}"/>
                  </a:ext>
                </a:extLst>
              </p:cNvPr>
              <p:cNvSpPr txBox="1"/>
              <p:nvPr/>
            </p:nvSpPr>
            <p:spPr>
              <a:xfrm>
                <a:off x="1024575" y="5276322"/>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In 10 dữ liệu đầu tiên trong cột tuổi. (Ở hàng 5, giá trị NaN được thay thế bằng giá trị trung bình).</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1493939777"/>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그룹 2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5" name="직사각형 24">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bị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thiếu</a:t>
              </a:r>
              <a:endParaRPr lang="ko-KR" altLang="en-US" dirty="0">
                <a:solidFill>
                  <a:prstClr val="white"/>
                </a:solidFill>
                <a:latin typeface="iCiel Samsung Sharp Sans Medium" pitchFamily="2" charset="0"/>
                <a:cs typeface="iCiel Samsung Sharp Sans Medium" pitchFamily="2" charset="0"/>
              </a:endParaRPr>
            </a:p>
          </p:txBody>
        </p:sp>
        <p:sp>
          <p:nvSpPr>
            <p:cNvPr id="26" name="직사각형 25">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2" name="그룹 1">
            <a:extLst>
              <a:ext uri="{FF2B5EF4-FFF2-40B4-BE49-F238E27FC236}">
                <a16:creationId xmlns:a16="http://schemas.microsoft.com/office/drawing/2014/main" id="{4A8959F1-C665-4ABD-9E87-ED9C5A0BE238}"/>
              </a:ext>
            </a:extLst>
          </p:cNvPr>
          <p:cNvGrpSpPr/>
          <p:nvPr/>
        </p:nvGrpSpPr>
        <p:grpSpPr>
          <a:xfrm>
            <a:off x="558396" y="2174683"/>
            <a:ext cx="8781298" cy="2396361"/>
            <a:chOff x="558396" y="2174682"/>
            <a:chExt cx="9164986" cy="2501068"/>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2174682"/>
              <a:ext cx="9164986" cy="250106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22369"/>
            <a:stretch/>
          </p:blipFill>
          <p:spPr>
            <a:xfrm>
              <a:off x="711200" y="2279385"/>
              <a:ext cx="9012182" cy="2226208"/>
            </a:xfrm>
            <a:prstGeom prst="rect">
              <a:avLst/>
            </a:prstGeom>
            <a:ln>
              <a:noFill/>
            </a:ln>
          </p:spPr>
        </p:pic>
      </p:grpSp>
      <p:grpSp>
        <p:nvGrpSpPr>
          <p:cNvPr id="4" name="그룹 3"/>
          <p:cNvGrpSpPr/>
          <p:nvPr/>
        </p:nvGrpSpPr>
        <p:grpSpPr>
          <a:xfrm>
            <a:off x="435228" y="1340768"/>
            <a:ext cx="8976624" cy="745342"/>
            <a:chOff x="435228" y="1340768"/>
            <a:chExt cx="8976624" cy="745342"/>
          </a:xfrm>
        </p:grpSpPr>
        <p:sp>
          <p:nvSpPr>
            <p:cNvPr id="28" name="직사각형 27">
              <a:extLst>
                <a:ext uri="{FF2B5EF4-FFF2-40B4-BE49-F238E27FC236}">
                  <a16:creationId xmlns:a16="http://schemas.microsoft.com/office/drawing/2014/main" id="{58B1BC1D-DFB7-4482-BA23-F01AD71B1BBE}"/>
                </a:ext>
              </a:extLst>
            </p:cNvPr>
            <p:cNvSpPr/>
            <p:nvPr/>
          </p:nvSpPr>
          <p:spPr>
            <a:xfrm>
              <a:off x="435228" y="1340768"/>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Thực</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hành</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với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dữ</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liệu</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bị</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thiếu</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sp>
          <p:nvSpPr>
            <p:cNvPr id="23" name="직사각형 22">
              <a:extLst>
                <a:ext uri="{FF2B5EF4-FFF2-40B4-BE49-F238E27FC236}">
                  <a16:creationId xmlns:a16="http://schemas.microsoft.com/office/drawing/2014/main" id="{B9911584-7C52-4333-A1B3-5FEE211FBD88}"/>
                </a:ext>
              </a:extLst>
            </p:cNvPr>
            <p:cNvSpPr/>
            <p:nvPr/>
          </p:nvSpPr>
          <p:spPr>
            <a:xfrm>
              <a:off x="524240" y="1870666"/>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Kiểm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thiếu</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grpSp>
        <p:nvGrpSpPr>
          <p:cNvPr id="5" name="그룹 4">
            <a:extLst>
              <a:ext uri="{FF2B5EF4-FFF2-40B4-BE49-F238E27FC236}">
                <a16:creationId xmlns:a16="http://schemas.microsoft.com/office/drawing/2014/main" id="{5E044ED2-879C-4E0F-BC53-39BC436394C2}"/>
              </a:ext>
            </a:extLst>
          </p:cNvPr>
          <p:cNvGrpSpPr/>
          <p:nvPr/>
        </p:nvGrpSpPr>
        <p:grpSpPr>
          <a:xfrm>
            <a:off x="557644" y="4658206"/>
            <a:ext cx="8782050" cy="1266734"/>
            <a:chOff x="557644" y="4658206"/>
            <a:chExt cx="8782050" cy="1266734"/>
          </a:xfrm>
        </p:grpSpPr>
        <p:sp>
          <p:nvSpPr>
            <p:cNvPr id="13" name="모서리가 둥근 직사각형 4">
              <a:extLst>
                <a:ext uri="{FF2B5EF4-FFF2-40B4-BE49-F238E27FC236}">
                  <a16:creationId xmlns:a16="http://schemas.microsoft.com/office/drawing/2014/main" id="{C3569CBD-5212-483A-A582-6794A42BDB63}"/>
                </a:ext>
              </a:extLst>
            </p:cNvPr>
            <p:cNvSpPr/>
            <p:nvPr/>
          </p:nvSpPr>
          <p:spPr>
            <a:xfrm>
              <a:off x="557644" y="4658206"/>
              <a:ext cx="8782050" cy="126673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5" name="그룹 14">
              <a:extLst>
                <a:ext uri="{FF2B5EF4-FFF2-40B4-BE49-F238E27FC236}">
                  <a16:creationId xmlns:a16="http://schemas.microsoft.com/office/drawing/2014/main" id="{F18919BF-DD65-4EDD-8E99-5FA6C053E53B}"/>
                </a:ext>
              </a:extLst>
            </p:cNvPr>
            <p:cNvGrpSpPr/>
            <p:nvPr/>
          </p:nvGrpSpPr>
          <p:grpSpPr>
            <a:xfrm>
              <a:off x="665154" y="4751106"/>
              <a:ext cx="2918106" cy="292387"/>
              <a:chOff x="732985" y="5582396"/>
              <a:chExt cx="2918106" cy="302131"/>
            </a:xfrm>
          </p:grpSpPr>
          <p:pic>
            <p:nvPicPr>
              <p:cNvPr id="21"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8-1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6" name="TextBox 15">
              <a:extLst>
                <a:ext uri="{FF2B5EF4-FFF2-40B4-BE49-F238E27FC236}">
                  <a16:creationId xmlns:a16="http://schemas.microsoft.com/office/drawing/2014/main" id="{0800EE66-B78E-4CCD-A49E-31BBE412C7F6}"/>
                </a:ext>
              </a:extLst>
            </p:cNvPr>
            <p:cNvSpPr txBox="1"/>
            <p:nvPr/>
          </p:nvSpPr>
          <p:spPr>
            <a:xfrm>
              <a:off x="1024575" y="5050125"/>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Tải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tập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titanic.</a:t>
              </a:r>
              <a:endParaRPr lang="ko-KR" altLang="en-US" sz="1300" dirty="0">
                <a:solidFill>
                  <a:prstClr val="black">
                    <a:lumMod val="85000"/>
                    <a:lumOff val="15000"/>
                  </a:prstClr>
                </a:solidFill>
                <a:latin typeface="SamsungOne-400" panose="020B0503030303020204" pitchFamily="34" charset="0"/>
              </a:endParaRPr>
            </a:p>
          </p:txBody>
        </p:sp>
        <p:grpSp>
          <p:nvGrpSpPr>
            <p:cNvPr id="17" name="그룹 16">
              <a:extLst>
                <a:ext uri="{FF2B5EF4-FFF2-40B4-BE49-F238E27FC236}">
                  <a16:creationId xmlns:a16="http://schemas.microsoft.com/office/drawing/2014/main" id="{A977C585-A34D-4B79-BF35-D94E917A254C}"/>
                </a:ext>
              </a:extLst>
            </p:cNvPr>
            <p:cNvGrpSpPr/>
            <p:nvPr/>
          </p:nvGrpSpPr>
          <p:grpSpPr>
            <a:xfrm>
              <a:off x="665154" y="5322173"/>
              <a:ext cx="8640559" cy="492442"/>
              <a:chOff x="665154" y="4261031"/>
              <a:chExt cx="8640559" cy="492442"/>
            </a:xfrm>
          </p:grpSpPr>
          <p:grpSp>
            <p:nvGrpSpPr>
              <p:cNvPr id="18" name="그룹 17">
                <a:extLst>
                  <a:ext uri="{FF2B5EF4-FFF2-40B4-BE49-F238E27FC236}">
                    <a16:creationId xmlns:a16="http://schemas.microsoft.com/office/drawing/2014/main" id="{60E255D0-2083-4641-B03C-A29E2B6954D9}"/>
                  </a:ext>
                </a:extLst>
              </p:cNvPr>
              <p:cNvGrpSpPr/>
              <p:nvPr/>
            </p:nvGrpSpPr>
            <p:grpSpPr>
              <a:xfrm>
                <a:off x="665154" y="4261031"/>
                <a:ext cx="2918106" cy="292387"/>
                <a:chOff x="732985" y="5582396"/>
                <a:chExt cx="2918106" cy="302131"/>
              </a:xfrm>
            </p:grpSpPr>
            <p:pic>
              <p:nvPicPr>
                <p:cNvPr id="20" name="Picture 2" descr="Byte - Free electronics icons">
                  <a:extLst>
                    <a:ext uri="{FF2B5EF4-FFF2-40B4-BE49-F238E27FC236}">
                      <a16:creationId xmlns:a16="http://schemas.microsoft.com/office/drawing/2014/main" id="{BF0AE7AE-8960-4B31-93D5-E130F580CCE9}"/>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7" name="TextBox 26">
                  <a:extLst>
                    <a:ext uri="{FF2B5EF4-FFF2-40B4-BE49-F238E27FC236}">
                      <a16:creationId xmlns:a16="http://schemas.microsoft.com/office/drawing/2014/main" id="{FFAEFCD1-5212-4BC2-89F4-E2A6D338DC82}"/>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8-2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9" name="TextBox 18">
                <a:extLst>
                  <a:ext uri="{FF2B5EF4-FFF2-40B4-BE49-F238E27FC236}">
                    <a16:creationId xmlns:a16="http://schemas.microsoft.com/office/drawing/2014/main" id="{98561140-F1F9-4BEF-8524-77B98C0ABFA6}"/>
                  </a:ext>
                </a:extLst>
              </p:cNvPr>
              <p:cNvSpPr txBox="1"/>
              <p:nvPr/>
            </p:nvSpPr>
            <p:spPr>
              <a:xfrm>
                <a:off x="1024575" y="4553418"/>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solidFill>
                      <a:prstClr val="black">
                        <a:lumMod val="85000"/>
                        <a:lumOff val="15000"/>
                      </a:prstClr>
                    </a:solidFill>
                    <a:latin typeface="SamsungOne-400" panose="020B0503030303020204" pitchFamily="34" charset="0"/>
                  </a:rPr>
                  <a:t>In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NaN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embark town </a:t>
                </a:r>
                <a:r>
                  <a:rPr lang="en-US" altLang="ko-KR" sz="1300" dirty="0" err="1">
                    <a:solidFill>
                      <a:prstClr val="black">
                        <a:lumMod val="85000"/>
                        <a:lumOff val="15000"/>
                      </a:prstClr>
                    </a:solidFill>
                    <a:latin typeface="SamsungOne-400" panose="020B0503030303020204" pitchFamily="34" charset="0"/>
                  </a:rPr>
                  <a:t>ở</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 829.</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79841652"/>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그룹 12">
            <a:extLst>
              <a:ext uri="{FF2B5EF4-FFF2-40B4-BE49-F238E27FC236}">
                <a16:creationId xmlns:a16="http://schemas.microsoft.com/office/drawing/2014/main" id="{2DD374C3-05CB-48D7-A1D6-6E076A1FC74E}"/>
              </a:ext>
            </a:extLst>
          </p:cNvPr>
          <p:cNvGrpSpPr/>
          <p:nvPr/>
        </p:nvGrpSpPr>
        <p:grpSpPr>
          <a:xfrm>
            <a:off x="557644" y="3212976"/>
            <a:ext cx="8782050" cy="936104"/>
            <a:chOff x="568325" y="5114924"/>
            <a:chExt cx="8782050" cy="967299"/>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96729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6" name="그룹 15">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2"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3" name="TextBox 22">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9</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1" name="TextBox 20">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Giá trị NaN của cột emem_town được thay thế bằng giá trị xuất hiện nhiều nhất trong số các thành phố.</a:t>
              </a:r>
              <a:endParaRPr lang="ko-KR" altLang="en-US"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E828F138-3AE0-4F24-B390-0435A98D29D3}"/>
              </a:ext>
            </a:extLst>
          </p:cNvPr>
          <p:cNvGrpSpPr/>
          <p:nvPr/>
        </p:nvGrpSpPr>
        <p:grpSpPr>
          <a:xfrm>
            <a:off x="558396" y="1765737"/>
            <a:ext cx="8782050" cy="1375230"/>
            <a:chOff x="558396" y="1693730"/>
            <a:chExt cx="8782050" cy="1375230"/>
          </a:xfrm>
        </p:grpSpPr>
        <p:sp>
          <p:nvSpPr>
            <p:cNvPr id="12" name="모서리가 둥근 직사각형 4">
              <a:extLst>
                <a:ext uri="{FF2B5EF4-FFF2-40B4-BE49-F238E27FC236}">
                  <a16:creationId xmlns:a16="http://schemas.microsoft.com/office/drawing/2014/main" id="{930158F8-A5B7-4F97-8E44-C73FC55364FC}"/>
                </a:ext>
              </a:extLst>
            </p:cNvPr>
            <p:cNvSpPr/>
            <p:nvPr/>
          </p:nvSpPr>
          <p:spPr>
            <a:xfrm>
              <a:off x="558396" y="1693730"/>
              <a:ext cx="8782050" cy="137523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22956"/>
            <a:stretch/>
          </p:blipFill>
          <p:spPr>
            <a:xfrm>
              <a:off x="701677" y="1804379"/>
              <a:ext cx="8570215" cy="1191576"/>
            </a:xfrm>
            <a:prstGeom prst="rect">
              <a:avLst/>
            </a:prstGeom>
            <a:ln>
              <a:noFill/>
            </a:ln>
          </p:spPr>
        </p:pic>
      </p:grpSp>
      <p:grpSp>
        <p:nvGrpSpPr>
          <p:cNvPr id="25" name="그룹 24">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6" name="직사각형 2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bị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thiếu</a:t>
              </a:r>
              <a:endParaRPr lang="ko-KR" altLang="en-US" dirty="0">
                <a:solidFill>
                  <a:prstClr val="white"/>
                </a:solidFill>
                <a:latin typeface="iCiel Samsung Sharp Sans Medium" pitchFamily="2" charset="0"/>
                <a:cs typeface="iCiel Samsung Sharp Sans Medium" pitchFamily="2" charset="0"/>
              </a:endParaRPr>
            </a:p>
          </p:txBody>
        </p:sp>
        <p:sp>
          <p:nvSpPr>
            <p:cNvPr id="27" name="직사각형 2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4" name="직사각형 23">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Thay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thế</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thiếu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Mode</a:t>
            </a:r>
          </a:p>
        </p:txBody>
      </p:sp>
    </p:spTree>
    <p:extLst>
      <p:ext uri="{BB962C8B-B14F-4D97-AF65-F5344CB8AC3E}">
        <p14:creationId xmlns:p14="http://schemas.microsoft.com/office/powerpoint/2010/main" val="2321873479"/>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모서리가 둥근 직사각형 4">
            <a:extLst>
              <a:ext uri="{FF2B5EF4-FFF2-40B4-BE49-F238E27FC236}">
                <a16:creationId xmlns:a16="http://schemas.microsoft.com/office/drawing/2014/main" id="{AF2E659C-18B4-4511-A78D-70E744D0120B}"/>
              </a:ext>
            </a:extLst>
          </p:cNvPr>
          <p:cNvSpPr/>
          <p:nvPr/>
        </p:nvSpPr>
        <p:spPr>
          <a:xfrm>
            <a:off x="558396" y="1765737"/>
            <a:ext cx="8782050" cy="232214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3" name="그룹 12">
            <a:extLst>
              <a:ext uri="{FF2B5EF4-FFF2-40B4-BE49-F238E27FC236}">
                <a16:creationId xmlns:a16="http://schemas.microsoft.com/office/drawing/2014/main" id="{2DD374C3-05CB-48D7-A1D6-6E076A1FC74E}"/>
              </a:ext>
            </a:extLst>
          </p:cNvPr>
          <p:cNvGrpSpPr/>
          <p:nvPr/>
        </p:nvGrpSpPr>
        <p:grpSpPr>
          <a:xfrm>
            <a:off x="557644" y="4154149"/>
            <a:ext cx="8782050" cy="787019"/>
            <a:chOff x="568325" y="5114924"/>
            <a:chExt cx="8782050" cy="813246"/>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6" name="그룹 15">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2"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3" name="TextBox 22">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1" name="TextBox 20">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In dữ liệu của hàng 829 và cột em</a:t>
              </a:r>
              <a:r>
                <a:rPr lang="en-US" altLang="ko-KR" sz="1300" dirty="0">
                  <a:solidFill>
                    <a:prstClr val="black">
                      <a:lumMod val="85000"/>
                      <a:lumOff val="15000"/>
                    </a:prstClr>
                  </a:solidFill>
                  <a:latin typeface="SamsungOne-400" panose="020B0503030303020204" pitchFamily="34" charset="0"/>
                </a:rPr>
                <a:t>bark</a:t>
              </a:r>
              <a:r>
                <a:rPr lang="vi-VN" altLang="ko-KR" sz="1300" dirty="0">
                  <a:solidFill>
                    <a:prstClr val="black">
                      <a:lumMod val="85000"/>
                      <a:lumOff val="15000"/>
                    </a:prstClr>
                  </a:solidFill>
                  <a:latin typeface="SamsungOne-400" panose="020B0503030303020204" pitchFamily="34" charset="0"/>
                </a:rPr>
                <a:t>_town. (Giá trị NaN được thay thế bằng giá trị most_freq).</a:t>
              </a:r>
              <a:endParaRPr lang="ko-KR" altLang="en-US" sz="1300" dirty="0">
                <a:solidFill>
                  <a:prstClr val="black">
                    <a:lumMod val="85000"/>
                    <a:lumOff val="15000"/>
                  </a:prstClr>
                </a:solidFill>
                <a:latin typeface="SamsungOne-400" panose="020B0503030303020204" pitchFamily="34" charset="0"/>
              </a:endParaRPr>
            </a:p>
          </p:txBody>
        </p:sp>
      </p:grpSp>
      <p:pic>
        <p:nvPicPr>
          <p:cNvPr id="3" name="그림 2"/>
          <p:cNvPicPr>
            <a:picLocks noChangeAspect="1"/>
          </p:cNvPicPr>
          <p:nvPr/>
        </p:nvPicPr>
        <p:blipFill rotWithShape="1">
          <a:blip r:embed="rId4"/>
          <a:srcRect r="22787"/>
          <a:stretch/>
        </p:blipFill>
        <p:spPr>
          <a:xfrm>
            <a:off x="776514" y="1886569"/>
            <a:ext cx="8563180" cy="2052367"/>
          </a:xfrm>
          <a:prstGeom prst="rect">
            <a:avLst/>
          </a:prstGeom>
          <a:ln>
            <a:noFill/>
          </a:ln>
        </p:spPr>
      </p:pic>
      <p:grpSp>
        <p:nvGrpSpPr>
          <p:cNvPr id="25" name="그룹 24">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6" name="직사각형 2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bị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thiếu</a:t>
              </a:r>
              <a:endParaRPr lang="ko-KR" altLang="en-US" dirty="0">
                <a:solidFill>
                  <a:prstClr val="white"/>
                </a:solidFill>
                <a:latin typeface="iCiel Samsung Sharp Sans Medium" pitchFamily="2" charset="0"/>
                <a:cs typeface="iCiel Samsung Sharp Sans Medium" pitchFamily="2" charset="0"/>
              </a:endParaRPr>
            </a:p>
          </p:txBody>
        </p:sp>
        <p:sp>
          <p:nvSpPr>
            <p:cNvPr id="27" name="직사각형 2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4" name="직사각형 23">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Thay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thế</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thiếu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Mode</a:t>
            </a:r>
          </a:p>
        </p:txBody>
      </p:sp>
    </p:spTree>
    <p:extLst>
      <p:ext uri="{BB962C8B-B14F-4D97-AF65-F5344CB8AC3E}">
        <p14:creationId xmlns:p14="http://schemas.microsoft.com/office/powerpoint/2010/main" val="3502418603"/>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그룹 20">
            <a:extLst>
              <a:ext uri="{FF2B5EF4-FFF2-40B4-BE49-F238E27FC236}">
                <a16:creationId xmlns:a16="http://schemas.microsoft.com/office/drawing/2014/main" id="{2DD374C3-05CB-48D7-A1D6-6E076A1FC74E}"/>
              </a:ext>
            </a:extLst>
          </p:cNvPr>
          <p:cNvGrpSpPr/>
          <p:nvPr/>
        </p:nvGrpSpPr>
        <p:grpSpPr>
          <a:xfrm>
            <a:off x="557644" y="3914201"/>
            <a:ext cx="8782050" cy="787019"/>
            <a:chOff x="568325" y="5114924"/>
            <a:chExt cx="8782050" cy="813246"/>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3" name="그룹 22">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Line 11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4" name="TextBox 23">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Thay đổi giá trị NaN của em</a:t>
              </a:r>
              <a:r>
                <a:rPr lang="en-US" altLang="ko-KR" sz="1300" dirty="0">
                  <a:solidFill>
                    <a:prstClr val="black">
                      <a:lumMod val="85000"/>
                      <a:lumOff val="15000"/>
                    </a:prstClr>
                  </a:solidFill>
                  <a:latin typeface="SamsungOne-400" panose="020B0503030303020204" pitchFamily="34" charset="0"/>
                </a:rPr>
                <a:t>bark</a:t>
              </a:r>
              <a:r>
                <a:rPr lang="vi-VN" altLang="ko-KR" sz="1300" dirty="0">
                  <a:solidFill>
                    <a:prstClr val="black">
                      <a:lumMod val="85000"/>
                      <a:lumOff val="15000"/>
                    </a:prstClr>
                  </a:solidFill>
                  <a:latin typeface="SamsungOne-400" panose="020B0503030303020204" pitchFamily="34" charset="0"/>
                </a:rPr>
                <a:t>_town thành giá trị ngay trước (hàng 828).</a:t>
              </a:r>
              <a:endParaRPr lang="ko-KR" altLang="en-US" sz="1300" dirty="0">
                <a:solidFill>
                  <a:prstClr val="black">
                    <a:lumMod val="85000"/>
                    <a:lumOff val="15000"/>
                  </a:prstClr>
                </a:solidFill>
                <a:latin typeface="SamsungOne-400" panose="020B0503030303020204" pitchFamily="34" charset="0"/>
              </a:endParaRPr>
            </a:p>
          </p:txBody>
        </p:sp>
      </p:grpSp>
      <p:grpSp>
        <p:nvGrpSpPr>
          <p:cNvPr id="3" name="그룹 2">
            <a:extLst>
              <a:ext uri="{FF2B5EF4-FFF2-40B4-BE49-F238E27FC236}">
                <a16:creationId xmlns:a16="http://schemas.microsoft.com/office/drawing/2014/main" id="{EB07098B-062E-420C-BF1A-9D52B41A6C43}"/>
              </a:ext>
            </a:extLst>
          </p:cNvPr>
          <p:cNvGrpSpPr/>
          <p:nvPr/>
        </p:nvGrpSpPr>
        <p:grpSpPr>
          <a:xfrm>
            <a:off x="558396" y="1763485"/>
            <a:ext cx="8782050" cy="2072503"/>
            <a:chOff x="558396" y="1700807"/>
            <a:chExt cx="8782050" cy="2072503"/>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8396" y="1700807"/>
              <a:ext cx="8782050" cy="207250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22735"/>
            <a:stretch/>
          </p:blipFill>
          <p:spPr>
            <a:xfrm>
              <a:off x="776675" y="1820337"/>
              <a:ext cx="8563019" cy="1896695"/>
            </a:xfrm>
            <a:prstGeom prst="rect">
              <a:avLst/>
            </a:prstGeom>
            <a:ln>
              <a:noFill/>
            </a:ln>
          </p:spPr>
        </p:pic>
      </p:grpSp>
      <p:grpSp>
        <p:nvGrpSpPr>
          <p:cNvPr id="28" name="그룹 27">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9" name="직사각형 28">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3.3.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bị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thiếu</a:t>
              </a:r>
              <a:endParaRPr lang="ko-KR" altLang="en-US" dirty="0">
                <a:solidFill>
                  <a:prstClr val="white"/>
                </a:solidFill>
                <a:latin typeface="iCiel Samsung Sharp Sans Medium" pitchFamily="2" charset="0"/>
                <a:cs typeface="iCiel Samsung Sharp Sans Medium" pitchFamily="2" charset="0"/>
              </a:endParaRPr>
            </a:p>
          </p:txBody>
        </p:sp>
        <p:sp>
          <p:nvSpPr>
            <p:cNvPr id="30" name="직사각형 29">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7" name="직사각형 26">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Thay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thế</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thiếu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Mode</a:t>
            </a:r>
          </a:p>
        </p:txBody>
      </p:sp>
    </p:spTree>
    <p:extLst>
      <p:ext uri="{BB962C8B-B14F-4D97-AF65-F5344CB8AC3E}">
        <p14:creationId xmlns:p14="http://schemas.microsoft.com/office/powerpoint/2010/main" val="3264231241"/>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그룹 18">
            <a:extLst>
              <a:ext uri="{FF2B5EF4-FFF2-40B4-BE49-F238E27FC236}">
                <a16:creationId xmlns:a16="http://schemas.microsoft.com/office/drawing/2014/main" id="{C2AA5626-1534-41DA-BA4E-67D4571B34A9}"/>
              </a:ext>
            </a:extLst>
          </p:cNvPr>
          <p:cNvGrpSpPr/>
          <p:nvPr/>
        </p:nvGrpSpPr>
        <p:grpSpPr>
          <a:xfrm>
            <a:off x="989683" y="2748696"/>
            <a:ext cx="8354217" cy="2847645"/>
            <a:chOff x="989683" y="2748696"/>
            <a:chExt cx="8354217" cy="2847645"/>
          </a:xfrm>
        </p:grpSpPr>
        <p:sp>
          <p:nvSpPr>
            <p:cNvPr id="22" name="직사각형 133">
              <a:extLst>
                <a:ext uri="{FF2B5EF4-FFF2-40B4-BE49-F238E27FC236}">
                  <a16:creationId xmlns:a16="http://schemas.microsoft.com/office/drawing/2014/main" id="{9242843F-6CE4-4D3F-84E3-07D1852FEAB8}"/>
                </a:ext>
              </a:extLst>
            </p:cNvPr>
            <p:cNvSpPr/>
            <p:nvPr/>
          </p:nvSpPr>
          <p:spPr>
            <a:xfrm>
              <a:off x="990600" y="3133792"/>
              <a:ext cx="8353300" cy="10464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lvl="0" fontAlgn="base" latinLnBrk="1">
                <a:spcBef>
                  <a:spcPct val="0"/>
                </a:spcBef>
                <a:spcAft>
                  <a:spcPct val="0"/>
                </a:spcAft>
                <a:defRPr/>
              </a:pPr>
              <a:r>
                <a:rPr kumimoji="1" lang="vi-VN" altLang="ko-KR" sz="3400" dirty="0">
                  <a:solidFill>
                    <a:prstClr val="black"/>
                  </a:solidFill>
                  <a:latin typeface="iCiel Samsung Sharp Sans Bold" pitchFamily="2" charset="0"/>
                  <a:ea typeface="iCiel Samsung Sharp Sans Bold" pitchFamily="2" charset="0"/>
                  <a:cs typeface="iCiel Samsung Sharp Sans Bold" pitchFamily="2" charset="0"/>
                </a:rPr>
                <a:t>Tiền xử lý dữ liệu bằng Pandas để thực thi mô hình tối ưu</a:t>
              </a:r>
              <a:endParaRPr kumimoji="1" lang="en-US" altLang="ko-KR" sz="3400" dirty="0">
                <a:solidFill>
                  <a:prstClr val="black"/>
                </a:solidFill>
                <a:latin typeface="iCiel Samsung Sharp Sans Bold" pitchFamily="2" charset="0"/>
                <a:ea typeface="iCiel Samsung Sharp Sans Bold" pitchFamily="2" charset="0"/>
                <a:cs typeface="iCiel Samsung Sharp Sans Bold" pitchFamily="2" charset="0"/>
              </a:endParaRPr>
            </a:p>
          </p:txBody>
        </p:sp>
        <p:sp>
          <p:nvSpPr>
            <p:cNvPr id="25" name="직사각형 133">
              <a:extLst>
                <a:ext uri="{FF2B5EF4-FFF2-40B4-BE49-F238E27FC236}">
                  <a16:creationId xmlns:a16="http://schemas.microsoft.com/office/drawing/2014/main" id="{93785E26-3326-4DAA-B476-C12B794F303F}"/>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marL="0" marR="0" lvl="0" indent="0" algn="l" defTabSz="457063" rtl="0" eaLnBrk="1" fontAlgn="base" latinLnBrk="1" hangingPunct="1">
                <a:lnSpc>
                  <a:spcPct val="100000"/>
                </a:lnSpc>
                <a:spcBef>
                  <a:spcPct val="0"/>
                </a:spcBef>
                <a:spcAft>
                  <a:spcPct val="0"/>
                </a:spcAft>
                <a:buClrTx/>
                <a:buSzTx/>
                <a:buFontTx/>
                <a:buNone/>
                <a:tabLst/>
                <a:defRPr/>
              </a:pPr>
              <a:r>
                <a:rPr kumimoji="1" lang="en-US" altLang="ko-KR" sz="1999" b="0" i="0" u="none" strike="noStrike" kern="1200" cap="none" spc="0" normalizeH="0" baseline="0" noProof="0" dirty="0" err="1">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Bài</a:t>
              </a:r>
              <a:r>
                <a:rPr kumimoji="1" lang="en-US" altLang="ko-KR" sz="1999"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 3. </a:t>
              </a:r>
              <a:endParaRPr kumimoji="1" lang="en-US" altLang="ko-KR" sz="5398"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endParaRPr>
            </a:p>
          </p:txBody>
        </p:sp>
        <p:grpSp>
          <p:nvGrpSpPr>
            <p:cNvPr id="31" name="그룹 30">
              <a:extLst>
                <a:ext uri="{FF2B5EF4-FFF2-40B4-BE49-F238E27FC236}">
                  <a16:creationId xmlns:a16="http://schemas.microsoft.com/office/drawing/2014/main" id="{E9D1F461-F2BB-4004-8CE5-E8AE484340E1}"/>
                </a:ext>
              </a:extLst>
            </p:cNvPr>
            <p:cNvGrpSpPr/>
            <p:nvPr/>
          </p:nvGrpSpPr>
          <p:grpSpPr>
            <a:xfrm>
              <a:off x="1025537" y="4509120"/>
              <a:ext cx="8174347" cy="1087221"/>
              <a:chOff x="1025537" y="4609703"/>
              <a:chExt cx="8174347" cy="1087221"/>
            </a:xfrm>
          </p:grpSpPr>
          <p:sp>
            <p:nvSpPr>
              <p:cNvPr id="32" name="직사각형 31">
                <a:extLst>
                  <a:ext uri="{FF2B5EF4-FFF2-40B4-BE49-F238E27FC236}">
                    <a16:creationId xmlns:a16="http://schemas.microsoft.com/office/drawing/2014/main" id="{2BCC8184-A1E3-4399-83D7-18B4753C0091}"/>
                  </a:ext>
                </a:extLst>
              </p:cNvPr>
              <p:cNvSpPr/>
              <p:nvPr/>
            </p:nvSpPr>
            <p:spPr>
              <a:xfrm>
                <a:off x="1025537" y="4609703"/>
                <a:ext cx="4185332" cy="1087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3.1.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Tiền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xử</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lý</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3.2.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Xác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định</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thuộc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tính</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lvl="0"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3.3.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Kiểm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bị</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thiếu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33" name="직사각형 32">
                <a:extLst>
                  <a:ext uri="{FF2B5EF4-FFF2-40B4-BE49-F238E27FC236}">
                    <a16:creationId xmlns:a16="http://schemas.microsoft.com/office/drawing/2014/main" id="{A9BD437C-C13F-4F2B-B721-FCFA983DC83B}"/>
                  </a:ext>
                </a:extLst>
              </p:cNvPr>
              <p:cNvSpPr/>
              <p:nvPr/>
            </p:nvSpPr>
            <p:spPr>
              <a:xfrm>
                <a:off x="5137981" y="4609703"/>
                <a:ext cx="4061903" cy="6821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defTabSz="914400" fontAlgn="base" latinLnBrk="1">
                  <a:spcBef>
                    <a:spcPct val="0"/>
                  </a:spcBef>
                  <a:spcAft>
                    <a:spcPts val="1000"/>
                  </a:spcAft>
                  <a:buSzPct val="120000"/>
                  <a:buBlip>
                    <a:blip r:embed="rId4"/>
                  </a:buBlip>
                  <a:defRPr/>
                </a:pP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3.4.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Kiểm</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tra</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và</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xử</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lý</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dữ</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liệu</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trùng</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lặp</a:t>
                </a:r>
                <a:endPar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endParaRPr>
              </a:p>
              <a:p>
                <a:pPr marL="176213" lvl="0"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3.5.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Kỹ</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thuật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đặc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trưng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p:txBody>
          </p:sp>
        </p:grpSp>
      </p:grpSp>
    </p:spTree>
    <p:extLst>
      <p:ext uri="{BB962C8B-B14F-4D97-AF65-F5344CB8AC3E}">
        <p14:creationId xmlns:p14="http://schemas.microsoft.com/office/powerpoint/2010/main" val="3015238234"/>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그룹 12">
            <a:extLst>
              <a:ext uri="{FF2B5EF4-FFF2-40B4-BE49-F238E27FC236}">
                <a16:creationId xmlns:a16="http://schemas.microsoft.com/office/drawing/2014/main" id="{2DD374C3-05CB-48D7-A1D6-6E076A1FC74E}"/>
              </a:ext>
            </a:extLst>
          </p:cNvPr>
          <p:cNvGrpSpPr/>
          <p:nvPr/>
        </p:nvGrpSpPr>
        <p:grpSpPr>
          <a:xfrm>
            <a:off x="557644" y="4941168"/>
            <a:ext cx="8782050" cy="787019"/>
            <a:chOff x="568325" y="5114924"/>
            <a:chExt cx="8782050" cy="813246"/>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6" name="그룹 15">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18"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19" name="TextBox 18">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7" name="TextBox 16">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với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trùng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lặp</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nvGrpSpPr>
          <p:cNvPr id="3" name="그룹 2">
            <a:extLst>
              <a:ext uri="{FF2B5EF4-FFF2-40B4-BE49-F238E27FC236}">
                <a16:creationId xmlns:a16="http://schemas.microsoft.com/office/drawing/2014/main" id="{034B3D8C-E566-4CC8-BC5A-CDFFEAB3992E}"/>
              </a:ext>
            </a:extLst>
          </p:cNvPr>
          <p:cNvGrpSpPr/>
          <p:nvPr/>
        </p:nvGrpSpPr>
        <p:grpSpPr>
          <a:xfrm>
            <a:off x="558396" y="2236232"/>
            <a:ext cx="8782050" cy="2622844"/>
            <a:chOff x="558396" y="2236232"/>
            <a:chExt cx="8782050" cy="2622844"/>
          </a:xfrm>
        </p:grpSpPr>
        <p:sp>
          <p:nvSpPr>
            <p:cNvPr id="12" name="모서리가 둥근 직사각형 4">
              <a:extLst>
                <a:ext uri="{FF2B5EF4-FFF2-40B4-BE49-F238E27FC236}">
                  <a16:creationId xmlns:a16="http://schemas.microsoft.com/office/drawing/2014/main" id="{930158F8-A5B7-4F97-8E44-C73FC55364FC}"/>
                </a:ext>
              </a:extLst>
            </p:cNvPr>
            <p:cNvSpPr/>
            <p:nvPr/>
          </p:nvSpPr>
          <p:spPr>
            <a:xfrm>
              <a:off x="558396" y="2236232"/>
              <a:ext cx="8782050" cy="262284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21518"/>
            <a:stretch/>
          </p:blipFill>
          <p:spPr>
            <a:xfrm>
              <a:off x="714196" y="2358405"/>
              <a:ext cx="8625497" cy="2385630"/>
            </a:xfrm>
            <a:prstGeom prst="rect">
              <a:avLst/>
            </a:prstGeom>
          </p:spPr>
        </p:pic>
      </p:grpSp>
      <p:grpSp>
        <p:nvGrpSpPr>
          <p:cNvPr id="21" name="그룹 20">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2" name="직사각형 21">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xử</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trùng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lặp</a:t>
              </a:r>
              <a:endParaRPr lang="ko-KR" altLang="en-US" dirty="0">
                <a:solidFill>
                  <a:prstClr val="white"/>
                </a:solidFill>
                <a:latin typeface="iCiel Samsung Sharp Sans Medium" pitchFamily="2" charset="0"/>
                <a:cs typeface="iCiel Samsung Sharp Sans Medium" pitchFamily="2" charset="0"/>
              </a:endParaRPr>
            </a:p>
          </p:txBody>
        </p:sp>
        <p:sp>
          <p:nvSpPr>
            <p:cNvPr id="23" name="직사각형 22">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5" name="직사각형 24">
            <a:extLst>
              <a:ext uri="{FF2B5EF4-FFF2-40B4-BE49-F238E27FC236}">
                <a16:creationId xmlns:a16="http://schemas.microsoft.com/office/drawing/2014/main" id="{58B1BC1D-DFB7-4482-BA23-F01AD71B1BBE}"/>
              </a:ext>
            </a:extLst>
          </p:cNvPr>
          <p:cNvSpPr/>
          <p:nvPr/>
        </p:nvSpPr>
        <p:spPr>
          <a:xfrm>
            <a:off x="435228" y="1340768"/>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Xử</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lý</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dữ</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liệu</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trùng</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lặp</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sp>
        <p:nvSpPr>
          <p:cNvPr id="20" name="직사각형 19">
            <a:extLst>
              <a:ext uri="{FF2B5EF4-FFF2-40B4-BE49-F238E27FC236}">
                <a16:creationId xmlns:a16="http://schemas.microsoft.com/office/drawing/2014/main" id="{B9911584-7C52-4333-A1B3-5FEE211FBD88}"/>
              </a:ext>
            </a:extLst>
          </p:cNvPr>
          <p:cNvSpPr/>
          <p:nvPr/>
        </p:nvSpPr>
        <p:spPr>
          <a:xfrm>
            <a:off x="524240" y="1870666"/>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Kiểm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trùng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lặp</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extLst>
      <p:ext uri="{BB962C8B-B14F-4D97-AF65-F5344CB8AC3E}">
        <p14:creationId xmlns:p14="http://schemas.microsoft.com/office/powerpoint/2010/main" val="465649523"/>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그룹 12">
            <a:extLst>
              <a:ext uri="{FF2B5EF4-FFF2-40B4-BE49-F238E27FC236}">
                <a16:creationId xmlns:a16="http://schemas.microsoft.com/office/drawing/2014/main" id="{2DD374C3-05CB-48D7-A1D6-6E076A1FC74E}"/>
              </a:ext>
            </a:extLst>
          </p:cNvPr>
          <p:cNvGrpSpPr/>
          <p:nvPr/>
        </p:nvGrpSpPr>
        <p:grpSpPr>
          <a:xfrm>
            <a:off x="557644" y="4082141"/>
            <a:ext cx="8782050" cy="787019"/>
            <a:chOff x="568325" y="5114924"/>
            <a:chExt cx="8782050" cy="813246"/>
          </a:xfrm>
        </p:grpSpPr>
        <p:sp>
          <p:nvSpPr>
            <p:cNvPr id="15"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6" name="그룹 15">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18"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19" name="TextBox 18">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7" name="TextBox 16">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Tìm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trùng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lặp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trong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toàn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bộ</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nvGrpSpPr>
          <p:cNvPr id="21" name="그룹 20">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2" name="직사각형 21">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xử</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trùng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lặp</a:t>
              </a:r>
              <a:endParaRPr lang="ko-KR" altLang="en-US" dirty="0">
                <a:solidFill>
                  <a:prstClr val="white"/>
                </a:solidFill>
                <a:latin typeface="iCiel Samsung Sharp Sans Medium" pitchFamily="2" charset="0"/>
                <a:cs typeface="iCiel Samsung Sharp Sans Medium" pitchFamily="2" charset="0"/>
              </a:endParaRPr>
            </a:p>
          </p:txBody>
        </p:sp>
        <p:sp>
          <p:nvSpPr>
            <p:cNvPr id="23" name="직사각형 22">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31" name="직사각형 30">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Kiểm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trùng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lặp</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2" name="그룹 1">
            <a:extLst>
              <a:ext uri="{FF2B5EF4-FFF2-40B4-BE49-F238E27FC236}">
                <a16:creationId xmlns:a16="http://schemas.microsoft.com/office/drawing/2014/main" id="{EF495CBE-A2DA-4961-904A-C246F5D8CEE0}"/>
              </a:ext>
            </a:extLst>
          </p:cNvPr>
          <p:cNvGrpSpPr/>
          <p:nvPr/>
        </p:nvGrpSpPr>
        <p:grpSpPr>
          <a:xfrm>
            <a:off x="558396" y="1772815"/>
            <a:ext cx="8782050" cy="2222165"/>
            <a:chOff x="558396" y="1700807"/>
            <a:chExt cx="8782050" cy="2222165"/>
          </a:xfrm>
        </p:grpSpPr>
        <p:sp>
          <p:nvSpPr>
            <p:cNvPr id="33" name="모서리가 둥근 직사각형 4">
              <a:extLst>
                <a:ext uri="{FF2B5EF4-FFF2-40B4-BE49-F238E27FC236}">
                  <a16:creationId xmlns:a16="http://schemas.microsoft.com/office/drawing/2014/main" id="{930158F8-A5B7-4F97-8E44-C73FC55364FC}"/>
                </a:ext>
              </a:extLst>
            </p:cNvPr>
            <p:cNvSpPr/>
            <p:nvPr/>
          </p:nvSpPr>
          <p:spPr>
            <a:xfrm>
              <a:off x="558396" y="1700807"/>
              <a:ext cx="8782050" cy="222216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8" name="그림 7"/>
            <p:cNvPicPr>
              <a:picLocks noChangeAspect="1"/>
            </p:cNvPicPr>
            <p:nvPr/>
          </p:nvPicPr>
          <p:blipFill rotWithShape="1">
            <a:blip r:embed="rId5"/>
            <a:srcRect r="23905"/>
            <a:stretch/>
          </p:blipFill>
          <p:spPr>
            <a:xfrm>
              <a:off x="687949" y="1828395"/>
              <a:ext cx="8651745" cy="1929660"/>
            </a:xfrm>
            <a:prstGeom prst="rect">
              <a:avLst/>
            </a:prstGeom>
            <a:ln>
              <a:noFill/>
            </a:ln>
          </p:spPr>
        </p:pic>
      </p:grpSp>
    </p:spTree>
    <p:extLst>
      <p:ext uri="{BB962C8B-B14F-4D97-AF65-F5344CB8AC3E}">
        <p14:creationId xmlns:p14="http://schemas.microsoft.com/office/powerpoint/2010/main" val="4096917109"/>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그룹 15">
            <a:extLst>
              <a:ext uri="{FF2B5EF4-FFF2-40B4-BE49-F238E27FC236}">
                <a16:creationId xmlns:a16="http://schemas.microsoft.com/office/drawing/2014/main" id="{2DD374C3-05CB-48D7-A1D6-6E076A1FC74E}"/>
              </a:ext>
            </a:extLst>
          </p:cNvPr>
          <p:cNvGrpSpPr/>
          <p:nvPr/>
        </p:nvGrpSpPr>
        <p:grpSpPr>
          <a:xfrm>
            <a:off x="557644" y="4082141"/>
            <a:ext cx="8782050" cy="787019"/>
            <a:chOff x="568325" y="5114924"/>
            <a:chExt cx="8782050" cy="813246"/>
          </a:xfrm>
        </p:grpSpPr>
        <p:sp>
          <p:nvSpPr>
            <p:cNvPr id="17"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8" name="그룹 17">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0"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9" name="TextBox 18">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Tìm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trùng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lặp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trong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cụ</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thể</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DataFrame</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nvGrpSpPr>
          <p:cNvPr id="23" name="그룹 2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4" name="직사각형 2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xử</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trùng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lặp</a:t>
              </a:r>
              <a:endParaRPr lang="ko-KR" altLang="en-US" dirty="0">
                <a:solidFill>
                  <a:prstClr val="white"/>
                </a:solidFill>
                <a:latin typeface="iCiel Samsung Sharp Sans Medium" pitchFamily="2" charset="0"/>
                <a:cs typeface="iCiel Samsung Sharp Sans Medium" pitchFamily="2" charset="0"/>
              </a:endParaRPr>
            </a:p>
          </p:txBody>
        </p:sp>
        <p:sp>
          <p:nvSpPr>
            <p:cNvPr id="25" name="직사각형 2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6" name="직사각형 25">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Dữ liệu trong dòng 1 trở thành True vì nó trùng lặp với dòng 0 trước đó.</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2">
            <a:extLst>
              <a:ext uri="{FF2B5EF4-FFF2-40B4-BE49-F238E27FC236}">
                <a16:creationId xmlns:a16="http://schemas.microsoft.com/office/drawing/2014/main" id="{AD79D685-19D0-4EDD-A191-745126506FF4}"/>
              </a:ext>
            </a:extLst>
          </p:cNvPr>
          <p:cNvGrpSpPr/>
          <p:nvPr/>
        </p:nvGrpSpPr>
        <p:grpSpPr>
          <a:xfrm>
            <a:off x="558396" y="1772815"/>
            <a:ext cx="8782050" cy="2222165"/>
            <a:chOff x="558396" y="1700807"/>
            <a:chExt cx="8782050" cy="2222165"/>
          </a:xfrm>
        </p:grpSpPr>
        <p:sp>
          <p:nvSpPr>
            <p:cNvPr id="27" name="모서리가 둥근 직사각형 4">
              <a:extLst>
                <a:ext uri="{FF2B5EF4-FFF2-40B4-BE49-F238E27FC236}">
                  <a16:creationId xmlns:a16="http://schemas.microsoft.com/office/drawing/2014/main" id="{930158F8-A5B7-4F97-8E44-C73FC55364FC}"/>
                </a:ext>
              </a:extLst>
            </p:cNvPr>
            <p:cNvSpPr/>
            <p:nvPr/>
          </p:nvSpPr>
          <p:spPr>
            <a:xfrm>
              <a:off x="558396" y="1700807"/>
              <a:ext cx="8782050" cy="222216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5"/>
            <a:srcRect r="23369"/>
            <a:stretch/>
          </p:blipFill>
          <p:spPr>
            <a:xfrm>
              <a:off x="685466" y="1825773"/>
              <a:ext cx="8654228" cy="1917551"/>
            </a:xfrm>
            <a:prstGeom prst="rect">
              <a:avLst/>
            </a:prstGeom>
            <a:ln>
              <a:noFill/>
            </a:ln>
          </p:spPr>
        </p:pic>
      </p:grpSp>
    </p:spTree>
    <p:extLst>
      <p:ext uri="{BB962C8B-B14F-4D97-AF65-F5344CB8AC3E}">
        <p14:creationId xmlns:p14="http://schemas.microsoft.com/office/powerpoint/2010/main" val="1839438803"/>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603278FF-02FB-4EFE-9006-6F5BC71AF146}"/>
              </a:ext>
            </a:extLst>
          </p:cNvPr>
          <p:cNvGrpSpPr/>
          <p:nvPr/>
        </p:nvGrpSpPr>
        <p:grpSpPr>
          <a:xfrm>
            <a:off x="558396" y="1730260"/>
            <a:ext cx="8782050" cy="1986814"/>
            <a:chOff x="558396" y="1700808"/>
            <a:chExt cx="8782050" cy="1986814"/>
          </a:xfrm>
        </p:grpSpPr>
        <p:sp>
          <p:nvSpPr>
            <p:cNvPr id="25" name="모서리가 둥근 직사각형 4">
              <a:extLst>
                <a:ext uri="{FF2B5EF4-FFF2-40B4-BE49-F238E27FC236}">
                  <a16:creationId xmlns:a16="http://schemas.microsoft.com/office/drawing/2014/main" id="{930158F8-A5B7-4F97-8E44-C73FC55364FC}"/>
                </a:ext>
              </a:extLst>
            </p:cNvPr>
            <p:cNvSpPr/>
            <p:nvPr/>
          </p:nvSpPr>
          <p:spPr>
            <a:xfrm>
              <a:off x="558396" y="1700808"/>
              <a:ext cx="8782050" cy="198681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r="23314"/>
            <a:stretch/>
          </p:blipFill>
          <p:spPr>
            <a:xfrm>
              <a:off x="684203" y="1835299"/>
              <a:ext cx="8655491" cy="1710082"/>
            </a:xfrm>
            <a:prstGeom prst="rect">
              <a:avLst/>
            </a:prstGeom>
            <a:ln>
              <a:noFill/>
            </a:ln>
          </p:spPr>
        </p:pic>
      </p:grpSp>
      <p:grpSp>
        <p:nvGrpSpPr>
          <p:cNvPr id="21" name="그룹 20">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2" name="직사각형 21">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xử</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trùng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lặp</a:t>
              </a:r>
              <a:endParaRPr lang="ko-KR" altLang="en-US" dirty="0">
                <a:solidFill>
                  <a:prstClr val="white"/>
                </a:solidFill>
                <a:latin typeface="iCiel Samsung Sharp Sans Medium" pitchFamily="2" charset="0"/>
                <a:cs typeface="iCiel Samsung Sharp Sans Medium" pitchFamily="2" charset="0"/>
              </a:endParaRPr>
            </a:p>
          </p:txBody>
        </p:sp>
        <p:sp>
          <p:nvSpPr>
            <p:cNvPr id="23" name="직사각형 22">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4" name="직사각형 23">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Phương thức drop_duplicates()</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664146907"/>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그룹 12">
            <a:extLst>
              <a:ext uri="{FF2B5EF4-FFF2-40B4-BE49-F238E27FC236}">
                <a16:creationId xmlns:a16="http://schemas.microsoft.com/office/drawing/2014/main" id="{2DD374C3-05CB-48D7-A1D6-6E076A1FC74E}"/>
              </a:ext>
            </a:extLst>
          </p:cNvPr>
          <p:cNvGrpSpPr/>
          <p:nvPr/>
        </p:nvGrpSpPr>
        <p:grpSpPr>
          <a:xfrm>
            <a:off x="557644" y="3650093"/>
            <a:ext cx="8782050" cy="787019"/>
            <a:chOff x="568325" y="5114924"/>
            <a:chExt cx="8782050" cy="813246"/>
          </a:xfrm>
        </p:grpSpPr>
        <p:sp>
          <p:nvSpPr>
            <p:cNvPr id="14"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5" name="그룹 14">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1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6" name="TextBox 15">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Loại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bỏ</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trùng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lặp</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dựa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c2 </a:t>
              </a:r>
              <a:r>
                <a:rPr lang="en-US" altLang="ko-KR" sz="1300" dirty="0" err="1">
                  <a:solidFill>
                    <a:prstClr val="black">
                      <a:lumMod val="85000"/>
                      <a:lumOff val="15000"/>
                    </a:prstClr>
                  </a:solidFill>
                  <a:latin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rPr>
                <a:t> c3.</a:t>
              </a:r>
              <a:endParaRPr lang="ko-KR" altLang="en-US" sz="1300" dirty="0">
                <a:solidFill>
                  <a:prstClr val="black">
                    <a:lumMod val="85000"/>
                    <a:lumOff val="15000"/>
                  </a:prstClr>
                </a:solidFill>
                <a:latin typeface="SamsungOne-400" panose="020B0503030303020204" pitchFamily="34" charset="0"/>
              </a:endParaRPr>
            </a:p>
          </p:txBody>
        </p:sp>
      </p:grpSp>
      <p:grpSp>
        <p:nvGrpSpPr>
          <p:cNvPr id="2" name="그룹 1">
            <a:extLst>
              <a:ext uri="{FF2B5EF4-FFF2-40B4-BE49-F238E27FC236}">
                <a16:creationId xmlns:a16="http://schemas.microsoft.com/office/drawing/2014/main" id="{784B67BE-A05A-43DB-A581-4F317A2AEFA8}"/>
              </a:ext>
            </a:extLst>
          </p:cNvPr>
          <p:cNvGrpSpPr/>
          <p:nvPr/>
        </p:nvGrpSpPr>
        <p:grpSpPr>
          <a:xfrm>
            <a:off x="558396" y="1772816"/>
            <a:ext cx="8782050" cy="1811010"/>
            <a:chOff x="558396" y="1700808"/>
            <a:chExt cx="8782050" cy="1811010"/>
          </a:xfrm>
        </p:grpSpPr>
        <p:sp>
          <p:nvSpPr>
            <p:cNvPr id="24" name="모서리가 둥근 직사각형 4">
              <a:extLst>
                <a:ext uri="{FF2B5EF4-FFF2-40B4-BE49-F238E27FC236}">
                  <a16:creationId xmlns:a16="http://schemas.microsoft.com/office/drawing/2014/main" id="{930158F8-A5B7-4F97-8E44-C73FC55364FC}"/>
                </a:ext>
              </a:extLst>
            </p:cNvPr>
            <p:cNvSpPr/>
            <p:nvPr/>
          </p:nvSpPr>
          <p:spPr>
            <a:xfrm>
              <a:off x="558396" y="1700808"/>
              <a:ext cx="8782050" cy="181101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23806"/>
            <a:stretch/>
          </p:blipFill>
          <p:spPr>
            <a:xfrm>
              <a:off x="683890" y="1849016"/>
              <a:ext cx="8655804" cy="1514327"/>
            </a:xfrm>
            <a:prstGeom prst="rect">
              <a:avLst/>
            </a:prstGeom>
            <a:ln>
              <a:noFill/>
            </a:ln>
          </p:spPr>
        </p:pic>
      </p:grpSp>
      <p:grpSp>
        <p:nvGrpSpPr>
          <p:cNvPr id="20" name="그룹 1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1" name="직사각형 20">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3.4.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Kiểm</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tra</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và</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xử</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trùng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lặp</a:t>
              </a:r>
              <a:endParaRPr lang="ko-KR" altLang="en-US" dirty="0">
                <a:solidFill>
                  <a:prstClr val="white"/>
                </a:solidFill>
                <a:latin typeface="iCiel Samsung Sharp Sans Medium" pitchFamily="2" charset="0"/>
                <a:cs typeface="iCiel Samsung Sharp Sans Medium" pitchFamily="2" charset="0"/>
              </a:endParaRPr>
            </a:p>
          </p:txBody>
        </p:sp>
        <p:sp>
          <p:nvSpPr>
            <p:cNvPr id="22" name="직사각형 21">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3" name="직사각형 22">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Tham chiếu cột tương ứng với tùy chọn subset</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1148750428"/>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그룹 18">
            <a:extLst>
              <a:ext uri="{FF2B5EF4-FFF2-40B4-BE49-F238E27FC236}">
                <a16:creationId xmlns:a16="http://schemas.microsoft.com/office/drawing/2014/main" id="{C2AA5626-1534-41DA-BA4E-67D4571B34A9}"/>
              </a:ext>
            </a:extLst>
          </p:cNvPr>
          <p:cNvGrpSpPr/>
          <p:nvPr/>
        </p:nvGrpSpPr>
        <p:grpSpPr>
          <a:xfrm>
            <a:off x="989683" y="2748696"/>
            <a:ext cx="8354217" cy="2847645"/>
            <a:chOff x="989683" y="2748696"/>
            <a:chExt cx="8354217" cy="2847645"/>
          </a:xfrm>
        </p:grpSpPr>
        <p:sp>
          <p:nvSpPr>
            <p:cNvPr id="22" name="직사각형 133">
              <a:extLst>
                <a:ext uri="{FF2B5EF4-FFF2-40B4-BE49-F238E27FC236}">
                  <a16:creationId xmlns:a16="http://schemas.microsoft.com/office/drawing/2014/main" id="{9242843F-6CE4-4D3F-84E3-07D1852FEAB8}"/>
                </a:ext>
              </a:extLst>
            </p:cNvPr>
            <p:cNvSpPr/>
            <p:nvPr/>
          </p:nvSpPr>
          <p:spPr>
            <a:xfrm>
              <a:off x="990600" y="3133792"/>
              <a:ext cx="8353300" cy="10464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lvl="0" fontAlgn="base" latinLnBrk="1">
                <a:spcBef>
                  <a:spcPct val="0"/>
                </a:spcBef>
                <a:spcAft>
                  <a:spcPct val="0"/>
                </a:spcAft>
                <a:defRPr/>
              </a:pPr>
              <a:r>
                <a:rPr kumimoji="1" lang="vi-VN" altLang="ko-KR" sz="3400" dirty="0">
                  <a:solidFill>
                    <a:prstClr val="black"/>
                  </a:solidFill>
                  <a:latin typeface="iCiel Samsung Sharp Sans Bold" pitchFamily="2" charset="0"/>
                  <a:ea typeface="iCiel Samsung Sharp Sans Bold" pitchFamily="2" charset="0"/>
                  <a:cs typeface="iCiel Samsung Sharp Sans Bold" pitchFamily="2" charset="0"/>
                </a:rPr>
                <a:t>Tiền xử lý dữ liệu bằng Pandas để thực thi mô hình tối ưu</a:t>
              </a:r>
              <a:endParaRPr kumimoji="1" lang="en-US" altLang="ko-KR" sz="3400" dirty="0">
                <a:solidFill>
                  <a:prstClr val="black"/>
                </a:solidFill>
                <a:latin typeface="iCiel Samsung Sharp Sans Bold" pitchFamily="2" charset="0"/>
                <a:ea typeface="iCiel Samsung Sharp Sans Bold" pitchFamily="2" charset="0"/>
                <a:cs typeface="iCiel Samsung Sharp Sans Bold" pitchFamily="2" charset="0"/>
              </a:endParaRPr>
            </a:p>
          </p:txBody>
        </p:sp>
        <p:sp>
          <p:nvSpPr>
            <p:cNvPr id="25" name="직사각형 133">
              <a:extLst>
                <a:ext uri="{FF2B5EF4-FFF2-40B4-BE49-F238E27FC236}">
                  <a16:creationId xmlns:a16="http://schemas.microsoft.com/office/drawing/2014/main" id="{93785E26-3326-4DAA-B476-C12B794F303F}"/>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marL="0" marR="0" lvl="0" indent="0" algn="l" defTabSz="457063" rtl="0" eaLnBrk="1" fontAlgn="base" latinLnBrk="1" hangingPunct="1">
                <a:lnSpc>
                  <a:spcPct val="100000"/>
                </a:lnSpc>
                <a:spcBef>
                  <a:spcPct val="0"/>
                </a:spcBef>
                <a:spcAft>
                  <a:spcPct val="0"/>
                </a:spcAft>
                <a:buClrTx/>
                <a:buSzTx/>
                <a:buFontTx/>
                <a:buNone/>
                <a:tabLst/>
                <a:defRPr/>
              </a:pPr>
              <a:r>
                <a:rPr kumimoji="1" lang="en-US" altLang="ko-KR" sz="1999" b="0" i="0" u="none" strike="noStrike" kern="1200" cap="none" spc="0" normalizeH="0" baseline="0" noProof="0" dirty="0" err="1">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Bài</a:t>
              </a:r>
              <a:r>
                <a:rPr kumimoji="1" lang="en-US" altLang="ko-KR" sz="1999"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rPr>
                <a:t> 3. </a:t>
              </a:r>
              <a:endParaRPr kumimoji="1" lang="en-US" altLang="ko-KR" sz="5398" b="0" i="0" u="none" strike="noStrike" kern="1200" cap="none" spc="0" normalizeH="0" baseline="0" noProof="0" dirty="0">
                <a:ln>
                  <a:noFill/>
                </a:ln>
                <a:solidFill>
                  <a:prstClr val="white">
                    <a:lumMod val="50000"/>
                  </a:prstClr>
                </a:solidFill>
                <a:effectLst/>
                <a:uLnTx/>
                <a:uFillTx/>
                <a:latin typeface="iCiel Samsung Sharp Sans Bold" pitchFamily="2" charset="0"/>
                <a:ea typeface="iCiel Samsung Sharp Sans Bold" pitchFamily="2" charset="0"/>
                <a:cs typeface="iCiel Samsung Sharp Sans Bold" pitchFamily="2" charset="0"/>
              </a:endParaRPr>
            </a:p>
          </p:txBody>
        </p:sp>
        <p:grpSp>
          <p:nvGrpSpPr>
            <p:cNvPr id="31" name="그룹 30">
              <a:extLst>
                <a:ext uri="{FF2B5EF4-FFF2-40B4-BE49-F238E27FC236}">
                  <a16:creationId xmlns:a16="http://schemas.microsoft.com/office/drawing/2014/main" id="{E9D1F461-F2BB-4004-8CE5-E8AE484340E1}"/>
                </a:ext>
              </a:extLst>
            </p:cNvPr>
            <p:cNvGrpSpPr/>
            <p:nvPr/>
          </p:nvGrpSpPr>
          <p:grpSpPr>
            <a:xfrm>
              <a:off x="1025537" y="4509120"/>
              <a:ext cx="8102339" cy="1087221"/>
              <a:chOff x="1025537" y="4609703"/>
              <a:chExt cx="8102339" cy="1087221"/>
            </a:xfrm>
          </p:grpSpPr>
          <p:sp>
            <p:nvSpPr>
              <p:cNvPr id="32" name="직사각형 31">
                <a:extLst>
                  <a:ext uri="{FF2B5EF4-FFF2-40B4-BE49-F238E27FC236}">
                    <a16:creationId xmlns:a16="http://schemas.microsoft.com/office/drawing/2014/main" id="{2BCC8184-A1E3-4399-83D7-18B4753C0091}"/>
                  </a:ext>
                </a:extLst>
              </p:cNvPr>
              <p:cNvSpPr/>
              <p:nvPr/>
            </p:nvSpPr>
            <p:spPr>
              <a:xfrm>
                <a:off x="1025537" y="4609703"/>
                <a:ext cx="4185332" cy="1087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3.1.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Tiền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xử</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lý</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3.2.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Xác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định</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thuộc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tính</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lvl="0"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3.3.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Kiểm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bị</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thiếu</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33" name="직사각형 32">
                <a:extLst>
                  <a:ext uri="{FF2B5EF4-FFF2-40B4-BE49-F238E27FC236}">
                    <a16:creationId xmlns:a16="http://schemas.microsoft.com/office/drawing/2014/main" id="{A9BD437C-C13F-4F2B-B721-FCFA983DC83B}"/>
                  </a:ext>
                </a:extLst>
              </p:cNvPr>
              <p:cNvSpPr/>
              <p:nvPr/>
            </p:nvSpPr>
            <p:spPr>
              <a:xfrm>
                <a:off x="5137981" y="4609703"/>
                <a:ext cx="3989895" cy="6821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76213" indent="-176213" fontAlgn="base">
                  <a:spcBef>
                    <a:spcPct val="0"/>
                  </a:spcBef>
                  <a:spcAft>
                    <a:spcPts val="1000"/>
                  </a:spcAft>
                  <a:buSzPct val="120000"/>
                  <a:buBlip>
                    <a:blip r:embed="rId3"/>
                  </a:buBlip>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3.4.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Kiểm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xử</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lý</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trùng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lặp</a:t>
                </a:r>
                <a:endParaRPr kumimoji="1" lang="en-US" altLang="ko-KR" sz="1799" dirty="0">
                  <a:solidFill>
                    <a:prstClr val="white">
                      <a:lumMod val="65000"/>
                    </a:prstClr>
                  </a:solidFill>
                  <a:latin typeface="SamsungOne-400" panose="020B0503030303020204" pitchFamily="34" charset="0"/>
                  <a:ea typeface="SamsungOne-400" panose="020B0503030303020204" pitchFamily="34" charset="0"/>
                </a:endParaRPr>
              </a:p>
              <a:p>
                <a:pPr marL="176213" lvl="0" indent="-176213" defTabSz="914400" fontAlgn="base" latinLnBrk="1">
                  <a:spcBef>
                    <a:spcPct val="0"/>
                  </a:spcBef>
                  <a:spcAft>
                    <a:spcPts val="1000"/>
                  </a:spcAft>
                  <a:buSzPct val="120000"/>
                  <a:buBlip>
                    <a:blip r:embed="rId4"/>
                  </a:buBlip>
                  <a:defRPr/>
                </a:pP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3.5.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Kỹ</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thuật</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đặc</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trưng</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dữ</a:t>
                </a:r>
                <a:r>
                  <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dirty="0" err="1">
                    <a:solidFill>
                      <a:prstClr val="black">
                        <a:lumMod val="75000"/>
                        <a:lumOff val="25000"/>
                      </a:prstClr>
                    </a:solidFill>
                    <a:latin typeface="SamsungOne-700" panose="020B0803030303020204" pitchFamily="34" charset="0"/>
                    <a:ea typeface="SamsungOne-700" panose="020B0803030303020204" pitchFamily="34" charset="0"/>
                  </a:rPr>
                  <a:t>liệu</a:t>
                </a:r>
                <a:endParaRPr kumimoji="1" lang="en-US" altLang="ko-KR" dirty="0">
                  <a:solidFill>
                    <a:prstClr val="black">
                      <a:lumMod val="75000"/>
                      <a:lumOff val="25000"/>
                    </a:prstClr>
                  </a:solidFill>
                  <a:latin typeface="SamsungOne-700" panose="020B0803030303020204" pitchFamily="34" charset="0"/>
                  <a:ea typeface="SamsungOne-700" panose="020B0803030303020204" pitchFamily="34" charset="0"/>
                </a:endParaRPr>
              </a:p>
            </p:txBody>
          </p:sp>
        </p:grpSp>
      </p:grpSp>
    </p:spTree>
    <p:extLst>
      <p:ext uri="{BB962C8B-B14F-4D97-AF65-F5344CB8AC3E}">
        <p14:creationId xmlns:p14="http://schemas.microsoft.com/office/powerpoint/2010/main" val="1087411697"/>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표 23">
            <a:extLst>
              <a:ext uri="{FF2B5EF4-FFF2-40B4-BE49-F238E27FC236}">
                <a16:creationId xmlns:a16="http://schemas.microsoft.com/office/drawing/2014/main" id="{0B78A9D2-AA59-4EAE-A70A-705FFA6F48D4}"/>
              </a:ext>
            </a:extLst>
          </p:cNvPr>
          <p:cNvGraphicFramePr>
            <a:graphicFrameLocks noGrp="1"/>
          </p:cNvGraphicFramePr>
          <p:nvPr>
            <p:extLst>
              <p:ext uri="{D42A27DB-BD31-4B8C-83A1-F6EECF244321}">
                <p14:modId xmlns:p14="http://schemas.microsoft.com/office/powerpoint/2010/main" val="3754594814"/>
              </p:ext>
            </p:extLst>
          </p:nvPr>
        </p:nvGraphicFramePr>
        <p:xfrm>
          <a:off x="729024" y="3029819"/>
          <a:ext cx="1504461" cy="1306716"/>
        </p:xfrm>
        <a:graphic>
          <a:graphicData uri="http://schemas.openxmlformats.org/drawingml/2006/table">
            <a:tbl>
              <a:tblPr firstRow="1" bandRow="1">
                <a:tableStyleId>{5940675A-B579-460E-94D1-54222C63F5DA}</a:tableStyleId>
              </a:tblPr>
              <a:tblGrid>
                <a:gridCol w="1504461">
                  <a:extLst>
                    <a:ext uri="{9D8B030D-6E8A-4147-A177-3AD203B41FA5}">
                      <a16:colId xmlns:a16="http://schemas.microsoft.com/office/drawing/2014/main" val="3750369147"/>
                    </a:ext>
                  </a:extLst>
                </a:gridCol>
              </a:tblGrid>
              <a:tr h="360000">
                <a:tc>
                  <a:txBody>
                    <a:bodyPr/>
                    <a:lstStyle/>
                    <a:p>
                      <a:pPr marL="0" marR="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Thời</a:t>
                      </a:r>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gian</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732613760"/>
                  </a:ext>
                </a:extLst>
              </a:tr>
              <a:tr h="315572">
                <a:tc>
                  <a:txBody>
                    <a:bodyPr/>
                    <a:lstStyle/>
                    <a:p>
                      <a:pPr marL="0" marR="0" indent="0" algn="ctr" defTabSz="914400" rtl="0" eaLnBrk="1" fontAlgn="base" latinLnBrk="1" hangingPunct="1">
                        <a:lnSpc>
                          <a:spcPct val="100000"/>
                        </a:lnSpc>
                        <a:spcBef>
                          <a:spcPts val="0"/>
                        </a:spcBef>
                        <a:spcAft>
                          <a:spcPts val="0"/>
                        </a:spcAft>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2009-8-21</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654325084"/>
                  </a:ext>
                </a:extLst>
              </a:tr>
              <a:tr h="315572">
                <a:tc>
                  <a:txBody>
                    <a:bodyPr/>
                    <a:lstStyle/>
                    <a:p>
                      <a:pPr marL="0" marR="0" indent="0" algn="ctr" defTabSz="914400" rtl="0" eaLnBrk="1" fontAlgn="base" latinLnBrk="1" hangingPunct="1">
                        <a:lnSpc>
                          <a:spcPct val="100000"/>
                        </a:lnSpc>
                        <a:spcBef>
                          <a:spcPts val="0"/>
                        </a:spcBef>
                        <a:spcAft>
                          <a:spcPts val="0"/>
                        </a:spcAft>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2013-8-27</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106391503"/>
                  </a:ext>
                </a:extLst>
              </a:tr>
              <a:tr h="315572">
                <a:tc>
                  <a:txBody>
                    <a:bodyPr/>
                    <a:lstStyle/>
                    <a:p>
                      <a:pPr marL="0" marR="0" indent="0" algn="ctr" defTabSz="914400" rtl="0" eaLnBrk="1" fontAlgn="base" latinLnBrk="1" hangingPunct="1">
                        <a:lnSpc>
                          <a:spcPct val="100000"/>
                        </a:lnSpc>
                        <a:spcBef>
                          <a:spcPts val="0"/>
                        </a:spcBef>
                        <a:spcAft>
                          <a:spcPts val="0"/>
                        </a:spcAft>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2019-2-11</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287420578"/>
                  </a:ext>
                </a:extLst>
              </a:tr>
            </a:tbl>
          </a:graphicData>
        </a:graphic>
      </p:graphicFrame>
      <p:graphicFrame>
        <p:nvGraphicFramePr>
          <p:cNvPr id="25" name="표 24">
            <a:extLst>
              <a:ext uri="{FF2B5EF4-FFF2-40B4-BE49-F238E27FC236}">
                <a16:creationId xmlns:a16="http://schemas.microsoft.com/office/drawing/2014/main" id="{B576F295-4350-419D-8D06-833A9B2425D6}"/>
              </a:ext>
            </a:extLst>
          </p:cNvPr>
          <p:cNvGraphicFramePr>
            <a:graphicFrameLocks noGrp="1"/>
          </p:cNvGraphicFramePr>
          <p:nvPr>
            <p:extLst>
              <p:ext uri="{D42A27DB-BD31-4B8C-83A1-F6EECF244321}">
                <p14:modId xmlns:p14="http://schemas.microsoft.com/office/powerpoint/2010/main" val="1512567158"/>
              </p:ext>
            </p:extLst>
          </p:nvPr>
        </p:nvGraphicFramePr>
        <p:xfrm>
          <a:off x="3282165" y="3029819"/>
          <a:ext cx="5924969" cy="1306716"/>
        </p:xfrm>
        <a:graphic>
          <a:graphicData uri="http://schemas.openxmlformats.org/drawingml/2006/table">
            <a:tbl>
              <a:tblPr firstRow="1" bandRow="1">
                <a:tableStyleId>{5940675A-B579-460E-94D1-54222C63F5DA}</a:tableStyleId>
              </a:tblPr>
              <a:tblGrid>
                <a:gridCol w="1472957">
                  <a:extLst>
                    <a:ext uri="{9D8B030D-6E8A-4147-A177-3AD203B41FA5}">
                      <a16:colId xmlns:a16="http://schemas.microsoft.com/office/drawing/2014/main" val="3750369147"/>
                    </a:ext>
                  </a:extLst>
                </a:gridCol>
                <a:gridCol w="1484004">
                  <a:extLst>
                    <a:ext uri="{9D8B030D-6E8A-4147-A177-3AD203B41FA5}">
                      <a16:colId xmlns:a16="http://schemas.microsoft.com/office/drawing/2014/main" val="2842331261"/>
                    </a:ext>
                  </a:extLst>
                </a:gridCol>
                <a:gridCol w="1484004">
                  <a:extLst>
                    <a:ext uri="{9D8B030D-6E8A-4147-A177-3AD203B41FA5}">
                      <a16:colId xmlns:a16="http://schemas.microsoft.com/office/drawing/2014/main" val="1132387671"/>
                    </a:ext>
                  </a:extLst>
                </a:gridCol>
                <a:gridCol w="1484004">
                  <a:extLst>
                    <a:ext uri="{9D8B030D-6E8A-4147-A177-3AD203B41FA5}">
                      <a16:colId xmlns:a16="http://schemas.microsoft.com/office/drawing/2014/main" val="278222135"/>
                    </a:ext>
                  </a:extLst>
                </a:gridCol>
              </a:tblGrid>
              <a:tr h="360000">
                <a:tc>
                  <a:txBody>
                    <a:bodyPr/>
                    <a:lstStyle/>
                    <a:p>
                      <a:pPr marL="0" marR="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Năm</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Tháng</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Ngày</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Thứ</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732613760"/>
                  </a:ext>
                </a:extLst>
              </a:tr>
              <a:tr h="315572">
                <a:tc>
                  <a:txBody>
                    <a:bodyPr/>
                    <a:lstStyle/>
                    <a:p>
                      <a:pPr marL="0" marR="0" indent="0" algn="ctr" defTabSz="914400" rtl="0" eaLnBrk="1" fontAlgn="base" latinLnBrk="1" hangingPunct="1">
                        <a:lnSpc>
                          <a:spcPct val="100000"/>
                        </a:lnSpc>
                        <a:spcBef>
                          <a:spcPts val="0"/>
                        </a:spcBef>
                        <a:spcAft>
                          <a:spcPts val="0"/>
                        </a:spcAft>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2009</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8</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21</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Thứ</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sáu</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54325084"/>
                  </a:ext>
                </a:extLst>
              </a:tr>
              <a:tr h="315572">
                <a:tc>
                  <a:txBody>
                    <a:bodyPr/>
                    <a:lstStyle/>
                    <a:p>
                      <a:pPr marL="0" marR="0" indent="0" algn="ctr" defTabSz="914400" rtl="0" eaLnBrk="1" fontAlgn="base" latinLnBrk="1" hangingPunct="1">
                        <a:lnSpc>
                          <a:spcPct val="100000"/>
                        </a:lnSpc>
                        <a:spcBef>
                          <a:spcPts val="0"/>
                        </a:spcBef>
                        <a:spcAft>
                          <a:spcPts val="0"/>
                        </a:spcAft>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2013</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8</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27</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Thứ</a:t>
                      </a:r>
                      <a:r>
                        <a:rPr lang="en-US" altLang="ko-KR"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300" b="0" kern="1200" baseline="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ba</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06391503"/>
                  </a:ext>
                </a:extLst>
              </a:tr>
              <a:tr h="315572">
                <a:tc>
                  <a:txBody>
                    <a:bodyPr/>
                    <a:lstStyle/>
                    <a:p>
                      <a:pPr marL="0" marR="0" indent="0" algn="ctr" defTabSz="914400" rtl="0" eaLnBrk="1" fontAlgn="base" latinLnBrk="1" hangingPunct="1">
                        <a:lnSpc>
                          <a:spcPct val="100000"/>
                        </a:lnSpc>
                        <a:spcBef>
                          <a:spcPts val="0"/>
                        </a:spcBef>
                        <a:spcAft>
                          <a:spcPts val="0"/>
                        </a:spcAft>
                      </a:pP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2019</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11</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Thứ</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hai</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673840122"/>
                  </a:ext>
                </a:extLst>
              </a:tr>
            </a:tbl>
          </a:graphicData>
        </a:graphic>
      </p:graphicFrame>
      <p:sp>
        <p:nvSpPr>
          <p:cNvPr id="26" name="화살표: 위쪽/아래쪽 18">
            <a:extLst>
              <a:ext uri="{FF2B5EF4-FFF2-40B4-BE49-F238E27FC236}">
                <a16:creationId xmlns:a16="http://schemas.microsoft.com/office/drawing/2014/main" id="{D2FEA80E-C59C-4CC5-831E-6B22DEDF9531}"/>
              </a:ext>
            </a:extLst>
          </p:cNvPr>
          <p:cNvSpPr/>
          <p:nvPr/>
        </p:nvSpPr>
        <p:spPr>
          <a:xfrm rot="16200000">
            <a:off x="2660849" y="3385590"/>
            <a:ext cx="193953" cy="720000"/>
          </a:xfrm>
          <a:prstGeom prst="upDownArrow">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3" name="직사각형 22"/>
          <p:cNvSpPr/>
          <p:nvPr/>
        </p:nvSpPr>
        <p:spPr>
          <a:xfrm>
            <a:off x="781025" y="2429397"/>
            <a:ext cx="8630827" cy="3454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1983" rIns="143967" bIns="71983" rtlCol="0" anchor="t">
            <a:spAutoFit/>
            <a:scene3d>
              <a:camera prst="orthographicFront"/>
              <a:lightRig rig="threePt" dir="t"/>
            </a:scene3d>
            <a:sp3d>
              <a:bevelT w="0" h="6350"/>
            </a:sp3d>
          </a:bodyPr>
          <a:lstStyle/>
          <a:p>
            <a:pPr>
              <a:spcAft>
                <a:spcPts val="800"/>
              </a:spcAft>
              <a:buClr>
                <a:srgbClr val="193EB0"/>
              </a:buClr>
            </a:pP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Từ</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Thời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gian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hãy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suy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ra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Năm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Tháng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Ngày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Thứ</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v.v. </a:t>
            </a:r>
          </a:p>
        </p:txBody>
      </p:sp>
      <p:sp>
        <p:nvSpPr>
          <p:cNvPr id="12" name="직사각형 11">
            <a:extLst>
              <a:ext uri="{FF2B5EF4-FFF2-40B4-BE49-F238E27FC236}">
                <a16:creationId xmlns:a16="http://schemas.microsoft.com/office/drawing/2014/main" id="{58B1BC1D-DFB7-4482-BA23-F01AD71B1BBE}"/>
              </a:ext>
            </a:extLst>
          </p:cNvPr>
          <p:cNvSpPr/>
          <p:nvPr/>
        </p:nvSpPr>
        <p:spPr>
          <a:xfrm>
            <a:off x="446276" y="1371248"/>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Kỹ</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thuật</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đặc</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trưng</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grpSp>
        <p:nvGrpSpPr>
          <p:cNvPr id="17" name="그룹 16">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0" name="사각형: 둥근 모서리 2">
            <a:extLst>
              <a:ext uri="{FF2B5EF4-FFF2-40B4-BE49-F238E27FC236}">
                <a16:creationId xmlns:a16="http://schemas.microsoft.com/office/drawing/2014/main" id="{7909CF6F-4679-44EC-A711-D8F38D45D1E3}"/>
              </a:ext>
            </a:extLst>
          </p:cNvPr>
          <p:cNvSpPr/>
          <p:nvPr/>
        </p:nvSpPr>
        <p:spPr>
          <a:xfrm>
            <a:off x="903506" y="2490278"/>
            <a:ext cx="290279" cy="223667"/>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300" b="1" dirty="0" err="1">
                <a:solidFill>
                  <a:schemeClr val="bg1"/>
                </a:solidFill>
                <a:latin typeface="SamsungOne-400" panose="020B0503030303020204" pitchFamily="34" charset="0"/>
                <a:ea typeface="SamsungOne-400" panose="020B0503030303020204" pitchFamily="34" charset="0"/>
              </a:rPr>
              <a:t>Vd</a:t>
            </a:r>
            <a:endParaRPr lang="ko-KR" altLang="en-US" sz="1300" b="1" dirty="0">
              <a:solidFill>
                <a:schemeClr val="bg1"/>
              </a:solidFill>
              <a:latin typeface="SamsungOne-400" panose="020B0503030303020204" pitchFamily="34" charset="0"/>
            </a:endParaRPr>
          </a:p>
        </p:txBody>
      </p:sp>
      <p:grpSp>
        <p:nvGrpSpPr>
          <p:cNvPr id="16" name="그룹 15"/>
          <p:cNvGrpSpPr/>
          <p:nvPr/>
        </p:nvGrpSpPr>
        <p:grpSpPr>
          <a:xfrm>
            <a:off x="524240" y="1870666"/>
            <a:ext cx="8887612" cy="607651"/>
            <a:chOff x="524240" y="1870666"/>
            <a:chExt cx="8887612" cy="607651"/>
          </a:xfrm>
        </p:grpSpPr>
        <p:sp>
          <p:nvSpPr>
            <p:cNvPr id="21" name="직사각형 20"/>
            <p:cNvSpPr/>
            <p:nvPr/>
          </p:nvSpPr>
          <p:spPr>
            <a:xfrm>
              <a:off x="651633" y="2132856"/>
              <a:ext cx="8632825"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hoặc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nhiều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biến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dựa</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vào</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biến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khác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a:t>
              </a:r>
            </a:p>
          </p:txBody>
        </p:sp>
        <p:sp>
          <p:nvSpPr>
            <p:cNvPr id="22" name="직사각형 21">
              <a:extLst>
                <a:ext uri="{FF2B5EF4-FFF2-40B4-BE49-F238E27FC236}">
                  <a16:creationId xmlns:a16="http://schemas.microsoft.com/office/drawing/2014/main" id="{B9911584-7C52-4333-A1B3-5FEE211FBD88}"/>
                </a:ext>
              </a:extLst>
            </p:cNvPr>
            <p:cNvSpPr/>
            <p:nvPr/>
          </p:nvSpPr>
          <p:spPr>
            <a:xfrm>
              <a:off x="524240" y="1870666"/>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dẫn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xuất</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spTree>
    <p:extLst>
      <p:ext uri="{BB962C8B-B14F-4D97-AF65-F5344CB8AC3E}">
        <p14:creationId xmlns:p14="http://schemas.microsoft.com/office/powerpoint/2010/main" val="2921152795"/>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직사각형 21"/>
          <p:cNvSpPr/>
          <p:nvPr/>
        </p:nvSpPr>
        <p:spPr>
          <a:xfrm>
            <a:off x="791471" y="2052390"/>
            <a:ext cx="8630827" cy="64807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1983" rIns="143967" bIns="71983" rtlCol="0" anchor="t">
            <a:spAutoFit/>
            <a:scene3d>
              <a:camera prst="orthographicFront"/>
              <a:lightRig rig="threePt" dir="t"/>
            </a:scene3d>
            <a:sp3d>
              <a:bevelT w="0" h="6350"/>
            </a:sp3d>
          </a:bodyPr>
          <a:lstStyle/>
          <a:p>
            <a:pPr>
              <a:spcAft>
                <a:spcPts val="800"/>
              </a:spcAft>
              <a:buClr>
                <a:srgbClr val="193EB0"/>
              </a:buClr>
            </a:pP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Từ</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Tọa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độ</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X”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Tọa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độ</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Y”,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hãy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suy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ra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Khoảng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a:p>
            <a:pPr>
              <a:spcAft>
                <a:spcPts val="800"/>
              </a:spcAft>
              <a:buClr>
                <a:srgbClr val="193EB0"/>
              </a:buCl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Khoảng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p>
        </p:txBody>
      </p:sp>
      <p:graphicFrame>
        <p:nvGraphicFramePr>
          <p:cNvPr id="24" name="표 23">
            <a:extLst>
              <a:ext uri="{FF2B5EF4-FFF2-40B4-BE49-F238E27FC236}">
                <a16:creationId xmlns:a16="http://schemas.microsoft.com/office/drawing/2014/main" id="{0B78A9D2-AA59-4EAE-A70A-705FFA6F48D4}"/>
              </a:ext>
            </a:extLst>
          </p:cNvPr>
          <p:cNvGraphicFramePr>
            <a:graphicFrameLocks noGrp="1"/>
          </p:cNvGraphicFramePr>
          <p:nvPr>
            <p:extLst>
              <p:ext uri="{D42A27DB-BD31-4B8C-83A1-F6EECF244321}">
                <p14:modId xmlns:p14="http://schemas.microsoft.com/office/powerpoint/2010/main" val="2689725348"/>
              </p:ext>
            </p:extLst>
          </p:nvPr>
        </p:nvGraphicFramePr>
        <p:xfrm>
          <a:off x="791471" y="2996952"/>
          <a:ext cx="5000856" cy="1310400"/>
        </p:xfrm>
        <a:graphic>
          <a:graphicData uri="http://schemas.openxmlformats.org/drawingml/2006/table">
            <a:tbl>
              <a:tblPr firstRow="1" bandRow="1">
                <a:tableStyleId>{5940675A-B579-460E-94D1-54222C63F5DA}</a:tableStyleId>
              </a:tblPr>
              <a:tblGrid>
                <a:gridCol w="2500428">
                  <a:extLst>
                    <a:ext uri="{9D8B030D-6E8A-4147-A177-3AD203B41FA5}">
                      <a16:colId xmlns:a16="http://schemas.microsoft.com/office/drawing/2014/main" val="3750369147"/>
                    </a:ext>
                  </a:extLst>
                </a:gridCol>
                <a:gridCol w="2500428">
                  <a:extLst>
                    <a:ext uri="{9D8B030D-6E8A-4147-A177-3AD203B41FA5}">
                      <a16:colId xmlns:a16="http://schemas.microsoft.com/office/drawing/2014/main" val="2143277647"/>
                    </a:ext>
                  </a:extLst>
                </a:gridCol>
              </a:tblGrid>
              <a:tr h="360000">
                <a:tc>
                  <a:txBody>
                    <a:bodyPr/>
                    <a:lstStyle/>
                    <a:p>
                      <a:pPr marL="0" marR="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Tọa</a:t>
                      </a:r>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độ</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X</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Tọa</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baseline="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độ</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Y</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732613760"/>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4</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90397591"/>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5</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12</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54325084"/>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9</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12</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91299897"/>
                  </a:ext>
                </a:extLst>
              </a:tr>
            </a:tbl>
          </a:graphicData>
        </a:graphic>
      </p:graphicFrame>
      <p:graphicFrame>
        <p:nvGraphicFramePr>
          <p:cNvPr id="25" name="표 24">
            <a:extLst>
              <a:ext uri="{FF2B5EF4-FFF2-40B4-BE49-F238E27FC236}">
                <a16:creationId xmlns:a16="http://schemas.microsoft.com/office/drawing/2014/main" id="{B576F295-4350-419D-8D06-833A9B2425D6}"/>
              </a:ext>
            </a:extLst>
          </p:cNvPr>
          <p:cNvGraphicFramePr>
            <a:graphicFrameLocks noGrp="1"/>
          </p:cNvGraphicFramePr>
          <p:nvPr>
            <p:extLst>
              <p:ext uri="{D42A27DB-BD31-4B8C-83A1-F6EECF244321}">
                <p14:modId xmlns:p14="http://schemas.microsoft.com/office/powerpoint/2010/main" val="616463399"/>
              </p:ext>
            </p:extLst>
          </p:nvPr>
        </p:nvGraphicFramePr>
        <p:xfrm>
          <a:off x="7141114" y="2996952"/>
          <a:ext cx="2123416" cy="1310400"/>
        </p:xfrm>
        <a:graphic>
          <a:graphicData uri="http://schemas.openxmlformats.org/drawingml/2006/table">
            <a:tbl>
              <a:tblPr firstRow="1" bandRow="1">
                <a:tableStyleId>{5940675A-B579-460E-94D1-54222C63F5DA}</a:tableStyleId>
              </a:tblPr>
              <a:tblGrid>
                <a:gridCol w="2123416">
                  <a:extLst>
                    <a:ext uri="{9D8B030D-6E8A-4147-A177-3AD203B41FA5}">
                      <a16:colId xmlns:a16="http://schemas.microsoft.com/office/drawing/2014/main" val="3750369147"/>
                    </a:ext>
                  </a:extLst>
                </a:gridCol>
              </a:tblGrid>
              <a:tr h="360000">
                <a:tc>
                  <a:txBody>
                    <a:bodyPr/>
                    <a:lstStyle/>
                    <a:p>
                      <a:pPr marL="0" marR="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Khoảng</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baseline="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cách</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732613760"/>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5</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54325084"/>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13</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06391503"/>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15</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673840122"/>
                  </a:ext>
                </a:extLst>
              </a:tr>
            </a:tbl>
          </a:graphicData>
        </a:graphic>
      </p:graphicFrame>
      <p:sp>
        <p:nvSpPr>
          <p:cNvPr id="27" name="화살표: 위쪽/아래쪽 18">
            <a:extLst>
              <a:ext uri="{FF2B5EF4-FFF2-40B4-BE49-F238E27FC236}">
                <a16:creationId xmlns:a16="http://schemas.microsoft.com/office/drawing/2014/main" id="{D2FEA80E-C59C-4CC5-831E-6B22DEDF9531}"/>
              </a:ext>
            </a:extLst>
          </p:cNvPr>
          <p:cNvSpPr/>
          <p:nvPr/>
        </p:nvSpPr>
        <p:spPr>
          <a:xfrm rot="16200000">
            <a:off x="6375379" y="3330038"/>
            <a:ext cx="193953" cy="720000"/>
          </a:xfrm>
          <a:prstGeom prst="upDownArrow">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mc:AlternateContent xmlns:mc="http://schemas.openxmlformats.org/markup-compatibility/2006">
        <mc:Choice xmlns:a14="http://schemas.microsoft.com/office/drawing/2010/main" Requires="a14">
          <p:sp>
            <p:nvSpPr>
              <p:cNvPr id="30" name="내용 개체 틀 2">
                <a:extLst>
                  <a:ext uri="{FF2B5EF4-FFF2-40B4-BE49-F238E27FC236}">
                    <a16:creationId xmlns:a16="http://schemas.microsoft.com/office/drawing/2014/main" id="{89475692-49FE-4DE2-BB02-797206C07618}"/>
                  </a:ext>
                </a:extLst>
              </p:cNvPr>
              <p:cNvSpPr txBox="1">
                <a:spLocks/>
              </p:cNvSpPr>
              <p:nvPr/>
            </p:nvSpPr>
            <p:spPr>
              <a:xfrm>
                <a:off x="1936601" y="2340910"/>
                <a:ext cx="2704199" cy="331447"/>
              </a:xfrm>
              <a:prstGeom prst="rect">
                <a:avLst/>
              </a:prstGeom>
            </p:spPr>
            <p:txBody>
              <a:bodyPr lIns="0" tIns="0" rIns="0" bIns="0" anchor="ctr" anchorCtr="0">
                <a:scene3d>
                  <a:camera prst="orthographicFront"/>
                  <a:lightRig rig="threePt" dir="t"/>
                </a:scene3d>
                <a:sp3d>
                  <a:bevelT w="0" h="6350"/>
                </a:sp3d>
              </a:bodyPr>
              <a:lst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just">
                  <a:lnSpc>
                    <a:spcPct val="150000"/>
                  </a:lnSpc>
                  <a:buNone/>
                </a:pPr>
                <a14:m>
                  <m:oMathPara xmlns:m="http://schemas.openxmlformats.org/officeDocument/2006/math">
                    <m:oMathParaPr>
                      <m:jc m:val="centerGroup"/>
                    </m:oMathParaPr>
                    <m:oMath xmlns:m="http://schemas.openxmlformats.org/officeDocument/2006/math">
                      <m:rad>
                        <m:radPr>
                          <m:degHide m:val="on"/>
                          <m:ctrlPr>
                            <a:rPr lang="en-US" altLang="ko-KR" sz="1300" i="1" smtClean="0">
                              <a:solidFill>
                                <a:schemeClr val="tx1">
                                  <a:lumMod val="85000"/>
                                  <a:lumOff val="15000"/>
                                </a:schemeClr>
                              </a:solidFill>
                              <a:latin typeface="Cambria Math" panose="02040503050406030204" pitchFamily="18" charset="0"/>
                              <a:cs typeface="Times New Roman" panose="02020603050405020304" pitchFamily="18" charset="0"/>
                            </a:rPr>
                          </m:ctrlPr>
                        </m:radPr>
                        <m:deg/>
                        <m:e>
                          <m:sSup>
                            <m:sSupPr>
                              <m:ctrlPr>
                                <a:rPr lang="en-US" altLang="ko-KR" sz="1300" i="1">
                                  <a:solidFill>
                                    <a:schemeClr val="tx1">
                                      <a:lumMod val="85000"/>
                                      <a:lumOff val="15000"/>
                                    </a:schemeClr>
                                  </a:solidFill>
                                  <a:latin typeface="Cambria Math" panose="02040503050406030204" pitchFamily="18" charset="0"/>
                                  <a:cs typeface="Times New Roman" panose="02020603050405020304" pitchFamily="18" charset="0"/>
                                </a:rPr>
                              </m:ctrlPr>
                            </m:sSupPr>
                            <m:e>
                              <m:r>
                                <m:rPr>
                                  <m:nor/>
                                </m:rPr>
                                <a:rPr lang="en-US" altLang="ko-KR" sz="1300" b="0" i="0" smtClean="0">
                                  <a:solidFill>
                                    <a:schemeClr val="tx1">
                                      <a:lumMod val="85000"/>
                                      <a:lumOff val="15000"/>
                                    </a:schemeClr>
                                  </a:solidFill>
                                  <a:latin typeface="Cambria Math" panose="02040503050406030204" pitchFamily="18" charset="0"/>
                                  <a:cs typeface="Times New Roman" panose="02020603050405020304" pitchFamily="18" charset="0"/>
                                </a:rPr>
                                <m:t>T</m:t>
                              </m:r>
                              <m:r>
                                <a:rPr lang="en-US" altLang="ko-KR" sz="1300" b="0" i="1" smtClean="0">
                                  <a:solidFill>
                                    <a:schemeClr val="tx1">
                                      <a:lumMod val="85000"/>
                                      <a:lumOff val="15000"/>
                                    </a:schemeClr>
                                  </a:solidFill>
                                  <a:latin typeface="Cambria Math" panose="02040503050406030204" pitchFamily="18" charset="0"/>
                                  <a:cs typeface="Times New Roman" panose="02020603050405020304" pitchFamily="18" charset="0"/>
                                </a:rPr>
                                <m:t>ọ</m:t>
                              </m:r>
                              <m:r>
                                <m:rPr>
                                  <m:sty m:val="p"/>
                                </m:rPr>
                                <a:rPr lang="en-US" altLang="ko-KR" sz="1300" b="0" i="1" smtClean="0">
                                  <a:solidFill>
                                    <a:schemeClr val="tx1">
                                      <a:lumMod val="85000"/>
                                      <a:lumOff val="15000"/>
                                    </a:schemeClr>
                                  </a:solidFill>
                                  <a:latin typeface="Cambria Math" panose="02040503050406030204" pitchFamily="18" charset="0"/>
                                  <a:cs typeface="Times New Roman" panose="02020603050405020304" pitchFamily="18" charset="0"/>
                                </a:rPr>
                                <m:t>a</m:t>
                              </m:r>
                              <m:r>
                                <a:rPr lang="en-US" altLang="ko-KR" sz="1300" b="0" i="1" smtClean="0">
                                  <a:solidFill>
                                    <a:schemeClr val="tx1">
                                      <a:lumMod val="85000"/>
                                      <a:lumOff val="15000"/>
                                    </a:schemeClr>
                                  </a:solidFill>
                                  <a:latin typeface="Cambria Math" panose="02040503050406030204" pitchFamily="18" charset="0"/>
                                  <a:cs typeface="Times New Roman" panose="02020603050405020304" pitchFamily="18" charset="0"/>
                                </a:rPr>
                                <m:t> độ </m:t>
                              </m:r>
                              <m:r>
                                <a:rPr lang="en-US" altLang="ko-KR" sz="1300" b="0" i="1" smtClean="0">
                                  <a:solidFill>
                                    <a:schemeClr val="tx1">
                                      <a:lumMod val="85000"/>
                                      <a:lumOff val="15000"/>
                                    </a:schemeClr>
                                  </a:solidFill>
                                  <a:latin typeface="Cambria Math" panose="02040503050406030204" pitchFamily="18" charset="0"/>
                                  <a:cs typeface="Times New Roman" panose="02020603050405020304" pitchFamily="18" charset="0"/>
                                </a:rPr>
                                <m:t>𝑋</m:t>
                              </m:r>
                            </m:e>
                            <m:sup>
                              <m:r>
                                <a:rPr lang="en-US" altLang="ko-KR" sz="1300" i="1">
                                  <a:solidFill>
                                    <a:schemeClr val="tx1">
                                      <a:lumMod val="85000"/>
                                      <a:lumOff val="15000"/>
                                    </a:schemeClr>
                                  </a:solidFill>
                                  <a:latin typeface="Cambria Math" panose="02040503050406030204" pitchFamily="18" charset="0"/>
                                  <a:cs typeface="Times New Roman" panose="02020603050405020304" pitchFamily="18" charset="0"/>
                                </a:rPr>
                                <m:t>2</m:t>
                              </m:r>
                            </m:sup>
                          </m:sSup>
                          <m:r>
                            <a:rPr lang="en-US" altLang="ko-KR" sz="1300" i="1">
                              <a:solidFill>
                                <a:schemeClr val="tx1">
                                  <a:lumMod val="85000"/>
                                  <a:lumOff val="15000"/>
                                </a:schemeClr>
                              </a:solidFill>
                              <a:latin typeface="Cambria Math" panose="02040503050406030204" pitchFamily="18" charset="0"/>
                              <a:cs typeface="Times New Roman" panose="02020603050405020304" pitchFamily="18" charset="0"/>
                            </a:rPr>
                            <m:t>+</m:t>
                          </m:r>
                          <m:sSup>
                            <m:sSupPr>
                              <m:ctrlPr>
                                <a:rPr lang="en-US" altLang="ko-KR" sz="1300" i="1">
                                  <a:solidFill>
                                    <a:schemeClr val="tx1">
                                      <a:lumMod val="85000"/>
                                      <a:lumOff val="15000"/>
                                    </a:schemeClr>
                                  </a:solidFill>
                                  <a:latin typeface="Cambria Math" panose="02040503050406030204" pitchFamily="18" charset="0"/>
                                  <a:cs typeface="Times New Roman" panose="02020603050405020304" pitchFamily="18" charset="0"/>
                                </a:rPr>
                              </m:ctrlPr>
                            </m:sSupPr>
                            <m:e>
                              <m:r>
                                <m:rPr>
                                  <m:nor/>
                                </m:rPr>
                                <a:rPr lang="en-US" altLang="ko-KR" sz="1300" b="0" i="0" smtClean="0">
                                  <a:solidFill>
                                    <a:schemeClr val="tx1">
                                      <a:lumMod val="85000"/>
                                      <a:lumOff val="15000"/>
                                    </a:schemeClr>
                                  </a:solidFill>
                                  <a:latin typeface="Cambria Math" panose="02040503050406030204" pitchFamily="18" charset="0"/>
                                  <a:cs typeface="Times New Roman" panose="02020603050405020304" pitchFamily="18" charset="0"/>
                                </a:rPr>
                                <m:t>T</m:t>
                              </m:r>
                              <m:r>
                                <a:rPr lang="en-US" altLang="ko-KR" sz="1300" b="0" i="1" smtClean="0">
                                  <a:solidFill>
                                    <a:schemeClr val="tx1">
                                      <a:lumMod val="85000"/>
                                      <a:lumOff val="15000"/>
                                    </a:schemeClr>
                                  </a:solidFill>
                                  <a:latin typeface="Cambria Math" panose="02040503050406030204" pitchFamily="18" charset="0"/>
                                  <a:cs typeface="Times New Roman" panose="02020603050405020304" pitchFamily="18" charset="0"/>
                                </a:rPr>
                                <m:t>ọ</m:t>
                              </m:r>
                              <m:r>
                                <m:rPr>
                                  <m:sty m:val="p"/>
                                </m:rPr>
                                <a:rPr lang="en-US" altLang="ko-KR" sz="1300" b="0" i="1" smtClean="0">
                                  <a:solidFill>
                                    <a:schemeClr val="tx1">
                                      <a:lumMod val="85000"/>
                                      <a:lumOff val="15000"/>
                                    </a:schemeClr>
                                  </a:solidFill>
                                  <a:latin typeface="Cambria Math" panose="02040503050406030204" pitchFamily="18" charset="0"/>
                                  <a:cs typeface="Times New Roman" panose="02020603050405020304" pitchFamily="18" charset="0"/>
                                </a:rPr>
                                <m:t>a</m:t>
                              </m:r>
                              <m:r>
                                <a:rPr lang="en-US" altLang="ko-KR" sz="1300" b="0" i="1" smtClean="0">
                                  <a:solidFill>
                                    <a:schemeClr val="tx1">
                                      <a:lumMod val="85000"/>
                                      <a:lumOff val="15000"/>
                                    </a:schemeClr>
                                  </a:solidFill>
                                  <a:latin typeface="Cambria Math" panose="02040503050406030204" pitchFamily="18" charset="0"/>
                                  <a:cs typeface="Times New Roman" panose="02020603050405020304" pitchFamily="18" charset="0"/>
                                </a:rPr>
                                <m:t> độ </m:t>
                              </m:r>
                              <m:r>
                                <a:rPr lang="en-US" altLang="ko-KR" sz="1300" b="0" i="1" smtClean="0">
                                  <a:solidFill>
                                    <a:schemeClr val="tx1">
                                      <a:lumMod val="85000"/>
                                      <a:lumOff val="15000"/>
                                    </a:schemeClr>
                                  </a:solidFill>
                                  <a:latin typeface="Cambria Math" panose="02040503050406030204" pitchFamily="18" charset="0"/>
                                  <a:cs typeface="Times New Roman" panose="02020603050405020304" pitchFamily="18" charset="0"/>
                                </a:rPr>
                                <m:t>𝑌</m:t>
                              </m:r>
                            </m:e>
                            <m:sup>
                              <m:r>
                                <a:rPr lang="en-US" altLang="ko-KR" sz="1300" i="1">
                                  <a:solidFill>
                                    <a:schemeClr val="tx1">
                                      <a:lumMod val="85000"/>
                                      <a:lumOff val="15000"/>
                                    </a:schemeClr>
                                  </a:solidFill>
                                  <a:latin typeface="Cambria Math" panose="02040503050406030204" pitchFamily="18" charset="0"/>
                                  <a:cs typeface="Times New Roman" panose="02020603050405020304" pitchFamily="18" charset="0"/>
                                </a:rPr>
                                <m:t>2</m:t>
                              </m:r>
                            </m:sup>
                          </m:sSup>
                        </m:e>
                      </m:rad>
                    </m:oMath>
                  </m:oMathPara>
                </a14:m>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endParaRPr>
              </a:p>
            </p:txBody>
          </p:sp>
        </mc:Choice>
        <mc:Fallback>
          <p:sp>
            <p:nvSpPr>
              <p:cNvPr id="30" name="내용 개체 틀 2">
                <a:extLst>
                  <a:ext uri="{FF2B5EF4-FFF2-40B4-BE49-F238E27FC236}">
                    <a16:creationId xmlns:a16="http://schemas.microsoft.com/office/drawing/2014/main" id="{89475692-49FE-4DE2-BB02-797206C07618}"/>
                  </a:ext>
                </a:extLst>
              </p:cNvPr>
              <p:cNvSpPr txBox="1">
                <a:spLocks noRot="1" noChangeAspect="1" noMove="1" noResize="1" noEditPoints="1" noAdjustHandles="1" noChangeArrowheads="1" noChangeShapeType="1" noTextEdit="1"/>
              </p:cNvSpPr>
              <p:nvPr/>
            </p:nvSpPr>
            <p:spPr>
              <a:xfrm>
                <a:off x="1936601" y="2340910"/>
                <a:ext cx="2704199" cy="331447"/>
              </a:xfrm>
              <a:prstGeom prst="rect">
                <a:avLst/>
              </a:prstGeom>
              <a:blipFill>
                <a:blip r:embed="rId3"/>
                <a:stretch>
                  <a:fillRect/>
                </a:stretch>
              </a:blipFill>
            </p:spPr>
            <p:txBody>
              <a:bodyPr/>
              <a:lstStyle/>
              <a:p>
                <a:r>
                  <a:rPr lang="en-VN">
                    <a:noFill/>
                  </a:rPr>
                  <a:t> </a:t>
                </a:r>
              </a:p>
            </p:txBody>
          </p:sp>
        </mc:Fallback>
      </mc:AlternateContent>
      <p:grpSp>
        <p:nvGrpSpPr>
          <p:cNvPr id="13" name="그룹 1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7" name="직사각형 16">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20" name="직사각형 19">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14" name="그룹 13">
            <a:extLst>
              <a:ext uri="{FF2B5EF4-FFF2-40B4-BE49-F238E27FC236}">
                <a16:creationId xmlns:a16="http://schemas.microsoft.com/office/drawing/2014/main" id="{EE5A546D-4A57-47A0-9997-FB47811E1709}"/>
              </a:ext>
            </a:extLst>
          </p:cNvPr>
          <p:cNvGrpSpPr/>
          <p:nvPr/>
        </p:nvGrpSpPr>
        <p:grpSpPr>
          <a:xfrm>
            <a:off x="580388" y="1413381"/>
            <a:ext cx="8887612" cy="599957"/>
            <a:chOff x="580388" y="1413381"/>
            <a:chExt cx="8887612" cy="599957"/>
          </a:xfrm>
        </p:grpSpPr>
        <p:sp>
          <p:nvSpPr>
            <p:cNvPr id="15" name="직사각형 14">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dẫn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xuất</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16" name="Rectangle 12">
              <a:extLst>
                <a:ext uri="{FF2B5EF4-FFF2-40B4-BE49-F238E27FC236}">
                  <a16:creationId xmlns:a16="http://schemas.microsoft.com/office/drawing/2014/main" id="{A565D94B-402B-4972-AFFC-93522B4F8711}"/>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hoặc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nhiều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biến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dựa</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vào</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biến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khác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a:t>
              </a:r>
            </a:p>
          </p:txBody>
        </p:sp>
      </p:grpSp>
      <p:sp>
        <p:nvSpPr>
          <p:cNvPr id="18" name="사각형: 둥근 모서리 2">
            <a:extLst>
              <a:ext uri="{FF2B5EF4-FFF2-40B4-BE49-F238E27FC236}">
                <a16:creationId xmlns:a16="http://schemas.microsoft.com/office/drawing/2014/main" id="{7909CF6F-4679-44EC-A711-D8F38D45D1E3}"/>
              </a:ext>
            </a:extLst>
          </p:cNvPr>
          <p:cNvSpPr/>
          <p:nvPr/>
        </p:nvSpPr>
        <p:spPr>
          <a:xfrm>
            <a:off x="903506" y="2119190"/>
            <a:ext cx="290279" cy="223667"/>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300" b="1" dirty="0" err="1">
                <a:solidFill>
                  <a:schemeClr val="bg1"/>
                </a:solidFill>
                <a:latin typeface="SamsungOne-400" panose="020B0503030303020204" pitchFamily="34" charset="0"/>
                <a:ea typeface="SamsungOne-400" panose="020B0503030303020204" pitchFamily="34" charset="0"/>
              </a:rPr>
              <a:t>Vd</a:t>
            </a:r>
            <a:endParaRPr lang="ko-KR" altLang="en-US" sz="1300" b="1" dirty="0">
              <a:solidFill>
                <a:schemeClr val="bg1"/>
              </a:solidFill>
              <a:latin typeface="SamsungOne-400" panose="020B0503030303020204" pitchFamily="34" charset="0"/>
            </a:endParaRPr>
          </a:p>
        </p:txBody>
      </p:sp>
    </p:spTree>
    <p:extLst>
      <p:ext uri="{BB962C8B-B14F-4D97-AF65-F5344CB8AC3E}">
        <p14:creationId xmlns:p14="http://schemas.microsoft.com/office/powerpoint/2010/main" val="513066390"/>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표 23">
            <a:extLst>
              <a:ext uri="{FF2B5EF4-FFF2-40B4-BE49-F238E27FC236}">
                <a16:creationId xmlns:a16="http://schemas.microsoft.com/office/drawing/2014/main" id="{0B78A9D2-AA59-4EAE-A70A-705FFA6F48D4}"/>
              </a:ext>
            </a:extLst>
          </p:cNvPr>
          <p:cNvGraphicFramePr>
            <a:graphicFrameLocks noGrp="1"/>
          </p:cNvGraphicFramePr>
          <p:nvPr>
            <p:extLst>
              <p:ext uri="{D42A27DB-BD31-4B8C-83A1-F6EECF244321}">
                <p14:modId xmlns:p14="http://schemas.microsoft.com/office/powerpoint/2010/main" val="2829386507"/>
              </p:ext>
            </p:extLst>
          </p:nvPr>
        </p:nvGraphicFramePr>
        <p:xfrm>
          <a:off x="783304" y="2991619"/>
          <a:ext cx="5000856" cy="1310400"/>
        </p:xfrm>
        <a:graphic>
          <a:graphicData uri="http://schemas.openxmlformats.org/drawingml/2006/table">
            <a:tbl>
              <a:tblPr firstRow="1" bandRow="1">
                <a:tableStyleId>{5940675A-B579-460E-94D1-54222C63F5DA}</a:tableStyleId>
              </a:tblPr>
              <a:tblGrid>
                <a:gridCol w="2500428">
                  <a:extLst>
                    <a:ext uri="{9D8B030D-6E8A-4147-A177-3AD203B41FA5}">
                      <a16:colId xmlns:a16="http://schemas.microsoft.com/office/drawing/2014/main" val="3750369147"/>
                    </a:ext>
                  </a:extLst>
                </a:gridCol>
                <a:gridCol w="2500428">
                  <a:extLst>
                    <a:ext uri="{9D8B030D-6E8A-4147-A177-3AD203B41FA5}">
                      <a16:colId xmlns:a16="http://schemas.microsoft.com/office/drawing/2014/main" val="2143277647"/>
                    </a:ext>
                  </a:extLst>
                </a:gridCol>
              </a:tblGrid>
              <a:tr h="360000">
                <a:tc>
                  <a:txBody>
                    <a:bodyPr/>
                    <a:lstStyle/>
                    <a:p>
                      <a:pPr marL="0" marR="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Giá</a:t>
                      </a:r>
                      <a:endPar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Diện</a:t>
                      </a:r>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tích</a:t>
                      </a:r>
                      <a:endPar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732613760"/>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300,000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100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90397591"/>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525,000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150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54325084"/>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160,000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80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91299897"/>
                  </a:ext>
                </a:extLst>
              </a:tr>
            </a:tbl>
          </a:graphicData>
        </a:graphic>
      </p:graphicFrame>
      <p:graphicFrame>
        <p:nvGraphicFramePr>
          <p:cNvPr id="25" name="표 24">
            <a:extLst>
              <a:ext uri="{FF2B5EF4-FFF2-40B4-BE49-F238E27FC236}">
                <a16:creationId xmlns:a16="http://schemas.microsoft.com/office/drawing/2014/main" id="{B576F295-4350-419D-8D06-833A9B2425D6}"/>
              </a:ext>
            </a:extLst>
          </p:cNvPr>
          <p:cNvGraphicFramePr>
            <a:graphicFrameLocks noGrp="1"/>
          </p:cNvGraphicFramePr>
          <p:nvPr>
            <p:extLst>
              <p:ext uri="{D42A27DB-BD31-4B8C-83A1-F6EECF244321}">
                <p14:modId xmlns:p14="http://schemas.microsoft.com/office/powerpoint/2010/main" val="2536532564"/>
              </p:ext>
            </p:extLst>
          </p:nvPr>
        </p:nvGraphicFramePr>
        <p:xfrm>
          <a:off x="7129426" y="2991619"/>
          <a:ext cx="2574514" cy="1310400"/>
        </p:xfrm>
        <a:graphic>
          <a:graphicData uri="http://schemas.openxmlformats.org/drawingml/2006/table">
            <a:tbl>
              <a:tblPr firstRow="1" bandRow="1">
                <a:tableStyleId>{5940675A-B579-460E-94D1-54222C63F5DA}</a:tableStyleId>
              </a:tblPr>
              <a:tblGrid>
                <a:gridCol w="2574514">
                  <a:extLst>
                    <a:ext uri="{9D8B030D-6E8A-4147-A177-3AD203B41FA5}">
                      <a16:colId xmlns:a16="http://schemas.microsoft.com/office/drawing/2014/main" val="3750369147"/>
                    </a:ext>
                  </a:extLst>
                </a:gridCol>
              </a:tblGrid>
              <a:tr h="360000">
                <a:tc>
                  <a:txBody>
                    <a:bodyPr/>
                    <a:lstStyle/>
                    <a:p>
                      <a:pPr marL="0" marR="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Giá</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baseline="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trên</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baseline="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một</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baseline="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đơn</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baseline="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vị</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baseline="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diện</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baseline="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tích</a:t>
                      </a:r>
                      <a:endPar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732613760"/>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3,000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54325084"/>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3,500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06391503"/>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2,000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673840122"/>
                  </a:ext>
                </a:extLst>
              </a:tr>
            </a:tbl>
          </a:graphicData>
        </a:graphic>
      </p:graphicFrame>
      <p:sp>
        <p:nvSpPr>
          <p:cNvPr id="27" name="화살표: 위쪽/아래쪽 18">
            <a:extLst>
              <a:ext uri="{FF2B5EF4-FFF2-40B4-BE49-F238E27FC236}">
                <a16:creationId xmlns:a16="http://schemas.microsoft.com/office/drawing/2014/main" id="{D2FEA80E-C59C-4CC5-831E-6B22DEDF9531}"/>
              </a:ext>
            </a:extLst>
          </p:cNvPr>
          <p:cNvSpPr/>
          <p:nvPr/>
        </p:nvSpPr>
        <p:spPr>
          <a:xfrm rot="16200000">
            <a:off x="6363691" y="3324705"/>
            <a:ext cx="193953" cy="720000"/>
          </a:xfrm>
          <a:prstGeom prst="upDownArrow">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7" name="직사각형 16">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20" name="직사각형 19">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9" name="사각형: 둥근 모서리 2">
            <a:extLst>
              <a:ext uri="{FF2B5EF4-FFF2-40B4-BE49-F238E27FC236}">
                <a16:creationId xmlns:a16="http://schemas.microsoft.com/office/drawing/2014/main" id="{7909CF6F-4679-44EC-A711-D8F38D45D1E3}"/>
              </a:ext>
            </a:extLst>
          </p:cNvPr>
          <p:cNvSpPr/>
          <p:nvPr/>
        </p:nvSpPr>
        <p:spPr>
          <a:xfrm>
            <a:off x="903506" y="2119190"/>
            <a:ext cx="290279" cy="223667"/>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300" b="1" dirty="0" err="1">
                <a:solidFill>
                  <a:schemeClr val="bg1"/>
                </a:solidFill>
                <a:latin typeface="SamsungOne-400" panose="020B0503030303020204" pitchFamily="34" charset="0"/>
                <a:ea typeface="SamsungOne-400" panose="020B0503030303020204" pitchFamily="34" charset="0"/>
              </a:rPr>
              <a:t>Vd</a:t>
            </a:r>
            <a:endParaRPr lang="ko-KR" altLang="en-US" sz="1300" b="1" dirty="0">
              <a:solidFill>
                <a:schemeClr val="bg1"/>
              </a:solidFill>
              <a:latin typeface="SamsungOne-400" panose="020B0503030303020204" pitchFamily="34" charset="0"/>
            </a:endParaRPr>
          </a:p>
        </p:txBody>
      </p:sp>
      <p:grpSp>
        <p:nvGrpSpPr>
          <p:cNvPr id="16" name="그룹 15">
            <a:extLst>
              <a:ext uri="{FF2B5EF4-FFF2-40B4-BE49-F238E27FC236}">
                <a16:creationId xmlns:a16="http://schemas.microsoft.com/office/drawing/2014/main" id="{EE5A546D-4A57-47A0-9997-FB47811E1709}"/>
              </a:ext>
            </a:extLst>
          </p:cNvPr>
          <p:cNvGrpSpPr/>
          <p:nvPr/>
        </p:nvGrpSpPr>
        <p:grpSpPr>
          <a:xfrm>
            <a:off x="580388" y="1413381"/>
            <a:ext cx="8887612" cy="599957"/>
            <a:chOff x="580388" y="1413381"/>
            <a:chExt cx="8887612" cy="599957"/>
          </a:xfrm>
        </p:grpSpPr>
        <p:sp>
          <p:nvSpPr>
            <p:cNvPr id="18" name="직사각형 17">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dẫn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xuất</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19" name="Rectangle 12">
              <a:extLst>
                <a:ext uri="{FF2B5EF4-FFF2-40B4-BE49-F238E27FC236}">
                  <a16:creationId xmlns:a16="http://schemas.microsoft.com/office/drawing/2014/main" id="{A565D94B-402B-4972-AFFC-93522B4F8711}"/>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một</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hoặc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nhiều</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biến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dựa</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vào</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biến</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ea typeface="SamsungOne-400" panose="020B0503030303020204" pitchFamily="34" charset="0"/>
                </a:rPr>
                <a:t>khác</a:t>
              </a: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a:t>
              </a:r>
            </a:p>
          </p:txBody>
        </p:sp>
      </p:grpSp>
      <p:sp>
        <p:nvSpPr>
          <p:cNvPr id="21" name="직사각형 20"/>
          <p:cNvSpPr/>
          <p:nvPr/>
        </p:nvSpPr>
        <p:spPr>
          <a:xfrm>
            <a:off x="791471" y="2052390"/>
            <a:ext cx="8630827" cy="64807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1983" rIns="143967" bIns="71983" rtlCol="0" anchor="t">
            <a:spAutoFit/>
            <a:scene3d>
              <a:camera prst="orthographicFront"/>
              <a:lightRig rig="threePt" dir="t"/>
            </a:scene3d>
            <a:sp3d>
              <a:bevelT w="0" h="6350"/>
            </a:sp3d>
          </a:bodyPr>
          <a:lstStyle/>
          <a:p>
            <a:pPr>
              <a:spcAft>
                <a:spcPts val="800"/>
              </a:spcAft>
              <a:buClr>
                <a:srgbClr val="193EB0"/>
              </a:buClr>
            </a:pP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Từ biến “Giá” và “Diện tích (m</a:t>
            </a:r>
            <a:r>
              <a:rPr lang="vi-VN" altLang="ko-KR" sz="1300" baseline="30000" dirty="0">
                <a:solidFill>
                  <a:schemeClr val="tx1">
                    <a:lumMod val="85000"/>
                    <a:lumOff val="15000"/>
                  </a:schemeClr>
                </a:solidFill>
                <a:latin typeface="SamsungOne-400" panose="020B0503030303020204" pitchFamily="34" charset="0"/>
                <a:ea typeface="SamsungOne-400" panose="020B0503030303020204" pitchFamily="34" charset="0"/>
              </a:rPr>
              <a:t>2</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 hãy suy ra biến “Giá trên một đơn vị diện tích”:</a:t>
            </a:r>
          </a:p>
          <a:p>
            <a:pPr>
              <a:spcAft>
                <a:spcPts val="800"/>
              </a:spcAft>
              <a:buClr>
                <a:srgbClr val="193EB0"/>
              </a:buCl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diện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tích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Diện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tích</a:t>
            </a:r>
            <a:endParaRPr lang="ko-KR" altLang="en-US"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2309849072"/>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mc:Choice xmlns:a14="http://schemas.microsoft.com/office/drawing/2010/main" Requires="a14">
          <p:sp>
            <p:nvSpPr>
              <p:cNvPr id="26" name="TextBox 25">
                <a:extLst>
                  <a:ext uri="{FF2B5EF4-FFF2-40B4-BE49-F238E27FC236}">
                    <a16:creationId xmlns:a16="http://schemas.microsoft.com/office/drawing/2014/main" id="{A991CE92-7E41-486E-BDC2-F40ABEEBC2C1}"/>
                  </a:ext>
                </a:extLst>
              </p:cNvPr>
              <p:cNvSpPr txBox="1"/>
              <p:nvPr/>
            </p:nvSpPr>
            <p:spPr>
              <a:xfrm>
                <a:off x="733174" y="4960079"/>
                <a:ext cx="8436478" cy="307777"/>
              </a:xfrm>
              <a:prstGeom prst="rect">
                <a:avLst/>
              </a:prstGeom>
              <a:noFill/>
            </p:spPr>
            <p:txBody>
              <a:bodyPr wrap="square" rtlCol="0">
                <a:spAutoFit/>
                <a:scene3d>
                  <a:camera prst="orthographicFront"/>
                  <a:lightRig rig="threePt" dir="t"/>
                </a:scene3d>
                <a:sp3d>
                  <a:bevelT w="0" h="6350"/>
                </a:sp3d>
              </a:bodyPr>
              <a:lstStyle/>
              <a:p>
                <a:pPr algn="ctr"/>
                <a:r>
                  <a:rPr lang="en-US" altLang="ko-KR" sz="1400" dirty="0" err="1">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Bằng</a:t>
                </a:r>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 </a:t>
                </a:r>
                <a14:m>
                  <m:oMath xmlns:m="http://schemas.openxmlformats.org/officeDocument/2006/math">
                    <m:r>
                      <a:rPr lang="en-US" altLang="ko-KR" sz="1400" i="1" dirty="0">
                        <a:solidFill>
                          <a:schemeClr val="tx1">
                            <a:lumMod val="85000"/>
                            <a:lumOff val="15000"/>
                          </a:schemeClr>
                        </a:solidFill>
                        <a:latin typeface="Cambria Math" panose="02040503050406030204" pitchFamily="18" charset="0"/>
                        <a:cs typeface="Times New Roman" panose="02020603050405020304" pitchFamily="18" charset="0"/>
                      </a:rPr>
                      <m:t>𝑙𝑜𝑔</m:t>
                    </m:r>
                    <m:r>
                      <a:rPr lang="en-US" altLang="ko-KR" sz="1400" i="1" dirty="0">
                        <a:solidFill>
                          <a:schemeClr val="tx1">
                            <a:lumMod val="85000"/>
                            <a:lumOff val="15000"/>
                          </a:schemeClr>
                        </a:solidFill>
                        <a:latin typeface="Cambria Math" panose="02040503050406030204" pitchFamily="18" charset="0"/>
                        <a:cs typeface="Times New Roman" panose="02020603050405020304" pitchFamily="18" charset="0"/>
                      </a:rPr>
                      <m:t>⁡()</m:t>
                    </m:r>
                  </m:oMath>
                </a14:m>
                <a:r>
                  <a:rPr lang="en-US" altLang="ko-KR" sz="14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 </a:t>
                </a:r>
                <a:r>
                  <a:rPr lang="vi-VN" altLang="ko-KR" sz="14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chúng ta có thể cải thiện một phân phối bị lệch phải, làm cho nó trở nên “bình thường” hơn.</a:t>
                </a:r>
                <a:endParaRPr lang="ko-KR" altLang="en-US" sz="1400" dirty="0">
                  <a:solidFill>
                    <a:schemeClr val="tx1">
                      <a:lumMod val="85000"/>
                      <a:lumOff val="15000"/>
                    </a:schemeClr>
                  </a:solidFill>
                  <a:latin typeface="SamsungOne-400" panose="020B0503030303020204" pitchFamily="34" charset="0"/>
                  <a:cs typeface="Times New Roman" panose="02020603050405020304" pitchFamily="18" charset="0"/>
                </a:endParaRPr>
              </a:p>
            </p:txBody>
          </p:sp>
        </mc:Choice>
        <mc:Fallback>
          <p:sp>
            <p:nvSpPr>
              <p:cNvPr id="26" name="TextBox 25">
                <a:extLst>
                  <a:ext uri="{FF2B5EF4-FFF2-40B4-BE49-F238E27FC236}">
                    <a16:creationId xmlns:a16="http://schemas.microsoft.com/office/drawing/2014/main" id="{A991CE92-7E41-486E-BDC2-F40ABEEBC2C1}"/>
                  </a:ext>
                </a:extLst>
              </p:cNvPr>
              <p:cNvSpPr txBox="1">
                <a:spLocks noRot="1" noChangeAspect="1" noMove="1" noResize="1" noEditPoints="1" noAdjustHandles="1" noChangeArrowheads="1" noChangeShapeType="1" noTextEdit="1"/>
              </p:cNvSpPr>
              <p:nvPr/>
            </p:nvSpPr>
            <p:spPr>
              <a:xfrm>
                <a:off x="733174" y="4960079"/>
                <a:ext cx="8436478" cy="307777"/>
              </a:xfrm>
              <a:prstGeom prst="rect">
                <a:avLst/>
              </a:prstGeom>
              <a:blipFill>
                <a:blip r:embed="rId3"/>
                <a:stretch>
                  <a:fillRect/>
                </a:stretch>
              </a:blipFill>
            </p:spPr>
            <p:txBody>
              <a:bodyPr/>
              <a:lstStyle/>
              <a:p>
                <a:r>
                  <a:rPr lang="en-VN">
                    <a:noFill/>
                  </a:rPr>
                  <a:t> </a:t>
                </a:r>
              </a:p>
            </p:txBody>
          </p:sp>
        </mc:Fallback>
      </mc:AlternateContent>
      <p:pic>
        <p:nvPicPr>
          <p:cNvPr id="28" name="Picture 3">
            <a:extLst>
              <a:ext uri="{FF2B5EF4-FFF2-40B4-BE49-F238E27FC236}">
                <a16:creationId xmlns:a16="http://schemas.microsoft.com/office/drawing/2014/main" id="{3A0F77F0-BA91-4E52-9F1F-2FB179B8B63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470168" y="3129920"/>
            <a:ext cx="3291429" cy="1440000"/>
          </a:xfrm>
          <a:prstGeom prst="rect">
            <a:avLst/>
          </a:prstGeom>
        </p:spPr>
      </p:pic>
      <p:grpSp>
        <p:nvGrpSpPr>
          <p:cNvPr id="11" name="그룹 10"/>
          <p:cNvGrpSpPr/>
          <p:nvPr/>
        </p:nvGrpSpPr>
        <p:grpSpPr>
          <a:xfrm>
            <a:off x="5323966" y="3129920"/>
            <a:ext cx="3291429" cy="1440000"/>
            <a:chOff x="5487298" y="3919964"/>
            <a:chExt cx="3291429" cy="1440000"/>
          </a:xfrm>
        </p:grpSpPr>
        <p:pic>
          <p:nvPicPr>
            <p:cNvPr id="29" name="Picture 5">
              <a:extLst>
                <a:ext uri="{FF2B5EF4-FFF2-40B4-BE49-F238E27FC236}">
                  <a16:creationId xmlns:a16="http://schemas.microsoft.com/office/drawing/2014/main" id="{C3FFA12C-1486-46D8-AE0F-CD9FC23016CF}"/>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487298" y="3919964"/>
              <a:ext cx="3291429" cy="1440000"/>
            </a:xfrm>
            <a:prstGeom prst="rect">
              <a:avLst/>
            </a:prstGeom>
          </p:spPr>
        </p:pic>
        <p:sp>
          <p:nvSpPr>
            <p:cNvPr id="4" name="직사각형 3"/>
            <p:cNvSpPr/>
            <p:nvPr/>
          </p:nvSpPr>
          <p:spPr>
            <a:xfrm>
              <a:off x="6553200" y="4415188"/>
              <a:ext cx="1028700" cy="3041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12" name="오른쪽 화살표 11"/>
          <p:cNvSpPr/>
          <p:nvPr/>
        </p:nvSpPr>
        <p:spPr>
          <a:xfrm>
            <a:off x="4706395" y="3625144"/>
            <a:ext cx="515253" cy="331796"/>
          </a:xfrm>
          <a:prstGeom prst="rightArrow">
            <a:avLst/>
          </a:prstGeom>
          <a:gradFill flip="none" rotWithShape="1">
            <a:gsLst>
              <a:gs pos="100000">
                <a:schemeClr val="bg1">
                  <a:lumMod val="65000"/>
                </a:schemeClr>
              </a:gs>
              <a:gs pos="0">
                <a:schemeClr val="bg1">
                  <a:lumMod val="75000"/>
                  <a:alpha val="0"/>
                </a:schemeClr>
              </a:gs>
            </a:gsLst>
            <a:lin ang="0" scaled="0"/>
            <a:tileRect/>
          </a:gradFill>
          <a:ln>
            <a:noFill/>
          </a:ln>
        </p:spPr>
        <p:style>
          <a:lnRef idx="2">
            <a:schemeClr val="accent6">
              <a:shade val="50000"/>
            </a:schemeClr>
          </a:lnRef>
          <a:fillRef idx="1">
            <a:schemeClr val="accent6"/>
          </a:fillRef>
          <a:effectRef idx="0">
            <a:schemeClr val="accent6"/>
          </a:effectRef>
          <a:fontRef idx="minor">
            <a:schemeClr val="lt1"/>
          </a:fontRef>
        </p:style>
        <p:txBody>
          <a:bodyPr wrap="none" lIns="0" tIns="0" rIns="0" bIns="0" rtlCol="0" anchor="ctr">
            <a:noAutofit/>
            <a:scene3d>
              <a:camera prst="orthographicFront"/>
              <a:lightRig rig="threePt" dir="t"/>
            </a:scene3d>
            <a:sp3d extrusionH="12700">
              <a:bevelT w="0"/>
              <a:contourClr>
                <a:schemeClr val="bg1"/>
              </a:contourClr>
            </a:sp3d>
          </a:bodyPr>
          <a:lstStyle/>
          <a:p>
            <a:pPr algn="ctr" defTabSz="705455">
              <a:lnSpc>
                <a:spcPct val="110000"/>
              </a:lnSpc>
              <a:buClr>
                <a:srgbClr val="F06325"/>
              </a:buClr>
              <a:buSzPct val="80000"/>
            </a:pPr>
            <a:endParaRPr lang="ko-KR" altLang="en-US" sz="2467" dirty="0">
              <a:solidFill>
                <a:schemeClr val="bg1"/>
              </a:solidFill>
              <a:latin typeface="KoPub돋움체 Medium" panose="02020603020101020101" pitchFamily="18" charset="-127"/>
              <a:ea typeface="KoPub돋움체 Medium" panose="02020603020101020101" pitchFamily="18" charset="-127"/>
              <a:cs typeface="Arial" charset="0"/>
            </a:endParaRPr>
          </a:p>
        </p:txBody>
      </p:sp>
      <p:sp>
        <p:nvSpPr>
          <p:cNvPr id="31" name="오른쪽 화살표 30"/>
          <p:cNvSpPr/>
          <p:nvPr/>
        </p:nvSpPr>
        <p:spPr>
          <a:xfrm flipH="1">
            <a:off x="6145196" y="3612600"/>
            <a:ext cx="527853" cy="140781"/>
          </a:xfrm>
          <a:prstGeom prst="rightArrow">
            <a:avLst/>
          </a:prstGeom>
          <a:gradFill flip="none" rotWithShape="1">
            <a:gsLst>
              <a:gs pos="100000">
                <a:srgbClr val="FF0000"/>
              </a:gs>
              <a:gs pos="0">
                <a:srgbClr val="FF0000">
                  <a:alpha val="0"/>
                </a:srgbClr>
              </a:gs>
            </a:gsLst>
            <a:lin ang="0" scaled="0"/>
            <a:tileRect/>
          </a:gradFill>
          <a:ln>
            <a:noFill/>
          </a:ln>
        </p:spPr>
        <p:style>
          <a:lnRef idx="2">
            <a:schemeClr val="accent6">
              <a:shade val="50000"/>
            </a:schemeClr>
          </a:lnRef>
          <a:fillRef idx="1">
            <a:schemeClr val="accent6"/>
          </a:fillRef>
          <a:effectRef idx="0">
            <a:schemeClr val="accent6"/>
          </a:effectRef>
          <a:fontRef idx="minor">
            <a:schemeClr val="lt1"/>
          </a:fontRef>
        </p:style>
        <p:txBody>
          <a:bodyPr wrap="none" lIns="0" tIns="0" rIns="0" bIns="0" rtlCol="0" anchor="ctr">
            <a:noAutofit/>
            <a:scene3d>
              <a:camera prst="orthographicFront"/>
              <a:lightRig rig="threePt" dir="t"/>
            </a:scene3d>
            <a:sp3d extrusionH="12700">
              <a:bevelT w="0"/>
              <a:contourClr>
                <a:schemeClr val="bg1"/>
              </a:contourClr>
            </a:sp3d>
          </a:bodyPr>
          <a:lstStyle/>
          <a:p>
            <a:pPr algn="ctr" defTabSz="705455">
              <a:lnSpc>
                <a:spcPct val="110000"/>
              </a:lnSpc>
              <a:buClr>
                <a:srgbClr val="F06325"/>
              </a:buClr>
              <a:buSzPct val="80000"/>
            </a:pPr>
            <a:endParaRPr lang="ko-KR" altLang="en-US" sz="2467" dirty="0">
              <a:solidFill>
                <a:schemeClr val="bg1"/>
              </a:solidFill>
              <a:latin typeface="KoPub돋움체 Medium" panose="02020603020101020101" pitchFamily="18" charset="-127"/>
              <a:ea typeface="KoPub돋움체 Medium" panose="02020603020101020101" pitchFamily="18" charset="-127"/>
              <a:cs typeface="Arial" charset="0"/>
            </a:endParaRPr>
          </a:p>
        </p:txBody>
      </p:sp>
      <p:grpSp>
        <p:nvGrpSpPr>
          <p:cNvPr id="17" name="그룹 16">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1" name="직사각형 20">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22" name="직사각형 21">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20" name="그룹 19">
            <a:extLst>
              <a:ext uri="{FF2B5EF4-FFF2-40B4-BE49-F238E27FC236}">
                <a16:creationId xmlns:a16="http://schemas.microsoft.com/office/drawing/2014/main" id="{EE5A546D-4A57-47A0-9997-FB47811E1709}"/>
              </a:ext>
            </a:extLst>
          </p:cNvPr>
          <p:cNvGrpSpPr/>
          <p:nvPr/>
        </p:nvGrpSpPr>
        <p:grpSpPr>
          <a:xfrm>
            <a:off x="580388" y="1413381"/>
            <a:ext cx="8887612" cy="1205251"/>
            <a:chOff x="580388" y="1413381"/>
            <a:chExt cx="8887612" cy="1205251"/>
          </a:xfrm>
        </p:grpSpPr>
        <p:sp>
          <p:nvSpPr>
            <p:cNvPr id="23" name="직사각형 22">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dẫn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xuất</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25" name="Rectangle 12">
              <a:extLst>
                <a:ext uri="{FF2B5EF4-FFF2-40B4-BE49-F238E27FC236}">
                  <a16:creationId xmlns:a16="http://schemas.microsoft.com/office/drawing/2014/main" id="{A565D94B-402B-4972-AFFC-93522B4F8711}"/>
                </a:ext>
              </a:extLst>
            </p:cNvPr>
            <p:cNvSpPr/>
            <p:nvPr/>
          </p:nvSpPr>
          <p:spPr>
            <a:xfrm>
              <a:off x="711201" y="1667877"/>
              <a:ext cx="8632824" cy="95075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Các thành phần chính, dù có hay không có giảm chiều, có thể được coi là các biến dẫn xuất.             </a:t>
              </a:r>
            </a:p>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Thông thường, có thể xem tọa độ xoay là biến dẫn xuất.</a:t>
              </a:r>
            </a:p>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Có thể áp dụng các hàm số toán học như </a:t>
              </a:r>
              <a:r>
                <a:rPr lang="vi-VN" altLang="ko-KR" sz="1300" i="1" dirty="0">
                  <a:solidFill>
                    <a:schemeClr val="tx1">
                      <a:lumMod val="85000"/>
                      <a:lumOff val="15000"/>
                    </a:schemeClr>
                  </a:solidFill>
                  <a:latin typeface="SamsungOne-400" panose="020B0503030303020204" pitchFamily="34" charset="0"/>
                  <a:ea typeface="SamsungOne-400" panose="020B0503030303020204" pitchFamily="34" charset="0"/>
                </a:rPr>
                <a:t>log()</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 cho một biến để tạo biến dẫn xuất từ nó.</a:t>
              </a:r>
            </a:p>
          </p:txBody>
        </p:sp>
      </p:grpSp>
    </p:spTree>
    <p:extLst>
      <p:ext uri="{BB962C8B-B14F-4D97-AF65-F5344CB8AC3E}">
        <p14:creationId xmlns:p14="http://schemas.microsoft.com/office/powerpoint/2010/main" val="1876692473"/>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표 20">
            <a:extLst>
              <a:ext uri="{FF2B5EF4-FFF2-40B4-BE49-F238E27FC236}">
                <a16:creationId xmlns:a16="http://schemas.microsoft.com/office/drawing/2014/main" id="{B576F295-4350-419D-8D06-833A9B2425D6}"/>
              </a:ext>
            </a:extLst>
          </p:cNvPr>
          <p:cNvGraphicFramePr>
            <a:graphicFrameLocks noGrp="1"/>
          </p:cNvGraphicFramePr>
          <p:nvPr>
            <p:extLst>
              <p:ext uri="{D42A27DB-BD31-4B8C-83A1-F6EECF244321}">
                <p14:modId xmlns:p14="http://schemas.microsoft.com/office/powerpoint/2010/main" val="2072252495"/>
              </p:ext>
            </p:extLst>
          </p:nvPr>
        </p:nvGraphicFramePr>
        <p:xfrm>
          <a:off x="5599484" y="3429000"/>
          <a:ext cx="2123416" cy="993600"/>
        </p:xfrm>
        <a:graphic>
          <a:graphicData uri="http://schemas.openxmlformats.org/drawingml/2006/table">
            <a:tbl>
              <a:tblPr firstRow="1" bandRow="1">
                <a:tableStyleId>{5940675A-B579-460E-94D1-54222C63F5DA}</a:tableStyleId>
              </a:tblPr>
              <a:tblGrid>
                <a:gridCol w="2123416">
                  <a:extLst>
                    <a:ext uri="{9D8B030D-6E8A-4147-A177-3AD203B41FA5}">
                      <a16:colId xmlns:a16="http://schemas.microsoft.com/office/drawing/2014/main" val="3750369147"/>
                    </a:ext>
                  </a:extLst>
                </a:gridCol>
              </a:tblGrid>
              <a:tr h="360000">
                <a:tc>
                  <a:txBody>
                    <a:bodyPr/>
                    <a:lstStyle/>
                    <a:p>
                      <a:pPr marL="0" marR="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Giới</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baseline="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tính</a:t>
                      </a: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_nam</a:t>
                      </a:r>
                      <a:endPar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732613760"/>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54325084"/>
                  </a:ext>
                </a:extLst>
              </a:tr>
              <a:tr h="316800">
                <a:tc>
                  <a:txBody>
                    <a:bodyPr/>
                    <a:lstStyle/>
                    <a:p>
                      <a:pPr marL="0" algn="ctr" defTabSz="914400" rtl="0" eaLnBrk="1" latinLnBrk="1" hangingPunct="1"/>
                      <a:r>
                        <a:rPr lang="en-US" altLang="ko-KR" sz="1300" b="0" kern="1200" dirty="0">
                          <a:ln>
                            <a:solidFill>
                              <a:schemeClr val="accent1">
                                <a:shade val="50000"/>
                                <a:alpha val="0"/>
                              </a:schemeClr>
                            </a:solidFill>
                          </a:ln>
                          <a:solidFill>
                            <a:srgbClr val="FF0000"/>
                          </a:solidFill>
                          <a:latin typeface="SamsungOne-400" panose="020B0503030303020204" pitchFamily="34" charset="0"/>
                          <a:ea typeface="SamsungOne-400" panose="020B0503030303020204" pitchFamily="34" charset="0"/>
                          <a:cs typeface="Times New Roman" panose="02020603050405020304" pitchFamily="18" charset="0"/>
                        </a:rPr>
                        <a:t>1</a:t>
                      </a:r>
                      <a:endParaRPr lang="ko-KR" altLang="en-US" sz="1300" b="0" kern="1200" dirty="0">
                        <a:ln>
                          <a:solidFill>
                            <a:schemeClr val="accent1">
                              <a:shade val="50000"/>
                              <a:alpha val="0"/>
                            </a:schemeClr>
                          </a:solidFill>
                        </a:ln>
                        <a:solidFill>
                          <a:srgbClr val="FF0000"/>
                        </a:soli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673840122"/>
                  </a:ext>
                </a:extLst>
              </a:tr>
            </a:tbl>
          </a:graphicData>
        </a:graphic>
      </p:graphicFrame>
      <p:graphicFrame>
        <p:nvGraphicFramePr>
          <p:cNvPr id="22" name="표 21">
            <a:extLst>
              <a:ext uri="{FF2B5EF4-FFF2-40B4-BE49-F238E27FC236}">
                <a16:creationId xmlns:a16="http://schemas.microsoft.com/office/drawing/2014/main" id="{B576F295-4350-419D-8D06-833A9B2425D6}"/>
              </a:ext>
            </a:extLst>
          </p:cNvPr>
          <p:cNvGraphicFramePr>
            <a:graphicFrameLocks noGrp="1"/>
          </p:cNvGraphicFramePr>
          <p:nvPr>
            <p:extLst>
              <p:ext uri="{D42A27DB-BD31-4B8C-83A1-F6EECF244321}">
                <p14:modId xmlns:p14="http://schemas.microsoft.com/office/powerpoint/2010/main" val="839233638"/>
              </p:ext>
            </p:extLst>
          </p:nvPr>
        </p:nvGraphicFramePr>
        <p:xfrm>
          <a:off x="2148941" y="3429000"/>
          <a:ext cx="2123416" cy="993600"/>
        </p:xfrm>
        <a:graphic>
          <a:graphicData uri="http://schemas.openxmlformats.org/drawingml/2006/table">
            <a:tbl>
              <a:tblPr firstRow="1" bandRow="1">
                <a:tableStyleId>{5940675A-B579-460E-94D1-54222C63F5DA}</a:tableStyleId>
              </a:tblPr>
              <a:tblGrid>
                <a:gridCol w="2123416">
                  <a:extLst>
                    <a:ext uri="{9D8B030D-6E8A-4147-A177-3AD203B41FA5}">
                      <a16:colId xmlns:a16="http://schemas.microsoft.com/office/drawing/2014/main" val="3750369147"/>
                    </a:ext>
                  </a:extLst>
                </a:gridCol>
              </a:tblGrid>
              <a:tr h="360000">
                <a:tc>
                  <a:txBody>
                    <a:bodyPr/>
                    <a:lstStyle/>
                    <a:p>
                      <a:pPr marL="0" marR="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Giới</a:t>
                      </a:r>
                      <a:r>
                        <a:rPr lang="en-US" altLang="ko-KR" sz="1400" b="0" kern="1200" baseline="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a:t>
                      </a:r>
                      <a:r>
                        <a:rPr lang="en-US" altLang="ko-KR" sz="1400" b="0" kern="1200" baseline="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tính</a:t>
                      </a:r>
                      <a:endPar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732613760"/>
                  </a:ext>
                </a:extLst>
              </a:tr>
              <a:tr h="316800">
                <a:tc>
                  <a:txBody>
                    <a:bodyPr/>
                    <a:lstStyle/>
                    <a:p>
                      <a:pPr marL="0" algn="ctr" defTabSz="914400" rtl="0" eaLnBrk="1" latinLnBrk="1" hangingPunct="1"/>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Nữ</a:t>
                      </a:r>
                      <a:endPar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54325084"/>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Nam</a:t>
                      </a:r>
                      <a:r>
                        <a:rPr lang="en-US" altLang="ko-KR" sz="1300" b="0" kern="1200" baseline="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endPar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673840122"/>
                  </a:ext>
                </a:extLst>
              </a:tr>
            </a:tbl>
          </a:graphicData>
        </a:graphic>
      </p:graphicFrame>
      <p:sp>
        <p:nvSpPr>
          <p:cNvPr id="23" name="화살표: 위쪽/아래쪽 18">
            <a:extLst>
              <a:ext uri="{FF2B5EF4-FFF2-40B4-BE49-F238E27FC236}">
                <a16:creationId xmlns:a16="http://schemas.microsoft.com/office/drawing/2014/main" id="{D2FEA80E-C59C-4CC5-831E-6B22DEDF9531}"/>
              </a:ext>
            </a:extLst>
          </p:cNvPr>
          <p:cNvSpPr/>
          <p:nvPr/>
        </p:nvSpPr>
        <p:spPr>
          <a:xfrm rot="16200000">
            <a:off x="4838944" y="3565800"/>
            <a:ext cx="193953" cy="720000"/>
          </a:xfrm>
          <a:prstGeom prst="upDownArrow">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4" name="직사각형 1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18" name="그룹 17">
            <a:extLst>
              <a:ext uri="{FF2B5EF4-FFF2-40B4-BE49-F238E27FC236}">
                <a16:creationId xmlns:a16="http://schemas.microsoft.com/office/drawing/2014/main" id="{EE5A546D-4A57-47A0-9997-FB47811E1709}"/>
              </a:ext>
            </a:extLst>
          </p:cNvPr>
          <p:cNvGrpSpPr/>
          <p:nvPr/>
        </p:nvGrpSpPr>
        <p:grpSpPr>
          <a:xfrm>
            <a:off x="580388" y="1413381"/>
            <a:ext cx="8887612" cy="902604"/>
            <a:chOff x="580388" y="1413381"/>
            <a:chExt cx="8887612" cy="902604"/>
          </a:xfrm>
        </p:grpSpPr>
        <p:sp>
          <p:nvSpPr>
            <p:cNvPr id="20" name="직사각형 19">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Xử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lý</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rgbClr val="FF0000"/>
                  </a:solidFill>
                  <a:latin typeface="SamsungOne-400" panose="020B0503030303020204" pitchFamily="34" charset="0"/>
                  <a:ea typeface="SamsungOne-400" panose="020B0503030303020204" pitchFamily="34" charset="0"/>
                </a:rPr>
                <a:t>Biến</a:t>
              </a:r>
              <a:r>
                <a:rPr lang="en-US" altLang="ko-KR" sz="1400" dirty="0">
                  <a:solidFill>
                    <a:srgbClr val="FF0000"/>
                  </a:solidFill>
                  <a:latin typeface="SamsungOne-400" panose="020B0503030303020204" pitchFamily="34" charset="0"/>
                  <a:ea typeface="SamsungOne-400" panose="020B0503030303020204" pitchFamily="34" charset="0"/>
                </a:rPr>
                <a:t> </a:t>
              </a:r>
              <a:r>
                <a:rPr lang="en-US" altLang="ko-KR" sz="1400" dirty="0" err="1">
                  <a:solidFill>
                    <a:srgbClr val="FF0000"/>
                  </a:solidFill>
                  <a:latin typeface="SamsungOne-400" panose="020B0503030303020204" pitchFamily="34" charset="0"/>
                  <a:ea typeface="SamsungOne-400" panose="020B0503030303020204" pitchFamily="34" charset="0"/>
                </a:rPr>
                <a:t>giả</a:t>
              </a:r>
              <a:endParaRPr lang="en-US" altLang="ko-KR" sz="1400" dirty="0">
                <a:solidFill>
                  <a:srgbClr val="FF0000"/>
                </a:solidFill>
                <a:latin typeface="SamsungOne-400" panose="020B0503030303020204" pitchFamily="34" charset="0"/>
                <a:ea typeface="SamsungOne-400" panose="020B0503030303020204" pitchFamily="34" charset="0"/>
              </a:endParaRPr>
            </a:p>
          </p:txBody>
        </p:sp>
        <p:sp>
          <p:nvSpPr>
            <p:cNvPr id="24" name="Rectangle 12">
              <a:extLst>
                <a:ext uri="{FF2B5EF4-FFF2-40B4-BE49-F238E27FC236}">
                  <a16:creationId xmlns:a16="http://schemas.microsoft.com/office/drawing/2014/main" id="{A565D94B-402B-4972-AFFC-93522B4F8711}"/>
                </a:ext>
              </a:extLst>
            </p:cNvPr>
            <p:cNvSpPr/>
            <p:nvPr/>
          </p:nvSpPr>
          <p:spPr>
            <a:xfrm>
              <a:off x="711201" y="1667877"/>
              <a:ext cx="8632824" cy="6481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giả</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dẫn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xuất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có</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0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hoặc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1. </a:t>
              </a:r>
            </a:p>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tạo</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ra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rgbClr val="193EB0"/>
                  </a:solidFill>
                  <a:latin typeface="SamsungOne-400" panose="020B0503030303020204" pitchFamily="34" charset="0"/>
                  <a:ea typeface="SamsungOne-400" panose="020B0503030303020204" pitchFamily="34" charset="0"/>
                </a:rPr>
                <a:t>số</a:t>
              </a:r>
              <a:r>
                <a:rPr lang="en-US" altLang="ko-KR" sz="1300" dirty="0">
                  <a:solidFill>
                    <a:srgbClr val="193EB0"/>
                  </a:solidFill>
                  <a:latin typeface="SamsungOne-400" panose="020B0503030303020204" pitchFamily="34" charset="0"/>
                  <a:ea typeface="SamsungOne-400" panose="020B0503030303020204" pitchFamily="34" charset="0"/>
                </a:rPr>
                <a:t> </a:t>
              </a:r>
              <a:r>
                <a:rPr lang="en-US" altLang="ko-KR" sz="1300" dirty="0" err="1">
                  <a:solidFill>
                    <a:srgbClr val="193EB0"/>
                  </a:solidFill>
                  <a:latin typeface="SamsungOne-400" panose="020B0503030303020204" pitchFamily="34" charset="0"/>
                  <a:ea typeface="SamsungOne-400" panose="020B0503030303020204" pitchFamily="34" charset="0"/>
                </a:rPr>
                <a:t>lượng</a:t>
              </a:r>
              <a:r>
                <a:rPr lang="en-US" altLang="ko-KR" sz="1300" dirty="0">
                  <a:solidFill>
                    <a:srgbClr val="193EB0"/>
                  </a:solidFill>
                  <a:latin typeface="SamsungOne-400" panose="020B0503030303020204" pitchFamily="34" charset="0"/>
                  <a:ea typeface="SamsungOne-400" panose="020B0503030303020204" pitchFamily="34" charset="0"/>
                </a:rPr>
                <a:t> </a:t>
              </a:r>
              <a:r>
                <a:rPr lang="en-US" altLang="ko-KR" sz="1300" dirty="0" err="1">
                  <a:solidFill>
                    <a:srgbClr val="193EB0"/>
                  </a:solidFill>
                  <a:latin typeface="SamsungOne-400" panose="020B0503030303020204" pitchFamily="34" charset="0"/>
                  <a:ea typeface="SamsungOne-400" panose="020B0503030303020204" pitchFamily="34" charset="0"/>
                </a:rPr>
                <a:t>loại</a:t>
              </a:r>
              <a:r>
                <a:rPr lang="ko-KR" altLang="en-US" sz="1300" dirty="0">
                  <a:solidFill>
                    <a:srgbClr val="193EB0"/>
                  </a:solidFill>
                  <a:latin typeface="SamsungOne-400" panose="020B0503030303020204" pitchFamily="34" charset="0"/>
                  <a:ea typeface="SamsungOne-400" panose="020B0503030303020204" pitchFamily="34" charset="0"/>
                </a:rPr>
                <a:t>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1)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giả</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sp>
        <p:nvSpPr>
          <p:cNvPr id="25" name="사각형: 둥근 모서리 2">
            <a:extLst>
              <a:ext uri="{FF2B5EF4-FFF2-40B4-BE49-F238E27FC236}">
                <a16:creationId xmlns:a16="http://schemas.microsoft.com/office/drawing/2014/main" id="{7909CF6F-4679-44EC-A711-D8F38D45D1E3}"/>
              </a:ext>
            </a:extLst>
          </p:cNvPr>
          <p:cNvSpPr/>
          <p:nvPr/>
        </p:nvSpPr>
        <p:spPr>
          <a:xfrm>
            <a:off x="903506" y="2415678"/>
            <a:ext cx="290279" cy="223667"/>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300" b="1" dirty="0" err="1">
                <a:solidFill>
                  <a:schemeClr val="bg1"/>
                </a:solidFill>
                <a:latin typeface="SamsungOne-400" panose="020B0503030303020204" pitchFamily="34" charset="0"/>
                <a:ea typeface="SamsungOne-400" panose="020B0503030303020204" pitchFamily="34" charset="0"/>
              </a:rPr>
              <a:t>Vd</a:t>
            </a:r>
            <a:endParaRPr lang="ko-KR" altLang="en-US" sz="1300" b="1" dirty="0">
              <a:solidFill>
                <a:schemeClr val="bg1"/>
              </a:solidFill>
              <a:latin typeface="SamsungOne-400" panose="020B0503030303020204" pitchFamily="34" charset="0"/>
            </a:endParaRPr>
          </a:p>
        </p:txBody>
      </p:sp>
      <p:sp>
        <p:nvSpPr>
          <p:cNvPr id="26" name="직사각형 25"/>
          <p:cNvSpPr/>
          <p:nvPr/>
        </p:nvSpPr>
        <p:spPr>
          <a:xfrm>
            <a:off x="791471" y="2348878"/>
            <a:ext cx="8630827" cy="64807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1983" rIns="143967" bIns="71983" rtlCol="0" anchor="t">
            <a:spAutoFit/>
            <a:scene3d>
              <a:camera prst="orthographicFront"/>
              <a:lightRig rig="threePt" dir="t"/>
            </a:scene3d>
            <a:sp3d>
              <a:bevelT w="0" h="6350"/>
            </a:sp3d>
          </a:bodyPr>
          <a:lstStyle/>
          <a:p>
            <a:pPr>
              <a:spcAft>
                <a:spcPts val="800"/>
              </a:spcAft>
              <a:buClr>
                <a:srgbClr val="193EB0"/>
              </a:buClr>
            </a:pP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Giới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tính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với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hai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nam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nữ</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a:p>
            <a:pPr>
              <a:spcAft>
                <a:spcPts val="800"/>
              </a:spcAft>
              <a:buClr>
                <a:srgbClr val="193EB0"/>
              </a:buCl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 </a:t>
            </a:r>
            <a:r>
              <a:rPr lang="en-US" altLang="ko-KR" sz="1300" dirty="0" err="1">
                <a:solidFill>
                  <a:srgbClr val="FFB546"/>
                </a:solidFill>
                <a:latin typeface="SamsungOne-400" panose="020B0503030303020204" pitchFamily="34" charset="0"/>
                <a:ea typeface="SamsungOne-400" panose="020B0503030303020204" pitchFamily="34" charset="0"/>
              </a:rPr>
              <a:t>Chỉ</a:t>
            </a:r>
            <a:r>
              <a:rPr lang="en-US" altLang="ko-KR" sz="1300" dirty="0">
                <a:solidFill>
                  <a:srgbClr val="FFB546"/>
                </a:solidFill>
                <a:latin typeface="SamsungOne-400" panose="020B0503030303020204" pitchFamily="34" charset="0"/>
                <a:ea typeface="SamsungOne-400" panose="020B0503030303020204" pitchFamily="34" charset="0"/>
              </a:rPr>
              <a:t> </a:t>
            </a:r>
            <a:r>
              <a:rPr lang="en-US" altLang="ko-KR" sz="1300" dirty="0" err="1">
                <a:solidFill>
                  <a:srgbClr val="FFB546"/>
                </a:solidFill>
                <a:latin typeface="SamsungOne-400" panose="020B0503030303020204" pitchFamily="34" charset="0"/>
                <a:ea typeface="SamsungOne-400" panose="020B0503030303020204" pitchFamily="34" charset="0"/>
              </a:rPr>
              <a:t>cần</a:t>
            </a:r>
            <a:r>
              <a:rPr lang="en-US" altLang="ko-KR" sz="1300" dirty="0">
                <a:solidFill>
                  <a:srgbClr val="FFB546"/>
                </a:solidFill>
                <a:latin typeface="SamsungOne-400" panose="020B0503030303020204" pitchFamily="34" charset="0"/>
                <a:ea typeface="SamsungOne-400" panose="020B0503030303020204" pitchFamily="34" charset="0"/>
              </a:rPr>
              <a:t>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1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giả</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Giới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tính_nam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spTree>
    <p:extLst>
      <p:ext uri="{BB962C8B-B14F-4D97-AF65-F5344CB8AC3E}">
        <p14:creationId xmlns:p14="http://schemas.microsoft.com/office/powerpoint/2010/main" val="686015993"/>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화살표: 위쪽/아래쪽 18">
            <a:extLst>
              <a:ext uri="{FF2B5EF4-FFF2-40B4-BE49-F238E27FC236}">
                <a16:creationId xmlns:a16="http://schemas.microsoft.com/office/drawing/2014/main" id="{D2FEA80E-C59C-4CC5-831E-6B22DEDF9531}"/>
              </a:ext>
            </a:extLst>
          </p:cNvPr>
          <p:cNvSpPr/>
          <p:nvPr/>
        </p:nvSpPr>
        <p:spPr>
          <a:xfrm rot="16200000">
            <a:off x="3608967" y="3796208"/>
            <a:ext cx="193953" cy="720000"/>
          </a:xfrm>
          <a:prstGeom prst="upDownArrow">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aphicFrame>
        <p:nvGraphicFramePr>
          <p:cNvPr id="25" name="표 24">
            <a:extLst>
              <a:ext uri="{FF2B5EF4-FFF2-40B4-BE49-F238E27FC236}">
                <a16:creationId xmlns:a16="http://schemas.microsoft.com/office/drawing/2014/main" id="{0B78A9D2-AA59-4EAE-A70A-705FFA6F48D4}"/>
              </a:ext>
            </a:extLst>
          </p:cNvPr>
          <p:cNvGraphicFramePr>
            <a:graphicFrameLocks noGrp="1"/>
          </p:cNvGraphicFramePr>
          <p:nvPr>
            <p:extLst>
              <p:ext uri="{D42A27DB-BD31-4B8C-83A1-F6EECF244321}">
                <p14:modId xmlns:p14="http://schemas.microsoft.com/office/powerpoint/2010/main" val="1349595626"/>
              </p:ext>
            </p:extLst>
          </p:nvPr>
        </p:nvGraphicFramePr>
        <p:xfrm>
          <a:off x="4369507" y="3501008"/>
          <a:ext cx="4535610" cy="1310400"/>
        </p:xfrm>
        <a:graphic>
          <a:graphicData uri="http://schemas.openxmlformats.org/drawingml/2006/table">
            <a:tbl>
              <a:tblPr firstRow="1" bandRow="1">
                <a:tableStyleId>{5940675A-B579-460E-94D1-54222C63F5DA}</a:tableStyleId>
              </a:tblPr>
              <a:tblGrid>
                <a:gridCol w="2267805">
                  <a:extLst>
                    <a:ext uri="{9D8B030D-6E8A-4147-A177-3AD203B41FA5}">
                      <a16:colId xmlns:a16="http://schemas.microsoft.com/office/drawing/2014/main" val="3750369147"/>
                    </a:ext>
                  </a:extLst>
                </a:gridCol>
                <a:gridCol w="2267805">
                  <a:extLst>
                    <a:ext uri="{9D8B030D-6E8A-4147-A177-3AD203B41FA5}">
                      <a16:colId xmlns:a16="http://schemas.microsoft.com/office/drawing/2014/main" val="2143277647"/>
                    </a:ext>
                  </a:extLst>
                </a:gridCol>
              </a:tblGrid>
              <a:tr h="360000">
                <a:tc>
                  <a:txBody>
                    <a:bodyPr/>
                    <a:lstStyle/>
                    <a:p>
                      <a:pPr marL="0" marR="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Loài_versicolor</a:t>
                      </a:r>
                      <a:endPar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Loài_virginica</a:t>
                      </a:r>
                      <a:endPar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732613760"/>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790397591"/>
                  </a:ext>
                </a:extLst>
              </a:tr>
              <a:tr h="316800">
                <a:tc>
                  <a:txBody>
                    <a:bodyPr/>
                    <a:lstStyle/>
                    <a:p>
                      <a:pPr marL="0" algn="ctr" defTabSz="914400" rtl="0" eaLnBrk="1" latinLnBrk="1" hangingPunct="1"/>
                      <a:r>
                        <a:rPr lang="en-US" altLang="ko-KR" sz="1300" b="0" kern="1200" dirty="0">
                          <a:ln>
                            <a:solidFill>
                              <a:schemeClr val="accent1">
                                <a:shade val="50000"/>
                                <a:alpha val="0"/>
                              </a:schemeClr>
                            </a:solidFill>
                          </a:ln>
                          <a:solidFill>
                            <a:srgbClr val="FF0000"/>
                          </a:solidFill>
                          <a:latin typeface="SamsungOne-400" panose="020B0503030303020204" pitchFamily="34" charset="0"/>
                          <a:ea typeface="SamsungOne-400" panose="020B0503030303020204" pitchFamily="34" charset="0"/>
                          <a:cs typeface="Times New Roman" panose="02020603050405020304" pitchFamily="18" charset="0"/>
                        </a:rPr>
                        <a:t>1</a:t>
                      </a:r>
                      <a:endParaRPr lang="ko-KR" altLang="en-US" sz="1300" b="0" kern="1200" dirty="0">
                        <a:ln>
                          <a:solidFill>
                            <a:schemeClr val="accent1">
                              <a:shade val="50000"/>
                              <a:alpha val="0"/>
                            </a:schemeClr>
                          </a:solidFill>
                        </a:ln>
                        <a:solidFill>
                          <a:srgbClr val="FF0000"/>
                        </a:soli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54325084"/>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algn="ctr" defTabSz="914400" rtl="0" eaLnBrk="1" latinLnBrk="1" hangingPunct="1"/>
                      <a:r>
                        <a:rPr lang="en-US" altLang="ko-KR" sz="1300" b="0" kern="1200" dirty="0">
                          <a:ln>
                            <a:solidFill>
                              <a:schemeClr val="accent1">
                                <a:shade val="50000"/>
                                <a:alpha val="0"/>
                              </a:schemeClr>
                            </a:solidFill>
                          </a:ln>
                          <a:solidFill>
                            <a:srgbClr val="FF0000"/>
                          </a:solidFill>
                          <a:latin typeface="SamsungOne-400" panose="020B0503030303020204" pitchFamily="34" charset="0"/>
                          <a:ea typeface="SamsungOne-400" panose="020B0503030303020204" pitchFamily="34" charset="0"/>
                          <a:cs typeface="Times New Roman" panose="02020603050405020304" pitchFamily="18" charset="0"/>
                        </a:rPr>
                        <a:t>1</a:t>
                      </a:r>
                      <a:endParaRPr lang="ko-KR" altLang="en-US" sz="1300" b="0" kern="1200" dirty="0">
                        <a:ln>
                          <a:solidFill>
                            <a:schemeClr val="accent1">
                              <a:shade val="50000"/>
                              <a:alpha val="0"/>
                            </a:schemeClr>
                          </a:solidFill>
                        </a:ln>
                        <a:solidFill>
                          <a:srgbClr val="FF0000"/>
                        </a:solidFill>
                        <a:latin typeface="SamsungOne-400" panose="020B0503030303020204" pitchFamily="34" charset="0"/>
                        <a:ea typeface="SamsungOne-400" panose="020B0503030303020204" pitchFamily="34" charset="0"/>
                        <a:cs typeface="Times New Roman" panose="02020603050405020304" pitchFamily="18" charset="0"/>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3891299897"/>
                  </a:ext>
                </a:extLst>
              </a:tr>
            </a:tbl>
          </a:graphicData>
        </a:graphic>
      </p:graphicFrame>
      <p:graphicFrame>
        <p:nvGraphicFramePr>
          <p:cNvPr id="26" name="표 25">
            <a:extLst>
              <a:ext uri="{FF2B5EF4-FFF2-40B4-BE49-F238E27FC236}">
                <a16:creationId xmlns:a16="http://schemas.microsoft.com/office/drawing/2014/main" id="{B576F295-4350-419D-8D06-833A9B2425D6}"/>
              </a:ext>
            </a:extLst>
          </p:cNvPr>
          <p:cNvGraphicFramePr>
            <a:graphicFrameLocks noGrp="1"/>
          </p:cNvGraphicFramePr>
          <p:nvPr>
            <p:extLst>
              <p:ext uri="{D42A27DB-BD31-4B8C-83A1-F6EECF244321}">
                <p14:modId xmlns:p14="http://schemas.microsoft.com/office/powerpoint/2010/main" val="1911717876"/>
              </p:ext>
            </p:extLst>
          </p:nvPr>
        </p:nvGraphicFramePr>
        <p:xfrm>
          <a:off x="918964" y="3501008"/>
          <a:ext cx="2123416" cy="1310400"/>
        </p:xfrm>
        <a:graphic>
          <a:graphicData uri="http://schemas.openxmlformats.org/drawingml/2006/table">
            <a:tbl>
              <a:tblPr firstRow="1" bandRow="1">
                <a:tableStyleId>{5940675A-B579-460E-94D1-54222C63F5DA}</a:tableStyleId>
              </a:tblPr>
              <a:tblGrid>
                <a:gridCol w="2123416">
                  <a:extLst>
                    <a:ext uri="{9D8B030D-6E8A-4147-A177-3AD203B41FA5}">
                      <a16:colId xmlns:a16="http://schemas.microsoft.com/office/drawing/2014/main" val="3750369147"/>
                    </a:ext>
                  </a:extLst>
                </a:gridCol>
              </a:tblGrid>
              <a:tr h="360000">
                <a:tc>
                  <a:txBody>
                    <a:bodyPr/>
                    <a:lstStyle/>
                    <a:p>
                      <a:pPr marL="0" marR="0" indent="0" algn="ctr" defTabSz="914400" rtl="0" eaLnBrk="1" fontAlgn="base" latinLnBrk="1" hangingPunct="1">
                        <a:lnSpc>
                          <a:spcPct val="100000"/>
                        </a:lnSpc>
                        <a:spcBef>
                          <a:spcPts val="0"/>
                        </a:spcBef>
                        <a:spcAft>
                          <a:spcPts val="0"/>
                        </a:spcAft>
                        <a:buClrTx/>
                        <a:buSzTx/>
                        <a:buFontTx/>
                        <a:buNone/>
                        <a:tabLst/>
                        <a:defRPr/>
                      </a:pPr>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Loài</a:t>
                      </a:r>
                      <a:endPar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732613760"/>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setosa</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54325084"/>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versicolor</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06391503"/>
                  </a:ext>
                </a:extLst>
              </a:tr>
              <a:tr h="316800">
                <a:tc>
                  <a:txBody>
                    <a:bodyPr/>
                    <a:lstStyle/>
                    <a:p>
                      <a:pPr marL="0" algn="ctr" defTabSz="914400" rtl="0" eaLnBrk="1" latinLnBrk="1" hangingPunct="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virginica</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673840122"/>
                  </a:ext>
                </a:extLst>
              </a:tr>
            </a:tbl>
          </a:graphicData>
        </a:graphic>
      </p:graphicFrame>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7" name="직사각형 16">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8" name="직사각형 17">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16" name="그룹 15">
            <a:extLst>
              <a:ext uri="{FF2B5EF4-FFF2-40B4-BE49-F238E27FC236}">
                <a16:creationId xmlns:a16="http://schemas.microsoft.com/office/drawing/2014/main" id="{EE5A546D-4A57-47A0-9997-FB47811E1709}"/>
              </a:ext>
            </a:extLst>
          </p:cNvPr>
          <p:cNvGrpSpPr/>
          <p:nvPr/>
        </p:nvGrpSpPr>
        <p:grpSpPr>
          <a:xfrm>
            <a:off x="580388" y="1413381"/>
            <a:ext cx="8887612" cy="902604"/>
            <a:chOff x="580388" y="1413381"/>
            <a:chExt cx="8887612" cy="902604"/>
          </a:xfrm>
        </p:grpSpPr>
        <p:sp>
          <p:nvSpPr>
            <p:cNvPr id="19" name="직사각형 18">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Xử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lý</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rgbClr val="FF0000"/>
                  </a:solidFill>
                  <a:latin typeface="SamsungOne-400" panose="020B0503030303020204" pitchFamily="34" charset="0"/>
                  <a:ea typeface="SamsungOne-400" panose="020B0503030303020204" pitchFamily="34" charset="0"/>
                </a:rPr>
                <a:t>Biến</a:t>
              </a:r>
              <a:r>
                <a:rPr lang="en-US" altLang="ko-KR" sz="1400" dirty="0">
                  <a:solidFill>
                    <a:srgbClr val="FF0000"/>
                  </a:solidFill>
                  <a:latin typeface="SamsungOne-400" panose="020B0503030303020204" pitchFamily="34" charset="0"/>
                  <a:ea typeface="SamsungOne-400" panose="020B0503030303020204" pitchFamily="34" charset="0"/>
                </a:rPr>
                <a:t> </a:t>
              </a:r>
              <a:r>
                <a:rPr lang="en-US" altLang="ko-KR" sz="1400" dirty="0" err="1">
                  <a:solidFill>
                    <a:srgbClr val="FF0000"/>
                  </a:solidFill>
                  <a:latin typeface="SamsungOne-400" panose="020B0503030303020204" pitchFamily="34" charset="0"/>
                  <a:ea typeface="SamsungOne-400" panose="020B0503030303020204" pitchFamily="34" charset="0"/>
                </a:rPr>
                <a:t>giả</a:t>
              </a:r>
              <a:endParaRPr lang="en-US" altLang="ko-KR" sz="1400" dirty="0">
                <a:solidFill>
                  <a:srgbClr val="FF0000"/>
                </a:solidFill>
                <a:latin typeface="SamsungOne-400" panose="020B0503030303020204" pitchFamily="34" charset="0"/>
                <a:ea typeface="SamsungOne-400" panose="020B0503030303020204" pitchFamily="34" charset="0"/>
              </a:endParaRPr>
            </a:p>
          </p:txBody>
        </p:sp>
        <p:sp>
          <p:nvSpPr>
            <p:cNvPr id="21" name="Rectangle 12">
              <a:extLst>
                <a:ext uri="{FF2B5EF4-FFF2-40B4-BE49-F238E27FC236}">
                  <a16:creationId xmlns:a16="http://schemas.microsoft.com/office/drawing/2014/main" id="{A565D94B-402B-4972-AFFC-93522B4F8711}"/>
                </a:ext>
              </a:extLst>
            </p:cNvPr>
            <p:cNvSpPr/>
            <p:nvPr/>
          </p:nvSpPr>
          <p:spPr>
            <a:xfrm>
              <a:off x="711201" y="1667877"/>
              <a:ext cx="8632824" cy="6481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giả</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dẫn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xuất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chỉ</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có</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0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hoặc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1. </a:t>
              </a:r>
            </a:p>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tạo</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ra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rgbClr val="193EB0"/>
                  </a:solidFill>
                  <a:latin typeface="SamsungOne-400" panose="020B0503030303020204" pitchFamily="34" charset="0"/>
                  <a:ea typeface="SamsungOne-400" panose="020B0503030303020204" pitchFamily="34" charset="0"/>
                </a:rPr>
                <a:t>số</a:t>
              </a:r>
              <a:r>
                <a:rPr lang="en-US" altLang="ko-KR" sz="1300" dirty="0">
                  <a:solidFill>
                    <a:srgbClr val="193EB0"/>
                  </a:solidFill>
                  <a:latin typeface="SamsungOne-400" panose="020B0503030303020204" pitchFamily="34" charset="0"/>
                  <a:ea typeface="SamsungOne-400" panose="020B0503030303020204" pitchFamily="34" charset="0"/>
                </a:rPr>
                <a:t> </a:t>
              </a:r>
              <a:r>
                <a:rPr lang="en-US" altLang="ko-KR" sz="1300" dirty="0" err="1">
                  <a:solidFill>
                    <a:srgbClr val="193EB0"/>
                  </a:solidFill>
                  <a:latin typeface="SamsungOne-400" panose="020B0503030303020204" pitchFamily="34" charset="0"/>
                  <a:ea typeface="SamsungOne-400" panose="020B0503030303020204" pitchFamily="34" charset="0"/>
                </a:rPr>
                <a:t>lượng</a:t>
              </a:r>
              <a:r>
                <a:rPr lang="en-US" altLang="ko-KR" sz="1300" dirty="0">
                  <a:solidFill>
                    <a:srgbClr val="193EB0"/>
                  </a:solidFill>
                  <a:latin typeface="SamsungOne-400" panose="020B0503030303020204" pitchFamily="34" charset="0"/>
                  <a:ea typeface="SamsungOne-400" panose="020B0503030303020204" pitchFamily="34" charset="0"/>
                </a:rPr>
                <a:t> </a:t>
              </a:r>
              <a:r>
                <a:rPr lang="en-US" altLang="ko-KR" sz="1300" dirty="0" err="1">
                  <a:solidFill>
                    <a:srgbClr val="193EB0"/>
                  </a:solidFill>
                  <a:latin typeface="SamsungOne-400" panose="020B0503030303020204" pitchFamily="34" charset="0"/>
                  <a:ea typeface="SamsungOne-400" panose="020B0503030303020204" pitchFamily="34" charset="0"/>
                </a:rPr>
                <a:t>loại</a:t>
              </a:r>
              <a:r>
                <a:rPr lang="ko-KR" altLang="en-US" sz="1300" dirty="0">
                  <a:solidFill>
                    <a:srgbClr val="193EB0"/>
                  </a:solidFill>
                  <a:latin typeface="SamsungOne-400" panose="020B0503030303020204" pitchFamily="34" charset="0"/>
                  <a:ea typeface="SamsungOne-400" panose="020B0503030303020204" pitchFamily="34" charset="0"/>
                </a:rPr>
                <a:t>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1)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giả</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sp>
        <p:nvSpPr>
          <p:cNvPr id="22" name="사각형: 둥근 모서리 2">
            <a:extLst>
              <a:ext uri="{FF2B5EF4-FFF2-40B4-BE49-F238E27FC236}">
                <a16:creationId xmlns:a16="http://schemas.microsoft.com/office/drawing/2014/main" id="{7909CF6F-4679-44EC-A711-D8F38D45D1E3}"/>
              </a:ext>
            </a:extLst>
          </p:cNvPr>
          <p:cNvSpPr/>
          <p:nvPr/>
        </p:nvSpPr>
        <p:spPr>
          <a:xfrm>
            <a:off x="903506" y="2415678"/>
            <a:ext cx="290279" cy="223667"/>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300" b="1" dirty="0">
                <a:solidFill>
                  <a:schemeClr val="bg1"/>
                </a:solidFill>
                <a:latin typeface="SamsungOne-400" panose="020B0503030303020204" pitchFamily="34" charset="0"/>
                <a:ea typeface="SamsungOne-400" panose="020B0503030303020204" pitchFamily="34" charset="0"/>
              </a:rPr>
              <a:t>Ex</a:t>
            </a:r>
            <a:endParaRPr lang="ko-KR" altLang="en-US" sz="1300" b="1" dirty="0">
              <a:solidFill>
                <a:schemeClr val="bg1"/>
              </a:solidFill>
              <a:latin typeface="SamsungOne-400" panose="020B0503030303020204" pitchFamily="34" charset="0"/>
            </a:endParaRPr>
          </a:p>
        </p:txBody>
      </p:sp>
      <p:sp>
        <p:nvSpPr>
          <p:cNvPr id="23" name="직사각형 22"/>
          <p:cNvSpPr/>
          <p:nvPr/>
        </p:nvSpPr>
        <p:spPr>
          <a:xfrm>
            <a:off x="791471" y="2348878"/>
            <a:ext cx="8630827" cy="64807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1983" rIns="143967" bIns="71983" rtlCol="0" anchor="t">
            <a:spAutoFit/>
            <a:scene3d>
              <a:camera prst="orthographicFront"/>
              <a:lightRig rig="threePt" dir="t"/>
            </a:scene3d>
            <a:sp3d>
              <a:bevelT w="0" h="6350"/>
            </a:sp3d>
          </a:bodyPr>
          <a:lstStyle/>
          <a:p>
            <a:pPr>
              <a:spcAft>
                <a:spcPts val="800"/>
              </a:spcAft>
              <a:buClr>
                <a:srgbClr val="193EB0"/>
              </a:buClr>
            </a:pP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Loài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có</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setosa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“versicolor”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virginica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a:p>
            <a:pPr>
              <a:spcAft>
                <a:spcPts val="800"/>
              </a:spcAft>
              <a:buClr>
                <a:srgbClr val="193EB0"/>
              </a:buCl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 </a:t>
            </a:r>
            <a:r>
              <a:rPr lang="en-US" altLang="ko-KR" sz="1300" dirty="0" err="1">
                <a:solidFill>
                  <a:srgbClr val="193EB0"/>
                </a:solidFill>
                <a:latin typeface="SamsungOne-400" panose="020B0503030303020204" pitchFamily="34" charset="0"/>
                <a:ea typeface="SamsungOne-400" panose="020B0503030303020204" pitchFamily="34" charset="0"/>
              </a:rPr>
              <a:t>Chỉ</a:t>
            </a:r>
            <a:r>
              <a:rPr lang="en-US" altLang="ko-KR" sz="1300" dirty="0">
                <a:solidFill>
                  <a:srgbClr val="193EB0"/>
                </a:solidFill>
                <a:latin typeface="SamsungOne-400" panose="020B0503030303020204" pitchFamily="34" charset="0"/>
                <a:ea typeface="SamsungOne-400" panose="020B0503030303020204" pitchFamily="34" charset="0"/>
              </a:rPr>
              <a:t> </a:t>
            </a:r>
            <a:r>
              <a:rPr lang="en-US" altLang="ko-KR" sz="1300" dirty="0" err="1">
                <a:solidFill>
                  <a:srgbClr val="193EB0"/>
                </a:solidFill>
                <a:latin typeface="SamsungOne-400" panose="020B0503030303020204" pitchFamily="34" charset="0"/>
                <a:ea typeface="SamsungOne-400" panose="020B0503030303020204" pitchFamily="34" charset="0"/>
              </a:rPr>
              <a:t>cần</a:t>
            </a:r>
            <a:r>
              <a:rPr lang="en-US" altLang="ko-KR" sz="1300" dirty="0">
                <a:solidFill>
                  <a:srgbClr val="193EB0"/>
                </a:solidFill>
                <a:latin typeface="SamsungOne-400" panose="020B0503030303020204" pitchFamily="34" charset="0"/>
                <a:ea typeface="SamsungOne-400" panose="020B0503030303020204" pitchFamily="34" charset="0"/>
              </a:rPr>
              <a:t> </a:t>
            </a:r>
            <a:r>
              <a:rPr lang="en-US" altLang="ko-KR" sz="1300" dirty="0" err="1">
                <a:solidFill>
                  <a:srgbClr val="193EB0"/>
                </a:solidFill>
                <a:latin typeface="SamsungOne-400" panose="020B0503030303020204" pitchFamily="34" charset="0"/>
                <a:ea typeface="SamsungOne-400" panose="020B0503030303020204" pitchFamily="34" charset="0"/>
              </a:rPr>
              <a:t>hai</a:t>
            </a:r>
            <a:r>
              <a:rPr lang="en-US" altLang="ko-KR" sz="1300" dirty="0">
                <a:solidFill>
                  <a:srgbClr val="193EB0"/>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giả</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Loài_versicolor</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Loài_virginica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spTree>
    <p:extLst>
      <p:ext uri="{BB962C8B-B14F-4D97-AF65-F5344CB8AC3E}">
        <p14:creationId xmlns:p14="http://schemas.microsoft.com/office/powerpoint/2010/main" val="3203038866"/>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Table 5">
            <a:extLst>
              <a:ext uri="{FF2B5EF4-FFF2-40B4-BE49-F238E27FC236}">
                <a16:creationId xmlns:a16="http://schemas.microsoft.com/office/drawing/2014/main" id="{0403072C-30AD-4E4E-A78B-946D60D739E2}"/>
              </a:ext>
            </a:extLst>
          </p:cNvPr>
          <p:cNvGraphicFramePr>
            <a:graphicFrameLocks noGrp="1"/>
          </p:cNvGraphicFramePr>
          <p:nvPr/>
        </p:nvGraphicFramePr>
        <p:xfrm>
          <a:off x="2071092" y="3561968"/>
          <a:ext cx="5638800" cy="792000"/>
        </p:xfrm>
        <a:graphic>
          <a:graphicData uri="http://schemas.openxmlformats.org/drawingml/2006/table">
            <a:tbl>
              <a:tblPr firstRow="1" bandRow="1">
                <a:tableStyleId>{5940675A-B579-460E-94D1-54222C63F5DA}</a:tableStyleId>
              </a:tblPr>
              <a:tblGrid>
                <a:gridCol w="563880">
                  <a:extLst>
                    <a:ext uri="{9D8B030D-6E8A-4147-A177-3AD203B41FA5}">
                      <a16:colId xmlns:a16="http://schemas.microsoft.com/office/drawing/2014/main" val="20000"/>
                    </a:ext>
                  </a:extLst>
                </a:gridCol>
                <a:gridCol w="563880">
                  <a:extLst>
                    <a:ext uri="{9D8B030D-6E8A-4147-A177-3AD203B41FA5}">
                      <a16:colId xmlns:a16="http://schemas.microsoft.com/office/drawing/2014/main" val="20001"/>
                    </a:ext>
                  </a:extLst>
                </a:gridCol>
                <a:gridCol w="563880">
                  <a:extLst>
                    <a:ext uri="{9D8B030D-6E8A-4147-A177-3AD203B41FA5}">
                      <a16:colId xmlns:a16="http://schemas.microsoft.com/office/drawing/2014/main" val="20002"/>
                    </a:ext>
                  </a:extLst>
                </a:gridCol>
                <a:gridCol w="563880">
                  <a:extLst>
                    <a:ext uri="{9D8B030D-6E8A-4147-A177-3AD203B41FA5}">
                      <a16:colId xmlns:a16="http://schemas.microsoft.com/office/drawing/2014/main" val="20003"/>
                    </a:ext>
                  </a:extLst>
                </a:gridCol>
                <a:gridCol w="563880">
                  <a:extLst>
                    <a:ext uri="{9D8B030D-6E8A-4147-A177-3AD203B41FA5}">
                      <a16:colId xmlns:a16="http://schemas.microsoft.com/office/drawing/2014/main" val="20004"/>
                    </a:ext>
                  </a:extLst>
                </a:gridCol>
                <a:gridCol w="563880">
                  <a:extLst>
                    <a:ext uri="{9D8B030D-6E8A-4147-A177-3AD203B41FA5}">
                      <a16:colId xmlns:a16="http://schemas.microsoft.com/office/drawing/2014/main" val="20005"/>
                    </a:ext>
                  </a:extLst>
                </a:gridCol>
                <a:gridCol w="563880">
                  <a:extLst>
                    <a:ext uri="{9D8B030D-6E8A-4147-A177-3AD203B41FA5}">
                      <a16:colId xmlns:a16="http://schemas.microsoft.com/office/drawing/2014/main" val="20006"/>
                    </a:ext>
                  </a:extLst>
                </a:gridCol>
                <a:gridCol w="563880">
                  <a:extLst>
                    <a:ext uri="{9D8B030D-6E8A-4147-A177-3AD203B41FA5}">
                      <a16:colId xmlns:a16="http://schemas.microsoft.com/office/drawing/2014/main" val="20007"/>
                    </a:ext>
                  </a:extLst>
                </a:gridCol>
                <a:gridCol w="563880">
                  <a:extLst>
                    <a:ext uri="{9D8B030D-6E8A-4147-A177-3AD203B41FA5}">
                      <a16:colId xmlns:a16="http://schemas.microsoft.com/office/drawing/2014/main" val="20008"/>
                    </a:ext>
                  </a:extLst>
                </a:gridCol>
                <a:gridCol w="563880">
                  <a:extLst>
                    <a:ext uri="{9D8B030D-6E8A-4147-A177-3AD203B41FA5}">
                      <a16:colId xmlns:a16="http://schemas.microsoft.com/office/drawing/2014/main" val="20009"/>
                    </a:ext>
                  </a:extLst>
                </a:gridCol>
              </a:tblGrid>
              <a:tr h="396000">
                <a:tc>
                  <a:txBody>
                    <a:bodyPr/>
                    <a:lstStyle/>
                    <a:p>
                      <a:pPr marL="0" algn="ctr" defTabSz="914400" rtl="0" eaLnBrk="1" latinLnBrk="1" hangingPunct="1"/>
                      <a:r>
                        <a:rPr lang="en-US" sz="14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X0 </a:t>
                      </a: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algn="ctr" defTabSz="914400" rtl="0" eaLnBrk="1" latinLnBrk="1" hangingPunct="1"/>
                      <a:r>
                        <a:rPr lang="en-US" sz="14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 X1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algn="ctr" defTabSz="914400" rtl="0" eaLnBrk="1" latinLnBrk="1" hangingPunct="1"/>
                      <a:r>
                        <a:rPr lang="en-US" sz="14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X2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algn="ctr" defTabSz="914400" rtl="0" eaLnBrk="1" latinLnBrk="1" hangingPunct="1"/>
                      <a:r>
                        <a:rPr lang="en-US" sz="14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X3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algn="ctr" defTabSz="914400" rtl="0" eaLnBrk="1" latinLnBrk="1" hangingPunct="1"/>
                      <a:r>
                        <a:rPr lang="en-US" sz="14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X4 </a:t>
                      </a:r>
                    </a:p>
                  </a:txBody>
                  <a:tcPr anchor="ctr">
                    <a:lnL w="6350" cap="flat" cmpd="sng" algn="ctr">
                      <a:solidFill>
                        <a:schemeClr val="bg1">
                          <a:lumMod val="75000"/>
                        </a:schemeClr>
                      </a:solidFill>
                      <a:prstDash val="solid"/>
                      <a:round/>
                      <a:headEnd type="none" w="med" len="med"/>
                      <a:tailEnd type="none" w="med" len="med"/>
                    </a:lnL>
                    <a:lnR w="12700" cap="flat" cmpd="sng" algn="ctr">
                      <a:solidFill>
                        <a:srgbClr val="193EB0"/>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algn="ctr" defTabSz="914400" rtl="0" eaLnBrk="1" latinLnBrk="1" hangingPunct="1"/>
                      <a:r>
                        <a:rPr lang="en-US" sz="1400" b="0" kern="1200" dirty="0">
                          <a:ln>
                            <a:solidFill>
                              <a:srgbClr val="FF0000">
                                <a:alpha val="0"/>
                              </a:srgbClr>
                            </a:solidFill>
                          </a:ln>
                          <a:solidFill>
                            <a:schemeClr val="bg1"/>
                          </a:solidFill>
                          <a:latin typeface="SamsungOne-700" panose="020B0803030303020204" pitchFamily="34" charset="0"/>
                          <a:ea typeface="SamsungOne-700" panose="020B0803030303020204" pitchFamily="34" charset="0"/>
                          <a:cs typeface="Times New Roman" panose="02020603050405020304" pitchFamily="18" charset="0"/>
                        </a:rPr>
                        <a:t>X5 </a:t>
                      </a:r>
                    </a:p>
                  </a:txBody>
                  <a:tcPr anchor="ctr">
                    <a:lnL w="12700" cap="flat" cmpd="sng" algn="ctr">
                      <a:solidFill>
                        <a:srgbClr val="193EB0"/>
                      </a:solidFill>
                      <a:prstDash val="solid"/>
                      <a:round/>
                      <a:headEnd type="none" w="med" len="med"/>
                      <a:tailEnd type="none" w="med" len="med"/>
                    </a:lnL>
                    <a:lnR w="12700" cap="flat" cmpd="sng" algn="ctr">
                      <a:solidFill>
                        <a:srgbClr val="193EB0"/>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193EB0"/>
                    </a:solidFill>
                  </a:tcPr>
                </a:tc>
                <a:tc>
                  <a:txBody>
                    <a:bodyPr/>
                    <a:lstStyle/>
                    <a:p>
                      <a:pPr marL="0" algn="ctr" defTabSz="914400" rtl="0" eaLnBrk="1" latinLnBrk="1" hangingPunct="1"/>
                      <a:r>
                        <a:rPr lang="en-US" sz="14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X6</a:t>
                      </a:r>
                    </a:p>
                  </a:txBody>
                  <a:tcPr anchor="ctr">
                    <a:lnL w="12700" cap="flat" cmpd="sng" algn="ctr">
                      <a:solidFill>
                        <a:srgbClr val="193EB0"/>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algn="ctr" defTabSz="914400" rtl="0" eaLnBrk="1" latinLnBrk="1" hangingPunct="1"/>
                      <a:r>
                        <a:rPr lang="en-US" sz="14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X7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algn="ctr" defTabSz="914400" rtl="0" eaLnBrk="1" latinLnBrk="1" hangingPunct="1"/>
                      <a:r>
                        <a:rPr lang="en-US" sz="14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X8</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algn="ctr" defTabSz="914400" rtl="0" eaLnBrk="1" latinLnBrk="1" hangingPunct="1"/>
                      <a:r>
                        <a:rPr lang="en-US" sz="1400" b="0" kern="1200" dirty="0">
                          <a:gradFill>
                            <a:gsLst>
                              <a:gs pos="0">
                                <a:schemeClr val="tx1">
                                  <a:lumMod val="85000"/>
                                  <a:lumOff val="15000"/>
                                </a:schemeClr>
                              </a:gs>
                              <a:gs pos="100000">
                                <a:schemeClr val="tx1">
                                  <a:lumMod val="85000"/>
                                  <a:lumOff val="15000"/>
                                </a:schemeClr>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X9</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396000">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p>
                  </a:txBody>
                  <a:tcPr anchor="ctr">
                    <a:lnL w="6350" cap="flat" cmpd="sng" algn="ctr">
                      <a:solidFill>
                        <a:schemeClr val="bg1">
                          <a:lumMod val="75000"/>
                        </a:schemeClr>
                      </a:solidFill>
                      <a:prstDash val="solid"/>
                      <a:round/>
                      <a:headEnd type="none" w="med" len="med"/>
                      <a:tailEnd type="none" w="med" len="med"/>
                    </a:lnL>
                    <a:lnR w="12700" cap="flat" cmpd="sng" algn="ctr">
                      <a:solidFill>
                        <a:srgbClr val="193EB0"/>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en-US" sz="1300" b="0" kern="1200" dirty="0">
                          <a:ln>
                            <a:solidFill>
                              <a:srgbClr val="FF0000">
                                <a:alpha val="0"/>
                              </a:srgbClr>
                            </a:solidFill>
                          </a:ln>
                          <a:solidFill>
                            <a:srgbClr val="FF0000"/>
                          </a:solidFill>
                          <a:latin typeface="SamsungOne-400" panose="020B0503030303020204" pitchFamily="34" charset="0"/>
                          <a:ea typeface="SamsungOne-400" panose="020B0503030303020204" pitchFamily="34" charset="0"/>
                          <a:cs typeface="Times New Roman" panose="02020603050405020304" pitchFamily="18" charset="0"/>
                        </a:rPr>
                        <a:t>1</a:t>
                      </a:r>
                    </a:p>
                  </a:txBody>
                  <a:tcPr anchor="ctr">
                    <a:lnL w="12700" cap="flat" cmpd="sng" algn="ctr">
                      <a:solidFill>
                        <a:srgbClr val="193EB0"/>
                      </a:solidFill>
                      <a:prstDash val="solid"/>
                      <a:round/>
                      <a:headEnd type="none" w="med" len="med"/>
                      <a:tailEnd type="none" w="med" len="med"/>
                    </a:lnL>
                    <a:lnR w="12700" cap="flat" cmpd="sng" algn="ctr">
                      <a:solidFill>
                        <a:srgbClr val="193EB0"/>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ap="flat" cmpd="sng" algn="ctr">
                      <a:solidFill>
                        <a:srgbClr val="193EB0"/>
                      </a:solidFill>
                      <a:prstDash val="solid"/>
                      <a:round/>
                      <a:headEnd type="none" w="med" len="med"/>
                      <a:tailEnd type="none" w="med" len="med"/>
                    </a:lnB>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p>
                  </a:txBody>
                  <a:tcPr anchor="ctr">
                    <a:lnL w="12700" cap="flat" cmpd="sng" algn="ctr">
                      <a:solidFill>
                        <a:srgbClr val="193EB0"/>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253215586"/>
                  </a:ext>
                </a:extLst>
              </a:tr>
            </a:tbl>
          </a:graphicData>
        </a:graphic>
      </p:graphicFrame>
      <p:cxnSp>
        <p:nvCxnSpPr>
          <p:cNvPr id="25" name="Straight Arrow Connector 18">
            <a:extLst>
              <a:ext uri="{FF2B5EF4-FFF2-40B4-BE49-F238E27FC236}">
                <a16:creationId xmlns:a16="http://schemas.microsoft.com/office/drawing/2014/main" id="{F1F50883-62A5-48A5-9AEC-F5E863DB6344}"/>
              </a:ext>
            </a:extLst>
          </p:cNvPr>
          <p:cNvCxnSpPr>
            <a:cxnSpLocks/>
          </p:cNvCxnSpPr>
          <p:nvPr/>
        </p:nvCxnSpPr>
        <p:spPr>
          <a:xfrm flipH="1" flipV="1">
            <a:off x="5186930" y="4389170"/>
            <a:ext cx="0" cy="576000"/>
          </a:xfrm>
          <a:prstGeom prst="straightConnector1">
            <a:avLst/>
          </a:prstGeom>
          <a:ln w="12700">
            <a:solidFill>
              <a:srgbClr val="1D48D1"/>
            </a:solidFill>
            <a:tailEnd type="triangle" w="med" len="med"/>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A133151C-A9EA-422C-AE5B-1D5580010691}"/>
              </a:ext>
            </a:extLst>
          </p:cNvPr>
          <p:cNvSpPr txBox="1"/>
          <p:nvPr/>
        </p:nvSpPr>
        <p:spPr>
          <a:xfrm>
            <a:off x="4922188" y="4971344"/>
            <a:ext cx="537028" cy="307825"/>
          </a:xfrm>
          <a:prstGeom prst="rect">
            <a:avLst/>
          </a:prstGeom>
          <a:solidFill>
            <a:srgbClr val="1D48D1"/>
          </a:solidFill>
          <a:ln w="6350">
            <a:noFill/>
          </a:ln>
        </p:spPr>
        <p:txBody>
          <a:bodyPr wrap="square" lIns="0" tIns="0" rIns="0" bIns="0" rtlCol="0" anchor="ctr" anchorCtr="0">
            <a:noAutofit/>
            <a:scene3d>
              <a:camera prst="orthographicFront"/>
              <a:lightRig rig="threePt" dir="t"/>
            </a:scene3d>
            <a:sp3d>
              <a:bevelT w="0" h="6350"/>
            </a:sp3d>
          </a:bodyPr>
          <a:lstStyle/>
          <a:p>
            <a:pPr algn="ctr"/>
            <a:r>
              <a:rPr lang="en-US" altLang="ko-KR" sz="1400" dirty="0">
                <a:solidFill>
                  <a:schemeClr val="bg1"/>
                </a:solidFill>
                <a:latin typeface="SamsungOne-700" panose="020B0803030303020204" pitchFamily="34" charset="0"/>
                <a:ea typeface="SamsungOne-700" panose="020B0803030303020204" pitchFamily="34" charset="0"/>
                <a:cs typeface="Times New Roman" panose="02020603050405020304" pitchFamily="18" charset="0"/>
              </a:rPr>
              <a:t>5</a:t>
            </a:r>
            <a:endParaRPr lang="ko-KR" altLang="en-US" sz="1400" dirty="0">
              <a:solidFill>
                <a:schemeClr val="bg1"/>
              </a:solidFill>
              <a:latin typeface="SamsungOne-700" panose="020B0803030303020204" pitchFamily="34" charset="0"/>
              <a:cs typeface="Times New Roman" panose="02020603050405020304" pitchFamily="18" charset="0"/>
            </a:endParaRPr>
          </a:p>
        </p:txBody>
      </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16" name="그룹 15">
            <a:extLst>
              <a:ext uri="{FF2B5EF4-FFF2-40B4-BE49-F238E27FC236}">
                <a16:creationId xmlns:a16="http://schemas.microsoft.com/office/drawing/2014/main" id="{EE5A546D-4A57-47A0-9997-FB47811E1709}"/>
              </a:ext>
            </a:extLst>
          </p:cNvPr>
          <p:cNvGrpSpPr/>
          <p:nvPr/>
        </p:nvGrpSpPr>
        <p:grpSpPr>
          <a:xfrm>
            <a:off x="580388" y="1413381"/>
            <a:ext cx="8887612" cy="902604"/>
            <a:chOff x="580388" y="1413381"/>
            <a:chExt cx="8887612" cy="902604"/>
          </a:xfrm>
        </p:grpSpPr>
        <p:sp>
          <p:nvSpPr>
            <p:cNvPr id="17" name="직사각형 16">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Xử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lý</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rgbClr val="FF0000"/>
                  </a:solidFill>
                  <a:latin typeface="SamsungOne-400" panose="020B0503030303020204" pitchFamily="34" charset="0"/>
                  <a:ea typeface="SamsungOne-400" panose="020B0503030303020204" pitchFamily="34" charset="0"/>
                </a:rPr>
                <a:t>Mã</a:t>
              </a:r>
              <a:r>
                <a:rPr lang="en-US" altLang="ko-KR" sz="1400" dirty="0">
                  <a:solidFill>
                    <a:srgbClr val="FF0000"/>
                  </a:solidFill>
                  <a:latin typeface="SamsungOne-400" panose="020B0503030303020204" pitchFamily="34" charset="0"/>
                  <a:ea typeface="SamsungOne-400" panose="020B0503030303020204" pitchFamily="34" charset="0"/>
                </a:rPr>
                <a:t> </a:t>
              </a:r>
              <a:r>
                <a:rPr lang="en-US" altLang="ko-KR" sz="1400" dirty="0" err="1">
                  <a:solidFill>
                    <a:srgbClr val="FF0000"/>
                  </a:solidFill>
                  <a:latin typeface="SamsungOne-400" panose="020B0503030303020204" pitchFamily="34" charset="0"/>
                  <a:ea typeface="SamsungOne-400" panose="020B0503030303020204" pitchFamily="34" charset="0"/>
                </a:rPr>
                <a:t>hóa</a:t>
              </a:r>
              <a:r>
                <a:rPr lang="en-US" altLang="ko-KR" sz="1400" dirty="0">
                  <a:solidFill>
                    <a:srgbClr val="FF0000"/>
                  </a:solidFill>
                  <a:latin typeface="SamsungOne-400" panose="020B0503030303020204" pitchFamily="34" charset="0"/>
                  <a:ea typeface="SamsungOne-400" panose="020B0503030303020204" pitchFamily="34" charset="0"/>
                </a:rPr>
                <a:t> one-hot</a:t>
              </a:r>
            </a:p>
          </p:txBody>
        </p:sp>
        <p:sp>
          <p:nvSpPr>
            <p:cNvPr id="20" name="Rectangle 12">
              <a:extLst>
                <a:ext uri="{FF2B5EF4-FFF2-40B4-BE49-F238E27FC236}">
                  <a16:creationId xmlns:a16="http://schemas.microsoft.com/office/drawing/2014/main" id="{A565D94B-402B-4972-AFFC-93522B4F8711}"/>
                </a:ext>
              </a:extLst>
            </p:cNvPr>
            <p:cNvSpPr/>
            <p:nvPr/>
          </p:nvSpPr>
          <p:spPr>
            <a:xfrm>
              <a:off x="711201" y="1667877"/>
              <a:ext cx="8632824" cy="6481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Tương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tự</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giả</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Trường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hợp</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này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số</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lượng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giả</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tương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đương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với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tổng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số</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lượng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duy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nhất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sp>
        <p:nvSpPr>
          <p:cNvPr id="22" name="사각형: 둥근 모서리 2">
            <a:extLst>
              <a:ext uri="{FF2B5EF4-FFF2-40B4-BE49-F238E27FC236}">
                <a16:creationId xmlns:a16="http://schemas.microsoft.com/office/drawing/2014/main" id="{7909CF6F-4679-44EC-A711-D8F38D45D1E3}"/>
              </a:ext>
            </a:extLst>
          </p:cNvPr>
          <p:cNvSpPr/>
          <p:nvPr/>
        </p:nvSpPr>
        <p:spPr>
          <a:xfrm>
            <a:off x="903506" y="2415678"/>
            <a:ext cx="290279" cy="223667"/>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300" b="1" dirty="0" err="1">
                <a:solidFill>
                  <a:schemeClr val="bg1"/>
                </a:solidFill>
                <a:latin typeface="SamsungOne-400" panose="020B0503030303020204" pitchFamily="34" charset="0"/>
                <a:ea typeface="SamsungOne-400" panose="020B0503030303020204" pitchFamily="34" charset="0"/>
              </a:rPr>
              <a:t>Vd</a:t>
            </a:r>
            <a:endParaRPr lang="ko-KR" altLang="en-US" sz="1300" b="1" dirty="0">
              <a:solidFill>
                <a:schemeClr val="bg1"/>
              </a:solidFill>
              <a:latin typeface="SamsungOne-400" panose="020B0503030303020204" pitchFamily="34" charset="0"/>
            </a:endParaRPr>
          </a:p>
        </p:txBody>
      </p:sp>
      <p:sp>
        <p:nvSpPr>
          <p:cNvPr id="24" name="직사각형 23"/>
          <p:cNvSpPr/>
          <p:nvPr/>
        </p:nvSpPr>
        <p:spPr>
          <a:xfrm>
            <a:off x="746981" y="2348878"/>
            <a:ext cx="8630827" cy="64807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1983" rIns="143967" bIns="71983" rtlCol="0" anchor="t">
            <a:spAutoFit/>
            <a:scene3d>
              <a:camera prst="orthographicFront"/>
              <a:lightRig rig="threePt" dir="t"/>
            </a:scene3d>
            <a:sp3d>
              <a:bevelT w="0" h="6350"/>
            </a:sp3d>
          </a:bodyPr>
          <a:lstStyle/>
          <a:p>
            <a:pPr>
              <a:spcAft>
                <a:spcPts val="800"/>
              </a:spcAft>
              <a:buClr>
                <a:srgbClr val="193EB0"/>
              </a:buClr>
            </a:pP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Mã</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hóa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one-hot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cho</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chứa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số</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nguyên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từ</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0~9.</a:t>
            </a:r>
          </a:p>
          <a:p>
            <a:pPr>
              <a:spcAft>
                <a:spcPts val="800"/>
              </a:spcAft>
              <a:buClr>
                <a:srgbClr val="193EB0"/>
              </a:buCl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 </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Các biến số nguyên thường biểu thị loại hoặc lớp thay vì giá trị số học.</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3938209106"/>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2" name="직사각형 11">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3" name="직사각형 12">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10" name="그룹 9">
            <a:extLst>
              <a:ext uri="{FF2B5EF4-FFF2-40B4-BE49-F238E27FC236}">
                <a16:creationId xmlns:a16="http://schemas.microsoft.com/office/drawing/2014/main" id="{EE5A546D-4A57-47A0-9997-FB47811E1709}"/>
              </a:ext>
            </a:extLst>
          </p:cNvPr>
          <p:cNvGrpSpPr/>
          <p:nvPr/>
        </p:nvGrpSpPr>
        <p:grpSpPr>
          <a:xfrm>
            <a:off x="580388" y="1413381"/>
            <a:ext cx="8887612" cy="1205251"/>
            <a:chOff x="580388" y="1413381"/>
            <a:chExt cx="8887612" cy="1205251"/>
          </a:xfrm>
        </p:grpSpPr>
        <p:sp>
          <p:nvSpPr>
            <p:cNvPr id="14" name="직사각형 13">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Xử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lý</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rgbClr val="FF0000"/>
                  </a:solidFill>
                  <a:latin typeface="SamsungOne-400" panose="020B0503030303020204" pitchFamily="34" charset="0"/>
                  <a:ea typeface="SamsungOne-400" panose="020B0503030303020204" pitchFamily="34" charset="0"/>
                </a:rPr>
                <a:t>Mã</a:t>
              </a:r>
              <a:r>
                <a:rPr lang="en-US" altLang="ko-KR" sz="1400" dirty="0">
                  <a:solidFill>
                    <a:srgbClr val="FF0000"/>
                  </a:solidFill>
                  <a:latin typeface="SamsungOne-400" panose="020B0503030303020204" pitchFamily="34" charset="0"/>
                  <a:ea typeface="SamsungOne-400" panose="020B0503030303020204" pitchFamily="34" charset="0"/>
                </a:rPr>
                <a:t> </a:t>
              </a:r>
              <a:r>
                <a:rPr lang="en-US" altLang="ko-KR" sz="1400" dirty="0" err="1">
                  <a:solidFill>
                    <a:srgbClr val="FF0000"/>
                  </a:solidFill>
                  <a:latin typeface="SamsungOne-400" panose="020B0503030303020204" pitchFamily="34" charset="0"/>
                  <a:ea typeface="SamsungOne-400" panose="020B0503030303020204" pitchFamily="34" charset="0"/>
                </a:rPr>
                <a:t>hóa</a:t>
              </a:r>
              <a:r>
                <a:rPr lang="en-US" altLang="ko-KR" sz="1400" dirty="0">
                  <a:solidFill>
                    <a:srgbClr val="FF0000"/>
                  </a:solidFill>
                  <a:latin typeface="SamsungOne-400" panose="020B0503030303020204" pitchFamily="34" charset="0"/>
                  <a:ea typeface="SamsungOne-400" panose="020B0503030303020204" pitchFamily="34" charset="0"/>
                </a:rPr>
                <a:t> </a:t>
              </a:r>
              <a:r>
                <a:rPr lang="en-US" altLang="ko-KR" sz="1400" dirty="0" err="1">
                  <a:solidFill>
                    <a:srgbClr val="FF0000"/>
                  </a:solidFill>
                  <a:latin typeface="SamsungOne-400" panose="020B0503030303020204" pitchFamily="34" charset="0"/>
                  <a:ea typeface="SamsungOne-400" panose="020B0503030303020204" pitchFamily="34" charset="0"/>
                </a:rPr>
                <a:t>nhãn</a:t>
              </a:r>
              <a:endParaRPr lang="en-US" altLang="ko-KR" sz="1400" dirty="0">
                <a:solidFill>
                  <a:srgbClr val="FF0000"/>
                </a:solidFill>
                <a:latin typeface="SamsungOne-400" panose="020B0503030303020204" pitchFamily="34" charset="0"/>
                <a:ea typeface="SamsungOne-400" panose="020B0503030303020204" pitchFamily="34" charset="0"/>
              </a:endParaRPr>
            </a:p>
          </p:txBody>
        </p:sp>
        <p:sp>
          <p:nvSpPr>
            <p:cNvPr id="18" name="Rectangle 12">
              <a:extLst>
                <a:ext uri="{FF2B5EF4-FFF2-40B4-BE49-F238E27FC236}">
                  <a16:creationId xmlns:a16="http://schemas.microsoft.com/office/drawing/2014/main" id="{A565D94B-402B-4972-AFFC-93522B4F8711}"/>
                </a:ext>
              </a:extLst>
            </p:cNvPr>
            <p:cNvSpPr/>
            <p:nvPr/>
          </p:nvSpPr>
          <p:spPr>
            <a:xfrm>
              <a:off x="711201" y="1667877"/>
              <a:ext cx="8632824" cy="95075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Mã</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hóa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bằng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số</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nguyên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cho</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Tạo</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số</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mới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diễn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xuất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a:p>
              <a:pPr marL="182563" indent="-182563">
                <a:spcAft>
                  <a:spcPts val="800"/>
                </a:spcAft>
                <a:buClr>
                  <a:srgbClr val="193EB0"/>
                </a:buClr>
                <a:buFont typeface="SamsungOne 400" panose="020B0503030303020204" pitchFamily="34" charset="0"/>
                <a:buChar char="‣"/>
              </a:pPr>
              <a:r>
                <a:rPr lang="en-US" altLang="ko-KR" sz="1300" dirty="0">
                  <a:solidFill>
                    <a:srgbClr val="193EB0"/>
                  </a:solidFill>
                  <a:latin typeface="SamsungOne-400" panose="020B0503030303020204" pitchFamily="34" charset="0"/>
                  <a:ea typeface="SamsungOne-400" panose="020B0503030303020204" pitchFamily="34" charset="0"/>
                </a:rPr>
                <a:t>OK</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cho</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thuật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toán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rgbClr val="193EB0"/>
                  </a:solidFill>
                  <a:latin typeface="SamsungOne-400" panose="020B0503030303020204" pitchFamily="34" charset="0"/>
                  <a:ea typeface="SamsungOne-400" panose="020B0503030303020204" pitchFamily="34" charset="0"/>
                </a:rPr>
                <a:t>dạng</a:t>
              </a:r>
              <a:r>
                <a:rPr lang="en-US" altLang="ko-KR" sz="1300" dirty="0">
                  <a:solidFill>
                    <a:srgbClr val="193EB0"/>
                  </a:solidFill>
                  <a:latin typeface="SamsungOne-400" panose="020B0503030303020204" pitchFamily="34" charset="0"/>
                  <a:ea typeface="SamsungOne-400" panose="020B0503030303020204" pitchFamily="34" charset="0"/>
                </a:rPr>
                <a:t> </a:t>
              </a:r>
              <a:r>
                <a:rPr lang="en-US" altLang="ko-KR" sz="1300" dirty="0" err="1">
                  <a:solidFill>
                    <a:srgbClr val="193EB0"/>
                  </a:solidFill>
                  <a:latin typeface="SamsungOne-400" panose="020B0503030303020204" pitchFamily="34" charset="0"/>
                  <a:ea typeface="SamsungOne-400" panose="020B0503030303020204" pitchFamily="34" charset="0"/>
                </a:rPr>
                <a:t>Cây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nhưng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rgbClr val="FF0000"/>
                  </a:solidFill>
                  <a:latin typeface="SamsungOne-400" panose="020B0503030303020204" pitchFamily="34" charset="0"/>
                  <a:ea typeface="SamsungOne-400" panose="020B0503030303020204" pitchFamily="34" charset="0"/>
                </a:rPr>
                <a:t>không</a:t>
              </a:r>
              <a:r>
                <a:rPr lang="en-US" altLang="ko-KR" sz="1300" dirty="0">
                  <a:solidFill>
                    <a:srgbClr val="FF0000"/>
                  </a:solidFill>
                  <a:latin typeface="SamsungOne-400" panose="020B0503030303020204" pitchFamily="34" charset="0"/>
                  <a:ea typeface="SamsungOne-400" panose="020B0503030303020204" pitchFamily="34" charset="0"/>
                </a:rPr>
                <a:t> an </a:t>
              </a:r>
              <a:r>
                <a:rPr lang="en-US" altLang="ko-KR" sz="1300" dirty="0" err="1">
                  <a:solidFill>
                    <a:srgbClr val="FF0000"/>
                  </a:solidFill>
                  <a:latin typeface="SamsungOne-400" panose="020B0503030303020204" pitchFamily="34" charset="0"/>
                  <a:ea typeface="SamsungOne-400" panose="020B0503030303020204" pitchFamily="34" charset="0"/>
                </a:rPr>
                <a:t>toàn</a:t>
              </a:r>
              <a:r>
                <a:rPr lang="en-US" altLang="ko-KR" sz="1300" dirty="0">
                  <a:solidFill>
                    <a:srgbClr val="FF0000"/>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đối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với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thuật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toán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rgbClr val="FF0000"/>
                  </a:solidFill>
                  <a:latin typeface="SamsungOne-400" panose="020B0503030303020204" pitchFamily="34" charset="0"/>
                  <a:ea typeface="SamsungOne-400" panose="020B0503030303020204" pitchFamily="34" charset="0"/>
                </a:rPr>
                <a:t>không</a:t>
              </a:r>
              <a:r>
                <a:rPr lang="en-US" altLang="ko-KR" sz="1300" dirty="0">
                  <a:solidFill>
                    <a:srgbClr val="FF0000"/>
                  </a:solidFill>
                  <a:latin typeface="SamsungOne-400" panose="020B0503030303020204" pitchFamily="34" charset="0"/>
                  <a:ea typeface="SamsungOne-400" panose="020B0503030303020204" pitchFamily="34" charset="0"/>
                </a:rPr>
                <a:t> </a:t>
              </a:r>
              <a:r>
                <a:rPr lang="en-US" altLang="ko-KR" sz="1300" dirty="0" err="1">
                  <a:solidFill>
                    <a:srgbClr val="FF0000"/>
                  </a:solidFill>
                  <a:latin typeface="SamsungOne-400" panose="020B0503030303020204" pitchFamily="34" charset="0"/>
                  <a:ea typeface="SamsungOne-400" panose="020B0503030303020204" pitchFamily="34" charset="0"/>
                </a:rPr>
                <a:t>phải</a:t>
              </a:r>
              <a:r>
                <a:rPr lang="en-US" altLang="ko-KR" sz="1300" dirty="0">
                  <a:solidFill>
                    <a:srgbClr val="FF0000"/>
                  </a:solidFill>
                  <a:latin typeface="SamsungOne-400" panose="020B0503030303020204" pitchFamily="34" charset="0"/>
                  <a:ea typeface="SamsungOne-400" panose="020B0503030303020204" pitchFamily="34" charset="0"/>
                </a:rPr>
                <a:t> </a:t>
              </a:r>
              <a:r>
                <a:rPr lang="en-US" altLang="ko-KR" sz="1300" dirty="0" err="1">
                  <a:solidFill>
                    <a:srgbClr val="FF0000"/>
                  </a:solidFill>
                  <a:latin typeface="SamsungOne-400" panose="020B0503030303020204" pitchFamily="34" charset="0"/>
                  <a:ea typeface="SamsungOne-400" panose="020B0503030303020204" pitchFamily="34" charset="0"/>
                </a:rPr>
                <a:t>dạng</a:t>
              </a:r>
              <a:r>
                <a:rPr lang="en-US" altLang="ko-KR" sz="1300" dirty="0">
                  <a:solidFill>
                    <a:srgbClr val="FF0000"/>
                  </a:solidFill>
                  <a:latin typeface="SamsungOne-400" panose="020B0503030303020204" pitchFamily="34" charset="0"/>
                  <a:ea typeface="SamsungOne-400" panose="020B0503030303020204" pitchFamily="34" charset="0"/>
                </a:rPr>
                <a:t> </a:t>
              </a:r>
              <a:r>
                <a:rPr lang="en-US" altLang="ko-KR" sz="1300" dirty="0" err="1">
                  <a:solidFill>
                    <a:srgbClr val="FF0000"/>
                  </a:solidFill>
                  <a:latin typeface="SamsungOne-400" panose="020B0503030303020204" pitchFamily="34" charset="0"/>
                  <a:ea typeface="SamsungOne-400" panose="020B0503030303020204" pitchFamily="34" charset="0"/>
                </a:rPr>
                <a:t>Cây</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p>
          </p:txBody>
        </p:sp>
      </p:grpSp>
      <p:grpSp>
        <p:nvGrpSpPr>
          <p:cNvPr id="2" name="그룹 1"/>
          <p:cNvGrpSpPr/>
          <p:nvPr/>
        </p:nvGrpSpPr>
        <p:grpSpPr>
          <a:xfrm>
            <a:off x="713073" y="2636912"/>
            <a:ext cx="8630827" cy="848128"/>
            <a:chOff x="713073" y="2780926"/>
            <a:chExt cx="8630827" cy="848128"/>
          </a:xfrm>
        </p:grpSpPr>
        <p:sp>
          <p:nvSpPr>
            <p:cNvPr id="19" name="사각형: 둥근 모서리 2">
              <a:extLst>
                <a:ext uri="{FF2B5EF4-FFF2-40B4-BE49-F238E27FC236}">
                  <a16:creationId xmlns:a16="http://schemas.microsoft.com/office/drawing/2014/main" id="{7909CF6F-4679-44EC-A711-D8F38D45D1E3}"/>
                </a:ext>
              </a:extLst>
            </p:cNvPr>
            <p:cNvSpPr/>
            <p:nvPr/>
          </p:nvSpPr>
          <p:spPr>
            <a:xfrm>
              <a:off x="903506" y="2847726"/>
              <a:ext cx="290279" cy="223667"/>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300" b="1" dirty="0" err="1">
                  <a:solidFill>
                    <a:schemeClr val="bg1"/>
                  </a:solidFill>
                  <a:latin typeface="SamsungOne-400" panose="020B0503030303020204" pitchFamily="34" charset="0"/>
                  <a:ea typeface="SamsungOne-400" panose="020B0503030303020204" pitchFamily="34" charset="0"/>
                </a:rPr>
                <a:t>Vd</a:t>
              </a:r>
              <a:endParaRPr lang="ko-KR" altLang="en-US" sz="1300" b="1" dirty="0">
                <a:solidFill>
                  <a:schemeClr val="bg1"/>
                </a:solidFill>
                <a:latin typeface="SamsungOne-400" panose="020B0503030303020204" pitchFamily="34" charset="0"/>
              </a:endParaRPr>
            </a:p>
          </p:txBody>
        </p:sp>
        <p:sp>
          <p:nvSpPr>
            <p:cNvPr id="20" name="직사각형 19"/>
            <p:cNvSpPr/>
            <p:nvPr/>
          </p:nvSpPr>
          <p:spPr>
            <a:xfrm>
              <a:off x="713073" y="2780926"/>
              <a:ext cx="8630827" cy="8481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1983" rIns="143967" bIns="71983" rtlCol="0" anchor="t">
              <a:spAutoFit/>
              <a:scene3d>
                <a:camera prst="orthographicFront"/>
                <a:lightRig rig="threePt" dir="t"/>
              </a:scene3d>
              <a:sp3d>
                <a:bevelT w="0" h="6350"/>
              </a:sp3d>
            </a:bodyPr>
            <a:lstStyle/>
            <a:p>
              <a:pPr>
                <a:spcAft>
                  <a:spcPts val="800"/>
                </a:spcAft>
                <a:buClr>
                  <a:srgbClr val="193EB0"/>
                </a:buClr>
              </a:pP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Thủ</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đô</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có</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năm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Luân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Đôn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“Moscow”, “Paris”, “Seoul”, “Washington”] </a:t>
              </a:r>
            </a:p>
            <a:p>
              <a:pPr>
                <a:spcAft>
                  <a:spcPts val="800"/>
                </a:spcAft>
                <a:buClr>
                  <a:srgbClr val="193EB0"/>
                </a:buCl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có thể được mã hóa dưới dạng biến số nguyên “Thủ đô_int”, trong đó </a:t>
              </a:r>
              <a:r>
                <a:rPr lang="vi-VN" altLang="ko-KR" sz="1300" dirty="0">
                  <a:solidFill>
                    <a:schemeClr val="tx1"/>
                  </a:solidFill>
                  <a:latin typeface="SamsungOne-400" panose="020B0503030303020204" pitchFamily="34" charset="0"/>
                  <a:ea typeface="SamsungOne-400" panose="020B0503030303020204" pitchFamily="34" charset="0"/>
                </a:rPr>
                <a:t>0  “</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Luân Đôn”, 1  “Moscow”,  2  “Paris”, 3  “Seoul”, 4  “Washington”. </a:t>
              </a:r>
            </a:p>
          </p:txBody>
        </p:sp>
      </p:grpSp>
    </p:spTree>
    <p:extLst>
      <p:ext uri="{BB962C8B-B14F-4D97-AF65-F5344CB8AC3E}">
        <p14:creationId xmlns:p14="http://schemas.microsoft.com/office/powerpoint/2010/main" val="259941934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표 23">
            <a:extLst>
              <a:ext uri="{FF2B5EF4-FFF2-40B4-BE49-F238E27FC236}">
                <a16:creationId xmlns:a16="http://schemas.microsoft.com/office/drawing/2014/main" id="{0B78A9D2-AA59-4EAE-A70A-705FFA6F48D4}"/>
              </a:ext>
            </a:extLst>
          </p:cNvPr>
          <p:cNvGraphicFramePr>
            <a:graphicFrameLocks noGrp="1"/>
          </p:cNvGraphicFramePr>
          <p:nvPr>
            <p:extLst>
              <p:ext uri="{D42A27DB-BD31-4B8C-83A1-F6EECF244321}">
                <p14:modId xmlns:p14="http://schemas.microsoft.com/office/powerpoint/2010/main" val="3501758709"/>
              </p:ext>
            </p:extLst>
          </p:nvPr>
        </p:nvGraphicFramePr>
        <p:xfrm>
          <a:off x="876306" y="3489960"/>
          <a:ext cx="956573" cy="1627200"/>
        </p:xfrm>
        <a:graphic>
          <a:graphicData uri="http://schemas.openxmlformats.org/drawingml/2006/table">
            <a:tbl>
              <a:tblPr firstRow="1" bandRow="1">
                <a:tableStyleId>{5940675A-B579-460E-94D1-54222C63F5DA}</a:tableStyleId>
              </a:tblPr>
              <a:tblGrid>
                <a:gridCol w="956573">
                  <a:extLst>
                    <a:ext uri="{9D8B030D-6E8A-4147-A177-3AD203B41FA5}">
                      <a16:colId xmlns:a16="http://schemas.microsoft.com/office/drawing/2014/main" val="3750369147"/>
                    </a:ext>
                  </a:extLst>
                </a:gridCol>
              </a:tblGrid>
              <a:tr h="360000">
                <a:tc>
                  <a:txBody>
                    <a:bodyPr/>
                    <a:lstStyle/>
                    <a:p>
                      <a:pPr marL="0" algn="ctr" defTabSz="914400" rtl="0" eaLnBrk="1" latinLnBrk="1" hangingPunct="1"/>
                      <a:r>
                        <a:rPr lang="en-US" altLang="ko-KR" sz="1400" b="0" kern="1200" dirty="0" err="1">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732613760"/>
                  </a:ext>
                </a:extLst>
              </a:tr>
              <a:tr h="316800">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8</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54325084"/>
                  </a:ext>
                </a:extLst>
              </a:tr>
              <a:tr h="316800">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17</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06391503"/>
                  </a:ext>
                </a:extLst>
              </a:tr>
              <a:tr h="316800">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26</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30240380"/>
                  </a:ext>
                </a:extLst>
              </a:tr>
              <a:tr h="316800">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63</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651208458"/>
                  </a:ext>
                </a:extLst>
              </a:tr>
            </a:tbl>
          </a:graphicData>
        </a:graphic>
      </p:graphicFrame>
      <p:graphicFrame>
        <p:nvGraphicFramePr>
          <p:cNvPr id="25" name="표 24">
            <a:extLst>
              <a:ext uri="{FF2B5EF4-FFF2-40B4-BE49-F238E27FC236}">
                <a16:creationId xmlns:a16="http://schemas.microsoft.com/office/drawing/2014/main" id="{B576F295-4350-419D-8D06-833A9B2425D6}"/>
              </a:ext>
            </a:extLst>
          </p:cNvPr>
          <p:cNvGraphicFramePr>
            <a:graphicFrameLocks noGrp="1"/>
          </p:cNvGraphicFramePr>
          <p:nvPr>
            <p:extLst>
              <p:ext uri="{D42A27DB-BD31-4B8C-83A1-F6EECF244321}">
                <p14:modId xmlns:p14="http://schemas.microsoft.com/office/powerpoint/2010/main" val="4117364161"/>
              </p:ext>
            </p:extLst>
          </p:nvPr>
        </p:nvGraphicFramePr>
        <p:xfrm>
          <a:off x="2954563" y="3489960"/>
          <a:ext cx="6389464" cy="1627200"/>
        </p:xfrm>
        <a:graphic>
          <a:graphicData uri="http://schemas.openxmlformats.org/drawingml/2006/table">
            <a:tbl>
              <a:tblPr firstRow="1" bandRow="1">
                <a:tableStyleId>{5940675A-B579-460E-94D1-54222C63F5DA}</a:tableStyleId>
              </a:tblPr>
              <a:tblGrid>
                <a:gridCol w="798683">
                  <a:extLst>
                    <a:ext uri="{9D8B030D-6E8A-4147-A177-3AD203B41FA5}">
                      <a16:colId xmlns:a16="http://schemas.microsoft.com/office/drawing/2014/main" val="3750369147"/>
                    </a:ext>
                  </a:extLst>
                </a:gridCol>
                <a:gridCol w="798683">
                  <a:extLst>
                    <a:ext uri="{9D8B030D-6E8A-4147-A177-3AD203B41FA5}">
                      <a16:colId xmlns:a16="http://schemas.microsoft.com/office/drawing/2014/main" val="2842331261"/>
                    </a:ext>
                  </a:extLst>
                </a:gridCol>
                <a:gridCol w="798683">
                  <a:extLst>
                    <a:ext uri="{9D8B030D-6E8A-4147-A177-3AD203B41FA5}">
                      <a16:colId xmlns:a16="http://schemas.microsoft.com/office/drawing/2014/main" val="1132387671"/>
                    </a:ext>
                  </a:extLst>
                </a:gridCol>
                <a:gridCol w="798683">
                  <a:extLst>
                    <a:ext uri="{9D8B030D-6E8A-4147-A177-3AD203B41FA5}">
                      <a16:colId xmlns:a16="http://schemas.microsoft.com/office/drawing/2014/main" val="531908472"/>
                    </a:ext>
                  </a:extLst>
                </a:gridCol>
                <a:gridCol w="798683">
                  <a:extLst>
                    <a:ext uri="{9D8B030D-6E8A-4147-A177-3AD203B41FA5}">
                      <a16:colId xmlns:a16="http://schemas.microsoft.com/office/drawing/2014/main" val="2443228430"/>
                    </a:ext>
                  </a:extLst>
                </a:gridCol>
                <a:gridCol w="798683">
                  <a:extLst>
                    <a:ext uri="{9D8B030D-6E8A-4147-A177-3AD203B41FA5}">
                      <a16:colId xmlns:a16="http://schemas.microsoft.com/office/drawing/2014/main" val="421032756"/>
                    </a:ext>
                  </a:extLst>
                </a:gridCol>
                <a:gridCol w="798683">
                  <a:extLst>
                    <a:ext uri="{9D8B030D-6E8A-4147-A177-3AD203B41FA5}">
                      <a16:colId xmlns:a16="http://schemas.microsoft.com/office/drawing/2014/main" val="2067815592"/>
                    </a:ext>
                  </a:extLst>
                </a:gridCol>
                <a:gridCol w="798683">
                  <a:extLst>
                    <a:ext uri="{9D8B030D-6E8A-4147-A177-3AD203B41FA5}">
                      <a16:colId xmlns:a16="http://schemas.microsoft.com/office/drawing/2014/main" val="3137885639"/>
                    </a:ext>
                  </a:extLst>
                </a:gridCol>
              </a:tblGrid>
              <a:tr h="360000">
                <a:tc>
                  <a:txBody>
                    <a:bodyPr/>
                    <a:lstStyle/>
                    <a:p>
                      <a:pPr marL="0" algn="ctr" defTabSz="914400" rtl="0" eaLnBrk="1" latinLnBrk="1" hangingPunct="1"/>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Tuổi_10</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Tuổi_20</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Tuổi_30</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Tuổi_40</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algn="ctr" defTabSz="914400" rtl="0" eaLnBrk="1" latinLnBrk="1" hangingPunct="1"/>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Tuổi_50</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Tuổi_60</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Tuổi_70</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Tuổi_80</a:t>
                      </a:r>
                      <a:endParaRPr lang="ko-KR" altLang="en-US" sz="1400" b="0" kern="1200" dirty="0">
                        <a:gradFill>
                          <a:gsLst>
                            <a:gs pos="0">
                              <a:srgbClr val="1D48D1"/>
                            </a:gs>
                            <a:gs pos="100000">
                              <a:srgbClr val="1D48D1"/>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732613760"/>
                  </a:ext>
                </a:extLst>
              </a:tr>
              <a:tr h="316800">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654325084"/>
                  </a:ext>
                </a:extLst>
              </a:tr>
              <a:tr h="316800">
                <a:tc>
                  <a:txBody>
                    <a:bodyPr/>
                    <a:lstStyle/>
                    <a:p>
                      <a:pPr algn="ctr" latinLnBrk="1"/>
                      <a:r>
                        <a:rPr lang="en-US" altLang="ko-KR" sz="1300" b="0" kern="1200" dirty="0">
                          <a:ln>
                            <a:solidFill>
                              <a:schemeClr val="accent1">
                                <a:shade val="50000"/>
                                <a:alpha val="0"/>
                              </a:schemeClr>
                            </a:solidFill>
                          </a:ln>
                          <a:solidFill>
                            <a:srgbClr val="FF0000"/>
                          </a:solidFill>
                          <a:latin typeface="SamsungOne-400" panose="020B0503030303020204" pitchFamily="34" charset="0"/>
                          <a:ea typeface="SamsungOne-400" panose="020B0503030303020204" pitchFamily="34" charset="0"/>
                          <a:cs typeface="Times New Roman" panose="02020603050405020304" pitchFamily="18" charset="0"/>
                        </a:rPr>
                        <a:t>1</a:t>
                      </a:r>
                      <a:endParaRPr lang="ko-KR" altLang="en-US" sz="1300" b="0" kern="1200" dirty="0">
                        <a:ln>
                          <a:solidFill>
                            <a:schemeClr val="accent1">
                              <a:shade val="50000"/>
                              <a:alpha val="0"/>
                            </a:schemeClr>
                          </a:solidFill>
                        </a:ln>
                        <a:solidFill>
                          <a:srgbClr val="FF0000"/>
                        </a:soli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106391503"/>
                  </a:ext>
                </a:extLst>
              </a:tr>
              <a:tr h="316800">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algn="ctr" defTabSz="914400" rtl="0" eaLnBrk="1" latinLnBrk="1" hangingPunct="1"/>
                      <a:r>
                        <a:rPr lang="en-US" altLang="ko-KR" sz="1300" b="0" kern="1200" dirty="0">
                          <a:ln>
                            <a:solidFill>
                              <a:schemeClr val="accent1">
                                <a:shade val="50000"/>
                                <a:alpha val="0"/>
                              </a:schemeClr>
                            </a:solidFill>
                          </a:ln>
                          <a:solidFill>
                            <a:srgbClr val="FF0000"/>
                          </a:solidFill>
                          <a:latin typeface="SamsungOne-400" panose="020B0503030303020204" pitchFamily="34" charset="0"/>
                          <a:ea typeface="SamsungOne-400" panose="020B0503030303020204" pitchFamily="34" charset="0"/>
                          <a:cs typeface="Times New Roman" panose="02020603050405020304" pitchFamily="18" charset="0"/>
                        </a:rPr>
                        <a:t>1</a:t>
                      </a:r>
                      <a:endParaRPr lang="ko-KR" altLang="en-US" sz="1300" b="0" kern="1200" dirty="0">
                        <a:ln>
                          <a:solidFill>
                            <a:schemeClr val="accent1">
                              <a:shade val="50000"/>
                              <a:alpha val="0"/>
                            </a:schemeClr>
                          </a:solidFill>
                        </a:ln>
                        <a:solidFill>
                          <a:srgbClr val="FF0000"/>
                        </a:soli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485777055"/>
                  </a:ext>
                </a:extLst>
              </a:tr>
              <a:tr h="316800">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ln>
                            <a:solidFill>
                              <a:schemeClr val="accent1">
                                <a:shade val="50000"/>
                                <a:alpha val="0"/>
                              </a:schemeClr>
                            </a:solidFill>
                          </a:ln>
                          <a:solidFill>
                            <a:srgbClr val="FF0000"/>
                          </a:solidFill>
                          <a:latin typeface="SamsungOne-400" panose="020B0503030303020204" pitchFamily="34" charset="0"/>
                          <a:ea typeface="SamsungOne-400" panose="020B0503030303020204" pitchFamily="34" charset="0"/>
                          <a:cs typeface="Times New Roman" panose="02020603050405020304" pitchFamily="18" charset="0"/>
                        </a:rPr>
                        <a:t>1</a:t>
                      </a:r>
                      <a:endParaRPr lang="ko-KR" altLang="en-US" sz="1300" b="0" kern="1200" dirty="0">
                        <a:ln>
                          <a:solidFill>
                            <a:schemeClr val="accent1">
                              <a:shade val="50000"/>
                              <a:alpha val="0"/>
                            </a:schemeClr>
                          </a:solidFill>
                        </a:ln>
                        <a:solidFill>
                          <a:srgbClr val="FF0000"/>
                        </a:soli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latinLnBrk="1"/>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0</a:t>
                      </a:r>
                      <a:endParaRPr lang="ko-KR" alt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0" marR="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4239706195"/>
                  </a:ext>
                </a:extLst>
              </a:tr>
            </a:tbl>
          </a:graphicData>
        </a:graphic>
      </p:graphicFrame>
      <p:sp>
        <p:nvSpPr>
          <p:cNvPr id="27" name="화살표: 위쪽/아래쪽 18">
            <a:extLst>
              <a:ext uri="{FF2B5EF4-FFF2-40B4-BE49-F238E27FC236}">
                <a16:creationId xmlns:a16="http://schemas.microsoft.com/office/drawing/2014/main" id="{D2FEA80E-C59C-4CC5-831E-6B22DEDF9531}"/>
              </a:ext>
            </a:extLst>
          </p:cNvPr>
          <p:cNvSpPr/>
          <p:nvPr/>
        </p:nvSpPr>
        <p:spPr>
          <a:xfrm rot="16200000">
            <a:off x="2283776" y="4019052"/>
            <a:ext cx="193953" cy="720000"/>
          </a:xfrm>
          <a:prstGeom prst="upDownArrow">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7" name="직사각형 16">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20" name="직사각형 19">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18" name="그룹 17">
            <a:extLst>
              <a:ext uri="{FF2B5EF4-FFF2-40B4-BE49-F238E27FC236}">
                <a16:creationId xmlns:a16="http://schemas.microsoft.com/office/drawing/2014/main" id="{EE5A546D-4A57-47A0-9997-FB47811E1709}"/>
              </a:ext>
            </a:extLst>
          </p:cNvPr>
          <p:cNvGrpSpPr/>
          <p:nvPr/>
        </p:nvGrpSpPr>
        <p:grpSpPr>
          <a:xfrm>
            <a:off x="580388" y="1413381"/>
            <a:ext cx="8887612" cy="1205251"/>
            <a:chOff x="580388" y="1413381"/>
            <a:chExt cx="8887612" cy="1205251"/>
          </a:xfrm>
        </p:grpSpPr>
        <p:sp>
          <p:nvSpPr>
            <p:cNvPr id="19" name="직사각형 18">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số</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thành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21" name="Rectangle 12">
              <a:extLst>
                <a:ext uri="{FF2B5EF4-FFF2-40B4-BE49-F238E27FC236}">
                  <a16:creationId xmlns:a16="http://schemas.microsoft.com/office/drawing/2014/main" id="{A565D94B-402B-4972-AFFC-93522B4F8711}"/>
                </a:ext>
              </a:extLst>
            </p:cNvPr>
            <p:cNvSpPr/>
            <p:nvPr/>
          </p:nvSpPr>
          <p:spPr>
            <a:xfrm>
              <a:off x="711201" y="1667877"/>
              <a:ext cx="8632824" cy="95075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Một biến số, chúng ta có thể tạo ra một biến phân loại chứa các khoảng giá trị.    </a:t>
              </a:r>
            </a:p>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Các khoảng này có thể là các phân vị hoặc được tùy chỉnh.</a:t>
              </a:r>
            </a:p>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Từ biến phân loại, có thể tạo ra biến giả tương ứng như bình thường.</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grpSp>
        <p:nvGrpSpPr>
          <p:cNvPr id="23" name="그룹 22"/>
          <p:cNvGrpSpPr/>
          <p:nvPr/>
        </p:nvGrpSpPr>
        <p:grpSpPr>
          <a:xfrm>
            <a:off x="702940" y="2636912"/>
            <a:ext cx="8630827" cy="345427"/>
            <a:chOff x="702940" y="2780926"/>
            <a:chExt cx="8630827" cy="345427"/>
          </a:xfrm>
        </p:grpSpPr>
        <p:sp>
          <p:nvSpPr>
            <p:cNvPr id="26" name="사각형: 둥근 모서리 2">
              <a:extLst>
                <a:ext uri="{FF2B5EF4-FFF2-40B4-BE49-F238E27FC236}">
                  <a16:creationId xmlns:a16="http://schemas.microsoft.com/office/drawing/2014/main" id="{7909CF6F-4679-44EC-A711-D8F38D45D1E3}"/>
                </a:ext>
              </a:extLst>
            </p:cNvPr>
            <p:cNvSpPr/>
            <p:nvPr/>
          </p:nvSpPr>
          <p:spPr>
            <a:xfrm>
              <a:off x="903506" y="2847726"/>
              <a:ext cx="290279" cy="223667"/>
            </a:xfrm>
            <a:prstGeom prst="round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300" b="1" dirty="0" err="1">
                  <a:solidFill>
                    <a:schemeClr val="bg1"/>
                  </a:solidFill>
                  <a:latin typeface="SamsungOne-400" panose="020B0503030303020204" pitchFamily="34" charset="0"/>
                  <a:ea typeface="SamsungOne-400" panose="020B0503030303020204" pitchFamily="34" charset="0"/>
                </a:rPr>
                <a:t>Vd</a:t>
              </a:r>
              <a:endParaRPr lang="ko-KR" altLang="en-US" sz="1300" b="1" dirty="0">
                <a:solidFill>
                  <a:schemeClr val="bg1"/>
                </a:solidFill>
                <a:latin typeface="SamsungOne-400" panose="020B0503030303020204" pitchFamily="34" charset="0"/>
              </a:endParaRPr>
            </a:p>
          </p:txBody>
        </p:sp>
        <p:sp>
          <p:nvSpPr>
            <p:cNvPr id="28" name="직사각형 27"/>
            <p:cNvSpPr/>
            <p:nvPr/>
          </p:nvSpPr>
          <p:spPr>
            <a:xfrm>
              <a:off x="702940" y="2780926"/>
              <a:ext cx="8630827" cy="3454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1983" rIns="143967" bIns="71983" rtlCol="0" anchor="t">
              <a:spAutoFit/>
              <a:scene3d>
                <a:camera prst="orthographicFront"/>
                <a:lightRig rig="threePt" dir="t"/>
              </a:scene3d>
              <a:sp3d>
                <a:bevelT w="0" h="6350"/>
              </a:sp3d>
            </a:bodyPr>
            <a:lstStyle/>
            <a:p>
              <a:pPr>
                <a:spcAft>
                  <a:spcPts val="800"/>
                </a:spcAft>
                <a:buClr>
                  <a:srgbClr val="193EB0"/>
                </a:buClr>
              </a:pPr>
              <a:r>
                <a:rPr lang="en-US" altLang="ko-KR" sz="1300" dirty="0">
                  <a:solidFill>
                    <a:prstClr val="black">
                      <a:lumMod val="85000"/>
                      <a:lumOff val="15000"/>
                    </a:prstClr>
                  </a:solidFill>
                  <a:latin typeface="SamsungOne-400" panose="020B0503030303020204" pitchFamily="34" charset="0"/>
                  <a:ea typeface="SamsungOne-400" panose="020B0503030303020204" pitchFamily="34" charset="0"/>
                </a:rPr>
                <a:t>	         </a:t>
              </a: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Biến số “Tuổi” có thể được chuyển đổi thành “Tuổi_10”, “Tuổi_20”, etc.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p>
          </p:txBody>
        </p:sp>
      </p:grpSp>
    </p:spTree>
    <p:extLst>
      <p:ext uri="{BB962C8B-B14F-4D97-AF65-F5344CB8AC3E}">
        <p14:creationId xmlns:p14="http://schemas.microsoft.com/office/powerpoint/2010/main" val="879836240"/>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a:extLst>
              <a:ext uri="{FF2B5EF4-FFF2-40B4-BE49-F238E27FC236}">
                <a16:creationId xmlns:a16="http://schemas.microsoft.com/office/drawing/2014/main" id="{84B7C2AE-F77F-48AA-BE1E-347091793D88}"/>
              </a:ext>
            </a:extLst>
          </p:cNvPr>
          <p:cNvGrpSpPr/>
          <p:nvPr/>
        </p:nvGrpSpPr>
        <p:grpSpPr>
          <a:xfrm>
            <a:off x="558396" y="2164223"/>
            <a:ext cx="8782050" cy="3291809"/>
            <a:chOff x="558396" y="2164223"/>
            <a:chExt cx="8782050" cy="3291809"/>
          </a:xfrm>
        </p:grpSpPr>
        <p:sp>
          <p:nvSpPr>
            <p:cNvPr id="23" name="모서리가 둥근 직사각형 4">
              <a:extLst>
                <a:ext uri="{FF2B5EF4-FFF2-40B4-BE49-F238E27FC236}">
                  <a16:creationId xmlns:a16="http://schemas.microsoft.com/office/drawing/2014/main" id="{930158F8-A5B7-4F97-8E44-C73FC55364FC}"/>
                </a:ext>
              </a:extLst>
            </p:cNvPr>
            <p:cNvSpPr/>
            <p:nvPr/>
          </p:nvSpPr>
          <p:spPr>
            <a:xfrm>
              <a:off x="558396" y="2164223"/>
              <a:ext cx="8782050" cy="329180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5" name="그림 4"/>
            <p:cNvPicPr>
              <a:picLocks noChangeAspect="1"/>
            </p:cNvPicPr>
            <p:nvPr/>
          </p:nvPicPr>
          <p:blipFill rotWithShape="1">
            <a:blip r:embed="rId3"/>
            <a:srcRect l="2" t="1" r="4829" b="1796"/>
            <a:stretch/>
          </p:blipFill>
          <p:spPr>
            <a:xfrm>
              <a:off x="616268" y="2236718"/>
              <a:ext cx="8723426" cy="3156376"/>
            </a:xfrm>
            <a:prstGeom prst="rect">
              <a:avLst/>
            </a:prstGeom>
            <a:ln>
              <a:noFill/>
            </a:ln>
          </p:spPr>
        </p:pic>
      </p:grpSp>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16" name="그룹 15">
            <a:extLst>
              <a:ext uri="{FF2B5EF4-FFF2-40B4-BE49-F238E27FC236}">
                <a16:creationId xmlns:a16="http://schemas.microsoft.com/office/drawing/2014/main" id="{2DD374C3-05CB-48D7-A1D6-6E076A1FC74E}"/>
              </a:ext>
            </a:extLst>
          </p:cNvPr>
          <p:cNvGrpSpPr/>
          <p:nvPr/>
        </p:nvGrpSpPr>
        <p:grpSpPr>
          <a:xfrm>
            <a:off x="557644" y="5573417"/>
            <a:ext cx="8782050" cy="663895"/>
            <a:chOff x="568325" y="5114924"/>
            <a:chExt cx="8782050" cy="686019"/>
          </a:xfrm>
        </p:grpSpPr>
        <p:sp>
          <p:nvSpPr>
            <p:cNvPr id="17"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68601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8" name="그룹 17">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0"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9" name="TextBox 18">
              <a:extLst>
                <a:ext uri="{FF2B5EF4-FFF2-40B4-BE49-F238E27FC236}">
                  <a16:creationId xmlns:a16="http://schemas.microsoft.com/office/drawing/2014/main" id="{0800EE66-B78E-4CCD-A49E-31BBE412C7F6}"/>
                </a:ext>
              </a:extLst>
            </p:cNvPr>
            <p:cNvSpPr txBox="1"/>
            <p:nvPr/>
          </p:nvSpPr>
          <p:spPr>
            <a:xfrm>
              <a:off x="1035256" y="5505687"/>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df</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bằng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read_csv</a:t>
              </a:r>
              <a:r>
                <a:rPr lang="en-US" altLang="ko-KR" sz="1300" dirty="0">
                  <a:solidFill>
                    <a:prstClr val="black">
                      <a:lumMod val="85000"/>
                      <a:lumOff val="15000"/>
                    </a:prstClr>
                  </a:solidFill>
                  <a:latin typeface="SamsungOne-400" panose="020B0503030303020204" pitchFamily="34" charset="0"/>
                </a:rPr>
                <a:t>().</a:t>
              </a:r>
            </a:p>
          </p:txBody>
        </p:sp>
      </p:grpSp>
      <p:sp>
        <p:nvSpPr>
          <p:cNvPr id="24" name="직사각형 23">
            <a:extLst>
              <a:ext uri="{FF2B5EF4-FFF2-40B4-BE49-F238E27FC236}">
                <a16:creationId xmlns:a16="http://schemas.microsoft.com/office/drawing/2014/main" id="{58B1BC1D-DFB7-4482-BA23-F01AD71B1BBE}"/>
              </a:ext>
            </a:extLst>
          </p:cNvPr>
          <p:cNvSpPr/>
          <p:nvPr/>
        </p:nvSpPr>
        <p:spPr>
          <a:xfrm>
            <a:off x="435228" y="1340768"/>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vi-VN"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Chuyển đổi các đơn vị đo lường tương đương</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sp>
        <p:nvSpPr>
          <p:cNvPr id="25" name="직사각형 24">
            <a:extLst>
              <a:ext uri="{FF2B5EF4-FFF2-40B4-BE49-F238E27FC236}">
                <a16:creationId xmlns:a16="http://schemas.microsoft.com/office/drawing/2014/main" id="{B9911584-7C52-4333-A1B3-5FEE211FBD88}"/>
              </a:ext>
            </a:extLst>
          </p:cNvPr>
          <p:cNvSpPr/>
          <p:nvPr/>
        </p:nvSpPr>
        <p:spPr>
          <a:xfrm>
            <a:off x="524240" y="1870666"/>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dặm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trên</a:t>
            </a:r>
            <a:r>
              <a:rPr lang="en-US" altLang="ko-KR" sz="1400" dirty="0">
                <a:solidFill>
                  <a:schemeClr val="tx1"/>
                </a:solidFill>
                <a:latin typeface="SamsungOne-400" panose="020B0503030303020204" pitchFamily="34" charset="0"/>
                <a:ea typeface="SamsungOne-400" panose="020B0503030303020204" pitchFamily="34" charset="0"/>
              </a:rPr>
              <a:t> gallon </a:t>
            </a:r>
            <a:r>
              <a:rPr lang="en-US" altLang="ko-KR" sz="1400" dirty="0" err="1">
                <a:solidFill>
                  <a:schemeClr val="tx1"/>
                </a:solidFill>
                <a:latin typeface="SamsungOne-400" panose="020B0503030303020204" pitchFamily="34" charset="0"/>
                <a:ea typeface="SamsungOne-400" panose="020B0503030303020204" pitchFamily="34" charset="0"/>
              </a:rPr>
              <a:t>thành</a:t>
            </a:r>
            <a:r>
              <a:rPr lang="en-US" altLang="ko-KR" sz="1400" dirty="0">
                <a:solidFill>
                  <a:schemeClr val="tx1"/>
                </a:solidFill>
                <a:latin typeface="SamsungOne-400" panose="020B0503030303020204" pitchFamily="34" charset="0"/>
                <a:ea typeface="SamsungOne-400" panose="020B0503030303020204" pitchFamily="34" charset="0"/>
              </a:rPr>
              <a:t> km </a:t>
            </a:r>
            <a:r>
              <a:rPr lang="en-US" altLang="ko-KR" sz="1400" dirty="0" err="1">
                <a:solidFill>
                  <a:schemeClr val="tx1"/>
                </a:solidFill>
                <a:latin typeface="SamsungOne-400" panose="020B0503030303020204" pitchFamily="34" charset="0"/>
                <a:ea typeface="SamsungOne-400" panose="020B0503030303020204" pitchFamily="34" charset="0"/>
              </a:rPr>
              <a:t>trên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lít</a:t>
            </a:r>
            <a:r>
              <a:rPr lang="en-US" altLang="ko-KR" sz="1400" dirty="0">
                <a:solidFill>
                  <a:schemeClr val="tx1"/>
                </a:solidFill>
                <a:latin typeface="SamsungOne-400" panose="020B0503030303020204" pitchFamily="34" charset="0"/>
                <a:ea typeface="SamsungOne-400" panose="020B0503030303020204" pitchFamily="34" charset="0"/>
              </a:rPr>
              <a:t> (km/l).</a:t>
            </a:r>
          </a:p>
        </p:txBody>
      </p:sp>
    </p:spTree>
    <p:extLst>
      <p:ext uri="{BB962C8B-B14F-4D97-AF65-F5344CB8AC3E}">
        <p14:creationId xmlns:p14="http://schemas.microsoft.com/office/powerpoint/2010/main" val="1270670622"/>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16" name="그룹 15">
            <a:extLst>
              <a:ext uri="{FF2B5EF4-FFF2-40B4-BE49-F238E27FC236}">
                <a16:creationId xmlns:a16="http://schemas.microsoft.com/office/drawing/2014/main" id="{2DD374C3-05CB-48D7-A1D6-6E076A1FC74E}"/>
              </a:ext>
            </a:extLst>
          </p:cNvPr>
          <p:cNvGrpSpPr/>
          <p:nvPr/>
        </p:nvGrpSpPr>
        <p:grpSpPr>
          <a:xfrm>
            <a:off x="557644" y="5516264"/>
            <a:ext cx="8782050" cy="744575"/>
            <a:chOff x="568325" y="5114924"/>
            <a:chExt cx="8782050" cy="769388"/>
          </a:xfrm>
        </p:grpSpPr>
        <p:sp>
          <p:nvSpPr>
            <p:cNvPr id="17"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76938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8" name="그룹 17">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0"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9" name="TextBox 18">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định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sp>
        <p:nvSpPr>
          <p:cNvPr id="26" name="직사각형 25">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dặm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trên</a:t>
            </a:r>
            <a:r>
              <a:rPr lang="en-US" altLang="ko-KR" sz="1400" dirty="0">
                <a:solidFill>
                  <a:schemeClr val="tx1"/>
                </a:solidFill>
                <a:latin typeface="SamsungOne-400" panose="020B0503030303020204" pitchFamily="34" charset="0"/>
                <a:ea typeface="SamsungOne-400" panose="020B0503030303020204" pitchFamily="34" charset="0"/>
              </a:rPr>
              <a:t> gallon </a:t>
            </a:r>
            <a:r>
              <a:rPr lang="en-US" altLang="ko-KR" sz="1400" dirty="0" err="1">
                <a:solidFill>
                  <a:schemeClr val="tx1"/>
                </a:solidFill>
                <a:latin typeface="SamsungOne-400" panose="020B0503030303020204" pitchFamily="34" charset="0"/>
                <a:ea typeface="SamsungOne-400" panose="020B0503030303020204" pitchFamily="34" charset="0"/>
              </a:rPr>
              <a:t>thành</a:t>
            </a:r>
            <a:r>
              <a:rPr lang="en-US" altLang="ko-KR" sz="1400" dirty="0">
                <a:solidFill>
                  <a:schemeClr val="tx1"/>
                </a:solidFill>
                <a:latin typeface="SamsungOne-400" panose="020B0503030303020204" pitchFamily="34" charset="0"/>
                <a:ea typeface="SamsungOne-400" panose="020B0503030303020204" pitchFamily="34" charset="0"/>
              </a:rPr>
              <a:t> km </a:t>
            </a:r>
            <a:r>
              <a:rPr lang="en-US" altLang="ko-KR" sz="1400" dirty="0" err="1">
                <a:solidFill>
                  <a:schemeClr val="tx1"/>
                </a:solidFill>
                <a:latin typeface="SamsungOne-400" panose="020B0503030303020204" pitchFamily="34" charset="0"/>
                <a:ea typeface="SamsungOne-400" panose="020B0503030303020204" pitchFamily="34" charset="0"/>
              </a:rPr>
              <a:t>trên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lít</a:t>
            </a:r>
            <a:r>
              <a:rPr lang="en-US" altLang="ko-KR" sz="1400" dirty="0">
                <a:solidFill>
                  <a:schemeClr val="tx1"/>
                </a:solidFill>
                <a:latin typeface="SamsungOne-400" panose="020B0503030303020204" pitchFamily="34" charset="0"/>
                <a:ea typeface="SamsungOne-400" panose="020B0503030303020204" pitchFamily="34" charset="0"/>
              </a:rPr>
              <a:t> (km/l).</a:t>
            </a:r>
          </a:p>
        </p:txBody>
      </p:sp>
      <p:grpSp>
        <p:nvGrpSpPr>
          <p:cNvPr id="2" name="그룹 1">
            <a:extLst>
              <a:ext uri="{FF2B5EF4-FFF2-40B4-BE49-F238E27FC236}">
                <a16:creationId xmlns:a16="http://schemas.microsoft.com/office/drawing/2014/main" id="{C1D657AF-5792-4351-B11C-FDDB958E054C}"/>
              </a:ext>
            </a:extLst>
          </p:cNvPr>
          <p:cNvGrpSpPr/>
          <p:nvPr/>
        </p:nvGrpSpPr>
        <p:grpSpPr>
          <a:xfrm>
            <a:off x="558396" y="1700807"/>
            <a:ext cx="8782050" cy="3738940"/>
            <a:chOff x="558396" y="1700807"/>
            <a:chExt cx="8782050" cy="3738940"/>
          </a:xfrm>
        </p:grpSpPr>
        <p:sp>
          <p:nvSpPr>
            <p:cNvPr id="27" name="모서리가 둥근 직사각형 4">
              <a:extLst>
                <a:ext uri="{FF2B5EF4-FFF2-40B4-BE49-F238E27FC236}">
                  <a16:creationId xmlns:a16="http://schemas.microsoft.com/office/drawing/2014/main" id="{930158F8-A5B7-4F97-8E44-C73FC55364FC}"/>
                </a:ext>
              </a:extLst>
            </p:cNvPr>
            <p:cNvSpPr/>
            <p:nvPr/>
          </p:nvSpPr>
          <p:spPr>
            <a:xfrm>
              <a:off x="558396" y="1700807"/>
              <a:ext cx="8782050" cy="373894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8" name="그림 27"/>
            <p:cNvPicPr>
              <a:picLocks noChangeAspect="1"/>
            </p:cNvPicPr>
            <p:nvPr/>
          </p:nvPicPr>
          <p:blipFill rotWithShape="1">
            <a:blip r:embed="rId5"/>
            <a:srcRect l="2" t="1" r="17684" b="1796"/>
            <a:stretch/>
          </p:blipFill>
          <p:spPr>
            <a:xfrm>
              <a:off x="625598" y="1754153"/>
              <a:ext cx="8714096" cy="3645386"/>
            </a:xfrm>
            <a:prstGeom prst="rect">
              <a:avLst/>
            </a:prstGeom>
            <a:ln>
              <a:noFill/>
            </a:ln>
          </p:spPr>
        </p:pic>
      </p:grpSp>
    </p:spTree>
    <p:extLst>
      <p:ext uri="{BB962C8B-B14F-4D97-AF65-F5344CB8AC3E}">
        <p14:creationId xmlns:p14="http://schemas.microsoft.com/office/powerpoint/2010/main" val="1886269491"/>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모서리가 둥근 직사각형 4">
            <a:extLst>
              <a:ext uri="{FF2B5EF4-FFF2-40B4-BE49-F238E27FC236}">
                <a16:creationId xmlns:a16="http://schemas.microsoft.com/office/drawing/2014/main" id="{930158F8-A5B7-4F97-8E44-C73FC55364FC}"/>
              </a:ext>
            </a:extLst>
          </p:cNvPr>
          <p:cNvSpPr/>
          <p:nvPr/>
        </p:nvSpPr>
        <p:spPr>
          <a:xfrm>
            <a:off x="558396" y="1777885"/>
            <a:ext cx="8782050" cy="191348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pic>
        <p:nvPicPr>
          <p:cNvPr id="4" name="그림 3"/>
          <p:cNvPicPr>
            <a:picLocks noChangeAspect="1"/>
          </p:cNvPicPr>
          <p:nvPr/>
        </p:nvPicPr>
        <p:blipFill rotWithShape="1">
          <a:blip r:embed="rId3"/>
          <a:srcRect r="24459"/>
          <a:stretch/>
        </p:blipFill>
        <p:spPr>
          <a:xfrm>
            <a:off x="595403" y="1844824"/>
            <a:ext cx="8744291" cy="1788285"/>
          </a:xfrm>
          <a:prstGeom prst="rect">
            <a:avLst/>
          </a:prstGeom>
        </p:spPr>
      </p:pic>
      <p:sp>
        <p:nvSpPr>
          <p:cNvPr id="17" name="직사각형 16">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Lệnh round (2) làm tròn đến chữ số thứ hai sau dấu thập phân.</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54C83CD3-A417-4562-8179-CC82583309DD}"/>
              </a:ext>
            </a:extLst>
          </p:cNvPr>
          <p:cNvGrpSpPr/>
          <p:nvPr/>
        </p:nvGrpSpPr>
        <p:grpSpPr>
          <a:xfrm>
            <a:off x="557644" y="3786304"/>
            <a:ext cx="8782050" cy="1989346"/>
            <a:chOff x="557644" y="3786304"/>
            <a:chExt cx="8782050" cy="1989346"/>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57644" y="3786304"/>
              <a:ext cx="8782050" cy="19893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3" name="그룹 22">
              <a:extLst>
                <a:ext uri="{FF2B5EF4-FFF2-40B4-BE49-F238E27FC236}">
                  <a16:creationId xmlns:a16="http://schemas.microsoft.com/office/drawing/2014/main" id="{F18919BF-DD65-4EDD-8E99-5FA6C053E53B}"/>
                </a:ext>
              </a:extLst>
            </p:cNvPr>
            <p:cNvGrpSpPr/>
            <p:nvPr/>
          </p:nvGrpSpPr>
          <p:grpSpPr>
            <a:xfrm>
              <a:off x="665154" y="3879204"/>
              <a:ext cx="2918106" cy="292387"/>
              <a:chOff x="732985" y="5582396"/>
              <a:chExt cx="2918106" cy="302131"/>
            </a:xfrm>
          </p:grpSpPr>
          <p:pic>
            <p:nvPicPr>
              <p:cNvPr id="2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4" name="TextBox 23">
              <a:extLst>
                <a:ext uri="{FF2B5EF4-FFF2-40B4-BE49-F238E27FC236}">
                  <a16:creationId xmlns:a16="http://schemas.microsoft.com/office/drawing/2014/main" id="{0800EE66-B78E-4CCD-A49E-31BBE412C7F6}"/>
                </a:ext>
              </a:extLst>
            </p:cNvPr>
            <p:cNvSpPr txBox="1"/>
            <p:nvPr/>
          </p:nvSpPr>
          <p:spPr>
            <a:xfrm>
              <a:off x="1024575" y="4214098"/>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dặm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trên</a:t>
              </a:r>
              <a:r>
                <a:rPr lang="en-US" altLang="ko-KR" sz="1300" dirty="0">
                  <a:solidFill>
                    <a:prstClr val="black">
                      <a:lumMod val="85000"/>
                      <a:lumOff val="15000"/>
                    </a:prstClr>
                  </a:solidFill>
                  <a:latin typeface="SamsungOne-400" panose="020B0503030303020204" pitchFamily="34" charset="0"/>
                </a:rPr>
                <a:t> gallon sang km </a:t>
              </a:r>
              <a:r>
                <a:rPr lang="en-US" altLang="ko-KR" sz="1300" dirty="0" err="1">
                  <a:solidFill>
                    <a:prstClr val="black">
                      <a:lumMod val="85000"/>
                      <a:lumOff val="15000"/>
                    </a:prstClr>
                  </a:solidFill>
                  <a:latin typeface="SamsungOne-400" panose="020B0503030303020204" pitchFamily="34" charset="0"/>
                </a:rPr>
                <a:t>trên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lít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mpg_to_kpl</a:t>
              </a:r>
              <a:r>
                <a:rPr lang="en-US" altLang="ko-KR" sz="1300" dirty="0">
                  <a:solidFill>
                    <a:prstClr val="black">
                      <a:lumMod val="85000"/>
                      <a:lumOff val="15000"/>
                    </a:prstClr>
                  </a:solidFill>
                  <a:latin typeface="SamsungOne-400" panose="020B0503030303020204" pitchFamily="34" charset="0"/>
                </a:rPr>
                <a:t> = 0,425)</a:t>
              </a:r>
              <a:endParaRPr lang="ko-KR" altLang="en-US" sz="1300" dirty="0">
                <a:solidFill>
                  <a:prstClr val="black">
                    <a:lumMod val="85000"/>
                    <a:lumOff val="15000"/>
                  </a:prstClr>
                </a:solidFill>
                <a:latin typeface="SamsungOne-400" panose="020B0503030303020204" pitchFamily="34" charset="0"/>
              </a:endParaRPr>
            </a:p>
          </p:txBody>
        </p:sp>
        <p:grpSp>
          <p:nvGrpSpPr>
            <p:cNvPr id="15" name="그룹 14">
              <a:extLst>
                <a:ext uri="{FF2B5EF4-FFF2-40B4-BE49-F238E27FC236}">
                  <a16:creationId xmlns:a16="http://schemas.microsoft.com/office/drawing/2014/main" id="{3B3258DC-5319-4D19-82BD-5E6F39A6A20A}"/>
                </a:ext>
              </a:extLst>
            </p:cNvPr>
            <p:cNvGrpSpPr/>
            <p:nvPr/>
          </p:nvGrpSpPr>
          <p:grpSpPr>
            <a:xfrm>
              <a:off x="665154" y="4509085"/>
              <a:ext cx="8640559" cy="534949"/>
              <a:chOff x="665154" y="4031026"/>
              <a:chExt cx="8640559" cy="534949"/>
            </a:xfrm>
          </p:grpSpPr>
          <p:grpSp>
            <p:nvGrpSpPr>
              <p:cNvPr id="16" name="그룹 15">
                <a:extLst>
                  <a:ext uri="{FF2B5EF4-FFF2-40B4-BE49-F238E27FC236}">
                    <a16:creationId xmlns:a16="http://schemas.microsoft.com/office/drawing/2014/main" id="{6DCDD04B-9E4A-442B-9DA6-B73348BB3C03}"/>
                  </a:ext>
                </a:extLst>
              </p:cNvPr>
              <p:cNvGrpSpPr/>
              <p:nvPr/>
            </p:nvGrpSpPr>
            <p:grpSpPr>
              <a:xfrm>
                <a:off x="665154" y="4031026"/>
                <a:ext cx="2918106" cy="292387"/>
                <a:chOff x="732985" y="5582396"/>
                <a:chExt cx="2918106" cy="302131"/>
              </a:xfrm>
            </p:grpSpPr>
            <p:pic>
              <p:nvPicPr>
                <p:cNvPr id="20" name="Picture 2" descr="Byte - Free electronics icons">
                  <a:extLst>
                    <a:ext uri="{FF2B5EF4-FFF2-40B4-BE49-F238E27FC236}">
                      <a16:creationId xmlns:a16="http://schemas.microsoft.com/office/drawing/2014/main" id="{1C7BDC89-BE6C-463B-BAD5-84FB9180C04E}"/>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7" name="TextBox 26">
                  <a:extLst>
                    <a:ext uri="{FF2B5EF4-FFF2-40B4-BE49-F238E27FC236}">
                      <a16:creationId xmlns:a16="http://schemas.microsoft.com/office/drawing/2014/main" id="{817CD430-140D-4464-803E-F792221A8E82}"/>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9" name="TextBox 18">
                <a:extLst>
                  <a:ext uri="{FF2B5EF4-FFF2-40B4-BE49-F238E27FC236}">
                    <a16:creationId xmlns:a16="http://schemas.microsoft.com/office/drawing/2014/main" id="{D797E994-74BA-4F26-91EA-14A3165C9180}"/>
                  </a:ext>
                </a:extLst>
              </p:cNvPr>
              <p:cNvSpPr txBox="1"/>
              <p:nvPr/>
            </p:nvSpPr>
            <p:spPr>
              <a:xfrm>
                <a:off x="1024575" y="4365920"/>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Thêm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kết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quả</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nhân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mpg </a:t>
                </a:r>
                <a:r>
                  <a:rPr lang="en-US" altLang="ko-KR" sz="1300" dirty="0" err="1">
                    <a:solidFill>
                      <a:prstClr val="black">
                        <a:lumMod val="85000"/>
                        <a:lumOff val="15000"/>
                      </a:prstClr>
                    </a:solidFill>
                    <a:latin typeface="SamsungOne-400" panose="020B0503030303020204" pitchFamily="34" charset="0"/>
                  </a:rPr>
                  <a:t>với</a:t>
                </a:r>
                <a:r>
                  <a:rPr lang="en-US" altLang="ko-KR" sz="1300" dirty="0">
                    <a:solidFill>
                      <a:prstClr val="black">
                        <a:lumMod val="85000"/>
                        <a:lumOff val="15000"/>
                      </a:prstClr>
                    </a:solidFill>
                    <a:latin typeface="SamsungOne-400" panose="020B0503030303020204" pitchFamily="34" charset="0"/>
                  </a:rPr>
                  <a:t> 0,425 </a:t>
                </a:r>
                <a:r>
                  <a:rPr lang="en-US" altLang="ko-KR" sz="1300" dirty="0" err="1">
                    <a:solidFill>
                      <a:prstClr val="black">
                        <a:lumMod val="85000"/>
                        <a:lumOff val="15000"/>
                      </a:prstClr>
                    </a:solidFill>
                    <a:latin typeface="SamsungOne-400" panose="020B0503030303020204" pitchFamily="34" charset="0"/>
                  </a:rPr>
                  <a:t>vào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mới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kpl</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nvGrpSpPr>
            <p:cNvPr id="28" name="그룹 27">
              <a:extLst>
                <a:ext uri="{FF2B5EF4-FFF2-40B4-BE49-F238E27FC236}">
                  <a16:creationId xmlns:a16="http://schemas.microsoft.com/office/drawing/2014/main" id="{1C2217FA-484A-46A6-8E96-81CDCE46CF4C}"/>
                </a:ext>
              </a:extLst>
            </p:cNvPr>
            <p:cNvGrpSpPr/>
            <p:nvPr/>
          </p:nvGrpSpPr>
          <p:grpSpPr>
            <a:xfrm>
              <a:off x="670425" y="5129034"/>
              <a:ext cx="8640559" cy="534949"/>
              <a:chOff x="670425" y="4025932"/>
              <a:chExt cx="8640559" cy="534949"/>
            </a:xfrm>
          </p:grpSpPr>
          <p:grpSp>
            <p:nvGrpSpPr>
              <p:cNvPr id="29" name="그룹 28">
                <a:extLst>
                  <a:ext uri="{FF2B5EF4-FFF2-40B4-BE49-F238E27FC236}">
                    <a16:creationId xmlns:a16="http://schemas.microsoft.com/office/drawing/2014/main" id="{9ADBAB7C-50C1-4271-9562-2AF77B9348A1}"/>
                  </a:ext>
                </a:extLst>
              </p:cNvPr>
              <p:cNvGrpSpPr/>
              <p:nvPr/>
            </p:nvGrpSpPr>
            <p:grpSpPr>
              <a:xfrm>
                <a:off x="670425" y="4025932"/>
                <a:ext cx="2918106" cy="292387"/>
                <a:chOff x="732985" y="5582396"/>
                <a:chExt cx="2918106" cy="302131"/>
              </a:xfrm>
            </p:grpSpPr>
            <p:pic>
              <p:nvPicPr>
                <p:cNvPr id="31" name="Picture 2" descr="Byte - Free electronics icons">
                  <a:extLst>
                    <a:ext uri="{FF2B5EF4-FFF2-40B4-BE49-F238E27FC236}">
                      <a16:creationId xmlns:a16="http://schemas.microsoft.com/office/drawing/2014/main" id="{19EC4B85-A264-437A-948F-59180574C24A}"/>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2" name="TextBox 31">
                  <a:extLst>
                    <a:ext uri="{FF2B5EF4-FFF2-40B4-BE49-F238E27FC236}">
                      <a16:creationId xmlns:a16="http://schemas.microsoft.com/office/drawing/2014/main" id="{D0D7C487-CEC8-4A27-9FE2-4567676C90EC}"/>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3-7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0" name="TextBox 29">
                <a:extLst>
                  <a:ext uri="{FF2B5EF4-FFF2-40B4-BE49-F238E27FC236}">
                    <a16:creationId xmlns:a16="http://schemas.microsoft.com/office/drawing/2014/main" id="{A63602F0-13C4-41B0-8576-2730BEC946F9}"/>
                  </a:ext>
                </a:extLst>
              </p:cNvPr>
              <p:cNvSpPr txBox="1"/>
              <p:nvPr/>
            </p:nvSpPr>
            <p:spPr>
              <a:xfrm>
                <a:off x="1029846" y="436082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Làm tròn cột kpl đến chữ số thứ hai sau dấu thập phân.</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627909972"/>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2" name="그룹 1">
            <a:extLst>
              <a:ext uri="{FF2B5EF4-FFF2-40B4-BE49-F238E27FC236}">
                <a16:creationId xmlns:a16="http://schemas.microsoft.com/office/drawing/2014/main" id="{2BF84D0E-8B4D-42D3-AAF7-E810D5B8F672}"/>
              </a:ext>
            </a:extLst>
          </p:cNvPr>
          <p:cNvGrpSpPr/>
          <p:nvPr/>
        </p:nvGrpSpPr>
        <p:grpSpPr>
          <a:xfrm>
            <a:off x="558396" y="1755012"/>
            <a:ext cx="8782050" cy="4122260"/>
            <a:chOff x="558396" y="1700808"/>
            <a:chExt cx="8782050" cy="4122260"/>
          </a:xfrm>
        </p:grpSpPr>
        <p:sp>
          <p:nvSpPr>
            <p:cNvPr id="16" name="모서리가 둥근 직사각형 4">
              <a:extLst>
                <a:ext uri="{FF2B5EF4-FFF2-40B4-BE49-F238E27FC236}">
                  <a16:creationId xmlns:a16="http://schemas.microsoft.com/office/drawing/2014/main" id="{930158F8-A5B7-4F97-8E44-C73FC55364FC}"/>
                </a:ext>
              </a:extLst>
            </p:cNvPr>
            <p:cNvSpPr/>
            <p:nvPr/>
          </p:nvSpPr>
          <p:spPr>
            <a:xfrm>
              <a:off x="558396" y="1700808"/>
              <a:ext cx="8782050" cy="412226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3"/>
            <a:srcRect l="4608" r="18243"/>
            <a:stretch/>
          </p:blipFill>
          <p:spPr>
            <a:xfrm>
              <a:off x="846955" y="1772816"/>
              <a:ext cx="8424937" cy="4050252"/>
            </a:xfrm>
            <a:prstGeom prst="rect">
              <a:avLst/>
            </a:prstGeom>
          </p:spPr>
        </p:pic>
      </p:grpSp>
      <p:sp>
        <p:nvSpPr>
          <p:cNvPr id="15" name="직사각형 14">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Lệnh round (2) làm tròn đến chữ số thứ hai sau dấu thập phân.</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75633701"/>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그룹 20">
            <a:extLst>
              <a:ext uri="{FF2B5EF4-FFF2-40B4-BE49-F238E27FC236}">
                <a16:creationId xmlns:a16="http://schemas.microsoft.com/office/drawing/2014/main" id="{2DD374C3-05CB-48D7-A1D6-6E076A1FC74E}"/>
              </a:ext>
            </a:extLst>
          </p:cNvPr>
          <p:cNvGrpSpPr/>
          <p:nvPr/>
        </p:nvGrpSpPr>
        <p:grpSpPr>
          <a:xfrm>
            <a:off x="557644" y="5517232"/>
            <a:ext cx="8782050" cy="787019"/>
            <a:chOff x="568325" y="5114924"/>
            <a:chExt cx="8782050" cy="813246"/>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3" name="그룹 22">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4" name="TextBox 23">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Kiểm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kiểu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từng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3" name="그룹 2">
            <a:extLst>
              <a:ext uri="{FF2B5EF4-FFF2-40B4-BE49-F238E27FC236}">
                <a16:creationId xmlns:a16="http://schemas.microsoft.com/office/drawing/2014/main" id="{81042810-46E4-4295-8EE8-07BF97D35EAF}"/>
              </a:ext>
            </a:extLst>
          </p:cNvPr>
          <p:cNvGrpSpPr/>
          <p:nvPr/>
        </p:nvGrpSpPr>
        <p:grpSpPr>
          <a:xfrm>
            <a:off x="558396" y="2123978"/>
            <a:ext cx="8835405" cy="3326986"/>
            <a:chOff x="558396" y="2235342"/>
            <a:chExt cx="9005836" cy="3391162"/>
          </a:xfrm>
        </p:grpSpPr>
        <p:sp>
          <p:nvSpPr>
            <p:cNvPr id="20" name="모서리가 둥근 직사각형 4">
              <a:extLst>
                <a:ext uri="{FF2B5EF4-FFF2-40B4-BE49-F238E27FC236}">
                  <a16:creationId xmlns:a16="http://schemas.microsoft.com/office/drawing/2014/main" id="{930158F8-A5B7-4F97-8E44-C73FC55364FC}"/>
                </a:ext>
              </a:extLst>
            </p:cNvPr>
            <p:cNvSpPr/>
            <p:nvPr/>
          </p:nvSpPr>
          <p:spPr>
            <a:xfrm>
              <a:off x="558396" y="2235342"/>
              <a:ext cx="8950685" cy="339116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r="18798" b="4627"/>
            <a:stretch/>
          </p:blipFill>
          <p:spPr>
            <a:xfrm>
              <a:off x="613547" y="2325812"/>
              <a:ext cx="8950685" cy="3205999"/>
            </a:xfrm>
            <a:prstGeom prst="rect">
              <a:avLst/>
            </a:prstGeom>
            <a:ln>
              <a:noFill/>
            </a:ln>
          </p:spPr>
        </p:pic>
      </p:grpSp>
      <p:sp>
        <p:nvSpPr>
          <p:cNvPr id="19" name="직사각형 18">
            <a:extLst>
              <a:ext uri="{FF2B5EF4-FFF2-40B4-BE49-F238E27FC236}">
                <a16:creationId xmlns:a16="http://schemas.microsoft.com/office/drawing/2014/main" id="{58B1BC1D-DFB7-4482-BA23-F01AD71B1BBE}"/>
              </a:ext>
            </a:extLst>
          </p:cNvPr>
          <p:cNvSpPr/>
          <p:nvPr/>
        </p:nvSpPr>
        <p:spPr>
          <a:xfrm>
            <a:off x="435228" y="1340768"/>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Chuyển</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đổi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kiểu</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dữ</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liệu</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sp>
        <p:nvSpPr>
          <p:cNvPr id="28" name="직사각형 27">
            <a:extLst>
              <a:ext uri="{FF2B5EF4-FFF2-40B4-BE49-F238E27FC236}">
                <a16:creationId xmlns:a16="http://schemas.microsoft.com/office/drawing/2014/main" id="{B9911584-7C52-4333-A1B3-5FEE211FBD88}"/>
              </a:ext>
            </a:extLst>
          </p:cNvPr>
          <p:cNvSpPr/>
          <p:nvPr/>
        </p:nvSpPr>
        <p:spPr>
          <a:xfrm>
            <a:off x="524240" y="1844824"/>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Kiểm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ban </a:t>
            </a:r>
            <a:r>
              <a:rPr lang="en-US" altLang="ko-KR" sz="1400" dirty="0" err="1">
                <a:solidFill>
                  <a:schemeClr val="tx1"/>
                </a:solidFill>
                <a:latin typeface="SamsungOne-400" panose="020B0503030303020204" pitchFamily="34" charset="0"/>
                <a:ea typeface="SamsungOne-400" panose="020B0503030303020204" pitchFamily="34" charset="0"/>
              </a:rPr>
              <a:t>đầu</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extLst>
      <p:ext uri="{BB962C8B-B14F-4D97-AF65-F5344CB8AC3E}">
        <p14:creationId xmlns:p14="http://schemas.microsoft.com/office/powerpoint/2010/main" val="925273576"/>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그룹 20">
            <a:extLst>
              <a:ext uri="{FF2B5EF4-FFF2-40B4-BE49-F238E27FC236}">
                <a16:creationId xmlns:a16="http://schemas.microsoft.com/office/drawing/2014/main" id="{2DD374C3-05CB-48D7-A1D6-6E076A1FC74E}"/>
              </a:ext>
            </a:extLst>
          </p:cNvPr>
          <p:cNvGrpSpPr/>
          <p:nvPr/>
        </p:nvGrpSpPr>
        <p:grpSpPr>
          <a:xfrm>
            <a:off x="557644" y="5162261"/>
            <a:ext cx="8782050" cy="787019"/>
            <a:chOff x="568325" y="5114924"/>
            <a:chExt cx="8782050" cy="813246"/>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3" name="그룹 22">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4-4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4" name="TextBox 23">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Kiểm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gốc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horsepower.</a:t>
              </a:r>
              <a:endParaRPr lang="ko-KR" altLang="en-US" sz="1300" dirty="0">
                <a:solidFill>
                  <a:prstClr val="black">
                    <a:lumMod val="85000"/>
                    <a:lumOff val="15000"/>
                  </a:prstClr>
                </a:solidFill>
                <a:latin typeface="SamsungOne-400" panose="020B0503030303020204" pitchFamily="34" charset="0"/>
              </a:endParaRPr>
            </a:p>
          </p:txBody>
        </p:sp>
      </p:gr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30" name="직사각형 29">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Kiểm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ban </a:t>
            </a:r>
            <a:r>
              <a:rPr lang="en-US" altLang="ko-KR" sz="1400" dirty="0" err="1">
                <a:solidFill>
                  <a:schemeClr val="tx1"/>
                </a:solidFill>
                <a:latin typeface="SamsungOne-400" panose="020B0503030303020204" pitchFamily="34" charset="0"/>
                <a:ea typeface="SamsungOne-400" panose="020B0503030303020204" pitchFamily="34" charset="0"/>
              </a:rPr>
              <a:t>đầu</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2" name="그룹 1">
            <a:extLst>
              <a:ext uri="{FF2B5EF4-FFF2-40B4-BE49-F238E27FC236}">
                <a16:creationId xmlns:a16="http://schemas.microsoft.com/office/drawing/2014/main" id="{FBB2EC5F-88AA-41D4-AD6D-A9EDF672AC4A}"/>
              </a:ext>
            </a:extLst>
          </p:cNvPr>
          <p:cNvGrpSpPr/>
          <p:nvPr/>
        </p:nvGrpSpPr>
        <p:grpSpPr>
          <a:xfrm>
            <a:off x="558396" y="1710333"/>
            <a:ext cx="8782050" cy="3371837"/>
            <a:chOff x="558396" y="1700808"/>
            <a:chExt cx="8782050" cy="3371837"/>
          </a:xfrm>
        </p:grpSpPr>
        <p:sp>
          <p:nvSpPr>
            <p:cNvPr id="31" name="모서리가 둥근 직사각형 4">
              <a:extLst>
                <a:ext uri="{FF2B5EF4-FFF2-40B4-BE49-F238E27FC236}">
                  <a16:creationId xmlns:a16="http://schemas.microsoft.com/office/drawing/2014/main" id="{930158F8-A5B7-4F97-8E44-C73FC55364FC}"/>
                </a:ext>
              </a:extLst>
            </p:cNvPr>
            <p:cNvSpPr/>
            <p:nvPr/>
          </p:nvSpPr>
          <p:spPr>
            <a:xfrm>
              <a:off x="558396" y="1700808"/>
              <a:ext cx="8782050" cy="337183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2" name="그림 31"/>
            <p:cNvPicPr>
              <a:picLocks noChangeAspect="1"/>
            </p:cNvPicPr>
            <p:nvPr/>
          </p:nvPicPr>
          <p:blipFill rotWithShape="1">
            <a:blip r:embed="rId5"/>
            <a:srcRect r="18798" b="4627"/>
            <a:stretch/>
          </p:blipFill>
          <p:spPr>
            <a:xfrm>
              <a:off x="612503" y="1772816"/>
              <a:ext cx="8727191" cy="3145327"/>
            </a:xfrm>
            <a:prstGeom prst="rect">
              <a:avLst/>
            </a:prstGeom>
            <a:ln>
              <a:noFill/>
            </a:ln>
          </p:spPr>
        </p:pic>
      </p:grpSp>
    </p:spTree>
    <p:extLst>
      <p:ext uri="{BB962C8B-B14F-4D97-AF65-F5344CB8AC3E}">
        <p14:creationId xmlns:p14="http://schemas.microsoft.com/office/powerpoint/2010/main" val="2780918227"/>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직사각형 14">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Kiểm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ban </a:t>
            </a:r>
            <a:r>
              <a:rPr lang="en-US" altLang="ko-KR" sz="1400" dirty="0" err="1">
                <a:solidFill>
                  <a:schemeClr val="tx1"/>
                </a:solidFill>
                <a:latin typeface="SamsungOne-400" panose="020B0503030303020204" pitchFamily="34" charset="0"/>
                <a:ea typeface="SamsungOne-400" panose="020B0503030303020204" pitchFamily="34" charset="0"/>
              </a:rPr>
              <a:t>đầu</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3" name="그룹 2">
            <a:extLst>
              <a:ext uri="{FF2B5EF4-FFF2-40B4-BE49-F238E27FC236}">
                <a16:creationId xmlns:a16="http://schemas.microsoft.com/office/drawing/2014/main" id="{EF395BE5-858E-46E2-AC9B-3BF6ED1743BA}"/>
              </a:ext>
            </a:extLst>
          </p:cNvPr>
          <p:cNvGrpSpPr/>
          <p:nvPr/>
        </p:nvGrpSpPr>
        <p:grpSpPr>
          <a:xfrm>
            <a:off x="558396" y="1722986"/>
            <a:ext cx="8782050" cy="2570110"/>
            <a:chOff x="558396" y="1722986"/>
            <a:chExt cx="8782050" cy="2570110"/>
          </a:xfrm>
        </p:grpSpPr>
        <p:sp>
          <p:nvSpPr>
            <p:cNvPr id="10" name="모서리가 둥근 직사각형 4">
              <a:extLst>
                <a:ext uri="{FF2B5EF4-FFF2-40B4-BE49-F238E27FC236}">
                  <a16:creationId xmlns:a16="http://schemas.microsoft.com/office/drawing/2014/main" id="{930158F8-A5B7-4F97-8E44-C73FC55364FC}"/>
                </a:ext>
              </a:extLst>
            </p:cNvPr>
            <p:cNvSpPr/>
            <p:nvPr/>
          </p:nvSpPr>
          <p:spPr>
            <a:xfrm>
              <a:off x="558396" y="1722986"/>
              <a:ext cx="8782050" cy="257011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5076" t="7696" r="24284"/>
            <a:stretch/>
          </p:blipFill>
          <p:spPr>
            <a:xfrm>
              <a:off x="711199" y="1794993"/>
              <a:ext cx="8344669" cy="2498102"/>
            </a:xfrm>
            <a:prstGeom prst="rect">
              <a:avLst/>
            </a:prstGeom>
          </p:spPr>
        </p:pic>
      </p:grpSp>
    </p:spTree>
    <p:extLst>
      <p:ext uri="{BB962C8B-B14F-4D97-AF65-F5344CB8AC3E}">
        <p14:creationId xmlns:p14="http://schemas.microsoft.com/office/powerpoint/2010/main" val="1383472397"/>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그룹 19">
            <a:extLst>
              <a:ext uri="{FF2B5EF4-FFF2-40B4-BE49-F238E27FC236}">
                <a16:creationId xmlns:a16="http://schemas.microsoft.com/office/drawing/2014/main" id="{2DD374C3-05CB-48D7-A1D6-6E076A1FC74E}"/>
              </a:ext>
            </a:extLst>
          </p:cNvPr>
          <p:cNvGrpSpPr/>
          <p:nvPr/>
        </p:nvGrpSpPr>
        <p:grpSpPr>
          <a:xfrm>
            <a:off x="557644" y="4426746"/>
            <a:ext cx="8782050" cy="787019"/>
            <a:chOff x="568325" y="5114924"/>
            <a:chExt cx="8782050" cy="813246"/>
          </a:xfrm>
        </p:grpSpPr>
        <p:sp>
          <p:nvSpPr>
            <p:cNvPr id="21"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2" name="그룹 21">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5" name="TextBox 24">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3" name="TextBox 22">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Kiểm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gốc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origin.</a:t>
              </a:r>
              <a:endParaRPr lang="ko-KR" altLang="en-US" sz="1300" dirty="0">
                <a:solidFill>
                  <a:prstClr val="black">
                    <a:lumMod val="85000"/>
                    <a:lumOff val="15000"/>
                  </a:prstClr>
                </a:solidFill>
                <a:latin typeface="SamsungOne-400" panose="020B0503030303020204" pitchFamily="34" charset="0"/>
              </a:endParaRPr>
            </a:p>
          </p:txBody>
        </p:sp>
      </p:grpSp>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2" name="직사각형 11">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3" name="직사각형 12">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2" name="그룹 1">
            <a:extLst>
              <a:ext uri="{FF2B5EF4-FFF2-40B4-BE49-F238E27FC236}">
                <a16:creationId xmlns:a16="http://schemas.microsoft.com/office/drawing/2014/main" id="{99E0CC75-E5A4-416F-9B5C-D9E1FEA39872}"/>
              </a:ext>
            </a:extLst>
          </p:cNvPr>
          <p:cNvGrpSpPr/>
          <p:nvPr/>
        </p:nvGrpSpPr>
        <p:grpSpPr>
          <a:xfrm>
            <a:off x="558396" y="1768360"/>
            <a:ext cx="8782050" cy="2553385"/>
            <a:chOff x="558396" y="1768360"/>
            <a:chExt cx="8782050" cy="2553385"/>
          </a:xfrm>
        </p:grpSpPr>
        <p:sp>
          <p:nvSpPr>
            <p:cNvPr id="27" name="모서리가 둥근 직사각형 4">
              <a:extLst>
                <a:ext uri="{FF2B5EF4-FFF2-40B4-BE49-F238E27FC236}">
                  <a16:creationId xmlns:a16="http://schemas.microsoft.com/office/drawing/2014/main" id="{930158F8-A5B7-4F97-8E44-C73FC55364FC}"/>
                </a:ext>
              </a:extLst>
            </p:cNvPr>
            <p:cNvSpPr/>
            <p:nvPr/>
          </p:nvSpPr>
          <p:spPr>
            <a:xfrm>
              <a:off x="558396" y="1768360"/>
              <a:ext cx="8782050" cy="255171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r="22785"/>
            <a:stretch/>
          </p:blipFill>
          <p:spPr>
            <a:xfrm>
              <a:off x="631078" y="1807500"/>
              <a:ext cx="8708616" cy="2514245"/>
            </a:xfrm>
            <a:prstGeom prst="rect">
              <a:avLst/>
            </a:prstGeom>
          </p:spPr>
        </p:pic>
      </p:grpSp>
      <p:sp>
        <p:nvSpPr>
          <p:cNvPr id="28" name="직사각형 27">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số</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nguyên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thành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ký</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tự</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dict.</a:t>
            </a:r>
          </a:p>
        </p:txBody>
      </p:sp>
    </p:spTree>
    <p:extLst>
      <p:ext uri="{BB962C8B-B14F-4D97-AF65-F5344CB8AC3E}">
        <p14:creationId xmlns:p14="http://schemas.microsoft.com/office/powerpoint/2010/main" val="2031848927"/>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2" name="직사각형 11">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3" name="직사각형 12">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6" name="직사각형 25">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số</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nguyên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thành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ký</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tự</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dict.</a:t>
            </a:r>
          </a:p>
        </p:txBody>
      </p:sp>
      <p:grpSp>
        <p:nvGrpSpPr>
          <p:cNvPr id="29" name="그룹 28">
            <a:extLst>
              <a:ext uri="{FF2B5EF4-FFF2-40B4-BE49-F238E27FC236}">
                <a16:creationId xmlns:a16="http://schemas.microsoft.com/office/drawing/2014/main" id="{294F671A-803D-40A8-A442-1D6FB0E07EDD}"/>
              </a:ext>
            </a:extLst>
          </p:cNvPr>
          <p:cNvGrpSpPr/>
          <p:nvPr/>
        </p:nvGrpSpPr>
        <p:grpSpPr>
          <a:xfrm>
            <a:off x="558396" y="1768360"/>
            <a:ext cx="8782050" cy="2553385"/>
            <a:chOff x="558396" y="1768360"/>
            <a:chExt cx="8782050" cy="2553385"/>
          </a:xfrm>
        </p:grpSpPr>
        <p:sp>
          <p:nvSpPr>
            <p:cNvPr id="30" name="모서리가 둥근 직사각형 4">
              <a:extLst>
                <a:ext uri="{FF2B5EF4-FFF2-40B4-BE49-F238E27FC236}">
                  <a16:creationId xmlns:a16="http://schemas.microsoft.com/office/drawing/2014/main" id="{7796510C-3240-4EE2-952A-BC844109D8FE}"/>
                </a:ext>
              </a:extLst>
            </p:cNvPr>
            <p:cNvSpPr/>
            <p:nvPr/>
          </p:nvSpPr>
          <p:spPr>
            <a:xfrm>
              <a:off x="558396" y="1768360"/>
              <a:ext cx="8782050" cy="255171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1" name="그림 30">
              <a:extLst>
                <a:ext uri="{FF2B5EF4-FFF2-40B4-BE49-F238E27FC236}">
                  <a16:creationId xmlns:a16="http://schemas.microsoft.com/office/drawing/2014/main" id="{27F12910-D114-479E-A385-1B721B25AC4B}"/>
                </a:ext>
              </a:extLst>
            </p:cNvPr>
            <p:cNvPicPr>
              <a:picLocks noChangeAspect="1"/>
            </p:cNvPicPr>
            <p:nvPr/>
          </p:nvPicPr>
          <p:blipFill rotWithShape="1">
            <a:blip r:embed="rId4"/>
            <a:srcRect r="22785"/>
            <a:stretch/>
          </p:blipFill>
          <p:spPr>
            <a:xfrm>
              <a:off x="631078" y="1807500"/>
              <a:ext cx="8708616" cy="2514245"/>
            </a:xfrm>
            <a:prstGeom prst="rect">
              <a:avLst/>
            </a:prstGeom>
          </p:spPr>
        </p:pic>
      </p:grpSp>
      <p:grpSp>
        <p:nvGrpSpPr>
          <p:cNvPr id="4" name="그룹 3">
            <a:extLst>
              <a:ext uri="{FF2B5EF4-FFF2-40B4-BE49-F238E27FC236}">
                <a16:creationId xmlns:a16="http://schemas.microsoft.com/office/drawing/2014/main" id="{CE176EAC-F8F3-4BB0-B018-F79FCE910C3A}"/>
              </a:ext>
            </a:extLst>
          </p:cNvPr>
          <p:cNvGrpSpPr/>
          <p:nvPr/>
        </p:nvGrpSpPr>
        <p:grpSpPr>
          <a:xfrm>
            <a:off x="557644" y="4426746"/>
            <a:ext cx="8782050" cy="1320911"/>
            <a:chOff x="557644" y="4426746"/>
            <a:chExt cx="8782050" cy="1320911"/>
          </a:xfrm>
        </p:grpSpPr>
        <p:sp>
          <p:nvSpPr>
            <p:cNvPr id="15" name="모서리가 둥근 직사각형 4">
              <a:extLst>
                <a:ext uri="{FF2B5EF4-FFF2-40B4-BE49-F238E27FC236}">
                  <a16:creationId xmlns:a16="http://schemas.microsoft.com/office/drawing/2014/main" id="{36540DB6-6AFB-403C-810D-47765C27F07A}"/>
                </a:ext>
              </a:extLst>
            </p:cNvPr>
            <p:cNvSpPr/>
            <p:nvPr/>
          </p:nvSpPr>
          <p:spPr>
            <a:xfrm>
              <a:off x="557644" y="4426746"/>
              <a:ext cx="8782050" cy="132091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6" name="그룹 15">
              <a:extLst>
                <a:ext uri="{FF2B5EF4-FFF2-40B4-BE49-F238E27FC236}">
                  <a16:creationId xmlns:a16="http://schemas.microsoft.com/office/drawing/2014/main" id="{AFC14A1A-0F10-4DA6-82D6-AC5C8D5BC0AF}"/>
                </a:ext>
              </a:extLst>
            </p:cNvPr>
            <p:cNvGrpSpPr/>
            <p:nvPr/>
          </p:nvGrpSpPr>
          <p:grpSpPr>
            <a:xfrm>
              <a:off x="665154" y="4519647"/>
              <a:ext cx="2918106" cy="292387"/>
              <a:chOff x="732985" y="5582396"/>
              <a:chExt cx="2918106" cy="302131"/>
            </a:xfrm>
          </p:grpSpPr>
          <p:pic>
            <p:nvPicPr>
              <p:cNvPr id="27" name="Picture 2" descr="Byte - Free electronics icons">
                <a:extLst>
                  <a:ext uri="{FF2B5EF4-FFF2-40B4-BE49-F238E27FC236}">
                    <a16:creationId xmlns:a16="http://schemas.microsoft.com/office/drawing/2014/main" id="{1FCA5AE3-B4DA-4840-BDD2-AC89E618F17B}"/>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8" name="TextBox 27">
                <a:extLst>
                  <a:ext uri="{FF2B5EF4-FFF2-40B4-BE49-F238E27FC236}">
                    <a16:creationId xmlns:a16="http://schemas.microsoft.com/office/drawing/2014/main" id="{8A8E8BE7-5749-4845-80F5-DC98A40FDEAB}"/>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6-1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7" name="TextBox 16">
              <a:extLst>
                <a:ext uri="{FF2B5EF4-FFF2-40B4-BE49-F238E27FC236}">
                  <a16:creationId xmlns:a16="http://schemas.microsoft.com/office/drawing/2014/main" id="{A03FEFC0-1552-4729-903B-49109D05AEC5}"/>
                </a:ext>
              </a:extLst>
            </p:cNvPr>
            <p:cNvSpPr txBox="1"/>
            <p:nvPr/>
          </p:nvSpPr>
          <p:spPr>
            <a:xfrm>
              <a:off x="1024575" y="4854541"/>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kiểu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số</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nguyên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kiểu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ký</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tự</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nvGrpSpPr>
            <p:cNvPr id="2" name="그룹 1">
              <a:extLst>
                <a:ext uri="{FF2B5EF4-FFF2-40B4-BE49-F238E27FC236}">
                  <a16:creationId xmlns:a16="http://schemas.microsoft.com/office/drawing/2014/main" id="{A017C580-6ECA-4332-B8F8-1DFCCEEA9867}"/>
                </a:ext>
              </a:extLst>
            </p:cNvPr>
            <p:cNvGrpSpPr/>
            <p:nvPr/>
          </p:nvGrpSpPr>
          <p:grpSpPr>
            <a:xfrm>
              <a:off x="665154" y="5093959"/>
              <a:ext cx="8640559" cy="534949"/>
              <a:chOff x="665154" y="4607090"/>
              <a:chExt cx="8640559" cy="534949"/>
            </a:xfrm>
          </p:grpSpPr>
          <p:grpSp>
            <p:nvGrpSpPr>
              <p:cNvPr id="32" name="그룹 31">
                <a:extLst>
                  <a:ext uri="{FF2B5EF4-FFF2-40B4-BE49-F238E27FC236}">
                    <a16:creationId xmlns:a16="http://schemas.microsoft.com/office/drawing/2014/main" id="{1BB5BB8D-729F-479F-AE6F-99F20D1762DC}"/>
                  </a:ext>
                </a:extLst>
              </p:cNvPr>
              <p:cNvGrpSpPr/>
              <p:nvPr/>
            </p:nvGrpSpPr>
            <p:grpSpPr>
              <a:xfrm>
                <a:off x="665154" y="4607090"/>
                <a:ext cx="2918106" cy="292387"/>
                <a:chOff x="732985" y="5582396"/>
                <a:chExt cx="2918106" cy="302131"/>
              </a:xfrm>
            </p:grpSpPr>
            <p:pic>
              <p:nvPicPr>
                <p:cNvPr id="33" name="Picture 2" descr="Byte - Free electronics icons">
                  <a:extLst>
                    <a:ext uri="{FF2B5EF4-FFF2-40B4-BE49-F238E27FC236}">
                      <a16:creationId xmlns:a16="http://schemas.microsoft.com/office/drawing/2014/main" id="{C3D566AC-B730-491E-BD4E-ABFCD0C3F0B7}"/>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4" name="TextBox 33">
                  <a:extLst>
                    <a:ext uri="{FF2B5EF4-FFF2-40B4-BE49-F238E27FC236}">
                      <a16:creationId xmlns:a16="http://schemas.microsoft.com/office/drawing/2014/main" id="{FDA4B3E4-16E7-47D9-9A7C-673D704C37DB}"/>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6-3 ~ 6-4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5" name="TextBox 34">
                <a:extLst>
                  <a:ext uri="{FF2B5EF4-FFF2-40B4-BE49-F238E27FC236}">
                    <a16:creationId xmlns:a16="http://schemas.microsoft.com/office/drawing/2014/main" id="{884539F7-82EF-44C7-BCB7-C72432E74ED0}"/>
                  </a:ext>
                </a:extLst>
              </p:cNvPr>
              <p:cNvSpPr txBox="1"/>
              <p:nvPr/>
            </p:nvSpPr>
            <p:spPr>
              <a:xfrm>
                <a:off x="1024575" y="4941984"/>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Kiểm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gốc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kiểu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origin.</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2555186613"/>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3" name="그룹 2">
            <a:extLst>
              <a:ext uri="{FF2B5EF4-FFF2-40B4-BE49-F238E27FC236}">
                <a16:creationId xmlns:a16="http://schemas.microsoft.com/office/drawing/2014/main" id="{10FBADB5-A6AA-4ED3-B599-B5F69993B0FD}"/>
              </a:ext>
            </a:extLst>
          </p:cNvPr>
          <p:cNvGrpSpPr/>
          <p:nvPr/>
        </p:nvGrpSpPr>
        <p:grpSpPr>
          <a:xfrm>
            <a:off x="558396" y="1777886"/>
            <a:ext cx="8782050" cy="1795738"/>
            <a:chOff x="558396" y="1777886"/>
            <a:chExt cx="8782050" cy="1795738"/>
          </a:xfrm>
        </p:grpSpPr>
        <p:sp>
          <p:nvSpPr>
            <p:cNvPr id="28" name="모서리가 둥근 직사각형 4">
              <a:extLst>
                <a:ext uri="{FF2B5EF4-FFF2-40B4-BE49-F238E27FC236}">
                  <a16:creationId xmlns:a16="http://schemas.microsoft.com/office/drawing/2014/main" id="{930158F8-A5B7-4F97-8E44-C73FC55364FC}"/>
                </a:ext>
              </a:extLst>
            </p:cNvPr>
            <p:cNvSpPr/>
            <p:nvPr/>
          </p:nvSpPr>
          <p:spPr>
            <a:xfrm>
              <a:off x="558396" y="1777886"/>
              <a:ext cx="8782050" cy="179573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24017"/>
            <a:stretch/>
          </p:blipFill>
          <p:spPr>
            <a:xfrm>
              <a:off x="621407" y="1856643"/>
              <a:ext cx="8718287" cy="1688380"/>
            </a:xfrm>
            <a:prstGeom prst="rect">
              <a:avLst/>
            </a:prstGeom>
          </p:spPr>
        </p:pic>
      </p:grpSp>
      <p:sp>
        <p:nvSpPr>
          <p:cNvPr id="27" name="직사각형 26">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chuỗi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thành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4" name="그룹 3">
            <a:extLst>
              <a:ext uri="{FF2B5EF4-FFF2-40B4-BE49-F238E27FC236}">
                <a16:creationId xmlns:a16="http://schemas.microsoft.com/office/drawing/2014/main" id="{11754A83-47EA-41FC-9F51-D6FE591A5B55}"/>
              </a:ext>
            </a:extLst>
          </p:cNvPr>
          <p:cNvGrpSpPr/>
          <p:nvPr/>
        </p:nvGrpSpPr>
        <p:grpSpPr>
          <a:xfrm>
            <a:off x="557644" y="3645024"/>
            <a:ext cx="8782050" cy="1281539"/>
            <a:chOff x="557644" y="3645024"/>
            <a:chExt cx="8782050" cy="1281539"/>
          </a:xfrm>
        </p:grpSpPr>
        <p:sp>
          <p:nvSpPr>
            <p:cNvPr id="21" name="모서리가 둥근 직사각형 4">
              <a:extLst>
                <a:ext uri="{FF2B5EF4-FFF2-40B4-BE49-F238E27FC236}">
                  <a16:creationId xmlns:a16="http://schemas.microsoft.com/office/drawing/2014/main" id="{C3569CBD-5212-483A-A582-6794A42BDB63}"/>
                </a:ext>
              </a:extLst>
            </p:cNvPr>
            <p:cNvSpPr/>
            <p:nvPr/>
          </p:nvSpPr>
          <p:spPr>
            <a:xfrm>
              <a:off x="557644" y="3645024"/>
              <a:ext cx="8782050" cy="128153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2" name="그룹 21">
              <a:extLst>
                <a:ext uri="{FF2B5EF4-FFF2-40B4-BE49-F238E27FC236}">
                  <a16:creationId xmlns:a16="http://schemas.microsoft.com/office/drawing/2014/main" id="{F18919BF-DD65-4EDD-8E99-5FA6C053E53B}"/>
                </a:ext>
              </a:extLst>
            </p:cNvPr>
            <p:cNvGrpSpPr/>
            <p:nvPr/>
          </p:nvGrpSpPr>
          <p:grpSpPr>
            <a:xfrm>
              <a:off x="665154" y="3737925"/>
              <a:ext cx="2918106" cy="292387"/>
              <a:chOff x="732985" y="5582396"/>
              <a:chExt cx="2918106" cy="302131"/>
            </a:xfrm>
          </p:grpSpPr>
          <p:pic>
            <p:nvPicPr>
              <p:cNvPr id="2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5" name="TextBox 24">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7-1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3" name="TextBox 22">
              <a:extLst>
                <a:ext uri="{FF2B5EF4-FFF2-40B4-BE49-F238E27FC236}">
                  <a16:creationId xmlns:a16="http://schemas.microsoft.com/office/drawing/2014/main" id="{0800EE66-B78E-4CCD-A49E-31BBE412C7F6}"/>
                </a:ext>
              </a:extLst>
            </p:cNvPr>
            <p:cNvSpPr txBox="1"/>
            <p:nvPr/>
          </p:nvSpPr>
          <p:spPr>
            <a:xfrm>
              <a:off x="1024575" y="4047137"/>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kiểu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chuỗi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origin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kiểu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phân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loại</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nvGrpSpPr>
            <p:cNvPr id="15" name="그룹 14">
              <a:extLst>
                <a:ext uri="{FF2B5EF4-FFF2-40B4-BE49-F238E27FC236}">
                  <a16:creationId xmlns:a16="http://schemas.microsoft.com/office/drawing/2014/main" id="{3C857055-78A7-4294-8D23-98197EE1FF95}"/>
                </a:ext>
              </a:extLst>
            </p:cNvPr>
            <p:cNvGrpSpPr/>
            <p:nvPr/>
          </p:nvGrpSpPr>
          <p:grpSpPr>
            <a:xfrm>
              <a:off x="665154" y="4346237"/>
              <a:ext cx="8640559" cy="492952"/>
              <a:chOff x="665154" y="3805477"/>
              <a:chExt cx="8640559" cy="492952"/>
            </a:xfrm>
          </p:grpSpPr>
          <p:grpSp>
            <p:nvGrpSpPr>
              <p:cNvPr id="16" name="그룹 15">
                <a:extLst>
                  <a:ext uri="{FF2B5EF4-FFF2-40B4-BE49-F238E27FC236}">
                    <a16:creationId xmlns:a16="http://schemas.microsoft.com/office/drawing/2014/main" id="{70044D0E-5A1F-4271-A09E-0F7CBD60D535}"/>
                  </a:ext>
                </a:extLst>
              </p:cNvPr>
              <p:cNvGrpSpPr/>
              <p:nvPr/>
            </p:nvGrpSpPr>
            <p:grpSpPr>
              <a:xfrm>
                <a:off x="665154" y="3805477"/>
                <a:ext cx="2918106" cy="292387"/>
                <a:chOff x="732985" y="5582396"/>
                <a:chExt cx="2918106" cy="302131"/>
              </a:xfrm>
            </p:grpSpPr>
            <p:pic>
              <p:nvPicPr>
                <p:cNvPr id="18" name="Picture 2" descr="Byte - Free electronics icons">
                  <a:extLst>
                    <a:ext uri="{FF2B5EF4-FFF2-40B4-BE49-F238E27FC236}">
                      <a16:creationId xmlns:a16="http://schemas.microsoft.com/office/drawing/2014/main" id="{7B0063B7-C366-459B-9BD0-1BAB5BE30CCC}"/>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19" name="TextBox 18">
                  <a:extLst>
                    <a:ext uri="{FF2B5EF4-FFF2-40B4-BE49-F238E27FC236}">
                      <a16:creationId xmlns:a16="http://schemas.microsoft.com/office/drawing/2014/main" id="{D701E89F-BFAF-4392-BBAE-C2CA0D8DDEDE}"/>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7-4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7" name="TextBox 16">
                <a:extLst>
                  <a:ext uri="{FF2B5EF4-FFF2-40B4-BE49-F238E27FC236}">
                    <a16:creationId xmlns:a16="http://schemas.microsoft.com/office/drawing/2014/main" id="{BD9531FA-D73E-433A-BB89-4C738AF2B2C1}"/>
                  </a:ext>
                </a:extLst>
              </p:cNvPr>
              <p:cNvSpPr txBox="1"/>
              <p:nvPr/>
            </p:nvSpPr>
            <p:spPr>
              <a:xfrm>
                <a:off x="1024575" y="4098374"/>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kiểu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phân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loại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trở</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lại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kiểu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chuỗi</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3733229335"/>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직사각형 29">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chuỗi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thành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20" name="그룹 19">
            <a:extLst>
              <a:ext uri="{FF2B5EF4-FFF2-40B4-BE49-F238E27FC236}">
                <a16:creationId xmlns:a16="http://schemas.microsoft.com/office/drawing/2014/main" id="{2DD374C3-05CB-48D7-A1D6-6E076A1FC74E}"/>
              </a:ext>
            </a:extLst>
          </p:cNvPr>
          <p:cNvGrpSpPr/>
          <p:nvPr/>
        </p:nvGrpSpPr>
        <p:grpSpPr>
          <a:xfrm>
            <a:off x="557644" y="4725144"/>
            <a:ext cx="8782050" cy="787019"/>
            <a:chOff x="568325" y="5114924"/>
            <a:chExt cx="8782050" cy="813246"/>
          </a:xfrm>
        </p:grpSpPr>
        <p:sp>
          <p:nvSpPr>
            <p:cNvPr id="21"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2" name="그룹 21">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4"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5" name="TextBox 24">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3" name="TextBox 22">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kiểu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số</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nguyên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model year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kiểu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phân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loại</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2" name="그룹 1">
            <a:extLst>
              <a:ext uri="{FF2B5EF4-FFF2-40B4-BE49-F238E27FC236}">
                <a16:creationId xmlns:a16="http://schemas.microsoft.com/office/drawing/2014/main" id="{1472FEF8-9AD1-4330-9C31-389C381385EE}"/>
              </a:ext>
            </a:extLst>
          </p:cNvPr>
          <p:cNvGrpSpPr/>
          <p:nvPr/>
        </p:nvGrpSpPr>
        <p:grpSpPr>
          <a:xfrm>
            <a:off x="558396" y="1768361"/>
            <a:ext cx="8782050" cy="2859624"/>
            <a:chOff x="558396" y="1768361"/>
            <a:chExt cx="8782050" cy="2859624"/>
          </a:xfrm>
        </p:grpSpPr>
        <p:sp>
          <p:nvSpPr>
            <p:cNvPr id="18" name="모서리가 둥근 직사각형 4">
              <a:extLst>
                <a:ext uri="{FF2B5EF4-FFF2-40B4-BE49-F238E27FC236}">
                  <a16:creationId xmlns:a16="http://schemas.microsoft.com/office/drawing/2014/main" id="{930158F8-A5B7-4F97-8E44-C73FC55364FC}"/>
                </a:ext>
              </a:extLst>
            </p:cNvPr>
            <p:cNvSpPr/>
            <p:nvPr/>
          </p:nvSpPr>
          <p:spPr>
            <a:xfrm>
              <a:off x="558396" y="1768361"/>
              <a:ext cx="8782050" cy="285962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5"/>
            <a:srcRect r="23571"/>
            <a:stretch/>
          </p:blipFill>
          <p:spPr>
            <a:xfrm>
              <a:off x="621092" y="1835493"/>
              <a:ext cx="8718601" cy="2709348"/>
            </a:xfrm>
            <a:prstGeom prst="rect">
              <a:avLst/>
            </a:prstGeom>
          </p:spPr>
        </p:pic>
      </p:grpSp>
    </p:spTree>
    <p:extLst>
      <p:ext uri="{BB962C8B-B14F-4D97-AF65-F5344CB8AC3E}">
        <p14:creationId xmlns:p14="http://schemas.microsoft.com/office/powerpoint/2010/main" val="3555852695"/>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그룹 20">
            <a:extLst>
              <a:ext uri="{FF2B5EF4-FFF2-40B4-BE49-F238E27FC236}">
                <a16:creationId xmlns:a16="http://schemas.microsoft.com/office/drawing/2014/main" id="{2DD374C3-05CB-48D7-A1D6-6E076A1FC74E}"/>
              </a:ext>
            </a:extLst>
          </p:cNvPr>
          <p:cNvGrpSpPr/>
          <p:nvPr/>
        </p:nvGrpSpPr>
        <p:grpSpPr>
          <a:xfrm>
            <a:off x="557644" y="5123722"/>
            <a:ext cx="8782050" cy="787019"/>
            <a:chOff x="568325" y="5114924"/>
            <a:chExt cx="8782050" cy="813246"/>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3" name="그룹 22">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9-1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4" name="TextBox 23">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df</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bằng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read_csv</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8" name="직사각형 27">
            <a:extLst>
              <a:ext uri="{FF2B5EF4-FFF2-40B4-BE49-F238E27FC236}">
                <a16:creationId xmlns:a16="http://schemas.microsoft.com/office/drawing/2014/main" id="{58B1BC1D-DFB7-4482-BA23-F01AD71B1BBE}"/>
              </a:ext>
            </a:extLst>
          </p:cNvPr>
          <p:cNvSpPr/>
          <p:nvPr/>
        </p:nvSpPr>
        <p:spPr>
          <a:xfrm>
            <a:off x="435228" y="1340768"/>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Chuyển</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đổi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dữ</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liệu</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phân</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loại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Phân</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chia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thành</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các</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đoạn</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a:t>
            </a:r>
          </a:p>
        </p:txBody>
      </p:sp>
      <p:sp>
        <p:nvSpPr>
          <p:cNvPr id="29" name="직사각형 28">
            <a:extLst>
              <a:ext uri="{FF2B5EF4-FFF2-40B4-BE49-F238E27FC236}">
                <a16:creationId xmlns:a16="http://schemas.microsoft.com/office/drawing/2014/main" id="{B9911584-7C52-4333-A1B3-5FEE211FBD88}"/>
              </a:ext>
            </a:extLst>
          </p:cNvPr>
          <p:cNvSpPr/>
          <p:nvPr/>
        </p:nvSpPr>
        <p:spPr>
          <a:xfrm>
            <a:off x="524240" y="1870666"/>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tục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thành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rời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rạc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2" name="그룹 1">
            <a:extLst>
              <a:ext uri="{FF2B5EF4-FFF2-40B4-BE49-F238E27FC236}">
                <a16:creationId xmlns:a16="http://schemas.microsoft.com/office/drawing/2014/main" id="{D6DBBFFC-41BA-4A74-A600-2A0EB87B3993}"/>
              </a:ext>
            </a:extLst>
          </p:cNvPr>
          <p:cNvGrpSpPr/>
          <p:nvPr/>
        </p:nvGrpSpPr>
        <p:grpSpPr>
          <a:xfrm>
            <a:off x="558396" y="2236231"/>
            <a:ext cx="8782050" cy="2792969"/>
            <a:chOff x="558396" y="2236231"/>
            <a:chExt cx="8782050" cy="2792969"/>
          </a:xfrm>
        </p:grpSpPr>
        <p:sp>
          <p:nvSpPr>
            <p:cNvPr id="19" name="모서리가 둥근 직사각형 4">
              <a:extLst>
                <a:ext uri="{FF2B5EF4-FFF2-40B4-BE49-F238E27FC236}">
                  <a16:creationId xmlns:a16="http://schemas.microsoft.com/office/drawing/2014/main" id="{930158F8-A5B7-4F97-8E44-C73FC55364FC}"/>
                </a:ext>
              </a:extLst>
            </p:cNvPr>
            <p:cNvSpPr/>
            <p:nvPr/>
          </p:nvSpPr>
          <p:spPr>
            <a:xfrm>
              <a:off x="558396" y="2236231"/>
              <a:ext cx="8782050" cy="279296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5"/>
            <a:srcRect r="24381"/>
            <a:stretch/>
          </p:blipFill>
          <p:spPr>
            <a:xfrm>
              <a:off x="617869" y="2276872"/>
              <a:ext cx="8721825" cy="2736501"/>
            </a:xfrm>
            <a:prstGeom prst="rect">
              <a:avLst/>
            </a:prstGeom>
          </p:spPr>
        </p:pic>
      </p:grpSp>
    </p:spTree>
    <p:extLst>
      <p:ext uri="{BB962C8B-B14F-4D97-AF65-F5344CB8AC3E}">
        <p14:creationId xmlns:p14="http://schemas.microsoft.com/office/powerpoint/2010/main" val="2576367082"/>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19" name="직사각형 18">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tục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thành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rời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rạc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2" name="그룹 1">
            <a:extLst>
              <a:ext uri="{FF2B5EF4-FFF2-40B4-BE49-F238E27FC236}">
                <a16:creationId xmlns:a16="http://schemas.microsoft.com/office/drawing/2014/main" id="{4E5EF364-B2BA-4EBB-B2AD-6D7D99231468}"/>
              </a:ext>
            </a:extLst>
          </p:cNvPr>
          <p:cNvGrpSpPr/>
          <p:nvPr/>
        </p:nvGrpSpPr>
        <p:grpSpPr>
          <a:xfrm>
            <a:off x="558396" y="1768360"/>
            <a:ext cx="8782050" cy="2794309"/>
            <a:chOff x="558396" y="1768360"/>
            <a:chExt cx="8782050" cy="2794309"/>
          </a:xfrm>
        </p:grpSpPr>
        <p:sp>
          <p:nvSpPr>
            <p:cNvPr id="18" name="모서리가 둥근 직사각형 4">
              <a:extLst>
                <a:ext uri="{FF2B5EF4-FFF2-40B4-BE49-F238E27FC236}">
                  <a16:creationId xmlns:a16="http://schemas.microsoft.com/office/drawing/2014/main" id="{930158F8-A5B7-4F97-8E44-C73FC55364FC}"/>
                </a:ext>
              </a:extLst>
            </p:cNvPr>
            <p:cNvSpPr/>
            <p:nvPr/>
          </p:nvSpPr>
          <p:spPr>
            <a:xfrm>
              <a:off x="558396" y="1768360"/>
              <a:ext cx="8782050" cy="279430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0" name="그림 19"/>
            <p:cNvPicPr>
              <a:picLocks noChangeAspect="1"/>
            </p:cNvPicPr>
            <p:nvPr/>
          </p:nvPicPr>
          <p:blipFill rotWithShape="1">
            <a:blip r:embed="rId4"/>
            <a:srcRect r="24381"/>
            <a:stretch/>
          </p:blipFill>
          <p:spPr>
            <a:xfrm>
              <a:off x="617869" y="1816634"/>
              <a:ext cx="8721825" cy="2736501"/>
            </a:xfrm>
            <a:prstGeom prst="rect">
              <a:avLst/>
            </a:prstGeom>
          </p:spPr>
        </p:pic>
      </p:grpSp>
      <p:grpSp>
        <p:nvGrpSpPr>
          <p:cNvPr id="3" name="그룹 2">
            <a:extLst>
              <a:ext uri="{FF2B5EF4-FFF2-40B4-BE49-F238E27FC236}">
                <a16:creationId xmlns:a16="http://schemas.microsoft.com/office/drawing/2014/main" id="{E4A9C766-BCEA-4395-9FFD-D9F4ED1ECBB8}"/>
              </a:ext>
            </a:extLst>
          </p:cNvPr>
          <p:cNvGrpSpPr/>
          <p:nvPr/>
        </p:nvGrpSpPr>
        <p:grpSpPr>
          <a:xfrm>
            <a:off x="557644" y="4657600"/>
            <a:ext cx="8782050" cy="1267339"/>
            <a:chOff x="557644" y="4657600"/>
            <a:chExt cx="8782050" cy="1267339"/>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57644" y="4657600"/>
              <a:ext cx="8782050" cy="126733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3" name="그룹 22">
              <a:extLst>
                <a:ext uri="{FF2B5EF4-FFF2-40B4-BE49-F238E27FC236}">
                  <a16:creationId xmlns:a16="http://schemas.microsoft.com/office/drawing/2014/main" id="{F18919BF-DD65-4EDD-8E99-5FA6C053E53B}"/>
                </a:ext>
              </a:extLst>
            </p:cNvPr>
            <p:cNvGrpSpPr/>
            <p:nvPr/>
          </p:nvGrpSpPr>
          <p:grpSpPr>
            <a:xfrm>
              <a:off x="665154" y="4750501"/>
              <a:ext cx="2918106" cy="292387"/>
              <a:chOff x="732985" y="5582396"/>
              <a:chExt cx="2918106" cy="302131"/>
            </a:xfrm>
          </p:grpSpPr>
          <p:pic>
            <p:nvPicPr>
              <p:cNvPr id="2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9-3 ~ 9-4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4" name="TextBox 23">
              <a:extLst>
                <a:ext uri="{FF2B5EF4-FFF2-40B4-BE49-F238E27FC236}">
                  <a16:creationId xmlns:a16="http://schemas.microsoft.com/office/drawing/2014/main" id="{0800EE66-B78E-4CCD-A49E-31BBE412C7F6}"/>
                </a:ext>
              </a:extLst>
            </p:cNvPr>
            <p:cNvSpPr txBox="1"/>
            <p:nvPr/>
          </p:nvSpPr>
          <p:spPr>
            <a:xfrm>
              <a:off x="1024575" y="5059853"/>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định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nvGrpSpPr>
            <p:cNvPr id="15" name="그룹 14">
              <a:extLst>
                <a:ext uri="{FF2B5EF4-FFF2-40B4-BE49-F238E27FC236}">
                  <a16:creationId xmlns:a16="http://schemas.microsoft.com/office/drawing/2014/main" id="{177D9BEA-64CD-490F-A0B5-11CF9E50AEAD}"/>
                </a:ext>
              </a:extLst>
            </p:cNvPr>
            <p:cNvGrpSpPr/>
            <p:nvPr/>
          </p:nvGrpSpPr>
          <p:grpSpPr>
            <a:xfrm>
              <a:off x="665154" y="5336555"/>
              <a:ext cx="8640559" cy="496544"/>
              <a:chOff x="665154" y="4823114"/>
              <a:chExt cx="8640559" cy="496544"/>
            </a:xfrm>
          </p:grpSpPr>
          <p:grpSp>
            <p:nvGrpSpPr>
              <p:cNvPr id="16" name="그룹 15">
                <a:extLst>
                  <a:ext uri="{FF2B5EF4-FFF2-40B4-BE49-F238E27FC236}">
                    <a16:creationId xmlns:a16="http://schemas.microsoft.com/office/drawing/2014/main" id="{BD20A4E5-7ACD-450D-BCDF-2267BF5D1722}"/>
                  </a:ext>
                </a:extLst>
              </p:cNvPr>
              <p:cNvGrpSpPr/>
              <p:nvPr/>
            </p:nvGrpSpPr>
            <p:grpSpPr>
              <a:xfrm>
                <a:off x="665154" y="4823114"/>
                <a:ext cx="2918106" cy="292387"/>
                <a:chOff x="732985" y="5582396"/>
                <a:chExt cx="2918106" cy="302131"/>
              </a:xfrm>
            </p:grpSpPr>
            <p:pic>
              <p:nvPicPr>
                <p:cNvPr id="27" name="Picture 2" descr="Byte - Free electronics icons">
                  <a:extLst>
                    <a:ext uri="{FF2B5EF4-FFF2-40B4-BE49-F238E27FC236}">
                      <a16:creationId xmlns:a16="http://schemas.microsoft.com/office/drawing/2014/main" id="{E0F87862-8375-4D60-BDBA-0829A7935F07}"/>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8" name="TextBox 27">
                  <a:extLst>
                    <a:ext uri="{FF2B5EF4-FFF2-40B4-BE49-F238E27FC236}">
                      <a16:creationId xmlns:a16="http://schemas.microsoft.com/office/drawing/2014/main" id="{AE14E84B-66A1-4E2C-B0C6-98392C386523}"/>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9-6 ~ 9-8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7" name="TextBox 16">
                <a:extLst>
                  <a:ext uri="{FF2B5EF4-FFF2-40B4-BE49-F238E27FC236}">
                    <a16:creationId xmlns:a16="http://schemas.microsoft.com/office/drawing/2014/main" id="{EC6A5FC5-ABD2-4FE3-BC6D-936ACECD73C4}"/>
                  </a:ext>
                </a:extLst>
              </p:cNvPr>
              <p:cNvSpPr txBox="1"/>
              <p:nvPr/>
            </p:nvSpPr>
            <p:spPr>
              <a:xfrm>
                <a:off x="1024575" y="5119603"/>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Tìm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còn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thiếu</a:t>
                </a:r>
                <a:r>
                  <a:rPr lang="en-US" altLang="ko-KR" sz="1300" dirty="0">
                    <a:solidFill>
                      <a:prstClr val="black">
                        <a:lumMod val="85000"/>
                        <a:lumOff val="15000"/>
                      </a:prstClr>
                    </a:solidFill>
                    <a:latin typeface="SamsungOne-400" panose="020B0503030303020204" pitchFamily="34" charset="0"/>
                  </a:rPr>
                  <a:t> (“?”)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horsepower </a:t>
                </a:r>
                <a:r>
                  <a:rPr lang="en-US" altLang="ko-KR" sz="1300" dirty="0" err="1">
                    <a:solidFill>
                      <a:prstClr val="black">
                        <a:lumMod val="85000"/>
                        <a:lumOff val="15000"/>
                      </a:prstClr>
                    </a:solidFill>
                    <a:latin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kiểu</a:t>
                </a:r>
                <a:r>
                  <a:rPr lang="en-US" altLang="ko-KR" sz="1300" dirty="0">
                    <a:solidFill>
                      <a:prstClr val="black">
                        <a:lumMod val="85000"/>
                        <a:lumOff val="15000"/>
                      </a:prstClr>
                    </a:solidFill>
                    <a:latin typeface="SamsungOne-400" panose="020B0503030303020204" pitchFamily="34" charset="0"/>
                  </a:rPr>
                  <a:t> float.</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3733826534"/>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19" name="직사각형 18">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tục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thành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rời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rạc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2" name="그룹 1">
            <a:extLst>
              <a:ext uri="{FF2B5EF4-FFF2-40B4-BE49-F238E27FC236}">
                <a16:creationId xmlns:a16="http://schemas.microsoft.com/office/drawing/2014/main" id="{4E5EF364-B2BA-4EBB-B2AD-6D7D99231468}"/>
              </a:ext>
            </a:extLst>
          </p:cNvPr>
          <p:cNvGrpSpPr/>
          <p:nvPr/>
        </p:nvGrpSpPr>
        <p:grpSpPr>
          <a:xfrm>
            <a:off x="558396" y="1768360"/>
            <a:ext cx="8782050" cy="2794309"/>
            <a:chOff x="558396" y="1768360"/>
            <a:chExt cx="8782050" cy="2794309"/>
          </a:xfrm>
        </p:grpSpPr>
        <p:sp>
          <p:nvSpPr>
            <p:cNvPr id="18" name="모서리가 둥근 직사각형 4">
              <a:extLst>
                <a:ext uri="{FF2B5EF4-FFF2-40B4-BE49-F238E27FC236}">
                  <a16:creationId xmlns:a16="http://schemas.microsoft.com/office/drawing/2014/main" id="{930158F8-A5B7-4F97-8E44-C73FC55364FC}"/>
                </a:ext>
              </a:extLst>
            </p:cNvPr>
            <p:cNvSpPr/>
            <p:nvPr/>
          </p:nvSpPr>
          <p:spPr>
            <a:xfrm>
              <a:off x="558396" y="1768360"/>
              <a:ext cx="8782050" cy="279430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0" name="그림 19"/>
            <p:cNvPicPr>
              <a:picLocks noChangeAspect="1"/>
            </p:cNvPicPr>
            <p:nvPr/>
          </p:nvPicPr>
          <p:blipFill rotWithShape="1">
            <a:blip r:embed="rId4"/>
            <a:srcRect r="24381"/>
            <a:stretch/>
          </p:blipFill>
          <p:spPr>
            <a:xfrm>
              <a:off x="617869" y="1816634"/>
              <a:ext cx="8721825" cy="2736501"/>
            </a:xfrm>
            <a:prstGeom prst="rect">
              <a:avLst/>
            </a:prstGeom>
          </p:spPr>
        </p:pic>
      </p:grpSp>
      <p:grpSp>
        <p:nvGrpSpPr>
          <p:cNvPr id="3" name="그룹 2">
            <a:extLst>
              <a:ext uri="{FF2B5EF4-FFF2-40B4-BE49-F238E27FC236}">
                <a16:creationId xmlns:a16="http://schemas.microsoft.com/office/drawing/2014/main" id="{E4A9C766-BCEA-4395-9FFD-D9F4ED1ECBB8}"/>
              </a:ext>
            </a:extLst>
          </p:cNvPr>
          <p:cNvGrpSpPr/>
          <p:nvPr/>
        </p:nvGrpSpPr>
        <p:grpSpPr>
          <a:xfrm>
            <a:off x="557644" y="4657600"/>
            <a:ext cx="8782050" cy="1267339"/>
            <a:chOff x="557644" y="4657600"/>
            <a:chExt cx="8782050" cy="1267339"/>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57644" y="4657600"/>
              <a:ext cx="8782050" cy="126733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3" name="그룹 22">
              <a:extLst>
                <a:ext uri="{FF2B5EF4-FFF2-40B4-BE49-F238E27FC236}">
                  <a16:creationId xmlns:a16="http://schemas.microsoft.com/office/drawing/2014/main" id="{F18919BF-DD65-4EDD-8E99-5FA6C053E53B}"/>
                </a:ext>
              </a:extLst>
            </p:cNvPr>
            <p:cNvGrpSpPr/>
            <p:nvPr/>
          </p:nvGrpSpPr>
          <p:grpSpPr>
            <a:xfrm>
              <a:off x="665154" y="4750501"/>
              <a:ext cx="2918106" cy="292387"/>
              <a:chOff x="732985" y="5582396"/>
              <a:chExt cx="2918106" cy="302131"/>
            </a:xfrm>
          </p:grpSpPr>
          <p:pic>
            <p:nvPicPr>
              <p:cNvPr id="2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9-6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4" name="TextBox 23">
              <a:extLst>
                <a:ext uri="{FF2B5EF4-FFF2-40B4-BE49-F238E27FC236}">
                  <a16:creationId xmlns:a16="http://schemas.microsoft.com/office/drawing/2014/main" id="{0800EE66-B78E-4CCD-A49E-31BBE412C7F6}"/>
                </a:ext>
              </a:extLst>
            </p:cNvPr>
            <p:cNvSpPr txBox="1"/>
            <p:nvPr/>
          </p:nvSpPr>
          <p:spPr>
            <a:xfrm>
              <a:off x="1024575" y="5059853"/>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Biến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np.nan</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nvGrpSpPr>
            <p:cNvPr id="15" name="그룹 14">
              <a:extLst>
                <a:ext uri="{FF2B5EF4-FFF2-40B4-BE49-F238E27FC236}">
                  <a16:creationId xmlns:a16="http://schemas.microsoft.com/office/drawing/2014/main" id="{177D9BEA-64CD-490F-A0B5-11CF9E50AEAD}"/>
                </a:ext>
              </a:extLst>
            </p:cNvPr>
            <p:cNvGrpSpPr/>
            <p:nvPr/>
          </p:nvGrpSpPr>
          <p:grpSpPr>
            <a:xfrm>
              <a:off x="665154" y="5336555"/>
              <a:ext cx="8640559" cy="496544"/>
              <a:chOff x="665154" y="4823114"/>
              <a:chExt cx="8640559" cy="496544"/>
            </a:xfrm>
          </p:grpSpPr>
          <p:grpSp>
            <p:nvGrpSpPr>
              <p:cNvPr id="16" name="그룹 15">
                <a:extLst>
                  <a:ext uri="{FF2B5EF4-FFF2-40B4-BE49-F238E27FC236}">
                    <a16:creationId xmlns:a16="http://schemas.microsoft.com/office/drawing/2014/main" id="{BD20A4E5-7ACD-450D-BCDF-2267BF5D1722}"/>
                  </a:ext>
                </a:extLst>
              </p:cNvPr>
              <p:cNvGrpSpPr/>
              <p:nvPr/>
            </p:nvGrpSpPr>
            <p:grpSpPr>
              <a:xfrm>
                <a:off x="665154" y="4823114"/>
                <a:ext cx="2918106" cy="292387"/>
                <a:chOff x="732985" y="5582396"/>
                <a:chExt cx="2918106" cy="302131"/>
              </a:xfrm>
            </p:grpSpPr>
            <p:pic>
              <p:nvPicPr>
                <p:cNvPr id="27" name="Picture 2" descr="Byte - Free electronics icons">
                  <a:extLst>
                    <a:ext uri="{FF2B5EF4-FFF2-40B4-BE49-F238E27FC236}">
                      <a16:creationId xmlns:a16="http://schemas.microsoft.com/office/drawing/2014/main" id="{E0F87862-8375-4D60-BDBA-0829A7935F07}"/>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8" name="TextBox 27">
                  <a:extLst>
                    <a:ext uri="{FF2B5EF4-FFF2-40B4-BE49-F238E27FC236}">
                      <a16:creationId xmlns:a16="http://schemas.microsoft.com/office/drawing/2014/main" id="{AE14E84B-66A1-4E2C-B0C6-98392C386523}"/>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9-7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7" name="TextBox 16">
                <a:extLst>
                  <a:ext uri="{FF2B5EF4-FFF2-40B4-BE49-F238E27FC236}">
                    <a16:creationId xmlns:a16="http://schemas.microsoft.com/office/drawing/2014/main" id="{EC6A5FC5-ABD2-4FE3-BC6D-936ACECD73C4}"/>
                  </a:ext>
                </a:extLst>
              </p:cNvPr>
              <p:cNvSpPr txBox="1"/>
              <p:nvPr/>
            </p:nvSpPr>
            <p:spPr>
              <a:xfrm>
                <a:off x="1024575" y="5119603"/>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Xóa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thiếu</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3792263032"/>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19" name="직사각형 18">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Chuyển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đổi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tục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thành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rời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rạc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2" name="그룹 1">
            <a:extLst>
              <a:ext uri="{FF2B5EF4-FFF2-40B4-BE49-F238E27FC236}">
                <a16:creationId xmlns:a16="http://schemas.microsoft.com/office/drawing/2014/main" id="{4E5EF364-B2BA-4EBB-B2AD-6D7D99231468}"/>
              </a:ext>
            </a:extLst>
          </p:cNvPr>
          <p:cNvGrpSpPr/>
          <p:nvPr/>
        </p:nvGrpSpPr>
        <p:grpSpPr>
          <a:xfrm>
            <a:off x="558396" y="1768360"/>
            <a:ext cx="8782050" cy="2794309"/>
            <a:chOff x="558396" y="1768360"/>
            <a:chExt cx="8782050" cy="2794309"/>
          </a:xfrm>
        </p:grpSpPr>
        <p:sp>
          <p:nvSpPr>
            <p:cNvPr id="18" name="모서리가 둥근 직사각형 4">
              <a:extLst>
                <a:ext uri="{FF2B5EF4-FFF2-40B4-BE49-F238E27FC236}">
                  <a16:creationId xmlns:a16="http://schemas.microsoft.com/office/drawing/2014/main" id="{930158F8-A5B7-4F97-8E44-C73FC55364FC}"/>
                </a:ext>
              </a:extLst>
            </p:cNvPr>
            <p:cNvSpPr/>
            <p:nvPr/>
          </p:nvSpPr>
          <p:spPr>
            <a:xfrm>
              <a:off x="558396" y="1768360"/>
              <a:ext cx="8782050" cy="279430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0" name="그림 19"/>
            <p:cNvPicPr>
              <a:picLocks noChangeAspect="1"/>
            </p:cNvPicPr>
            <p:nvPr/>
          </p:nvPicPr>
          <p:blipFill rotWithShape="1">
            <a:blip r:embed="rId4"/>
            <a:srcRect r="24381"/>
            <a:stretch/>
          </p:blipFill>
          <p:spPr>
            <a:xfrm>
              <a:off x="617869" y="1816634"/>
              <a:ext cx="8721825" cy="2736501"/>
            </a:xfrm>
            <a:prstGeom prst="rect">
              <a:avLst/>
            </a:prstGeom>
          </p:spPr>
        </p:pic>
      </p:grpSp>
      <p:grpSp>
        <p:nvGrpSpPr>
          <p:cNvPr id="3" name="그룹 2">
            <a:extLst>
              <a:ext uri="{FF2B5EF4-FFF2-40B4-BE49-F238E27FC236}">
                <a16:creationId xmlns:a16="http://schemas.microsoft.com/office/drawing/2014/main" id="{E4A9C766-BCEA-4395-9FFD-D9F4ED1ECBB8}"/>
              </a:ext>
            </a:extLst>
          </p:cNvPr>
          <p:cNvGrpSpPr/>
          <p:nvPr/>
        </p:nvGrpSpPr>
        <p:grpSpPr>
          <a:xfrm>
            <a:off x="557644" y="4657600"/>
            <a:ext cx="8782050" cy="1267339"/>
            <a:chOff x="557644" y="4657600"/>
            <a:chExt cx="8782050" cy="1267339"/>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57644" y="4657600"/>
              <a:ext cx="8782050" cy="126733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3" name="그룹 22">
              <a:extLst>
                <a:ext uri="{FF2B5EF4-FFF2-40B4-BE49-F238E27FC236}">
                  <a16:creationId xmlns:a16="http://schemas.microsoft.com/office/drawing/2014/main" id="{F18919BF-DD65-4EDD-8E99-5FA6C053E53B}"/>
                </a:ext>
              </a:extLst>
            </p:cNvPr>
            <p:cNvGrpSpPr/>
            <p:nvPr/>
          </p:nvGrpSpPr>
          <p:grpSpPr>
            <a:xfrm>
              <a:off x="665154" y="4750501"/>
              <a:ext cx="2918106" cy="292387"/>
              <a:chOff x="732985" y="5582396"/>
              <a:chExt cx="2918106" cy="302131"/>
            </a:xfrm>
          </p:grpSpPr>
          <p:pic>
            <p:nvPicPr>
              <p:cNvPr id="2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9-8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4" name="TextBox 23">
              <a:extLst>
                <a:ext uri="{FF2B5EF4-FFF2-40B4-BE49-F238E27FC236}">
                  <a16:creationId xmlns:a16="http://schemas.microsoft.com/office/drawing/2014/main" id="{0800EE66-B78E-4CCD-A49E-31BBE412C7F6}"/>
                </a:ext>
              </a:extLst>
            </p:cNvPr>
            <p:cNvSpPr txBox="1"/>
            <p:nvPr/>
          </p:nvSpPr>
          <p:spPr>
            <a:xfrm>
              <a:off x="1024575" y="5059853"/>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chuỗi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float.</a:t>
              </a:r>
              <a:endParaRPr lang="ko-KR" altLang="en-US" sz="1300" dirty="0">
                <a:solidFill>
                  <a:prstClr val="black">
                    <a:lumMod val="85000"/>
                    <a:lumOff val="15000"/>
                  </a:prstClr>
                </a:solidFill>
                <a:latin typeface="SamsungOne-400" panose="020B0503030303020204" pitchFamily="34" charset="0"/>
              </a:endParaRPr>
            </a:p>
          </p:txBody>
        </p:sp>
        <p:grpSp>
          <p:nvGrpSpPr>
            <p:cNvPr id="15" name="그룹 14">
              <a:extLst>
                <a:ext uri="{FF2B5EF4-FFF2-40B4-BE49-F238E27FC236}">
                  <a16:creationId xmlns:a16="http://schemas.microsoft.com/office/drawing/2014/main" id="{177D9BEA-64CD-490F-A0B5-11CF9E50AEAD}"/>
                </a:ext>
              </a:extLst>
            </p:cNvPr>
            <p:cNvGrpSpPr/>
            <p:nvPr/>
          </p:nvGrpSpPr>
          <p:grpSpPr>
            <a:xfrm>
              <a:off x="665154" y="5336555"/>
              <a:ext cx="8640559" cy="496544"/>
              <a:chOff x="665154" y="4823114"/>
              <a:chExt cx="8640559" cy="496544"/>
            </a:xfrm>
          </p:grpSpPr>
          <p:grpSp>
            <p:nvGrpSpPr>
              <p:cNvPr id="16" name="그룹 15">
                <a:extLst>
                  <a:ext uri="{FF2B5EF4-FFF2-40B4-BE49-F238E27FC236}">
                    <a16:creationId xmlns:a16="http://schemas.microsoft.com/office/drawing/2014/main" id="{BD20A4E5-7ACD-450D-BCDF-2267BF5D1722}"/>
                  </a:ext>
                </a:extLst>
              </p:cNvPr>
              <p:cNvGrpSpPr/>
              <p:nvPr/>
            </p:nvGrpSpPr>
            <p:grpSpPr>
              <a:xfrm>
                <a:off x="665154" y="4823114"/>
                <a:ext cx="2918106" cy="292387"/>
                <a:chOff x="732985" y="5582396"/>
                <a:chExt cx="2918106" cy="302131"/>
              </a:xfrm>
            </p:grpSpPr>
            <p:pic>
              <p:nvPicPr>
                <p:cNvPr id="27" name="Picture 2" descr="Byte - Free electronics icons">
                  <a:extLst>
                    <a:ext uri="{FF2B5EF4-FFF2-40B4-BE49-F238E27FC236}">
                      <a16:creationId xmlns:a16="http://schemas.microsoft.com/office/drawing/2014/main" id="{E0F87862-8375-4D60-BDBA-0829A7935F07}"/>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8" name="TextBox 27">
                  <a:extLst>
                    <a:ext uri="{FF2B5EF4-FFF2-40B4-BE49-F238E27FC236}">
                      <a16:creationId xmlns:a16="http://schemas.microsoft.com/office/drawing/2014/main" id="{AE14E84B-66A1-4E2C-B0C6-98392C386523}"/>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7" name="TextBox 16">
                <a:extLst>
                  <a:ext uri="{FF2B5EF4-FFF2-40B4-BE49-F238E27FC236}">
                    <a16:creationId xmlns:a16="http://schemas.microsoft.com/office/drawing/2014/main" id="{EC6A5FC5-ABD2-4FE3-BC6D-936ACECD73C4}"/>
                  </a:ext>
                </a:extLst>
              </p:cNvPr>
              <p:cNvSpPr txBox="1"/>
              <p:nvPr/>
            </p:nvSpPr>
            <p:spPr>
              <a:xfrm>
                <a:off x="1024575" y="5119603"/>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Tìm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sách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biên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được</a:t>
                </a:r>
                <a:r>
                  <a:rPr lang="en-US" altLang="ko-KR" sz="1300" dirty="0">
                    <a:solidFill>
                      <a:prstClr val="black">
                        <a:lumMod val="85000"/>
                        <a:lumOff val="15000"/>
                      </a:prstClr>
                    </a:solidFill>
                    <a:latin typeface="SamsungOne-400" panose="020B0503030303020204" pitchFamily="34" charset="0"/>
                  </a:rPr>
                  <a:t> chia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khoảng</a:t>
                </a:r>
                <a:r>
                  <a:rPr lang="en-US" altLang="ko-KR" sz="1300" dirty="0">
                    <a:solidFill>
                      <a:prstClr val="black">
                        <a:lumMod val="85000"/>
                        <a:lumOff val="15000"/>
                      </a:prstClr>
                    </a:solidFill>
                    <a:latin typeface="SamsungOne-400" panose="020B0503030303020204" pitchFamily="34" charset="0"/>
                  </a:rPr>
                  <a:t> (bin) </a:t>
                </a:r>
                <a:r>
                  <a:rPr lang="en-US" altLang="ko-KR" sz="1300" dirty="0" err="1">
                    <a:solidFill>
                      <a:prstClr val="black">
                        <a:lumMod val="85000"/>
                        <a:lumOff val="15000"/>
                      </a:prstClr>
                    </a:solidFill>
                    <a:latin typeface="SamsungOne-400" panose="020B0503030303020204" pitchFamily="34" charset="0"/>
                  </a:rPr>
                  <a:t>bằng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np.histogram</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1704403325"/>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직사각형 31">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Sử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dụng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tùy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chọn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include_lowest</a:t>
            </a:r>
            <a:r>
              <a:rPr lang="en-US" altLang="ko-KR" sz="1400" dirty="0">
                <a:solidFill>
                  <a:schemeClr val="tx1"/>
                </a:solidFill>
                <a:latin typeface="SamsungOne-400" panose="020B0503030303020204" pitchFamily="34" charset="0"/>
                <a:ea typeface="SamsungOne-400" panose="020B0503030303020204" pitchFamily="34" charset="0"/>
              </a:rPr>
              <a:t>=True </a:t>
            </a:r>
            <a:r>
              <a:rPr lang="en-US" altLang="ko-KR" sz="1400" dirty="0" err="1">
                <a:solidFill>
                  <a:schemeClr val="tx1"/>
                </a:solidFill>
                <a:latin typeface="SamsungOne-400" panose="020B0503030303020204" pitchFamily="34" charset="0"/>
                <a:ea typeface="SamsungOne-400" panose="020B0503030303020204" pitchFamily="34" charset="0"/>
              </a:rPr>
              <a:t>để</a:t>
            </a:r>
            <a:r>
              <a:rPr lang="en-US" altLang="ko-KR" sz="1400" dirty="0">
                <a:solidFill>
                  <a:schemeClr val="tx1"/>
                </a:solidFill>
                <a:latin typeface="SamsungOne-400" panose="020B0503030303020204" pitchFamily="34" charset="0"/>
                <a:ea typeface="SamsungOne-400" panose="020B0503030303020204" pitchFamily="34" charset="0"/>
              </a:rPr>
              <a:t> bao </a:t>
            </a:r>
            <a:r>
              <a:rPr lang="en-US" altLang="ko-KR" sz="1400" dirty="0" err="1">
                <a:solidFill>
                  <a:schemeClr val="tx1"/>
                </a:solidFill>
                <a:latin typeface="SamsungOne-400" panose="020B0503030303020204" pitchFamily="34" charset="0"/>
                <a:ea typeface="SamsungOne-400" panose="020B0503030303020204" pitchFamily="34" charset="0"/>
              </a:rPr>
              <a:t>gồm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giá</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ranh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giới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đầu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tiên</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3" name="그룹 2">
            <a:extLst>
              <a:ext uri="{FF2B5EF4-FFF2-40B4-BE49-F238E27FC236}">
                <a16:creationId xmlns:a16="http://schemas.microsoft.com/office/drawing/2014/main" id="{143EAD91-5C9F-46F8-B7CE-1D4E422D4181}"/>
              </a:ext>
            </a:extLst>
          </p:cNvPr>
          <p:cNvGrpSpPr/>
          <p:nvPr/>
        </p:nvGrpSpPr>
        <p:grpSpPr>
          <a:xfrm>
            <a:off x="558396" y="1739786"/>
            <a:ext cx="8782050" cy="1927146"/>
            <a:chOff x="558396" y="1739786"/>
            <a:chExt cx="8782050" cy="1927146"/>
          </a:xfrm>
        </p:grpSpPr>
        <p:sp>
          <p:nvSpPr>
            <p:cNvPr id="27" name="모서리가 둥근 직사각형 4">
              <a:extLst>
                <a:ext uri="{FF2B5EF4-FFF2-40B4-BE49-F238E27FC236}">
                  <a16:creationId xmlns:a16="http://schemas.microsoft.com/office/drawing/2014/main" id="{930158F8-A5B7-4F97-8E44-C73FC55364FC}"/>
                </a:ext>
              </a:extLst>
            </p:cNvPr>
            <p:cNvSpPr/>
            <p:nvPr/>
          </p:nvSpPr>
          <p:spPr>
            <a:xfrm>
              <a:off x="558396" y="1739786"/>
              <a:ext cx="8782050" cy="19271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r="25168"/>
            <a:stretch/>
          </p:blipFill>
          <p:spPr>
            <a:xfrm>
              <a:off x="693415" y="1816831"/>
              <a:ext cx="8646279" cy="1773304"/>
            </a:xfrm>
            <a:prstGeom prst="rect">
              <a:avLst/>
            </a:prstGeom>
          </p:spPr>
        </p:pic>
        <p:sp>
          <p:nvSpPr>
            <p:cNvPr id="33" name="직사각형 32">
              <a:extLst>
                <a:ext uri="{FF2B5EF4-FFF2-40B4-BE49-F238E27FC236}">
                  <a16:creationId xmlns:a16="http://schemas.microsoft.com/office/drawing/2014/main" id="{2A793C5A-7B90-4D66-B198-63DCDDD8F6DB}"/>
                </a:ext>
              </a:extLst>
            </p:cNvPr>
            <p:cNvSpPr/>
            <p:nvPr/>
          </p:nvSpPr>
          <p:spPr>
            <a:xfrm>
              <a:off x="2796538" y="1933597"/>
              <a:ext cx="4128502" cy="264705"/>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350" dirty="0">
                  <a:solidFill>
                    <a:schemeClr val="tx1"/>
                  </a:solidFill>
                  <a:latin typeface="D2Coding" panose="020B0609020101020101" pitchFamily="49" charset="-127"/>
                  <a:ea typeface="D2Coding" panose="020B0609020101020101" pitchFamily="49" charset="-127"/>
                </a:rPr>
                <a:t>[</a:t>
              </a:r>
              <a:r>
                <a:rPr lang="en-US" altLang="ko-KR" sz="1350" dirty="0">
                  <a:solidFill>
                    <a:srgbClr val="C00000"/>
                  </a:solidFill>
                  <a:latin typeface="D2Coding" panose="020B0609020101020101" pitchFamily="49" charset="-127"/>
                  <a:ea typeface="D2Coding" panose="020B0609020101020101" pitchFamily="49" charset="-127"/>
                </a:rPr>
                <a:t>‘Low output’</a:t>
              </a:r>
              <a:r>
                <a:rPr lang="en-US" altLang="ko-KR" sz="1350" dirty="0">
                  <a:solidFill>
                    <a:schemeClr val="tx1"/>
                  </a:solidFill>
                  <a:latin typeface="D2Coding" panose="020B0609020101020101" pitchFamily="49" charset="-127"/>
                  <a:ea typeface="D2Coding" panose="020B0609020101020101" pitchFamily="49" charset="-127"/>
                </a:rPr>
                <a:t>, </a:t>
              </a:r>
              <a:r>
                <a:rPr lang="en-US" altLang="ko-KR" sz="1350" dirty="0">
                  <a:solidFill>
                    <a:srgbClr val="C00000"/>
                  </a:solidFill>
                  <a:latin typeface="D2Coding" panose="020B0609020101020101" pitchFamily="49" charset="-127"/>
                  <a:ea typeface="D2Coding" panose="020B0609020101020101" pitchFamily="49" charset="-127"/>
                </a:rPr>
                <a:t>‘Normal output’</a:t>
              </a:r>
              <a:r>
                <a:rPr lang="en-US" altLang="ko-KR" sz="1350" dirty="0">
                  <a:solidFill>
                    <a:schemeClr val="tx1"/>
                  </a:solidFill>
                  <a:latin typeface="D2Coding" panose="020B0609020101020101" pitchFamily="49" charset="-127"/>
                  <a:ea typeface="D2Coding" panose="020B0609020101020101" pitchFamily="49" charset="-127"/>
                </a:rPr>
                <a:t>, </a:t>
              </a:r>
              <a:r>
                <a:rPr lang="en-US" altLang="ko-KR" sz="1350" dirty="0">
                  <a:solidFill>
                    <a:srgbClr val="C00000"/>
                  </a:solidFill>
                  <a:latin typeface="D2Coding" panose="020B0609020101020101" pitchFamily="49" charset="-127"/>
                  <a:ea typeface="D2Coding" panose="020B0609020101020101" pitchFamily="49" charset="-127"/>
                </a:rPr>
                <a:t>‘High output’</a:t>
              </a:r>
              <a:r>
                <a:rPr lang="en-US" altLang="ko-KR" sz="1350" dirty="0">
                  <a:solidFill>
                    <a:schemeClr val="tx1"/>
                  </a:solidFill>
                  <a:latin typeface="D2Coding" panose="020B0609020101020101" pitchFamily="49" charset="-127"/>
                  <a:ea typeface="D2Coding" panose="020B0609020101020101" pitchFamily="49" charset="-127"/>
                </a:rPr>
                <a:t>]</a:t>
              </a:r>
            </a:p>
          </p:txBody>
        </p:sp>
      </p:grpSp>
      <p:grpSp>
        <p:nvGrpSpPr>
          <p:cNvPr id="5" name="그룹 4">
            <a:extLst>
              <a:ext uri="{FF2B5EF4-FFF2-40B4-BE49-F238E27FC236}">
                <a16:creationId xmlns:a16="http://schemas.microsoft.com/office/drawing/2014/main" id="{2CB76FAF-EE06-48C3-B073-FC82E607011E}"/>
              </a:ext>
            </a:extLst>
          </p:cNvPr>
          <p:cNvGrpSpPr/>
          <p:nvPr/>
        </p:nvGrpSpPr>
        <p:grpSpPr>
          <a:xfrm>
            <a:off x="557644" y="3748078"/>
            <a:ext cx="8782050" cy="1990250"/>
            <a:chOff x="557644" y="3748078"/>
            <a:chExt cx="8782050" cy="1990250"/>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57644" y="3748078"/>
              <a:ext cx="8782050" cy="199025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3" name="그룹 22">
              <a:extLst>
                <a:ext uri="{FF2B5EF4-FFF2-40B4-BE49-F238E27FC236}">
                  <a16:creationId xmlns:a16="http://schemas.microsoft.com/office/drawing/2014/main" id="{F18919BF-DD65-4EDD-8E99-5FA6C053E53B}"/>
                </a:ext>
              </a:extLst>
            </p:cNvPr>
            <p:cNvGrpSpPr/>
            <p:nvPr/>
          </p:nvGrpSpPr>
          <p:grpSpPr>
            <a:xfrm>
              <a:off x="665154" y="3840978"/>
              <a:ext cx="2918106" cy="292387"/>
              <a:chOff x="732985" y="5582396"/>
              <a:chExt cx="2918106" cy="302131"/>
            </a:xfrm>
          </p:grpSpPr>
          <p:pic>
            <p:nvPicPr>
              <p:cNvPr id="2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11-1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4" name="TextBox 23">
              <a:extLst>
                <a:ext uri="{FF2B5EF4-FFF2-40B4-BE49-F238E27FC236}">
                  <a16:creationId xmlns:a16="http://schemas.microsoft.com/office/drawing/2014/main" id="{0800EE66-B78E-4CCD-A49E-31BBE412C7F6}"/>
                </a:ext>
              </a:extLst>
            </p:cNvPr>
            <p:cNvSpPr txBox="1"/>
            <p:nvPr/>
          </p:nvSpPr>
          <p:spPr>
            <a:xfrm>
              <a:off x="1024575" y="4175872"/>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định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cho</a:t>
              </a:r>
              <a:r>
                <a:rPr lang="en-US" altLang="ko-KR" sz="1300" dirty="0">
                  <a:solidFill>
                    <a:prstClr val="black">
                      <a:lumMod val="85000"/>
                      <a:lumOff val="15000"/>
                    </a:prstClr>
                  </a:solidFill>
                  <a:latin typeface="SamsungOne-400" panose="020B0503030303020204" pitchFamily="34" charset="0"/>
                </a:rPr>
                <a:t> 3 bin.</a:t>
              </a:r>
              <a:endParaRPr lang="ko-KR" altLang="en-US" sz="1300" dirty="0">
                <a:solidFill>
                  <a:prstClr val="black">
                    <a:lumMod val="85000"/>
                    <a:lumOff val="15000"/>
                  </a:prstClr>
                </a:solidFill>
                <a:latin typeface="SamsungOne-400" panose="020B0503030303020204" pitchFamily="34" charset="0"/>
              </a:endParaRPr>
            </a:p>
          </p:txBody>
        </p:sp>
        <p:grpSp>
          <p:nvGrpSpPr>
            <p:cNvPr id="18" name="그룹 17">
              <a:extLst>
                <a:ext uri="{FF2B5EF4-FFF2-40B4-BE49-F238E27FC236}">
                  <a16:creationId xmlns:a16="http://schemas.microsoft.com/office/drawing/2014/main" id="{9543AE7D-BD07-4BDC-A763-2EA3A092D5EA}"/>
                </a:ext>
              </a:extLst>
            </p:cNvPr>
            <p:cNvGrpSpPr/>
            <p:nvPr/>
          </p:nvGrpSpPr>
          <p:grpSpPr>
            <a:xfrm>
              <a:off x="665154" y="4456869"/>
              <a:ext cx="8640559" cy="534949"/>
              <a:chOff x="665154" y="3992049"/>
              <a:chExt cx="8640559" cy="534949"/>
            </a:xfrm>
          </p:grpSpPr>
          <p:grpSp>
            <p:nvGrpSpPr>
              <p:cNvPr id="19" name="그룹 18">
                <a:extLst>
                  <a:ext uri="{FF2B5EF4-FFF2-40B4-BE49-F238E27FC236}">
                    <a16:creationId xmlns:a16="http://schemas.microsoft.com/office/drawing/2014/main" id="{AD8B69F5-0F9C-4E81-85AE-F8F05DDE2098}"/>
                  </a:ext>
                </a:extLst>
              </p:cNvPr>
              <p:cNvGrpSpPr/>
              <p:nvPr/>
            </p:nvGrpSpPr>
            <p:grpSpPr>
              <a:xfrm>
                <a:off x="665154" y="3992049"/>
                <a:ext cx="2918106" cy="292387"/>
                <a:chOff x="732985" y="5582396"/>
                <a:chExt cx="2918106" cy="302131"/>
              </a:xfrm>
            </p:grpSpPr>
            <p:pic>
              <p:nvPicPr>
                <p:cNvPr id="28" name="Picture 2" descr="Byte - Free electronics icons">
                  <a:extLst>
                    <a:ext uri="{FF2B5EF4-FFF2-40B4-BE49-F238E27FC236}">
                      <a16:creationId xmlns:a16="http://schemas.microsoft.com/office/drawing/2014/main" id="{17AF59B6-4009-4035-96D3-854525262F02}"/>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9" name="TextBox 28">
                  <a:extLst>
                    <a:ext uri="{FF2B5EF4-FFF2-40B4-BE49-F238E27FC236}">
                      <a16:creationId xmlns:a16="http://schemas.microsoft.com/office/drawing/2014/main" id="{97C40B4A-9A08-40DC-B2D0-8BF7E8E7F167}"/>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11-3 ~ 11-6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0" name="TextBox 19">
                <a:extLst>
                  <a:ext uri="{FF2B5EF4-FFF2-40B4-BE49-F238E27FC236}">
                    <a16:creationId xmlns:a16="http://schemas.microsoft.com/office/drawing/2014/main" id="{66D99937-8108-4879-9CA4-3CAE483E8007}"/>
                  </a:ext>
                </a:extLst>
              </p:cNvPr>
              <p:cNvSpPr txBox="1"/>
              <p:nvPr/>
            </p:nvSpPr>
            <p:spPr>
              <a:xfrm>
                <a:off x="1024575" y="4326943"/>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Mỗi dữ liệu tương ứng với ba bin dưới dạng hàm pd.cut.</a:t>
                </a:r>
                <a:endParaRPr lang="ko-KR" altLang="en-US" sz="1300" dirty="0">
                  <a:solidFill>
                    <a:prstClr val="black">
                      <a:lumMod val="85000"/>
                      <a:lumOff val="15000"/>
                    </a:prstClr>
                  </a:solidFill>
                  <a:latin typeface="SamsungOne-400" panose="020B0503030303020204" pitchFamily="34" charset="0"/>
                </a:endParaRPr>
              </a:p>
            </p:txBody>
          </p:sp>
        </p:grpSp>
        <p:grpSp>
          <p:nvGrpSpPr>
            <p:cNvPr id="30" name="그룹 29">
              <a:extLst>
                <a:ext uri="{FF2B5EF4-FFF2-40B4-BE49-F238E27FC236}">
                  <a16:creationId xmlns:a16="http://schemas.microsoft.com/office/drawing/2014/main" id="{45096C32-1951-403B-AC76-B9101569B166}"/>
                </a:ext>
              </a:extLst>
            </p:cNvPr>
            <p:cNvGrpSpPr/>
            <p:nvPr/>
          </p:nvGrpSpPr>
          <p:grpSpPr>
            <a:xfrm>
              <a:off x="665154" y="5095147"/>
              <a:ext cx="8640559" cy="534949"/>
              <a:chOff x="665154" y="3992049"/>
              <a:chExt cx="8640559" cy="534949"/>
            </a:xfrm>
          </p:grpSpPr>
          <p:grpSp>
            <p:nvGrpSpPr>
              <p:cNvPr id="31" name="그룹 30">
                <a:extLst>
                  <a:ext uri="{FF2B5EF4-FFF2-40B4-BE49-F238E27FC236}">
                    <a16:creationId xmlns:a16="http://schemas.microsoft.com/office/drawing/2014/main" id="{584ED89B-64F7-4C28-B030-5AF49DCCEF4C}"/>
                  </a:ext>
                </a:extLst>
              </p:cNvPr>
              <p:cNvGrpSpPr/>
              <p:nvPr/>
            </p:nvGrpSpPr>
            <p:grpSpPr>
              <a:xfrm>
                <a:off x="665154" y="3992049"/>
                <a:ext cx="2918106" cy="292387"/>
                <a:chOff x="732985" y="5582396"/>
                <a:chExt cx="2918106" cy="302131"/>
              </a:xfrm>
            </p:grpSpPr>
            <p:pic>
              <p:nvPicPr>
                <p:cNvPr id="35" name="Picture 2" descr="Byte - Free electronics icons">
                  <a:extLst>
                    <a:ext uri="{FF2B5EF4-FFF2-40B4-BE49-F238E27FC236}">
                      <a16:creationId xmlns:a16="http://schemas.microsoft.com/office/drawing/2014/main" id="{1726693F-8E63-427F-9BE5-52C88B9959A4}"/>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6" name="TextBox 35">
                  <a:extLst>
                    <a:ext uri="{FF2B5EF4-FFF2-40B4-BE49-F238E27FC236}">
                      <a16:creationId xmlns:a16="http://schemas.microsoft.com/office/drawing/2014/main" id="{9247CF6A-23ED-4A94-8082-1C0BDD7C5694}"/>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11-3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4" name="TextBox 33">
                <a:extLst>
                  <a:ext uri="{FF2B5EF4-FFF2-40B4-BE49-F238E27FC236}">
                    <a16:creationId xmlns:a16="http://schemas.microsoft.com/office/drawing/2014/main" id="{00F0527A-D129-4B9A-9010-FDF399CC1044}"/>
                  </a:ext>
                </a:extLst>
              </p:cNvPr>
              <p:cNvSpPr txBox="1"/>
              <p:nvPr/>
            </p:nvSpPr>
            <p:spPr>
              <a:xfrm>
                <a:off x="1024575" y="4326943"/>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Mảng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2732458403"/>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직사각형 31">
            <a:extLst>
              <a:ext uri="{FF2B5EF4-FFF2-40B4-BE49-F238E27FC236}">
                <a16:creationId xmlns:a16="http://schemas.microsoft.com/office/drawing/2014/main" id="{3D3FA8E4-F52C-47BC-9494-F889DBDECDE3}"/>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Sử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dụng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tùy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chọn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include_lowest</a:t>
            </a:r>
            <a:r>
              <a:rPr lang="en-US" altLang="ko-KR" sz="1400" dirty="0">
                <a:solidFill>
                  <a:schemeClr val="tx1"/>
                </a:solidFill>
                <a:latin typeface="SamsungOne-400" panose="020B0503030303020204" pitchFamily="34" charset="0"/>
                <a:ea typeface="SamsungOne-400" panose="020B0503030303020204" pitchFamily="34" charset="0"/>
              </a:rPr>
              <a:t>=True </a:t>
            </a:r>
            <a:r>
              <a:rPr lang="en-US" altLang="ko-KR" sz="1400" dirty="0" err="1">
                <a:solidFill>
                  <a:schemeClr val="tx1"/>
                </a:solidFill>
                <a:latin typeface="SamsungOne-400" panose="020B0503030303020204" pitchFamily="34" charset="0"/>
                <a:ea typeface="SamsungOne-400" panose="020B0503030303020204" pitchFamily="34" charset="0"/>
              </a:rPr>
              <a:t>để</a:t>
            </a:r>
            <a:r>
              <a:rPr lang="en-US" altLang="ko-KR" sz="1400" dirty="0">
                <a:solidFill>
                  <a:schemeClr val="tx1"/>
                </a:solidFill>
                <a:latin typeface="SamsungOne-400" panose="020B0503030303020204" pitchFamily="34" charset="0"/>
                <a:ea typeface="SamsungOne-400" panose="020B0503030303020204" pitchFamily="34" charset="0"/>
              </a:rPr>
              <a:t> bao </a:t>
            </a:r>
            <a:r>
              <a:rPr lang="en-US" altLang="ko-KR" sz="1400" dirty="0" err="1">
                <a:solidFill>
                  <a:schemeClr val="tx1"/>
                </a:solidFill>
                <a:latin typeface="SamsungOne-400" panose="020B0503030303020204" pitchFamily="34" charset="0"/>
                <a:ea typeface="SamsungOne-400" panose="020B0503030303020204" pitchFamily="34" charset="0"/>
              </a:rPr>
              <a:t>gồm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giá</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ranh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giới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đầu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tiên</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3" name="그룹 2">
            <a:extLst>
              <a:ext uri="{FF2B5EF4-FFF2-40B4-BE49-F238E27FC236}">
                <a16:creationId xmlns:a16="http://schemas.microsoft.com/office/drawing/2014/main" id="{143EAD91-5C9F-46F8-B7CE-1D4E422D4181}"/>
              </a:ext>
            </a:extLst>
          </p:cNvPr>
          <p:cNvGrpSpPr/>
          <p:nvPr/>
        </p:nvGrpSpPr>
        <p:grpSpPr>
          <a:xfrm>
            <a:off x="558396" y="1739786"/>
            <a:ext cx="8782050" cy="1927146"/>
            <a:chOff x="558396" y="1739786"/>
            <a:chExt cx="8782050" cy="1927146"/>
          </a:xfrm>
        </p:grpSpPr>
        <p:sp>
          <p:nvSpPr>
            <p:cNvPr id="27" name="모서리가 둥근 직사각형 4">
              <a:extLst>
                <a:ext uri="{FF2B5EF4-FFF2-40B4-BE49-F238E27FC236}">
                  <a16:creationId xmlns:a16="http://schemas.microsoft.com/office/drawing/2014/main" id="{930158F8-A5B7-4F97-8E44-C73FC55364FC}"/>
                </a:ext>
              </a:extLst>
            </p:cNvPr>
            <p:cNvSpPr/>
            <p:nvPr/>
          </p:nvSpPr>
          <p:spPr>
            <a:xfrm>
              <a:off x="558396" y="1739786"/>
              <a:ext cx="8782050" cy="19271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r="25168"/>
            <a:stretch/>
          </p:blipFill>
          <p:spPr>
            <a:xfrm>
              <a:off x="693415" y="1816831"/>
              <a:ext cx="8646279" cy="1773304"/>
            </a:xfrm>
            <a:prstGeom prst="rect">
              <a:avLst/>
            </a:prstGeom>
          </p:spPr>
        </p:pic>
        <p:sp>
          <p:nvSpPr>
            <p:cNvPr id="33" name="직사각형 32">
              <a:extLst>
                <a:ext uri="{FF2B5EF4-FFF2-40B4-BE49-F238E27FC236}">
                  <a16:creationId xmlns:a16="http://schemas.microsoft.com/office/drawing/2014/main" id="{2A793C5A-7B90-4D66-B198-63DCDDD8F6DB}"/>
                </a:ext>
              </a:extLst>
            </p:cNvPr>
            <p:cNvSpPr/>
            <p:nvPr/>
          </p:nvSpPr>
          <p:spPr>
            <a:xfrm>
              <a:off x="2796538" y="1933597"/>
              <a:ext cx="4128502" cy="264705"/>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350" dirty="0">
                  <a:solidFill>
                    <a:schemeClr val="tx1"/>
                  </a:solidFill>
                  <a:latin typeface="D2Coding" panose="020B0609020101020101" pitchFamily="49" charset="-127"/>
                  <a:ea typeface="D2Coding" panose="020B0609020101020101" pitchFamily="49" charset="-127"/>
                </a:rPr>
                <a:t>[</a:t>
              </a:r>
              <a:r>
                <a:rPr lang="en-US" altLang="ko-KR" sz="1350" dirty="0">
                  <a:solidFill>
                    <a:srgbClr val="C00000"/>
                  </a:solidFill>
                  <a:latin typeface="D2Coding" panose="020B0609020101020101" pitchFamily="49" charset="-127"/>
                  <a:ea typeface="D2Coding" panose="020B0609020101020101" pitchFamily="49" charset="-127"/>
                </a:rPr>
                <a:t>‘Low output’</a:t>
              </a:r>
              <a:r>
                <a:rPr lang="en-US" altLang="ko-KR" sz="1350" dirty="0">
                  <a:solidFill>
                    <a:schemeClr val="tx1"/>
                  </a:solidFill>
                  <a:latin typeface="D2Coding" panose="020B0609020101020101" pitchFamily="49" charset="-127"/>
                  <a:ea typeface="D2Coding" panose="020B0609020101020101" pitchFamily="49" charset="-127"/>
                </a:rPr>
                <a:t>, </a:t>
              </a:r>
              <a:r>
                <a:rPr lang="en-US" altLang="ko-KR" sz="1350" dirty="0">
                  <a:solidFill>
                    <a:srgbClr val="C00000"/>
                  </a:solidFill>
                  <a:latin typeface="D2Coding" panose="020B0609020101020101" pitchFamily="49" charset="-127"/>
                  <a:ea typeface="D2Coding" panose="020B0609020101020101" pitchFamily="49" charset="-127"/>
                </a:rPr>
                <a:t>‘Normal output’</a:t>
              </a:r>
              <a:r>
                <a:rPr lang="en-US" altLang="ko-KR" sz="1350" dirty="0">
                  <a:solidFill>
                    <a:schemeClr val="tx1"/>
                  </a:solidFill>
                  <a:latin typeface="D2Coding" panose="020B0609020101020101" pitchFamily="49" charset="-127"/>
                  <a:ea typeface="D2Coding" panose="020B0609020101020101" pitchFamily="49" charset="-127"/>
                </a:rPr>
                <a:t>, </a:t>
              </a:r>
              <a:r>
                <a:rPr lang="en-US" altLang="ko-KR" sz="1350" dirty="0">
                  <a:solidFill>
                    <a:srgbClr val="C00000"/>
                  </a:solidFill>
                  <a:latin typeface="D2Coding" panose="020B0609020101020101" pitchFamily="49" charset="-127"/>
                  <a:ea typeface="D2Coding" panose="020B0609020101020101" pitchFamily="49" charset="-127"/>
                </a:rPr>
                <a:t>‘High output’</a:t>
              </a:r>
              <a:r>
                <a:rPr lang="en-US" altLang="ko-KR" sz="1350" dirty="0">
                  <a:solidFill>
                    <a:schemeClr val="tx1"/>
                  </a:solidFill>
                  <a:latin typeface="D2Coding" panose="020B0609020101020101" pitchFamily="49" charset="-127"/>
                  <a:ea typeface="D2Coding" panose="020B0609020101020101" pitchFamily="49" charset="-127"/>
                </a:rPr>
                <a:t>]</a:t>
              </a:r>
            </a:p>
          </p:txBody>
        </p:sp>
      </p:grpSp>
      <p:grpSp>
        <p:nvGrpSpPr>
          <p:cNvPr id="2" name="그룹 1">
            <a:extLst>
              <a:ext uri="{FF2B5EF4-FFF2-40B4-BE49-F238E27FC236}">
                <a16:creationId xmlns:a16="http://schemas.microsoft.com/office/drawing/2014/main" id="{9A7D7775-0688-4AFC-BDF0-C09F0AE3F825}"/>
              </a:ext>
            </a:extLst>
          </p:cNvPr>
          <p:cNvGrpSpPr/>
          <p:nvPr/>
        </p:nvGrpSpPr>
        <p:grpSpPr>
          <a:xfrm>
            <a:off x="557644" y="3748077"/>
            <a:ext cx="8782050" cy="2522093"/>
            <a:chOff x="557644" y="3748077"/>
            <a:chExt cx="8782050" cy="2522093"/>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57644" y="3748077"/>
              <a:ext cx="8782050" cy="252209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a:latin typeface="SamsungOne-400" panose="020B0503030303020204" pitchFamily="34" charset="0"/>
                </a:rPr>
                <a:t>`</a:t>
              </a:r>
              <a:endParaRPr lang="ko-KR" altLang="en-US" dirty="0">
                <a:latin typeface="SamsungOne-400" panose="020B0503030303020204" pitchFamily="34" charset="0"/>
              </a:endParaRPr>
            </a:p>
          </p:txBody>
        </p:sp>
        <p:grpSp>
          <p:nvGrpSpPr>
            <p:cNvPr id="23" name="그룹 22">
              <a:extLst>
                <a:ext uri="{FF2B5EF4-FFF2-40B4-BE49-F238E27FC236}">
                  <a16:creationId xmlns:a16="http://schemas.microsoft.com/office/drawing/2014/main" id="{F18919BF-DD65-4EDD-8E99-5FA6C053E53B}"/>
                </a:ext>
              </a:extLst>
            </p:cNvPr>
            <p:cNvGrpSpPr/>
            <p:nvPr/>
          </p:nvGrpSpPr>
          <p:grpSpPr>
            <a:xfrm>
              <a:off x="665154" y="3840978"/>
              <a:ext cx="2918106" cy="292387"/>
              <a:chOff x="732985" y="5582396"/>
              <a:chExt cx="2918106" cy="302131"/>
            </a:xfrm>
          </p:grpSpPr>
          <p:pic>
            <p:nvPicPr>
              <p:cNvPr id="2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11-4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4" name="TextBox 23">
              <a:extLst>
                <a:ext uri="{FF2B5EF4-FFF2-40B4-BE49-F238E27FC236}">
                  <a16:creationId xmlns:a16="http://schemas.microsoft.com/office/drawing/2014/main" id="{0800EE66-B78E-4CCD-A49E-31BBE412C7F6}"/>
                </a:ext>
              </a:extLst>
            </p:cNvPr>
            <p:cNvSpPr txBox="1"/>
            <p:nvPr/>
          </p:nvSpPr>
          <p:spPr>
            <a:xfrm>
              <a:off x="1024575" y="4175872"/>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Danh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sách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biên</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nvGrpSpPr>
            <p:cNvPr id="18" name="그룹 17">
              <a:extLst>
                <a:ext uri="{FF2B5EF4-FFF2-40B4-BE49-F238E27FC236}">
                  <a16:creationId xmlns:a16="http://schemas.microsoft.com/office/drawing/2014/main" id="{9543AE7D-BD07-4BDC-A763-2EA3A092D5EA}"/>
                </a:ext>
              </a:extLst>
            </p:cNvPr>
            <p:cNvGrpSpPr/>
            <p:nvPr/>
          </p:nvGrpSpPr>
          <p:grpSpPr>
            <a:xfrm>
              <a:off x="665154" y="4456869"/>
              <a:ext cx="8640559" cy="534949"/>
              <a:chOff x="665154" y="3992049"/>
              <a:chExt cx="8640559" cy="534949"/>
            </a:xfrm>
          </p:grpSpPr>
          <p:grpSp>
            <p:nvGrpSpPr>
              <p:cNvPr id="19" name="그룹 18">
                <a:extLst>
                  <a:ext uri="{FF2B5EF4-FFF2-40B4-BE49-F238E27FC236}">
                    <a16:creationId xmlns:a16="http://schemas.microsoft.com/office/drawing/2014/main" id="{AD8B69F5-0F9C-4E81-85AE-F8F05DDE2098}"/>
                  </a:ext>
                </a:extLst>
              </p:cNvPr>
              <p:cNvGrpSpPr/>
              <p:nvPr/>
            </p:nvGrpSpPr>
            <p:grpSpPr>
              <a:xfrm>
                <a:off x="665154" y="3992049"/>
                <a:ext cx="2918106" cy="292387"/>
                <a:chOff x="732985" y="5582396"/>
                <a:chExt cx="2918106" cy="302131"/>
              </a:xfrm>
            </p:grpSpPr>
            <p:pic>
              <p:nvPicPr>
                <p:cNvPr id="28" name="Picture 2" descr="Byte - Free electronics icons">
                  <a:extLst>
                    <a:ext uri="{FF2B5EF4-FFF2-40B4-BE49-F238E27FC236}">
                      <a16:creationId xmlns:a16="http://schemas.microsoft.com/office/drawing/2014/main" id="{17AF59B6-4009-4035-96D3-854525262F02}"/>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9" name="TextBox 28">
                  <a:extLst>
                    <a:ext uri="{FF2B5EF4-FFF2-40B4-BE49-F238E27FC236}">
                      <a16:creationId xmlns:a16="http://schemas.microsoft.com/office/drawing/2014/main" id="{97C40B4A-9A08-40DC-B2D0-8BF7E8E7F167}"/>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11-5</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0" name="TextBox 19">
                <a:extLst>
                  <a:ext uri="{FF2B5EF4-FFF2-40B4-BE49-F238E27FC236}">
                    <a16:creationId xmlns:a16="http://schemas.microsoft.com/office/drawing/2014/main" id="{66D99937-8108-4879-9CA4-3CAE483E8007}"/>
                  </a:ext>
                </a:extLst>
              </p:cNvPr>
              <p:cNvSpPr txBox="1"/>
              <p:nvPr/>
            </p:nvSpPr>
            <p:spPr>
              <a:xfrm>
                <a:off x="1024575" y="4326943"/>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Tên</a:t>
                </a:r>
                <a:r>
                  <a:rPr lang="en-US" altLang="ko-KR" sz="1300" dirty="0">
                    <a:solidFill>
                      <a:prstClr val="black">
                        <a:lumMod val="85000"/>
                        <a:lumOff val="15000"/>
                      </a:prstClr>
                    </a:solidFill>
                    <a:latin typeface="SamsungOne-400" panose="020B0503030303020204" pitchFamily="34" charset="0"/>
                  </a:rPr>
                  <a:t> bin</a:t>
                </a:r>
                <a:endParaRPr lang="ko-KR" altLang="en-US" sz="1300" dirty="0">
                  <a:solidFill>
                    <a:prstClr val="black">
                      <a:lumMod val="85000"/>
                      <a:lumOff val="15000"/>
                    </a:prstClr>
                  </a:solidFill>
                  <a:latin typeface="SamsungOne-400" panose="020B0503030303020204" pitchFamily="34" charset="0"/>
                </a:endParaRPr>
              </a:p>
            </p:txBody>
          </p:sp>
        </p:grpSp>
        <p:grpSp>
          <p:nvGrpSpPr>
            <p:cNvPr id="30" name="그룹 29">
              <a:extLst>
                <a:ext uri="{FF2B5EF4-FFF2-40B4-BE49-F238E27FC236}">
                  <a16:creationId xmlns:a16="http://schemas.microsoft.com/office/drawing/2014/main" id="{45096C32-1951-403B-AC76-B9101569B166}"/>
                </a:ext>
              </a:extLst>
            </p:cNvPr>
            <p:cNvGrpSpPr/>
            <p:nvPr/>
          </p:nvGrpSpPr>
          <p:grpSpPr>
            <a:xfrm>
              <a:off x="665154" y="5095147"/>
              <a:ext cx="8640559" cy="534949"/>
              <a:chOff x="665154" y="3992049"/>
              <a:chExt cx="8640559" cy="534949"/>
            </a:xfrm>
          </p:grpSpPr>
          <p:grpSp>
            <p:nvGrpSpPr>
              <p:cNvPr id="31" name="그룹 30">
                <a:extLst>
                  <a:ext uri="{FF2B5EF4-FFF2-40B4-BE49-F238E27FC236}">
                    <a16:creationId xmlns:a16="http://schemas.microsoft.com/office/drawing/2014/main" id="{584ED89B-64F7-4C28-B030-5AF49DCCEF4C}"/>
                  </a:ext>
                </a:extLst>
              </p:cNvPr>
              <p:cNvGrpSpPr/>
              <p:nvPr/>
            </p:nvGrpSpPr>
            <p:grpSpPr>
              <a:xfrm>
                <a:off x="665154" y="3992049"/>
                <a:ext cx="2918106" cy="292387"/>
                <a:chOff x="732985" y="5582396"/>
                <a:chExt cx="2918106" cy="302131"/>
              </a:xfrm>
            </p:grpSpPr>
            <p:pic>
              <p:nvPicPr>
                <p:cNvPr id="35" name="Picture 2" descr="Byte - Free electronics icons">
                  <a:extLst>
                    <a:ext uri="{FF2B5EF4-FFF2-40B4-BE49-F238E27FC236}">
                      <a16:creationId xmlns:a16="http://schemas.microsoft.com/office/drawing/2014/main" id="{1726693F-8E63-427F-9BE5-52C88B9959A4}"/>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6" name="TextBox 35">
                  <a:extLst>
                    <a:ext uri="{FF2B5EF4-FFF2-40B4-BE49-F238E27FC236}">
                      <a16:creationId xmlns:a16="http://schemas.microsoft.com/office/drawing/2014/main" id="{9247CF6A-23ED-4A94-8082-1C0BDD7C5694}"/>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11-6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4" name="TextBox 33">
                <a:extLst>
                  <a:ext uri="{FF2B5EF4-FFF2-40B4-BE49-F238E27FC236}">
                    <a16:creationId xmlns:a16="http://schemas.microsoft.com/office/drawing/2014/main" id="{00F0527A-D129-4B9A-9010-FDF399CC1044}"/>
                  </a:ext>
                </a:extLst>
              </p:cNvPr>
              <p:cNvSpPr txBox="1"/>
              <p:nvPr/>
            </p:nvSpPr>
            <p:spPr>
              <a:xfrm>
                <a:off x="1024575" y="4326943"/>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Bao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gồm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biên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đầu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tiên</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nvGrpSpPr>
            <p:cNvPr id="37" name="그룹 36">
              <a:extLst>
                <a:ext uri="{FF2B5EF4-FFF2-40B4-BE49-F238E27FC236}">
                  <a16:creationId xmlns:a16="http://schemas.microsoft.com/office/drawing/2014/main" id="{80A15ADE-23DB-44BC-8803-EA3AA00ED968}"/>
                </a:ext>
              </a:extLst>
            </p:cNvPr>
            <p:cNvGrpSpPr/>
            <p:nvPr/>
          </p:nvGrpSpPr>
          <p:grpSpPr>
            <a:xfrm>
              <a:off x="665154" y="5671497"/>
              <a:ext cx="8640559" cy="534949"/>
              <a:chOff x="665154" y="3992926"/>
              <a:chExt cx="8640559" cy="534949"/>
            </a:xfrm>
          </p:grpSpPr>
          <p:grpSp>
            <p:nvGrpSpPr>
              <p:cNvPr id="38" name="그룹 37">
                <a:extLst>
                  <a:ext uri="{FF2B5EF4-FFF2-40B4-BE49-F238E27FC236}">
                    <a16:creationId xmlns:a16="http://schemas.microsoft.com/office/drawing/2014/main" id="{1AE1ADBB-A69A-4C3B-8463-C913538C18AD}"/>
                  </a:ext>
                </a:extLst>
              </p:cNvPr>
              <p:cNvGrpSpPr/>
              <p:nvPr/>
            </p:nvGrpSpPr>
            <p:grpSpPr>
              <a:xfrm>
                <a:off x="665154" y="3992926"/>
                <a:ext cx="2918106" cy="292387"/>
                <a:chOff x="732985" y="5582396"/>
                <a:chExt cx="2918106" cy="302131"/>
              </a:xfrm>
            </p:grpSpPr>
            <p:pic>
              <p:nvPicPr>
                <p:cNvPr id="40" name="Picture 2" descr="Byte - Free electronics icons">
                  <a:extLst>
                    <a:ext uri="{FF2B5EF4-FFF2-40B4-BE49-F238E27FC236}">
                      <a16:creationId xmlns:a16="http://schemas.microsoft.com/office/drawing/2014/main" id="{9CD1FD41-620F-43BF-BF80-47157C9BACFD}"/>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1" name="TextBox 40">
                  <a:extLst>
                    <a:ext uri="{FF2B5EF4-FFF2-40B4-BE49-F238E27FC236}">
                      <a16:creationId xmlns:a16="http://schemas.microsoft.com/office/drawing/2014/main" id="{FE971DC1-4A27-41CB-93B5-61E79FFB4E82}"/>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11-8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9" name="TextBox 38">
                <a:extLst>
                  <a:ext uri="{FF2B5EF4-FFF2-40B4-BE49-F238E27FC236}">
                    <a16:creationId xmlns:a16="http://schemas.microsoft.com/office/drawing/2014/main" id="{F38A6274-06E2-4B0B-B071-2406E8C15B26}"/>
                  </a:ext>
                </a:extLst>
              </p:cNvPr>
              <p:cNvSpPr txBox="1"/>
              <p:nvPr/>
            </p:nvSpPr>
            <p:spPr>
              <a:xfrm>
                <a:off x="1024575" y="4327820"/>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a:solidFill>
                      <a:prstClr val="black">
                        <a:lumMod val="85000"/>
                        <a:lumOff val="15000"/>
                      </a:prstClr>
                    </a:solidFill>
                    <a:latin typeface="SamsungOne-400" panose="020B0503030303020204" pitchFamily="34" charset="0"/>
                  </a:rPr>
                  <a:t>In 15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đầu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tiên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horse power,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hp_bin</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2969519838"/>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1" name="직사각형 20">
            <a:extLst>
              <a:ext uri="{FF2B5EF4-FFF2-40B4-BE49-F238E27FC236}">
                <a16:creationId xmlns:a16="http://schemas.microsoft.com/office/drawing/2014/main" id="{58B1BC1D-DFB7-4482-BA23-F01AD71B1BBE}"/>
              </a:ext>
            </a:extLst>
          </p:cNvPr>
          <p:cNvSpPr/>
          <p:nvPr/>
        </p:nvSpPr>
        <p:spPr>
          <a:xfrm>
            <a:off x="435228" y="1340768"/>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Chuyển</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đổi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dữ</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liệu</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phân</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loại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Phân</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chia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thành</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các</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đoạn</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a:t>
            </a:r>
          </a:p>
        </p:txBody>
      </p:sp>
      <p:grpSp>
        <p:nvGrpSpPr>
          <p:cNvPr id="5" name="그룹 4">
            <a:extLst>
              <a:ext uri="{FF2B5EF4-FFF2-40B4-BE49-F238E27FC236}">
                <a16:creationId xmlns:a16="http://schemas.microsoft.com/office/drawing/2014/main" id="{A70D5794-9D81-46EC-8F25-AF16FE193010}"/>
              </a:ext>
            </a:extLst>
          </p:cNvPr>
          <p:cNvGrpSpPr/>
          <p:nvPr/>
        </p:nvGrpSpPr>
        <p:grpSpPr>
          <a:xfrm>
            <a:off x="558396" y="2236231"/>
            <a:ext cx="8782050" cy="3641041"/>
            <a:chOff x="558396" y="2236231"/>
            <a:chExt cx="8782050" cy="3641041"/>
          </a:xfrm>
        </p:grpSpPr>
        <p:sp>
          <p:nvSpPr>
            <p:cNvPr id="19" name="모서리가 둥근 직사각형 4">
              <a:extLst>
                <a:ext uri="{FF2B5EF4-FFF2-40B4-BE49-F238E27FC236}">
                  <a16:creationId xmlns:a16="http://schemas.microsoft.com/office/drawing/2014/main" id="{930158F8-A5B7-4F97-8E44-C73FC55364FC}"/>
                </a:ext>
              </a:extLst>
            </p:cNvPr>
            <p:cNvSpPr/>
            <p:nvPr/>
          </p:nvSpPr>
          <p:spPr>
            <a:xfrm>
              <a:off x="558396" y="2236231"/>
              <a:ext cx="8782050" cy="364104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l="4648" r="21180"/>
            <a:stretch/>
          </p:blipFill>
          <p:spPr>
            <a:xfrm>
              <a:off x="899914" y="2420888"/>
              <a:ext cx="8208912" cy="3245818"/>
            </a:xfrm>
            <a:prstGeom prst="rect">
              <a:avLst/>
            </a:prstGeom>
          </p:spPr>
        </p:pic>
        <p:sp>
          <p:nvSpPr>
            <p:cNvPr id="3" name="직사각형 2">
              <a:extLst>
                <a:ext uri="{FF2B5EF4-FFF2-40B4-BE49-F238E27FC236}">
                  <a16:creationId xmlns:a16="http://schemas.microsoft.com/office/drawing/2014/main" id="{D19B1564-F3BA-4F75-99B0-B792D96D877D}"/>
                </a:ext>
              </a:extLst>
            </p:cNvPr>
            <p:cNvSpPr/>
            <p:nvPr/>
          </p:nvSpPr>
          <p:spPr>
            <a:xfrm>
              <a:off x="2431132" y="2636912"/>
              <a:ext cx="937219" cy="30081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 name="그룹 3"/>
            <p:cNvGrpSpPr/>
            <p:nvPr/>
          </p:nvGrpSpPr>
          <p:grpSpPr>
            <a:xfrm>
              <a:off x="2342740" y="2642326"/>
              <a:ext cx="1646656" cy="2970892"/>
              <a:chOff x="2308359" y="2639269"/>
              <a:chExt cx="1260927" cy="2970892"/>
            </a:xfrm>
          </p:grpSpPr>
          <p:sp>
            <p:nvSpPr>
              <p:cNvPr id="23" name="직사각형 22">
                <a:extLst>
                  <a:ext uri="{FF2B5EF4-FFF2-40B4-BE49-F238E27FC236}">
                    <a16:creationId xmlns:a16="http://schemas.microsoft.com/office/drawing/2014/main" id="{2A793C5A-7B90-4D66-B198-63DCDDD8F6DB}"/>
                  </a:ext>
                </a:extLst>
              </p:cNvPr>
              <p:cNvSpPr/>
              <p:nvPr/>
            </p:nvSpPr>
            <p:spPr>
              <a:xfrm>
                <a:off x="2308359" y="2639269"/>
                <a:ext cx="1260927" cy="1675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latin typeface="D2Coding" panose="020B0609020101020101" pitchFamily="49" charset="-127"/>
                    <a:ea typeface="D2Coding" panose="020B0609020101020101" pitchFamily="49" charset="-127"/>
                  </a:rPr>
                  <a:t>Normal output</a:t>
                </a:r>
              </a:p>
            </p:txBody>
          </p:sp>
          <p:sp>
            <p:nvSpPr>
              <p:cNvPr id="24" name="직사각형 23">
                <a:extLst>
                  <a:ext uri="{FF2B5EF4-FFF2-40B4-BE49-F238E27FC236}">
                    <a16:creationId xmlns:a16="http://schemas.microsoft.com/office/drawing/2014/main" id="{2A793C5A-7B90-4D66-B198-63DCDDD8F6DB}"/>
                  </a:ext>
                </a:extLst>
              </p:cNvPr>
              <p:cNvSpPr/>
              <p:nvPr/>
            </p:nvSpPr>
            <p:spPr>
              <a:xfrm>
                <a:off x="2369790" y="5205728"/>
                <a:ext cx="1108527" cy="2299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latin typeface="D2Coding" panose="020B0609020101020101" pitchFamily="49" charset="-127"/>
                    <a:ea typeface="D2Coding" panose="020B0609020101020101" pitchFamily="49" charset="-127"/>
                  </a:rPr>
                  <a:t>High output</a:t>
                </a:r>
              </a:p>
            </p:txBody>
          </p:sp>
          <p:sp>
            <p:nvSpPr>
              <p:cNvPr id="25" name="직사각형 24">
                <a:extLst>
                  <a:ext uri="{FF2B5EF4-FFF2-40B4-BE49-F238E27FC236}">
                    <a16:creationId xmlns:a16="http://schemas.microsoft.com/office/drawing/2014/main" id="{2A793C5A-7B90-4D66-B198-63DCDDD8F6DB}"/>
                  </a:ext>
                </a:extLst>
              </p:cNvPr>
              <p:cNvSpPr/>
              <p:nvPr/>
            </p:nvSpPr>
            <p:spPr>
              <a:xfrm>
                <a:off x="2431132" y="5426174"/>
                <a:ext cx="1028135" cy="1839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latin typeface="D2Coding" panose="020B0609020101020101" pitchFamily="49" charset="-127"/>
                    <a:ea typeface="D2Coding" panose="020B0609020101020101" pitchFamily="49" charset="-127"/>
                  </a:rPr>
                  <a:t>Low output</a:t>
                </a:r>
              </a:p>
            </p:txBody>
          </p:sp>
          <p:sp>
            <p:nvSpPr>
              <p:cNvPr id="26" name="직사각형 25">
                <a:extLst>
                  <a:ext uri="{FF2B5EF4-FFF2-40B4-BE49-F238E27FC236}">
                    <a16:creationId xmlns:a16="http://schemas.microsoft.com/office/drawing/2014/main" id="{2A793C5A-7B90-4D66-B198-63DCDDD8F6DB}"/>
                  </a:ext>
                </a:extLst>
              </p:cNvPr>
              <p:cNvSpPr/>
              <p:nvPr/>
            </p:nvSpPr>
            <p:spPr>
              <a:xfrm>
                <a:off x="2343036" y="4595908"/>
                <a:ext cx="1108527" cy="2299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latin typeface="D2Coding" panose="020B0609020101020101" pitchFamily="49" charset="-127"/>
                    <a:ea typeface="D2Coding" panose="020B0609020101020101" pitchFamily="49" charset="-127"/>
                  </a:rPr>
                  <a:t>High output</a:t>
                </a:r>
              </a:p>
            </p:txBody>
          </p:sp>
          <p:sp>
            <p:nvSpPr>
              <p:cNvPr id="27" name="직사각형 26">
                <a:extLst>
                  <a:ext uri="{FF2B5EF4-FFF2-40B4-BE49-F238E27FC236}">
                    <a16:creationId xmlns:a16="http://schemas.microsoft.com/office/drawing/2014/main" id="{2A793C5A-7B90-4D66-B198-63DCDDD8F6DB}"/>
                  </a:ext>
                </a:extLst>
              </p:cNvPr>
              <p:cNvSpPr/>
              <p:nvPr/>
            </p:nvSpPr>
            <p:spPr>
              <a:xfrm>
                <a:off x="2339266" y="3602387"/>
                <a:ext cx="1108527" cy="2299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latin typeface="D2Coding" panose="020B0609020101020101" pitchFamily="49" charset="-127"/>
                    <a:ea typeface="D2Coding" panose="020B0609020101020101" pitchFamily="49" charset="-127"/>
                  </a:rPr>
                  <a:t>High output</a:t>
                </a:r>
              </a:p>
            </p:txBody>
          </p:sp>
          <p:sp>
            <p:nvSpPr>
              <p:cNvPr id="28" name="직사각형 27">
                <a:extLst>
                  <a:ext uri="{FF2B5EF4-FFF2-40B4-BE49-F238E27FC236}">
                    <a16:creationId xmlns:a16="http://schemas.microsoft.com/office/drawing/2014/main" id="{2A793C5A-7B90-4D66-B198-63DCDDD8F6DB}"/>
                  </a:ext>
                </a:extLst>
              </p:cNvPr>
              <p:cNvSpPr/>
              <p:nvPr/>
            </p:nvSpPr>
            <p:spPr>
              <a:xfrm>
                <a:off x="2339266" y="3803253"/>
                <a:ext cx="1108527" cy="2299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latin typeface="D2Coding" panose="020B0609020101020101" pitchFamily="49" charset="-127"/>
                    <a:ea typeface="D2Coding" panose="020B0609020101020101" pitchFamily="49" charset="-127"/>
                  </a:rPr>
                  <a:t>High output</a:t>
                </a:r>
              </a:p>
            </p:txBody>
          </p:sp>
          <p:sp>
            <p:nvSpPr>
              <p:cNvPr id="29" name="직사각형 28">
                <a:extLst>
                  <a:ext uri="{FF2B5EF4-FFF2-40B4-BE49-F238E27FC236}">
                    <a16:creationId xmlns:a16="http://schemas.microsoft.com/office/drawing/2014/main" id="{2A793C5A-7B90-4D66-B198-63DCDDD8F6DB}"/>
                  </a:ext>
                </a:extLst>
              </p:cNvPr>
              <p:cNvSpPr/>
              <p:nvPr/>
            </p:nvSpPr>
            <p:spPr>
              <a:xfrm>
                <a:off x="2339266" y="4004119"/>
                <a:ext cx="1108527" cy="2299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latin typeface="D2Coding" panose="020B0609020101020101" pitchFamily="49" charset="-127"/>
                    <a:ea typeface="D2Coding" panose="020B0609020101020101" pitchFamily="49" charset="-127"/>
                  </a:rPr>
                  <a:t>High output</a:t>
                </a:r>
              </a:p>
            </p:txBody>
          </p:sp>
          <p:sp>
            <p:nvSpPr>
              <p:cNvPr id="30" name="직사각형 29">
                <a:extLst>
                  <a:ext uri="{FF2B5EF4-FFF2-40B4-BE49-F238E27FC236}">
                    <a16:creationId xmlns:a16="http://schemas.microsoft.com/office/drawing/2014/main" id="{2A793C5A-7B90-4D66-B198-63DCDDD8F6DB}"/>
                  </a:ext>
                </a:extLst>
              </p:cNvPr>
              <p:cNvSpPr/>
              <p:nvPr/>
            </p:nvSpPr>
            <p:spPr>
              <a:xfrm>
                <a:off x="2339266" y="4204985"/>
                <a:ext cx="1108527" cy="2299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latin typeface="D2Coding" panose="020B0609020101020101" pitchFamily="49" charset="-127"/>
                    <a:ea typeface="D2Coding" panose="020B0609020101020101" pitchFamily="49" charset="-127"/>
                  </a:rPr>
                  <a:t>High output</a:t>
                </a:r>
              </a:p>
            </p:txBody>
          </p:sp>
          <p:sp>
            <p:nvSpPr>
              <p:cNvPr id="31" name="직사각형 30">
                <a:extLst>
                  <a:ext uri="{FF2B5EF4-FFF2-40B4-BE49-F238E27FC236}">
                    <a16:creationId xmlns:a16="http://schemas.microsoft.com/office/drawing/2014/main" id="{2A793C5A-7B90-4D66-B198-63DCDDD8F6DB}"/>
                  </a:ext>
                </a:extLst>
              </p:cNvPr>
              <p:cNvSpPr/>
              <p:nvPr/>
            </p:nvSpPr>
            <p:spPr>
              <a:xfrm>
                <a:off x="2339266" y="4405852"/>
                <a:ext cx="1108527" cy="2299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latin typeface="D2Coding" panose="020B0609020101020101" pitchFamily="49" charset="-127"/>
                    <a:ea typeface="D2Coding" panose="020B0609020101020101" pitchFamily="49" charset="-127"/>
                  </a:rPr>
                  <a:t>High output</a:t>
                </a:r>
              </a:p>
            </p:txBody>
          </p:sp>
          <p:sp>
            <p:nvSpPr>
              <p:cNvPr id="32" name="직사각형 31">
                <a:extLst>
                  <a:ext uri="{FF2B5EF4-FFF2-40B4-BE49-F238E27FC236}">
                    <a16:creationId xmlns:a16="http://schemas.microsoft.com/office/drawing/2014/main" id="{2A793C5A-7B90-4D66-B198-63DCDDD8F6DB}"/>
                  </a:ext>
                </a:extLst>
              </p:cNvPr>
              <p:cNvSpPr/>
              <p:nvPr/>
            </p:nvSpPr>
            <p:spPr>
              <a:xfrm>
                <a:off x="2308359" y="2844555"/>
                <a:ext cx="1260927" cy="1675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latin typeface="D2Coding" panose="020B0609020101020101" pitchFamily="49" charset="-127"/>
                    <a:ea typeface="D2Coding" panose="020B0609020101020101" pitchFamily="49" charset="-127"/>
                  </a:rPr>
                  <a:t>Normal output</a:t>
                </a:r>
              </a:p>
            </p:txBody>
          </p:sp>
          <p:sp>
            <p:nvSpPr>
              <p:cNvPr id="33" name="직사각형 32">
                <a:extLst>
                  <a:ext uri="{FF2B5EF4-FFF2-40B4-BE49-F238E27FC236}">
                    <a16:creationId xmlns:a16="http://schemas.microsoft.com/office/drawing/2014/main" id="{2A793C5A-7B90-4D66-B198-63DCDDD8F6DB}"/>
                  </a:ext>
                </a:extLst>
              </p:cNvPr>
              <p:cNvSpPr/>
              <p:nvPr/>
            </p:nvSpPr>
            <p:spPr>
              <a:xfrm>
                <a:off x="2308359" y="3049841"/>
                <a:ext cx="1260927" cy="1675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latin typeface="D2Coding" panose="020B0609020101020101" pitchFamily="49" charset="-127"/>
                    <a:ea typeface="D2Coding" panose="020B0609020101020101" pitchFamily="49" charset="-127"/>
                  </a:rPr>
                  <a:t>Normal output</a:t>
                </a:r>
              </a:p>
            </p:txBody>
          </p:sp>
          <p:sp>
            <p:nvSpPr>
              <p:cNvPr id="34" name="직사각형 33">
                <a:extLst>
                  <a:ext uri="{FF2B5EF4-FFF2-40B4-BE49-F238E27FC236}">
                    <a16:creationId xmlns:a16="http://schemas.microsoft.com/office/drawing/2014/main" id="{2A793C5A-7B90-4D66-B198-63DCDDD8F6DB}"/>
                  </a:ext>
                </a:extLst>
              </p:cNvPr>
              <p:cNvSpPr/>
              <p:nvPr/>
            </p:nvSpPr>
            <p:spPr>
              <a:xfrm>
                <a:off x="2308359" y="3245602"/>
                <a:ext cx="1260927" cy="2043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latin typeface="D2Coding" panose="020B0609020101020101" pitchFamily="49" charset="-127"/>
                    <a:ea typeface="D2Coding" panose="020B0609020101020101" pitchFamily="49" charset="-127"/>
                  </a:rPr>
                  <a:t>Normal output</a:t>
                </a:r>
              </a:p>
            </p:txBody>
          </p:sp>
          <p:sp>
            <p:nvSpPr>
              <p:cNvPr id="35" name="직사각형 34">
                <a:extLst>
                  <a:ext uri="{FF2B5EF4-FFF2-40B4-BE49-F238E27FC236}">
                    <a16:creationId xmlns:a16="http://schemas.microsoft.com/office/drawing/2014/main" id="{2A793C5A-7B90-4D66-B198-63DCDDD8F6DB}"/>
                  </a:ext>
                </a:extLst>
              </p:cNvPr>
              <p:cNvSpPr/>
              <p:nvPr/>
            </p:nvSpPr>
            <p:spPr>
              <a:xfrm>
                <a:off x="2308359" y="3437824"/>
                <a:ext cx="1260927" cy="1901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latin typeface="D2Coding" panose="020B0609020101020101" pitchFamily="49" charset="-127"/>
                    <a:ea typeface="D2Coding" panose="020B0609020101020101" pitchFamily="49" charset="-127"/>
                  </a:rPr>
                  <a:t>Normal output</a:t>
                </a:r>
              </a:p>
            </p:txBody>
          </p:sp>
          <p:sp>
            <p:nvSpPr>
              <p:cNvPr id="36" name="직사각형 35">
                <a:extLst>
                  <a:ext uri="{FF2B5EF4-FFF2-40B4-BE49-F238E27FC236}">
                    <a16:creationId xmlns:a16="http://schemas.microsoft.com/office/drawing/2014/main" id="{2A793C5A-7B90-4D66-B198-63DCDDD8F6DB}"/>
                  </a:ext>
                </a:extLst>
              </p:cNvPr>
              <p:cNvSpPr/>
              <p:nvPr/>
            </p:nvSpPr>
            <p:spPr>
              <a:xfrm>
                <a:off x="2308359" y="4816710"/>
                <a:ext cx="1260927" cy="2043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latin typeface="D2Coding" panose="020B0609020101020101" pitchFamily="49" charset="-127"/>
                    <a:ea typeface="D2Coding" panose="020B0609020101020101" pitchFamily="49" charset="-127"/>
                  </a:rPr>
                  <a:t>Normal output</a:t>
                </a:r>
              </a:p>
            </p:txBody>
          </p:sp>
          <p:sp>
            <p:nvSpPr>
              <p:cNvPr id="37" name="직사각형 36">
                <a:extLst>
                  <a:ext uri="{FF2B5EF4-FFF2-40B4-BE49-F238E27FC236}">
                    <a16:creationId xmlns:a16="http://schemas.microsoft.com/office/drawing/2014/main" id="{2A793C5A-7B90-4D66-B198-63DCDDD8F6DB}"/>
                  </a:ext>
                </a:extLst>
              </p:cNvPr>
              <p:cNvSpPr/>
              <p:nvPr/>
            </p:nvSpPr>
            <p:spPr>
              <a:xfrm>
                <a:off x="2308359" y="5008932"/>
                <a:ext cx="1260927" cy="1901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latin typeface="D2Coding" panose="020B0609020101020101" pitchFamily="49" charset="-127"/>
                    <a:ea typeface="D2Coding" panose="020B0609020101020101" pitchFamily="49" charset="-127"/>
                  </a:rPr>
                  <a:t>Normal output</a:t>
                </a:r>
              </a:p>
            </p:txBody>
          </p:sp>
        </p:grpSp>
      </p:grpSp>
    </p:spTree>
    <p:extLst>
      <p:ext uri="{BB962C8B-B14F-4D97-AF65-F5344CB8AC3E}">
        <p14:creationId xmlns:p14="http://schemas.microsoft.com/office/powerpoint/2010/main" val="2523000670"/>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직사각형 27">
            <a:extLst>
              <a:ext uri="{FF2B5EF4-FFF2-40B4-BE49-F238E27FC236}">
                <a16:creationId xmlns:a16="http://schemas.microsoft.com/office/drawing/2014/main" id="{58B1BC1D-DFB7-4482-BA23-F01AD71B1BBE}"/>
              </a:ext>
            </a:extLst>
          </p:cNvPr>
          <p:cNvSpPr/>
          <p:nvPr/>
        </p:nvSpPr>
        <p:spPr>
          <a:xfrm>
            <a:off x="435228" y="1340768"/>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Biến</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giả</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sp>
        <p:nvSpPr>
          <p:cNvPr id="29" name="직사각형 28">
            <a:extLst>
              <a:ext uri="{FF2B5EF4-FFF2-40B4-BE49-F238E27FC236}">
                <a16:creationId xmlns:a16="http://schemas.microsoft.com/office/drawing/2014/main" id="{B9911584-7C52-4333-A1B3-5FEE211FBD88}"/>
              </a:ext>
            </a:extLst>
          </p:cNvPr>
          <p:cNvSpPr/>
          <p:nvPr/>
        </p:nvSpPr>
        <p:spPr>
          <a:xfrm>
            <a:off x="524240" y="1870666"/>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Để sử dụng dữ liệu phân loại biểu thị các loại trong các thuật toán học máy, hãy chuyển đổi chúng thành các biến giả được biểu diễn bằng số 0 hoặc 1.</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21" name="그룹 20">
            <a:extLst>
              <a:ext uri="{FF2B5EF4-FFF2-40B4-BE49-F238E27FC236}">
                <a16:creationId xmlns:a16="http://schemas.microsoft.com/office/drawing/2014/main" id="{2DD374C3-05CB-48D7-A1D6-6E076A1FC74E}"/>
              </a:ext>
            </a:extLst>
          </p:cNvPr>
          <p:cNvGrpSpPr/>
          <p:nvPr/>
        </p:nvGrpSpPr>
        <p:grpSpPr>
          <a:xfrm>
            <a:off x="557644" y="5063931"/>
            <a:ext cx="8782050" cy="787019"/>
            <a:chOff x="568325" y="5114924"/>
            <a:chExt cx="8782050" cy="813246"/>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68325" y="5114924"/>
              <a:ext cx="8782050" cy="81324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3" name="그룹 22">
              <a:extLst>
                <a:ext uri="{FF2B5EF4-FFF2-40B4-BE49-F238E27FC236}">
                  <a16:creationId xmlns:a16="http://schemas.microsoft.com/office/drawing/2014/main" id="{F18919BF-DD65-4EDD-8E99-5FA6C053E53B}"/>
                </a:ext>
              </a:extLst>
            </p:cNvPr>
            <p:cNvGrpSpPr/>
            <p:nvPr/>
          </p:nvGrpSpPr>
          <p:grpSpPr>
            <a:xfrm>
              <a:off x="675835" y="5210921"/>
              <a:ext cx="2918106" cy="302131"/>
              <a:chOff x="732985" y="5582396"/>
              <a:chExt cx="2918106" cy="302131"/>
            </a:xfrm>
          </p:grpSpPr>
          <p:pic>
            <p:nvPicPr>
              <p:cNvPr id="2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12-1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4" name="TextBox 23">
              <a:extLst>
                <a:ext uri="{FF2B5EF4-FFF2-40B4-BE49-F238E27FC236}">
                  <a16:creationId xmlns:a16="http://schemas.microsoft.com/office/drawing/2014/main" id="{0800EE66-B78E-4CCD-A49E-31BBE412C7F6}"/>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Tạo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df</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bằng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read_csv</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nvGrpSpPr>
          <p:cNvPr id="5" name="그룹 4">
            <a:extLst>
              <a:ext uri="{FF2B5EF4-FFF2-40B4-BE49-F238E27FC236}">
                <a16:creationId xmlns:a16="http://schemas.microsoft.com/office/drawing/2014/main" id="{430BAB0B-5240-4389-A95E-40EA38B643DF}"/>
              </a:ext>
            </a:extLst>
          </p:cNvPr>
          <p:cNvGrpSpPr/>
          <p:nvPr/>
        </p:nvGrpSpPr>
        <p:grpSpPr>
          <a:xfrm>
            <a:off x="558396" y="2420890"/>
            <a:ext cx="8782050" cy="2533666"/>
            <a:chOff x="558396" y="2420890"/>
            <a:chExt cx="8782050" cy="2533666"/>
          </a:xfrm>
        </p:grpSpPr>
        <p:sp>
          <p:nvSpPr>
            <p:cNvPr id="19" name="모서리가 둥근 직사각형 4">
              <a:extLst>
                <a:ext uri="{FF2B5EF4-FFF2-40B4-BE49-F238E27FC236}">
                  <a16:creationId xmlns:a16="http://schemas.microsoft.com/office/drawing/2014/main" id="{930158F8-A5B7-4F97-8E44-C73FC55364FC}"/>
                </a:ext>
              </a:extLst>
            </p:cNvPr>
            <p:cNvSpPr/>
            <p:nvPr/>
          </p:nvSpPr>
          <p:spPr>
            <a:xfrm>
              <a:off x="558396" y="2420890"/>
              <a:ext cx="8782050" cy="253366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3" name="그룹 2">
              <a:extLst>
                <a:ext uri="{FF2B5EF4-FFF2-40B4-BE49-F238E27FC236}">
                  <a16:creationId xmlns:a16="http://schemas.microsoft.com/office/drawing/2014/main" id="{C7D29F4E-30F9-40BC-8EB7-CB8EE326EE0D}"/>
                </a:ext>
              </a:extLst>
            </p:cNvPr>
            <p:cNvGrpSpPr/>
            <p:nvPr/>
          </p:nvGrpSpPr>
          <p:grpSpPr>
            <a:xfrm>
              <a:off x="747381" y="2476874"/>
              <a:ext cx="8592313" cy="2364042"/>
              <a:chOff x="747381" y="2610327"/>
              <a:chExt cx="8592313" cy="2364042"/>
            </a:xfrm>
          </p:grpSpPr>
          <p:pic>
            <p:nvPicPr>
              <p:cNvPr id="4" name="그림 3"/>
              <p:cNvPicPr>
                <a:picLocks noChangeAspect="1"/>
              </p:cNvPicPr>
              <p:nvPr/>
            </p:nvPicPr>
            <p:blipFill rotWithShape="1">
              <a:blip r:embed="rId5"/>
              <a:srcRect r="22170"/>
              <a:stretch/>
            </p:blipFill>
            <p:spPr>
              <a:xfrm>
                <a:off x="747381" y="2610327"/>
                <a:ext cx="8592313" cy="2364042"/>
              </a:xfrm>
              <a:prstGeom prst="rect">
                <a:avLst/>
              </a:prstGeom>
            </p:spPr>
          </p:pic>
          <p:sp>
            <p:nvSpPr>
              <p:cNvPr id="31" name="직사각형 30">
                <a:extLst>
                  <a:ext uri="{FF2B5EF4-FFF2-40B4-BE49-F238E27FC236}">
                    <a16:creationId xmlns:a16="http://schemas.microsoft.com/office/drawing/2014/main" id="{2A793C5A-7B90-4D66-B198-63DCDDD8F6DB}"/>
                  </a:ext>
                </a:extLst>
              </p:cNvPr>
              <p:cNvSpPr/>
              <p:nvPr/>
            </p:nvSpPr>
            <p:spPr>
              <a:xfrm>
                <a:off x="2900503" y="4643612"/>
                <a:ext cx="4392488" cy="264705"/>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350" dirty="0">
                    <a:solidFill>
                      <a:srgbClr val="C00000"/>
                    </a:solidFill>
                    <a:latin typeface="D2Coding" panose="020B0609020101020101" pitchFamily="49" charset="-127"/>
                    <a:ea typeface="D2Coding" panose="020B0609020101020101" pitchFamily="49" charset="-127"/>
                  </a:rPr>
                  <a:t>‘Low output’</a:t>
                </a:r>
                <a:r>
                  <a:rPr lang="en-US" altLang="ko-KR" sz="1350" dirty="0">
                    <a:solidFill>
                      <a:schemeClr val="tx1"/>
                    </a:solidFill>
                    <a:latin typeface="D2Coding" panose="020B0609020101020101" pitchFamily="49" charset="-127"/>
                    <a:ea typeface="D2Coding" panose="020B0609020101020101" pitchFamily="49" charset="-127"/>
                  </a:rPr>
                  <a:t>, </a:t>
                </a:r>
                <a:r>
                  <a:rPr lang="en-US" altLang="ko-KR" sz="1350" dirty="0">
                    <a:solidFill>
                      <a:srgbClr val="C00000"/>
                    </a:solidFill>
                    <a:latin typeface="D2Coding" panose="020B0609020101020101" pitchFamily="49" charset="-127"/>
                    <a:ea typeface="D2Coding" panose="020B0609020101020101" pitchFamily="49" charset="-127"/>
                  </a:rPr>
                  <a:t>‘Normal output’</a:t>
                </a:r>
                <a:r>
                  <a:rPr lang="en-US" altLang="ko-KR" sz="1350" dirty="0">
                    <a:solidFill>
                      <a:schemeClr val="tx1"/>
                    </a:solidFill>
                    <a:latin typeface="D2Coding" panose="020B0609020101020101" pitchFamily="49" charset="-127"/>
                    <a:ea typeface="D2Coding" panose="020B0609020101020101" pitchFamily="49" charset="-127"/>
                  </a:rPr>
                  <a:t>, </a:t>
                </a:r>
                <a:r>
                  <a:rPr lang="en-US" altLang="ko-KR" sz="1350" dirty="0">
                    <a:solidFill>
                      <a:srgbClr val="C00000"/>
                    </a:solidFill>
                    <a:latin typeface="D2Coding" panose="020B0609020101020101" pitchFamily="49" charset="-127"/>
                    <a:ea typeface="D2Coding" panose="020B0609020101020101" pitchFamily="49" charset="-127"/>
                  </a:rPr>
                  <a:t>‘High output’</a:t>
                </a:r>
                <a:r>
                  <a:rPr lang="en-US" altLang="ko-KR" sz="1350" dirty="0">
                    <a:solidFill>
                      <a:schemeClr val="tx1"/>
                    </a:solidFill>
                    <a:latin typeface="D2Coding" panose="020B0609020101020101" pitchFamily="49" charset="-127"/>
                    <a:ea typeface="D2Coding" panose="020B0609020101020101" pitchFamily="49" charset="-127"/>
                  </a:rPr>
                  <a:t>]</a:t>
                </a:r>
              </a:p>
            </p:txBody>
          </p:sp>
        </p:grpSp>
      </p:grpSp>
    </p:spTree>
    <p:extLst>
      <p:ext uri="{BB962C8B-B14F-4D97-AF65-F5344CB8AC3E}">
        <p14:creationId xmlns:p14="http://schemas.microsoft.com/office/powerpoint/2010/main" val="3890560937"/>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8" name="직사각형 27">
            <a:extLst>
              <a:ext uri="{FF2B5EF4-FFF2-40B4-BE49-F238E27FC236}">
                <a16:creationId xmlns:a16="http://schemas.microsoft.com/office/drawing/2014/main" id="{3D3FA8E4-F52C-47BC-9494-F889DBDECDE3}"/>
              </a:ext>
            </a:extLst>
          </p:cNvPr>
          <p:cNvSpPr/>
          <p:nvPr/>
        </p:nvSpPr>
        <p:spPr>
          <a:xfrm>
            <a:off x="580388" y="1413381"/>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Để sử dụng dữ liệu phân loại biểu thị các loại trong các thuật toán học máy, hãy chuyển đổi chúng thành các biến giả được biểu diễn bằng số 0 hoặc 1.</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27" name="그룹 26">
            <a:extLst>
              <a:ext uri="{FF2B5EF4-FFF2-40B4-BE49-F238E27FC236}">
                <a16:creationId xmlns:a16="http://schemas.microsoft.com/office/drawing/2014/main" id="{35C6D85C-08D5-4D91-8DCB-8C97FEBA7DC9}"/>
              </a:ext>
            </a:extLst>
          </p:cNvPr>
          <p:cNvGrpSpPr/>
          <p:nvPr/>
        </p:nvGrpSpPr>
        <p:grpSpPr>
          <a:xfrm>
            <a:off x="558396" y="1937169"/>
            <a:ext cx="8782050" cy="2533666"/>
            <a:chOff x="558396" y="2420890"/>
            <a:chExt cx="8782050" cy="2533666"/>
          </a:xfrm>
        </p:grpSpPr>
        <p:sp>
          <p:nvSpPr>
            <p:cNvPr id="29" name="모서리가 둥근 직사각형 4">
              <a:extLst>
                <a:ext uri="{FF2B5EF4-FFF2-40B4-BE49-F238E27FC236}">
                  <a16:creationId xmlns:a16="http://schemas.microsoft.com/office/drawing/2014/main" id="{7CB1BDA1-D6F3-49ED-BE54-FF7F91AA49E3}"/>
                </a:ext>
              </a:extLst>
            </p:cNvPr>
            <p:cNvSpPr/>
            <p:nvPr/>
          </p:nvSpPr>
          <p:spPr>
            <a:xfrm>
              <a:off x="558396" y="2420890"/>
              <a:ext cx="8782050" cy="253366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31" name="그룹 30">
              <a:extLst>
                <a:ext uri="{FF2B5EF4-FFF2-40B4-BE49-F238E27FC236}">
                  <a16:creationId xmlns:a16="http://schemas.microsoft.com/office/drawing/2014/main" id="{CD52ABAB-29C6-499E-A2B9-C565A7BC9CA9}"/>
                </a:ext>
              </a:extLst>
            </p:cNvPr>
            <p:cNvGrpSpPr/>
            <p:nvPr/>
          </p:nvGrpSpPr>
          <p:grpSpPr>
            <a:xfrm>
              <a:off x="747381" y="2476874"/>
              <a:ext cx="8592313" cy="2364042"/>
              <a:chOff x="747381" y="2610327"/>
              <a:chExt cx="8592313" cy="2364042"/>
            </a:xfrm>
          </p:grpSpPr>
          <p:pic>
            <p:nvPicPr>
              <p:cNvPr id="33" name="그림 32">
                <a:extLst>
                  <a:ext uri="{FF2B5EF4-FFF2-40B4-BE49-F238E27FC236}">
                    <a16:creationId xmlns:a16="http://schemas.microsoft.com/office/drawing/2014/main" id="{A1DADE8A-7199-4C9B-B6E3-782C9B3896B2}"/>
                  </a:ext>
                </a:extLst>
              </p:cNvPr>
              <p:cNvPicPr>
                <a:picLocks noChangeAspect="1"/>
              </p:cNvPicPr>
              <p:nvPr/>
            </p:nvPicPr>
            <p:blipFill rotWithShape="1">
              <a:blip r:embed="rId4"/>
              <a:srcRect r="22170"/>
              <a:stretch/>
            </p:blipFill>
            <p:spPr>
              <a:xfrm>
                <a:off x="747381" y="2610327"/>
                <a:ext cx="8592313" cy="2364042"/>
              </a:xfrm>
              <a:prstGeom prst="rect">
                <a:avLst/>
              </a:prstGeom>
            </p:spPr>
          </p:pic>
          <p:sp>
            <p:nvSpPr>
              <p:cNvPr id="34" name="직사각형 33">
                <a:extLst>
                  <a:ext uri="{FF2B5EF4-FFF2-40B4-BE49-F238E27FC236}">
                    <a16:creationId xmlns:a16="http://schemas.microsoft.com/office/drawing/2014/main" id="{8179C6DE-20E0-4F94-B0CF-749DA6618FD4}"/>
                  </a:ext>
                </a:extLst>
              </p:cNvPr>
              <p:cNvSpPr/>
              <p:nvPr/>
            </p:nvSpPr>
            <p:spPr>
              <a:xfrm>
                <a:off x="2900503" y="4643612"/>
                <a:ext cx="4392488" cy="264705"/>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350" dirty="0">
                    <a:solidFill>
                      <a:srgbClr val="C00000"/>
                    </a:solidFill>
                    <a:latin typeface="D2Coding" panose="020B0609020101020101" pitchFamily="49" charset="-127"/>
                    <a:ea typeface="D2Coding" panose="020B0609020101020101" pitchFamily="49" charset="-127"/>
                  </a:rPr>
                  <a:t>‘Low output’</a:t>
                </a:r>
                <a:r>
                  <a:rPr lang="en-US" altLang="ko-KR" sz="1350" dirty="0">
                    <a:solidFill>
                      <a:schemeClr val="tx1"/>
                    </a:solidFill>
                    <a:latin typeface="D2Coding" panose="020B0609020101020101" pitchFamily="49" charset="-127"/>
                    <a:ea typeface="D2Coding" panose="020B0609020101020101" pitchFamily="49" charset="-127"/>
                  </a:rPr>
                  <a:t>, </a:t>
                </a:r>
                <a:r>
                  <a:rPr lang="en-US" altLang="ko-KR" sz="1350" dirty="0">
                    <a:solidFill>
                      <a:srgbClr val="C00000"/>
                    </a:solidFill>
                    <a:latin typeface="D2Coding" panose="020B0609020101020101" pitchFamily="49" charset="-127"/>
                    <a:ea typeface="D2Coding" panose="020B0609020101020101" pitchFamily="49" charset="-127"/>
                  </a:rPr>
                  <a:t>‘Normal output’</a:t>
                </a:r>
                <a:r>
                  <a:rPr lang="en-US" altLang="ko-KR" sz="1350" dirty="0">
                    <a:solidFill>
                      <a:schemeClr val="tx1"/>
                    </a:solidFill>
                    <a:latin typeface="D2Coding" panose="020B0609020101020101" pitchFamily="49" charset="-127"/>
                    <a:ea typeface="D2Coding" panose="020B0609020101020101" pitchFamily="49" charset="-127"/>
                  </a:rPr>
                  <a:t>, </a:t>
                </a:r>
                <a:r>
                  <a:rPr lang="en-US" altLang="ko-KR" sz="1350" dirty="0">
                    <a:solidFill>
                      <a:srgbClr val="C00000"/>
                    </a:solidFill>
                    <a:latin typeface="D2Coding" panose="020B0609020101020101" pitchFamily="49" charset="-127"/>
                    <a:ea typeface="D2Coding" panose="020B0609020101020101" pitchFamily="49" charset="-127"/>
                  </a:rPr>
                  <a:t>‘High output’</a:t>
                </a:r>
                <a:r>
                  <a:rPr lang="en-US" altLang="ko-KR" sz="1350" dirty="0">
                    <a:solidFill>
                      <a:schemeClr val="tx1"/>
                    </a:solidFill>
                    <a:latin typeface="D2Coding" panose="020B0609020101020101" pitchFamily="49" charset="-127"/>
                    <a:ea typeface="D2Coding" panose="020B0609020101020101" pitchFamily="49" charset="-127"/>
                  </a:rPr>
                  <a:t>]</a:t>
                </a:r>
              </a:p>
            </p:txBody>
          </p:sp>
        </p:grpSp>
      </p:grpSp>
      <p:grpSp>
        <p:nvGrpSpPr>
          <p:cNvPr id="2" name="그룹 1">
            <a:extLst>
              <a:ext uri="{FF2B5EF4-FFF2-40B4-BE49-F238E27FC236}">
                <a16:creationId xmlns:a16="http://schemas.microsoft.com/office/drawing/2014/main" id="{FB648321-02F8-4A61-8882-B1CA8E1C8A01}"/>
              </a:ext>
            </a:extLst>
          </p:cNvPr>
          <p:cNvGrpSpPr/>
          <p:nvPr/>
        </p:nvGrpSpPr>
        <p:grpSpPr>
          <a:xfrm>
            <a:off x="557644" y="4551167"/>
            <a:ext cx="8782050" cy="1336449"/>
            <a:chOff x="557644" y="4551167"/>
            <a:chExt cx="8782050" cy="1336449"/>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57644" y="4551167"/>
              <a:ext cx="8782050" cy="133644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3" name="그룹 22">
              <a:extLst>
                <a:ext uri="{FF2B5EF4-FFF2-40B4-BE49-F238E27FC236}">
                  <a16:creationId xmlns:a16="http://schemas.microsoft.com/office/drawing/2014/main" id="{F18919BF-DD65-4EDD-8E99-5FA6C053E53B}"/>
                </a:ext>
              </a:extLst>
            </p:cNvPr>
            <p:cNvGrpSpPr/>
            <p:nvPr/>
          </p:nvGrpSpPr>
          <p:grpSpPr>
            <a:xfrm>
              <a:off x="665154" y="4644068"/>
              <a:ext cx="2918106" cy="292387"/>
              <a:chOff x="732985" y="5582396"/>
              <a:chExt cx="2918106" cy="302131"/>
            </a:xfrm>
          </p:grpSpPr>
          <p:pic>
            <p:nvPicPr>
              <p:cNvPr id="2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12-3 ~ 12-4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4" name="TextBox 23">
              <a:extLst>
                <a:ext uri="{FF2B5EF4-FFF2-40B4-BE49-F238E27FC236}">
                  <a16:creationId xmlns:a16="http://schemas.microsoft.com/office/drawing/2014/main" id="{0800EE66-B78E-4CCD-A49E-31BBE412C7F6}"/>
                </a:ext>
              </a:extLst>
            </p:cNvPr>
            <p:cNvSpPr txBox="1"/>
            <p:nvPr/>
          </p:nvSpPr>
          <p:spPr>
            <a:xfrm>
              <a:off x="1024575" y="4978962"/>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định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nvGrpSpPr>
            <p:cNvPr id="35" name="그룹 34">
              <a:extLst>
                <a:ext uri="{FF2B5EF4-FFF2-40B4-BE49-F238E27FC236}">
                  <a16:creationId xmlns:a16="http://schemas.microsoft.com/office/drawing/2014/main" id="{9FBA38F5-0B2C-439F-860D-5E5E7EC89599}"/>
                </a:ext>
              </a:extLst>
            </p:cNvPr>
            <p:cNvGrpSpPr/>
            <p:nvPr/>
          </p:nvGrpSpPr>
          <p:grpSpPr>
            <a:xfrm>
              <a:off x="665154" y="5251542"/>
              <a:ext cx="8640559" cy="534949"/>
              <a:chOff x="665154" y="4885597"/>
              <a:chExt cx="8640559" cy="534949"/>
            </a:xfrm>
          </p:grpSpPr>
          <p:grpSp>
            <p:nvGrpSpPr>
              <p:cNvPr id="36" name="그룹 35">
                <a:extLst>
                  <a:ext uri="{FF2B5EF4-FFF2-40B4-BE49-F238E27FC236}">
                    <a16:creationId xmlns:a16="http://schemas.microsoft.com/office/drawing/2014/main" id="{A6758B97-9288-4B12-BE7D-07D8A40BFE0E}"/>
                  </a:ext>
                </a:extLst>
              </p:cNvPr>
              <p:cNvGrpSpPr/>
              <p:nvPr/>
            </p:nvGrpSpPr>
            <p:grpSpPr>
              <a:xfrm>
                <a:off x="665154" y="4885597"/>
                <a:ext cx="2918106" cy="292387"/>
                <a:chOff x="732985" y="5582396"/>
                <a:chExt cx="2918106" cy="302131"/>
              </a:xfrm>
            </p:grpSpPr>
            <p:pic>
              <p:nvPicPr>
                <p:cNvPr id="38" name="Picture 2" descr="Byte - Free electronics icons">
                  <a:extLst>
                    <a:ext uri="{FF2B5EF4-FFF2-40B4-BE49-F238E27FC236}">
                      <a16:creationId xmlns:a16="http://schemas.microsoft.com/office/drawing/2014/main" id="{ED173570-D32B-4C61-8A56-4B2DC5F702FA}"/>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9" name="TextBox 38">
                  <a:extLst>
                    <a:ext uri="{FF2B5EF4-FFF2-40B4-BE49-F238E27FC236}">
                      <a16:creationId xmlns:a16="http://schemas.microsoft.com/office/drawing/2014/main" id="{846BA046-0E29-4F2E-96A6-E06313E46994}"/>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12-6 ~ 12-8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7" name="TextBox 36">
                <a:extLst>
                  <a:ext uri="{FF2B5EF4-FFF2-40B4-BE49-F238E27FC236}">
                    <a16:creationId xmlns:a16="http://schemas.microsoft.com/office/drawing/2014/main" id="{A775C3AD-691D-49C5-A7F8-5DF41287D152}"/>
                  </a:ext>
                </a:extLst>
              </p:cNvPr>
              <p:cNvSpPr txBox="1"/>
              <p:nvPr/>
            </p:nvSpPr>
            <p:spPr>
              <a:xfrm>
                <a:off x="1024575" y="5220491"/>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Xóa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thiếu</a:t>
                </a:r>
                <a:r>
                  <a:rPr lang="en-US" altLang="ko-KR" sz="1300" dirty="0">
                    <a:solidFill>
                      <a:prstClr val="black">
                        <a:lumMod val="85000"/>
                        <a:lumOff val="15000"/>
                      </a:prstClr>
                    </a:solidFill>
                    <a:latin typeface="SamsungOne-400" panose="020B0503030303020204" pitchFamily="34" charset="0"/>
                  </a:rPr>
                  <a:t> “?” </a:t>
                </a:r>
                <a:r>
                  <a:rPr lang="en-US" altLang="ko-KR" sz="1300" dirty="0" err="1">
                    <a:solidFill>
                      <a:prstClr val="black">
                        <a:lumMod val="85000"/>
                        <a:lumOff val="15000"/>
                      </a:prstClr>
                    </a:solidFill>
                    <a:latin typeface="SamsungOne-400" panose="020B0503030303020204" pitchFamily="34" charset="0"/>
                  </a:rPr>
                  <a:t>trong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horsepower </a:t>
                </a:r>
                <a:r>
                  <a:rPr lang="en-US" altLang="ko-KR" sz="1300" dirty="0" err="1">
                    <a:solidFill>
                      <a:prstClr val="black">
                        <a:lumMod val="85000"/>
                        <a:lumOff val="15000"/>
                      </a:prstClr>
                    </a:solidFill>
                    <a:latin typeface="SamsungOne-400" panose="020B0503030303020204" pitchFamily="34" charset="0"/>
                  </a:rPr>
                  <a:t>và</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nó</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float.</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3315113268"/>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0" name="직사각형 19">
            <a:extLst>
              <a:ext uri="{FF2B5EF4-FFF2-40B4-BE49-F238E27FC236}">
                <a16:creationId xmlns:a16="http://schemas.microsoft.com/office/drawing/2014/main" id="{3D3FA8E4-F52C-47BC-9494-F889DBDECDE3}"/>
              </a:ext>
            </a:extLst>
          </p:cNvPr>
          <p:cNvSpPr/>
          <p:nvPr/>
        </p:nvSpPr>
        <p:spPr>
          <a:xfrm>
            <a:off x="580388" y="1413381"/>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Để sử dụng dữ liệu phân loại biểu thị các loại trong các thuật toán học máy, hãy chuyển đổi chúng thành các biến giả được biểu diễn bằng số 0 hoặc 1.</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16" name="그룹 15">
            <a:extLst>
              <a:ext uri="{FF2B5EF4-FFF2-40B4-BE49-F238E27FC236}">
                <a16:creationId xmlns:a16="http://schemas.microsoft.com/office/drawing/2014/main" id="{5BAFB90E-3D67-4633-90D8-D4459C5D634F}"/>
              </a:ext>
            </a:extLst>
          </p:cNvPr>
          <p:cNvGrpSpPr/>
          <p:nvPr/>
        </p:nvGrpSpPr>
        <p:grpSpPr>
          <a:xfrm>
            <a:off x="558396" y="1937169"/>
            <a:ext cx="8782050" cy="2533666"/>
            <a:chOff x="558396" y="2420890"/>
            <a:chExt cx="8782050" cy="2533666"/>
          </a:xfrm>
        </p:grpSpPr>
        <p:sp>
          <p:nvSpPr>
            <p:cNvPr id="17" name="모서리가 둥근 직사각형 4">
              <a:extLst>
                <a:ext uri="{FF2B5EF4-FFF2-40B4-BE49-F238E27FC236}">
                  <a16:creationId xmlns:a16="http://schemas.microsoft.com/office/drawing/2014/main" id="{0FE70ED2-6350-4FA7-8BE8-DF2C122077EC}"/>
                </a:ext>
              </a:extLst>
            </p:cNvPr>
            <p:cNvSpPr/>
            <p:nvPr/>
          </p:nvSpPr>
          <p:spPr>
            <a:xfrm>
              <a:off x="558396" y="2420890"/>
              <a:ext cx="8782050" cy="253366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9" name="그룹 18">
              <a:extLst>
                <a:ext uri="{FF2B5EF4-FFF2-40B4-BE49-F238E27FC236}">
                  <a16:creationId xmlns:a16="http://schemas.microsoft.com/office/drawing/2014/main" id="{0409024C-EBE9-4C0C-8DC4-5CCDE451E81D}"/>
                </a:ext>
              </a:extLst>
            </p:cNvPr>
            <p:cNvGrpSpPr/>
            <p:nvPr/>
          </p:nvGrpSpPr>
          <p:grpSpPr>
            <a:xfrm>
              <a:off x="747381" y="2476874"/>
              <a:ext cx="8592313" cy="2364042"/>
              <a:chOff x="747381" y="2610327"/>
              <a:chExt cx="8592313" cy="2364042"/>
            </a:xfrm>
          </p:grpSpPr>
          <p:pic>
            <p:nvPicPr>
              <p:cNvPr id="28" name="그림 27">
                <a:extLst>
                  <a:ext uri="{FF2B5EF4-FFF2-40B4-BE49-F238E27FC236}">
                    <a16:creationId xmlns:a16="http://schemas.microsoft.com/office/drawing/2014/main" id="{B2E7E6C3-FF71-416E-B625-0744D0577208}"/>
                  </a:ext>
                </a:extLst>
              </p:cNvPr>
              <p:cNvPicPr>
                <a:picLocks noChangeAspect="1"/>
              </p:cNvPicPr>
              <p:nvPr/>
            </p:nvPicPr>
            <p:blipFill rotWithShape="1">
              <a:blip r:embed="rId4"/>
              <a:srcRect r="22170"/>
              <a:stretch/>
            </p:blipFill>
            <p:spPr>
              <a:xfrm>
                <a:off x="747381" y="2610327"/>
                <a:ext cx="8592313" cy="2364042"/>
              </a:xfrm>
              <a:prstGeom prst="rect">
                <a:avLst/>
              </a:prstGeom>
            </p:spPr>
          </p:pic>
          <p:sp>
            <p:nvSpPr>
              <p:cNvPr id="29" name="직사각형 28">
                <a:extLst>
                  <a:ext uri="{FF2B5EF4-FFF2-40B4-BE49-F238E27FC236}">
                    <a16:creationId xmlns:a16="http://schemas.microsoft.com/office/drawing/2014/main" id="{DEE5675F-DD28-481D-8EAD-FBC813448449}"/>
                  </a:ext>
                </a:extLst>
              </p:cNvPr>
              <p:cNvSpPr/>
              <p:nvPr/>
            </p:nvSpPr>
            <p:spPr>
              <a:xfrm>
                <a:off x="2900503" y="4643612"/>
                <a:ext cx="4392488" cy="264705"/>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350" dirty="0">
                    <a:solidFill>
                      <a:srgbClr val="C00000"/>
                    </a:solidFill>
                    <a:latin typeface="D2Coding" panose="020B0609020101020101" pitchFamily="49" charset="-127"/>
                    <a:ea typeface="D2Coding" panose="020B0609020101020101" pitchFamily="49" charset="-127"/>
                  </a:rPr>
                  <a:t>‘Low output’</a:t>
                </a:r>
                <a:r>
                  <a:rPr lang="en-US" altLang="ko-KR" sz="1350" dirty="0">
                    <a:solidFill>
                      <a:schemeClr val="tx1"/>
                    </a:solidFill>
                    <a:latin typeface="D2Coding" panose="020B0609020101020101" pitchFamily="49" charset="-127"/>
                    <a:ea typeface="D2Coding" panose="020B0609020101020101" pitchFamily="49" charset="-127"/>
                  </a:rPr>
                  <a:t>, </a:t>
                </a:r>
                <a:r>
                  <a:rPr lang="en-US" altLang="ko-KR" sz="1350" dirty="0">
                    <a:solidFill>
                      <a:srgbClr val="C00000"/>
                    </a:solidFill>
                    <a:latin typeface="D2Coding" panose="020B0609020101020101" pitchFamily="49" charset="-127"/>
                    <a:ea typeface="D2Coding" panose="020B0609020101020101" pitchFamily="49" charset="-127"/>
                  </a:rPr>
                  <a:t>‘Normal output’</a:t>
                </a:r>
                <a:r>
                  <a:rPr lang="en-US" altLang="ko-KR" sz="1350" dirty="0">
                    <a:solidFill>
                      <a:schemeClr val="tx1"/>
                    </a:solidFill>
                    <a:latin typeface="D2Coding" panose="020B0609020101020101" pitchFamily="49" charset="-127"/>
                    <a:ea typeface="D2Coding" panose="020B0609020101020101" pitchFamily="49" charset="-127"/>
                  </a:rPr>
                  <a:t>, </a:t>
                </a:r>
                <a:r>
                  <a:rPr lang="en-US" altLang="ko-KR" sz="1350" dirty="0">
                    <a:solidFill>
                      <a:srgbClr val="C00000"/>
                    </a:solidFill>
                    <a:latin typeface="D2Coding" panose="020B0609020101020101" pitchFamily="49" charset="-127"/>
                    <a:ea typeface="D2Coding" panose="020B0609020101020101" pitchFamily="49" charset="-127"/>
                  </a:rPr>
                  <a:t>‘High output’</a:t>
                </a:r>
                <a:r>
                  <a:rPr lang="en-US" altLang="ko-KR" sz="1350" dirty="0">
                    <a:solidFill>
                      <a:schemeClr val="tx1"/>
                    </a:solidFill>
                    <a:latin typeface="D2Coding" panose="020B0609020101020101" pitchFamily="49" charset="-127"/>
                    <a:ea typeface="D2Coding" panose="020B0609020101020101" pitchFamily="49" charset="-127"/>
                  </a:rPr>
                  <a:t>]</a:t>
                </a:r>
              </a:p>
            </p:txBody>
          </p:sp>
        </p:grpSp>
      </p:grpSp>
      <p:grpSp>
        <p:nvGrpSpPr>
          <p:cNvPr id="30" name="그룹 29">
            <a:extLst>
              <a:ext uri="{FF2B5EF4-FFF2-40B4-BE49-F238E27FC236}">
                <a16:creationId xmlns:a16="http://schemas.microsoft.com/office/drawing/2014/main" id="{C05AFD27-A2F9-4847-AE36-B7CADC93D3D5}"/>
              </a:ext>
            </a:extLst>
          </p:cNvPr>
          <p:cNvGrpSpPr/>
          <p:nvPr/>
        </p:nvGrpSpPr>
        <p:grpSpPr>
          <a:xfrm>
            <a:off x="557644" y="4551167"/>
            <a:ext cx="8782050" cy="1336449"/>
            <a:chOff x="557644" y="4551167"/>
            <a:chExt cx="8782050" cy="1336449"/>
          </a:xfrm>
        </p:grpSpPr>
        <p:sp>
          <p:nvSpPr>
            <p:cNvPr id="31" name="모서리가 둥근 직사각형 4">
              <a:extLst>
                <a:ext uri="{FF2B5EF4-FFF2-40B4-BE49-F238E27FC236}">
                  <a16:creationId xmlns:a16="http://schemas.microsoft.com/office/drawing/2014/main" id="{1C67602C-CB4E-4189-8C43-55B1D247F1D8}"/>
                </a:ext>
              </a:extLst>
            </p:cNvPr>
            <p:cNvSpPr/>
            <p:nvPr/>
          </p:nvSpPr>
          <p:spPr>
            <a:xfrm>
              <a:off x="557644" y="4551167"/>
              <a:ext cx="8782050" cy="133644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32" name="그룹 31">
              <a:extLst>
                <a:ext uri="{FF2B5EF4-FFF2-40B4-BE49-F238E27FC236}">
                  <a16:creationId xmlns:a16="http://schemas.microsoft.com/office/drawing/2014/main" id="{0D53A96B-274A-4367-8A6C-BFB1A45C7FF6}"/>
                </a:ext>
              </a:extLst>
            </p:cNvPr>
            <p:cNvGrpSpPr/>
            <p:nvPr/>
          </p:nvGrpSpPr>
          <p:grpSpPr>
            <a:xfrm>
              <a:off x="665154" y="4644068"/>
              <a:ext cx="2918106" cy="292387"/>
              <a:chOff x="732985" y="5582396"/>
              <a:chExt cx="2918106" cy="302131"/>
            </a:xfrm>
          </p:grpSpPr>
          <p:pic>
            <p:nvPicPr>
              <p:cNvPr id="41" name="Picture 2" descr="Byte - Free electronics icons">
                <a:extLst>
                  <a:ext uri="{FF2B5EF4-FFF2-40B4-BE49-F238E27FC236}">
                    <a16:creationId xmlns:a16="http://schemas.microsoft.com/office/drawing/2014/main" id="{15707438-932D-4134-BD95-9A1B267EA1E4}"/>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2" name="TextBox 41">
                <a:extLst>
                  <a:ext uri="{FF2B5EF4-FFF2-40B4-BE49-F238E27FC236}">
                    <a16:creationId xmlns:a16="http://schemas.microsoft.com/office/drawing/2014/main" id="{5BA7BAE7-59D7-47A6-8D7F-CEADD00D675A}"/>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12-6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3" name="TextBox 32">
              <a:extLst>
                <a:ext uri="{FF2B5EF4-FFF2-40B4-BE49-F238E27FC236}">
                  <a16:creationId xmlns:a16="http://schemas.microsoft.com/office/drawing/2014/main" id="{BDBCEFE7-649C-4413-BFB6-46AA0CE378EB}"/>
                </a:ext>
              </a:extLst>
            </p:cNvPr>
            <p:cNvSpPr txBox="1"/>
            <p:nvPr/>
          </p:nvSpPr>
          <p:spPr>
            <a:xfrm>
              <a:off x="1024575" y="4978962"/>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Biến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np.nan</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nvGrpSpPr>
            <p:cNvPr id="36" name="그룹 35">
              <a:extLst>
                <a:ext uri="{FF2B5EF4-FFF2-40B4-BE49-F238E27FC236}">
                  <a16:creationId xmlns:a16="http://schemas.microsoft.com/office/drawing/2014/main" id="{D11754B3-C3CC-49A9-8C5F-4A436D203C81}"/>
                </a:ext>
              </a:extLst>
            </p:cNvPr>
            <p:cNvGrpSpPr/>
            <p:nvPr/>
          </p:nvGrpSpPr>
          <p:grpSpPr>
            <a:xfrm>
              <a:off x="665154" y="5251542"/>
              <a:ext cx="8640559" cy="534949"/>
              <a:chOff x="665154" y="4885597"/>
              <a:chExt cx="8640559" cy="534949"/>
            </a:xfrm>
          </p:grpSpPr>
          <p:grpSp>
            <p:nvGrpSpPr>
              <p:cNvPr id="37" name="그룹 36">
                <a:extLst>
                  <a:ext uri="{FF2B5EF4-FFF2-40B4-BE49-F238E27FC236}">
                    <a16:creationId xmlns:a16="http://schemas.microsoft.com/office/drawing/2014/main" id="{5D250A2B-162D-4B54-BA64-493046AD4BAE}"/>
                  </a:ext>
                </a:extLst>
              </p:cNvPr>
              <p:cNvGrpSpPr/>
              <p:nvPr/>
            </p:nvGrpSpPr>
            <p:grpSpPr>
              <a:xfrm>
                <a:off x="665154" y="4885597"/>
                <a:ext cx="2918106" cy="292387"/>
                <a:chOff x="732985" y="5582396"/>
                <a:chExt cx="2918106" cy="302131"/>
              </a:xfrm>
            </p:grpSpPr>
            <p:pic>
              <p:nvPicPr>
                <p:cNvPr id="39" name="Picture 2" descr="Byte - Free electronics icons">
                  <a:extLst>
                    <a:ext uri="{FF2B5EF4-FFF2-40B4-BE49-F238E27FC236}">
                      <a16:creationId xmlns:a16="http://schemas.microsoft.com/office/drawing/2014/main" id="{93D00AD3-802C-4823-985A-63D1EDCD4D16}"/>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0" name="TextBox 39">
                  <a:extLst>
                    <a:ext uri="{FF2B5EF4-FFF2-40B4-BE49-F238E27FC236}">
                      <a16:creationId xmlns:a16="http://schemas.microsoft.com/office/drawing/2014/main" id="{D2E1A99F-A19A-433B-B2F6-01E37AD37BDC}"/>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12-7</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8" name="TextBox 37">
                <a:extLst>
                  <a:ext uri="{FF2B5EF4-FFF2-40B4-BE49-F238E27FC236}">
                    <a16:creationId xmlns:a16="http://schemas.microsoft.com/office/drawing/2014/main" id="{0A922E5C-5088-470A-B61E-505EB20503D7}"/>
                  </a:ext>
                </a:extLst>
              </p:cNvPr>
              <p:cNvSpPr txBox="1"/>
              <p:nvPr/>
            </p:nvSpPr>
            <p:spPr>
              <a:xfrm>
                <a:off x="1024575" y="5220491"/>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Xóa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thiếu</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2570867823"/>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19" name="직사각형 18">
            <a:extLst>
              <a:ext uri="{FF2B5EF4-FFF2-40B4-BE49-F238E27FC236}">
                <a16:creationId xmlns:a16="http://schemas.microsoft.com/office/drawing/2014/main" id="{3D3FA8E4-F52C-47BC-9494-F889DBDECDE3}"/>
              </a:ext>
            </a:extLst>
          </p:cNvPr>
          <p:cNvSpPr/>
          <p:nvPr/>
        </p:nvSpPr>
        <p:spPr>
          <a:xfrm>
            <a:off x="580388" y="1413381"/>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Để sử dụng dữ liệu phân loại biểu thị các loại trong các thuật toán học máy, hãy chuyển đổi chúng thành các biến giả được biểu diễn bằng số 0 hoặc 1.</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16" name="그룹 15">
            <a:extLst>
              <a:ext uri="{FF2B5EF4-FFF2-40B4-BE49-F238E27FC236}">
                <a16:creationId xmlns:a16="http://schemas.microsoft.com/office/drawing/2014/main" id="{42A7EA61-775A-4A2C-8B1D-4303F380A135}"/>
              </a:ext>
            </a:extLst>
          </p:cNvPr>
          <p:cNvGrpSpPr/>
          <p:nvPr/>
        </p:nvGrpSpPr>
        <p:grpSpPr>
          <a:xfrm>
            <a:off x="558396" y="1937169"/>
            <a:ext cx="8782050" cy="2533666"/>
            <a:chOff x="558396" y="2420890"/>
            <a:chExt cx="8782050" cy="2533666"/>
          </a:xfrm>
        </p:grpSpPr>
        <p:sp>
          <p:nvSpPr>
            <p:cNvPr id="17" name="모서리가 둥근 직사각형 4">
              <a:extLst>
                <a:ext uri="{FF2B5EF4-FFF2-40B4-BE49-F238E27FC236}">
                  <a16:creationId xmlns:a16="http://schemas.microsoft.com/office/drawing/2014/main" id="{61B6D7E7-8D2F-4858-AECD-A0FC78810F67}"/>
                </a:ext>
              </a:extLst>
            </p:cNvPr>
            <p:cNvSpPr/>
            <p:nvPr/>
          </p:nvSpPr>
          <p:spPr>
            <a:xfrm>
              <a:off x="558396" y="2420890"/>
              <a:ext cx="8782050" cy="253366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9" name="그룹 28">
              <a:extLst>
                <a:ext uri="{FF2B5EF4-FFF2-40B4-BE49-F238E27FC236}">
                  <a16:creationId xmlns:a16="http://schemas.microsoft.com/office/drawing/2014/main" id="{EA152CF0-965B-416C-A57E-ADF3BC2116E2}"/>
                </a:ext>
              </a:extLst>
            </p:cNvPr>
            <p:cNvGrpSpPr/>
            <p:nvPr/>
          </p:nvGrpSpPr>
          <p:grpSpPr>
            <a:xfrm>
              <a:off x="747381" y="2476874"/>
              <a:ext cx="8592313" cy="2364042"/>
              <a:chOff x="747381" y="2610327"/>
              <a:chExt cx="8592313" cy="2364042"/>
            </a:xfrm>
          </p:grpSpPr>
          <p:pic>
            <p:nvPicPr>
              <p:cNvPr id="30" name="그림 29">
                <a:extLst>
                  <a:ext uri="{FF2B5EF4-FFF2-40B4-BE49-F238E27FC236}">
                    <a16:creationId xmlns:a16="http://schemas.microsoft.com/office/drawing/2014/main" id="{85BBC09B-C783-4409-AFAA-039BCB2D741D}"/>
                  </a:ext>
                </a:extLst>
              </p:cNvPr>
              <p:cNvPicPr>
                <a:picLocks noChangeAspect="1"/>
              </p:cNvPicPr>
              <p:nvPr/>
            </p:nvPicPr>
            <p:blipFill rotWithShape="1">
              <a:blip r:embed="rId4"/>
              <a:srcRect r="22170"/>
              <a:stretch/>
            </p:blipFill>
            <p:spPr>
              <a:xfrm>
                <a:off x="747381" y="2610327"/>
                <a:ext cx="8592313" cy="2364042"/>
              </a:xfrm>
              <a:prstGeom prst="rect">
                <a:avLst/>
              </a:prstGeom>
            </p:spPr>
          </p:pic>
          <p:sp>
            <p:nvSpPr>
              <p:cNvPr id="31" name="직사각형 30">
                <a:extLst>
                  <a:ext uri="{FF2B5EF4-FFF2-40B4-BE49-F238E27FC236}">
                    <a16:creationId xmlns:a16="http://schemas.microsoft.com/office/drawing/2014/main" id="{C00A0B05-4BDC-4117-B648-DFF110232B99}"/>
                  </a:ext>
                </a:extLst>
              </p:cNvPr>
              <p:cNvSpPr/>
              <p:nvPr/>
            </p:nvSpPr>
            <p:spPr>
              <a:xfrm>
                <a:off x="2900503" y="4643612"/>
                <a:ext cx="4392488" cy="264705"/>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350" dirty="0">
                    <a:solidFill>
                      <a:srgbClr val="C00000"/>
                    </a:solidFill>
                    <a:latin typeface="D2Coding" panose="020B0609020101020101" pitchFamily="49" charset="-127"/>
                    <a:ea typeface="D2Coding" panose="020B0609020101020101" pitchFamily="49" charset="-127"/>
                  </a:rPr>
                  <a:t>‘Low output’</a:t>
                </a:r>
                <a:r>
                  <a:rPr lang="en-US" altLang="ko-KR" sz="1350" dirty="0">
                    <a:solidFill>
                      <a:schemeClr val="tx1"/>
                    </a:solidFill>
                    <a:latin typeface="D2Coding" panose="020B0609020101020101" pitchFamily="49" charset="-127"/>
                    <a:ea typeface="D2Coding" panose="020B0609020101020101" pitchFamily="49" charset="-127"/>
                  </a:rPr>
                  <a:t>, </a:t>
                </a:r>
                <a:r>
                  <a:rPr lang="en-US" altLang="ko-KR" sz="1350" dirty="0">
                    <a:solidFill>
                      <a:srgbClr val="C00000"/>
                    </a:solidFill>
                    <a:latin typeface="D2Coding" panose="020B0609020101020101" pitchFamily="49" charset="-127"/>
                    <a:ea typeface="D2Coding" panose="020B0609020101020101" pitchFamily="49" charset="-127"/>
                  </a:rPr>
                  <a:t>‘Normal output’</a:t>
                </a:r>
                <a:r>
                  <a:rPr lang="en-US" altLang="ko-KR" sz="1350" dirty="0">
                    <a:solidFill>
                      <a:schemeClr val="tx1"/>
                    </a:solidFill>
                    <a:latin typeface="D2Coding" panose="020B0609020101020101" pitchFamily="49" charset="-127"/>
                    <a:ea typeface="D2Coding" panose="020B0609020101020101" pitchFamily="49" charset="-127"/>
                  </a:rPr>
                  <a:t>, </a:t>
                </a:r>
                <a:r>
                  <a:rPr lang="en-US" altLang="ko-KR" sz="1350" dirty="0">
                    <a:solidFill>
                      <a:srgbClr val="C00000"/>
                    </a:solidFill>
                    <a:latin typeface="D2Coding" panose="020B0609020101020101" pitchFamily="49" charset="-127"/>
                    <a:ea typeface="D2Coding" panose="020B0609020101020101" pitchFamily="49" charset="-127"/>
                  </a:rPr>
                  <a:t>‘High output’</a:t>
                </a:r>
                <a:r>
                  <a:rPr lang="en-US" altLang="ko-KR" sz="1350" dirty="0">
                    <a:solidFill>
                      <a:schemeClr val="tx1"/>
                    </a:solidFill>
                    <a:latin typeface="D2Coding" panose="020B0609020101020101" pitchFamily="49" charset="-127"/>
                    <a:ea typeface="D2Coding" panose="020B0609020101020101" pitchFamily="49" charset="-127"/>
                  </a:rPr>
                  <a:t>]</a:t>
                </a:r>
              </a:p>
            </p:txBody>
          </p:sp>
        </p:grpSp>
      </p:grpSp>
      <p:grpSp>
        <p:nvGrpSpPr>
          <p:cNvPr id="32" name="그룹 31">
            <a:extLst>
              <a:ext uri="{FF2B5EF4-FFF2-40B4-BE49-F238E27FC236}">
                <a16:creationId xmlns:a16="http://schemas.microsoft.com/office/drawing/2014/main" id="{5A2843C9-6F88-4355-B49F-FE967C53943B}"/>
              </a:ext>
            </a:extLst>
          </p:cNvPr>
          <p:cNvGrpSpPr/>
          <p:nvPr/>
        </p:nvGrpSpPr>
        <p:grpSpPr>
          <a:xfrm>
            <a:off x="557644" y="4551167"/>
            <a:ext cx="8782050" cy="1336449"/>
            <a:chOff x="557644" y="4551167"/>
            <a:chExt cx="8782050" cy="1336449"/>
          </a:xfrm>
        </p:grpSpPr>
        <p:sp>
          <p:nvSpPr>
            <p:cNvPr id="33" name="모서리가 둥근 직사각형 4">
              <a:extLst>
                <a:ext uri="{FF2B5EF4-FFF2-40B4-BE49-F238E27FC236}">
                  <a16:creationId xmlns:a16="http://schemas.microsoft.com/office/drawing/2014/main" id="{FEEB57AB-FA0A-429D-91F4-842F79CF74E3}"/>
                </a:ext>
              </a:extLst>
            </p:cNvPr>
            <p:cNvSpPr/>
            <p:nvPr/>
          </p:nvSpPr>
          <p:spPr>
            <a:xfrm>
              <a:off x="557644" y="4551167"/>
              <a:ext cx="8782050" cy="133644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34" name="그룹 33">
              <a:extLst>
                <a:ext uri="{FF2B5EF4-FFF2-40B4-BE49-F238E27FC236}">
                  <a16:creationId xmlns:a16="http://schemas.microsoft.com/office/drawing/2014/main" id="{CB8CE6AC-E352-4541-AF32-E22DBD071EAA}"/>
                </a:ext>
              </a:extLst>
            </p:cNvPr>
            <p:cNvGrpSpPr/>
            <p:nvPr/>
          </p:nvGrpSpPr>
          <p:grpSpPr>
            <a:xfrm>
              <a:off x="665154" y="4644068"/>
              <a:ext cx="2918106" cy="292387"/>
              <a:chOff x="732985" y="5582396"/>
              <a:chExt cx="2918106" cy="302131"/>
            </a:xfrm>
          </p:grpSpPr>
          <p:pic>
            <p:nvPicPr>
              <p:cNvPr id="41" name="Picture 2" descr="Byte - Free electronics icons">
                <a:extLst>
                  <a:ext uri="{FF2B5EF4-FFF2-40B4-BE49-F238E27FC236}">
                    <a16:creationId xmlns:a16="http://schemas.microsoft.com/office/drawing/2014/main" id="{43B729AE-E6F5-4113-84E2-19392EFA73E5}"/>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2" name="TextBox 41">
                <a:extLst>
                  <a:ext uri="{FF2B5EF4-FFF2-40B4-BE49-F238E27FC236}">
                    <a16:creationId xmlns:a16="http://schemas.microsoft.com/office/drawing/2014/main" id="{2D73EB84-7874-4B86-BDBA-8A6B75379184}"/>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12-8</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5" name="TextBox 34">
              <a:extLst>
                <a:ext uri="{FF2B5EF4-FFF2-40B4-BE49-F238E27FC236}">
                  <a16:creationId xmlns:a16="http://schemas.microsoft.com/office/drawing/2014/main" id="{71F5C9AA-066C-44E2-9BDC-77C87391A70F}"/>
                </a:ext>
              </a:extLst>
            </p:cNvPr>
            <p:cNvSpPr txBox="1"/>
            <p:nvPr/>
          </p:nvSpPr>
          <p:spPr>
            <a:xfrm>
              <a:off x="1024575" y="4978962"/>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chuỗi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float.</a:t>
              </a:r>
              <a:endParaRPr lang="ko-KR" altLang="en-US" sz="1300" dirty="0">
                <a:solidFill>
                  <a:prstClr val="black">
                    <a:lumMod val="85000"/>
                    <a:lumOff val="15000"/>
                  </a:prstClr>
                </a:solidFill>
                <a:latin typeface="SamsungOne-400" panose="020B0503030303020204" pitchFamily="34" charset="0"/>
              </a:endParaRPr>
            </a:p>
          </p:txBody>
        </p:sp>
        <p:grpSp>
          <p:nvGrpSpPr>
            <p:cNvPr id="36" name="그룹 35">
              <a:extLst>
                <a:ext uri="{FF2B5EF4-FFF2-40B4-BE49-F238E27FC236}">
                  <a16:creationId xmlns:a16="http://schemas.microsoft.com/office/drawing/2014/main" id="{3D449D5D-2172-4E91-B98D-24846C6C8A46}"/>
                </a:ext>
              </a:extLst>
            </p:cNvPr>
            <p:cNvGrpSpPr/>
            <p:nvPr/>
          </p:nvGrpSpPr>
          <p:grpSpPr>
            <a:xfrm>
              <a:off x="665154" y="5251542"/>
              <a:ext cx="8640559" cy="534949"/>
              <a:chOff x="665154" y="4885597"/>
              <a:chExt cx="8640559" cy="534949"/>
            </a:xfrm>
          </p:grpSpPr>
          <p:grpSp>
            <p:nvGrpSpPr>
              <p:cNvPr id="37" name="그룹 36">
                <a:extLst>
                  <a:ext uri="{FF2B5EF4-FFF2-40B4-BE49-F238E27FC236}">
                    <a16:creationId xmlns:a16="http://schemas.microsoft.com/office/drawing/2014/main" id="{1C4B346F-80CF-4BB5-87CE-2652A6642960}"/>
                  </a:ext>
                </a:extLst>
              </p:cNvPr>
              <p:cNvGrpSpPr/>
              <p:nvPr/>
            </p:nvGrpSpPr>
            <p:grpSpPr>
              <a:xfrm>
                <a:off x="665154" y="4885597"/>
                <a:ext cx="2918106" cy="292387"/>
                <a:chOff x="732985" y="5582396"/>
                <a:chExt cx="2918106" cy="302131"/>
              </a:xfrm>
            </p:grpSpPr>
            <p:pic>
              <p:nvPicPr>
                <p:cNvPr id="39" name="Picture 2" descr="Byte - Free electronics icons">
                  <a:extLst>
                    <a:ext uri="{FF2B5EF4-FFF2-40B4-BE49-F238E27FC236}">
                      <a16:creationId xmlns:a16="http://schemas.microsoft.com/office/drawing/2014/main" id="{CCE970B4-4766-486F-B9B4-ABAFAB909625}"/>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0" name="TextBox 39">
                  <a:extLst>
                    <a:ext uri="{FF2B5EF4-FFF2-40B4-BE49-F238E27FC236}">
                      <a16:creationId xmlns:a16="http://schemas.microsoft.com/office/drawing/2014/main" id="{C7771E9B-595A-486E-AE46-C0CCFE496C69}"/>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10</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8" name="TextBox 37">
                <a:extLst>
                  <a:ext uri="{FF2B5EF4-FFF2-40B4-BE49-F238E27FC236}">
                    <a16:creationId xmlns:a16="http://schemas.microsoft.com/office/drawing/2014/main" id="{11907583-A171-4585-ACFF-E1F3031C9FAB}"/>
                  </a:ext>
                </a:extLst>
              </p:cNvPr>
              <p:cNvSpPr txBox="1"/>
              <p:nvPr/>
            </p:nvSpPr>
            <p:spPr>
              <a:xfrm>
                <a:off x="1024575" y="5220491"/>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Tìm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danh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sách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biên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được</a:t>
                </a:r>
                <a:r>
                  <a:rPr lang="en-US" altLang="ko-KR" sz="1300" dirty="0">
                    <a:solidFill>
                      <a:prstClr val="black">
                        <a:lumMod val="85000"/>
                        <a:lumOff val="15000"/>
                      </a:prstClr>
                    </a:solidFill>
                    <a:latin typeface="SamsungOne-400" panose="020B0503030303020204" pitchFamily="34" charset="0"/>
                  </a:rPr>
                  <a:t> chia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khoảng</a:t>
                </a:r>
                <a:r>
                  <a:rPr lang="en-US" altLang="ko-KR" sz="1300" dirty="0">
                    <a:solidFill>
                      <a:prstClr val="black">
                        <a:lumMod val="85000"/>
                        <a:lumOff val="15000"/>
                      </a:prstClr>
                    </a:solidFill>
                    <a:latin typeface="SamsungOne-400" panose="020B0503030303020204" pitchFamily="34" charset="0"/>
                  </a:rPr>
                  <a:t> (bin) </a:t>
                </a:r>
                <a:r>
                  <a:rPr lang="en-US" altLang="ko-KR" sz="1300" dirty="0" err="1">
                    <a:solidFill>
                      <a:prstClr val="black">
                        <a:lumMod val="85000"/>
                        <a:lumOff val="15000"/>
                      </a:prstClr>
                    </a:solidFill>
                    <a:latin typeface="SamsungOne-400" panose="020B0503030303020204" pitchFamily="34" charset="0"/>
                  </a:rPr>
                  <a:t>bằng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hàm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np.histogram</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2468074485"/>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0" name="직사각형 19">
            <a:extLst>
              <a:ext uri="{FF2B5EF4-FFF2-40B4-BE49-F238E27FC236}">
                <a16:creationId xmlns:a16="http://schemas.microsoft.com/office/drawing/2014/main" id="{3D3FA8E4-F52C-47BC-9494-F889DBDECDE3}"/>
              </a:ext>
            </a:extLst>
          </p:cNvPr>
          <p:cNvSpPr/>
          <p:nvPr/>
        </p:nvSpPr>
        <p:spPr>
          <a:xfrm>
            <a:off x="580388" y="1413381"/>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Để sử dụng dữ liệu phân loại biểu thị các loại trong các thuật toán học máy, hãy chuyển đổi chúng thành các biến giả được biểu diễn bằng số 0 hoặc 1.</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16" name="그룹 15">
            <a:extLst>
              <a:ext uri="{FF2B5EF4-FFF2-40B4-BE49-F238E27FC236}">
                <a16:creationId xmlns:a16="http://schemas.microsoft.com/office/drawing/2014/main" id="{8C1E4F33-02C3-439E-835F-8468EC2ADC10}"/>
              </a:ext>
            </a:extLst>
          </p:cNvPr>
          <p:cNvGrpSpPr/>
          <p:nvPr/>
        </p:nvGrpSpPr>
        <p:grpSpPr>
          <a:xfrm>
            <a:off x="558396" y="1937169"/>
            <a:ext cx="8782050" cy="2533666"/>
            <a:chOff x="558396" y="2420890"/>
            <a:chExt cx="8782050" cy="2533666"/>
          </a:xfrm>
        </p:grpSpPr>
        <p:sp>
          <p:nvSpPr>
            <p:cNvPr id="17" name="모서리가 둥근 직사각형 4">
              <a:extLst>
                <a:ext uri="{FF2B5EF4-FFF2-40B4-BE49-F238E27FC236}">
                  <a16:creationId xmlns:a16="http://schemas.microsoft.com/office/drawing/2014/main" id="{782F2582-FCE4-4987-8079-1BCA602146A2}"/>
                </a:ext>
              </a:extLst>
            </p:cNvPr>
            <p:cNvSpPr/>
            <p:nvPr/>
          </p:nvSpPr>
          <p:spPr>
            <a:xfrm>
              <a:off x="558396" y="2420890"/>
              <a:ext cx="8782050" cy="253366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9" name="그룹 18">
              <a:extLst>
                <a:ext uri="{FF2B5EF4-FFF2-40B4-BE49-F238E27FC236}">
                  <a16:creationId xmlns:a16="http://schemas.microsoft.com/office/drawing/2014/main" id="{0CEC54DB-B543-43AD-B49B-D61BE5CD1B2B}"/>
                </a:ext>
              </a:extLst>
            </p:cNvPr>
            <p:cNvGrpSpPr/>
            <p:nvPr/>
          </p:nvGrpSpPr>
          <p:grpSpPr>
            <a:xfrm>
              <a:off x="747381" y="2476874"/>
              <a:ext cx="8592313" cy="2364042"/>
              <a:chOff x="747381" y="2610327"/>
              <a:chExt cx="8592313" cy="2364042"/>
            </a:xfrm>
          </p:grpSpPr>
          <p:pic>
            <p:nvPicPr>
              <p:cNvPr id="28" name="그림 27">
                <a:extLst>
                  <a:ext uri="{FF2B5EF4-FFF2-40B4-BE49-F238E27FC236}">
                    <a16:creationId xmlns:a16="http://schemas.microsoft.com/office/drawing/2014/main" id="{08B5AEB4-3BC0-48E4-A37A-71CEF4A74F58}"/>
                  </a:ext>
                </a:extLst>
              </p:cNvPr>
              <p:cNvPicPr>
                <a:picLocks noChangeAspect="1"/>
              </p:cNvPicPr>
              <p:nvPr/>
            </p:nvPicPr>
            <p:blipFill rotWithShape="1">
              <a:blip r:embed="rId4"/>
              <a:srcRect r="22170"/>
              <a:stretch/>
            </p:blipFill>
            <p:spPr>
              <a:xfrm>
                <a:off x="747381" y="2610327"/>
                <a:ext cx="8592313" cy="2364042"/>
              </a:xfrm>
              <a:prstGeom prst="rect">
                <a:avLst/>
              </a:prstGeom>
            </p:spPr>
          </p:pic>
          <p:sp>
            <p:nvSpPr>
              <p:cNvPr id="29" name="직사각형 28">
                <a:extLst>
                  <a:ext uri="{FF2B5EF4-FFF2-40B4-BE49-F238E27FC236}">
                    <a16:creationId xmlns:a16="http://schemas.microsoft.com/office/drawing/2014/main" id="{FC78D2E3-C64E-4462-B5C2-A8CD190DA783}"/>
                  </a:ext>
                </a:extLst>
              </p:cNvPr>
              <p:cNvSpPr/>
              <p:nvPr/>
            </p:nvSpPr>
            <p:spPr>
              <a:xfrm>
                <a:off x="2900503" y="4643612"/>
                <a:ext cx="4392488" cy="264705"/>
              </a:xfrm>
              <a:prstGeom prst="rect">
                <a:avLst/>
              </a:prstGeom>
              <a:solidFill>
                <a:srgbClr val="F7F7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350" dirty="0">
                    <a:solidFill>
                      <a:srgbClr val="C00000"/>
                    </a:solidFill>
                    <a:latin typeface="D2Coding" panose="020B0609020101020101" pitchFamily="49" charset="-127"/>
                    <a:ea typeface="D2Coding" panose="020B0609020101020101" pitchFamily="49" charset="-127"/>
                  </a:rPr>
                  <a:t>‘Low output’</a:t>
                </a:r>
                <a:r>
                  <a:rPr lang="en-US" altLang="ko-KR" sz="1350" dirty="0">
                    <a:solidFill>
                      <a:schemeClr val="tx1"/>
                    </a:solidFill>
                    <a:latin typeface="D2Coding" panose="020B0609020101020101" pitchFamily="49" charset="-127"/>
                    <a:ea typeface="D2Coding" panose="020B0609020101020101" pitchFamily="49" charset="-127"/>
                  </a:rPr>
                  <a:t>, </a:t>
                </a:r>
                <a:r>
                  <a:rPr lang="en-US" altLang="ko-KR" sz="1350" dirty="0">
                    <a:solidFill>
                      <a:srgbClr val="C00000"/>
                    </a:solidFill>
                    <a:latin typeface="D2Coding" panose="020B0609020101020101" pitchFamily="49" charset="-127"/>
                    <a:ea typeface="D2Coding" panose="020B0609020101020101" pitchFamily="49" charset="-127"/>
                  </a:rPr>
                  <a:t>‘Normal output’</a:t>
                </a:r>
                <a:r>
                  <a:rPr lang="en-US" altLang="ko-KR" sz="1350" dirty="0">
                    <a:solidFill>
                      <a:schemeClr val="tx1"/>
                    </a:solidFill>
                    <a:latin typeface="D2Coding" panose="020B0609020101020101" pitchFamily="49" charset="-127"/>
                    <a:ea typeface="D2Coding" panose="020B0609020101020101" pitchFamily="49" charset="-127"/>
                  </a:rPr>
                  <a:t>, </a:t>
                </a:r>
                <a:r>
                  <a:rPr lang="en-US" altLang="ko-KR" sz="1350" dirty="0">
                    <a:solidFill>
                      <a:srgbClr val="C00000"/>
                    </a:solidFill>
                    <a:latin typeface="D2Coding" panose="020B0609020101020101" pitchFamily="49" charset="-127"/>
                    <a:ea typeface="D2Coding" panose="020B0609020101020101" pitchFamily="49" charset="-127"/>
                  </a:rPr>
                  <a:t>‘High output’</a:t>
                </a:r>
                <a:r>
                  <a:rPr lang="en-US" altLang="ko-KR" sz="1350" dirty="0">
                    <a:solidFill>
                      <a:schemeClr val="tx1"/>
                    </a:solidFill>
                    <a:latin typeface="D2Coding" panose="020B0609020101020101" pitchFamily="49" charset="-127"/>
                    <a:ea typeface="D2Coding" panose="020B0609020101020101" pitchFamily="49" charset="-127"/>
                  </a:rPr>
                  <a:t>]</a:t>
                </a:r>
              </a:p>
            </p:txBody>
          </p:sp>
        </p:grpSp>
      </p:grpSp>
      <p:grpSp>
        <p:nvGrpSpPr>
          <p:cNvPr id="2" name="그룹 1">
            <a:extLst>
              <a:ext uri="{FF2B5EF4-FFF2-40B4-BE49-F238E27FC236}">
                <a16:creationId xmlns:a16="http://schemas.microsoft.com/office/drawing/2014/main" id="{C3392A1E-5455-422F-B5FC-6672B21D0801}"/>
              </a:ext>
            </a:extLst>
          </p:cNvPr>
          <p:cNvGrpSpPr/>
          <p:nvPr/>
        </p:nvGrpSpPr>
        <p:grpSpPr>
          <a:xfrm>
            <a:off x="557644" y="4551168"/>
            <a:ext cx="8782050" cy="739290"/>
            <a:chOff x="557644" y="4551168"/>
            <a:chExt cx="8782050" cy="739290"/>
          </a:xfrm>
        </p:grpSpPr>
        <p:sp>
          <p:nvSpPr>
            <p:cNvPr id="31" name="모서리가 둥근 직사각형 4">
              <a:extLst>
                <a:ext uri="{FF2B5EF4-FFF2-40B4-BE49-F238E27FC236}">
                  <a16:creationId xmlns:a16="http://schemas.microsoft.com/office/drawing/2014/main" id="{CC2FF265-E0B6-4635-B6D8-89E477332C43}"/>
                </a:ext>
              </a:extLst>
            </p:cNvPr>
            <p:cNvSpPr/>
            <p:nvPr/>
          </p:nvSpPr>
          <p:spPr>
            <a:xfrm>
              <a:off x="557644" y="4551168"/>
              <a:ext cx="8782050" cy="73929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32" name="그룹 31">
              <a:extLst>
                <a:ext uri="{FF2B5EF4-FFF2-40B4-BE49-F238E27FC236}">
                  <a16:creationId xmlns:a16="http://schemas.microsoft.com/office/drawing/2014/main" id="{4090D166-E055-408F-AC3A-091B36BB791E}"/>
                </a:ext>
              </a:extLst>
            </p:cNvPr>
            <p:cNvGrpSpPr/>
            <p:nvPr/>
          </p:nvGrpSpPr>
          <p:grpSpPr>
            <a:xfrm>
              <a:off x="665154" y="4644068"/>
              <a:ext cx="2918106" cy="292387"/>
              <a:chOff x="732985" y="5582396"/>
              <a:chExt cx="2918106" cy="302131"/>
            </a:xfrm>
          </p:grpSpPr>
          <p:pic>
            <p:nvPicPr>
              <p:cNvPr id="41" name="Picture 2" descr="Byte - Free electronics icons">
                <a:extLst>
                  <a:ext uri="{FF2B5EF4-FFF2-40B4-BE49-F238E27FC236}">
                    <a16:creationId xmlns:a16="http://schemas.microsoft.com/office/drawing/2014/main" id="{7CF7F474-DF0F-42A9-8E3E-43A8F6EBB2A4}"/>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42" name="TextBox 41">
                <a:extLst>
                  <a:ext uri="{FF2B5EF4-FFF2-40B4-BE49-F238E27FC236}">
                    <a16:creationId xmlns:a16="http://schemas.microsoft.com/office/drawing/2014/main" id="{617665A8-7BE0-483A-9D0B-9173218A283D}"/>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12-12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3" name="TextBox 32">
              <a:extLst>
                <a:ext uri="{FF2B5EF4-FFF2-40B4-BE49-F238E27FC236}">
                  <a16:creationId xmlns:a16="http://schemas.microsoft.com/office/drawing/2014/main" id="{A1C1B0DC-3E9B-438D-8067-919EE768E3A2}"/>
                </a:ext>
              </a:extLst>
            </p:cNvPr>
            <p:cNvSpPr txBox="1"/>
            <p:nvPr/>
          </p:nvSpPr>
          <p:spPr>
            <a:xfrm>
              <a:off x="1024575" y="4978962"/>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Chỉ</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định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cho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ba</a:t>
              </a:r>
              <a:r>
                <a:rPr lang="en-US" altLang="ko-KR" sz="1300" dirty="0">
                  <a:solidFill>
                    <a:prstClr val="black">
                      <a:lumMod val="85000"/>
                      <a:lumOff val="15000"/>
                    </a:prstClr>
                  </a:solidFill>
                  <a:latin typeface="SamsungOne-400" panose="020B0503030303020204" pitchFamily="34" charset="0"/>
                </a:rPr>
                <a:t> bin.</a:t>
              </a:r>
              <a:endParaRPr lang="ko-KR" altLang="en-US" sz="1300" dirty="0">
                <a:solidFill>
                  <a:prstClr val="black">
                    <a:lumMod val="85000"/>
                    <a:lumOff val="15000"/>
                  </a:prstClr>
                </a:solidFill>
                <a:latin typeface="SamsungOne-400" panose="020B0503030303020204" pitchFamily="34" charset="0"/>
              </a:endParaRPr>
            </a:p>
          </p:txBody>
        </p:sp>
      </p:grpSp>
    </p:spTree>
    <p:extLst>
      <p:ext uri="{BB962C8B-B14F-4D97-AF65-F5344CB8AC3E}">
        <p14:creationId xmlns:p14="http://schemas.microsoft.com/office/powerpoint/2010/main" val="3659436235"/>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0" name="직사각형 19">
            <a:extLst>
              <a:ext uri="{FF2B5EF4-FFF2-40B4-BE49-F238E27FC236}">
                <a16:creationId xmlns:a16="http://schemas.microsoft.com/office/drawing/2014/main" id="{58B1BC1D-DFB7-4482-BA23-F01AD71B1BBE}"/>
              </a:ext>
            </a:extLst>
          </p:cNvPr>
          <p:cNvSpPr/>
          <p:nvPr/>
        </p:nvSpPr>
        <p:spPr>
          <a:xfrm>
            <a:off x="435228" y="1340768"/>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Vectơ</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one-hot</a:t>
            </a:r>
          </a:p>
        </p:txBody>
      </p:sp>
      <p:sp>
        <p:nvSpPr>
          <p:cNvPr id="29" name="직사각형 28">
            <a:extLst>
              <a:ext uri="{FF2B5EF4-FFF2-40B4-BE49-F238E27FC236}">
                <a16:creationId xmlns:a16="http://schemas.microsoft.com/office/drawing/2014/main" id="{B9911584-7C52-4333-A1B3-5FEE211FBD88}"/>
              </a:ext>
            </a:extLst>
          </p:cNvPr>
          <p:cNvSpPr/>
          <p:nvPr/>
        </p:nvSpPr>
        <p:spPr>
          <a:xfrm>
            <a:off x="524240" y="1870666"/>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Nếu phương thức get_dummies() được sử dụng, tất cả các giá trị ban đầu của các biến phân loại đều được chuyển đổi thành các biến giả mới.</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FE4C1B74-8CA6-4C6B-8E70-305014BEE56B}"/>
              </a:ext>
            </a:extLst>
          </p:cNvPr>
          <p:cNvGrpSpPr/>
          <p:nvPr/>
        </p:nvGrpSpPr>
        <p:grpSpPr>
          <a:xfrm>
            <a:off x="558396" y="2420890"/>
            <a:ext cx="8782050" cy="1675250"/>
            <a:chOff x="558396" y="2420890"/>
            <a:chExt cx="8782050" cy="1675250"/>
          </a:xfrm>
        </p:grpSpPr>
        <p:sp>
          <p:nvSpPr>
            <p:cNvPr id="19" name="모서리가 둥근 직사각형 4">
              <a:extLst>
                <a:ext uri="{FF2B5EF4-FFF2-40B4-BE49-F238E27FC236}">
                  <a16:creationId xmlns:a16="http://schemas.microsoft.com/office/drawing/2014/main" id="{930158F8-A5B7-4F97-8E44-C73FC55364FC}"/>
                </a:ext>
              </a:extLst>
            </p:cNvPr>
            <p:cNvSpPr/>
            <p:nvPr/>
          </p:nvSpPr>
          <p:spPr>
            <a:xfrm>
              <a:off x="558396" y="2420890"/>
              <a:ext cx="8782050" cy="167525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0" name="그림 29"/>
            <p:cNvPicPr>
              <a:picLocks noChangeAspect="1"/>
            </p:cNvPicPr>
            <p:nvPr/>
          </p:nvPicPr>
          <p:blipFill rotWithShape="1">
            <a:blip r:embed="rId4"/>
            <a:srcRect r="24326"/>
            <a:stretch/>
          </p:blipFill>
          <p:spPr>
            <a:xfrm>
              <a:off x="735843" y="2483565"/>
              <a:ext cx="8604603" cy="1533683"/>
            </a:xfrm>
            <a:prstGeom prst="rect">
              <a:avLst/>
            </a:prstGeom>
          </p:spPr>
        </p:pic>
      </p:grpSp>
      <p:grpSp>
        <p:nvGrpSpPr>
          <p:cNvPr id="3" name="그룹 2">
            <a:extLst>
              <a:ext uri="{FF2B5EF4-FFF2-40B4-BE49-F238E27FC236}">
                <a16:creationId xmlns:a16="http://schemas.microsoft.com/office/drawing/2014/main" id="{5DFC2528-ED53-4EB6-AC9F-66FF9D7DF831}"/>
              </a:ext>
            </a:extLst>
          </p:cNvPr>
          <p:cNvGrpSpPr/>
          <p:nvPr/>
        </p:nvGrpSpPr>
        <p:grpSpPr>
          <a:xfrm>
            <a:off x="558396" y="4191747"/>
            <a:ext cx="8782050" cy="1901143"/>
            <a:chOff x="558396" y="4191747"/>
            <a:chExt cx="8782050" cy="1901143"/>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58396" y="4191747"/>
              <a:ext cx="8782050" cy="190114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3" name="그룹 22">
              <a:extLst>
                <a:ext uri="{FF2B5EF4-FFF2-40B4-BE49-F238E27FC236}">
                  <a16:creationId xmlns:a16="http://schemas.microsoft.com/office/drawing/2014/main" id="{F18919BF-DD65-4EDD-8E99-5FA6C053E53B}"/>
                </a:ext>
              </a:extLst>
            </p:cNvPr>
            <p:cNvGrpSpPr/>
            <p:nvPr/>
          </p:nvGrpSpPr>
          <p:grpSpPr>
            <a:xfrm>
              <a:off x="665906" y="4284648"/>
              <a:ext cx="2918106" cy="292387"/>
              <a:chOff x="732985" y="5582396"/>
              <a:chExt cx="2918106" cy="302131"/>
            </a:xfrm>
          </p:grpSpPr>
          <p:pic>
            <p:nvPicPr>
              <p:cNvPr id="2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13-1 ~ 13-4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4" name="TextBox 23">
              <a:extLst>
                <a:ext uri="{FF2B5EF4-FFF2-40B4-BE49-F238E27FC236}">
                  <a16:creationId xmlns:a16="http://schemas.microsoft.com/office/drawing/2014/main" id="{0800EE66-B78E-4CCD-A49E-31BBE412C7F6}"/>
                </a:ext>
              </a:extLst>
            </p:cNvPr>
            <p:cNvSpPr txBox="1"/>
            <p:nvPr/>
          </p:nvSpPr>
          <p:spPr>
            <a:xfrm>
              <a:off x="1025327" y="4619542"/>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Gán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từng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vào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ba</a:t>
              </a:r>
              <a:r>
                <a:rPr lang="en-US" altLang="ko-KR" sz="1300" dirty="0">
                  <a:solidFill>
                    <a:prstClr val="black">
                      <a:lumMod val="85000"/>
                      <a:lumOff val="15000"/>
                    </a:prstClr>
                  </a:solidFill>
                  <a:latin typeface="SamsungOne-400" panose="020B0503030303020204" pitchFamily="34" charset="0"/>
                </a:rPr>
                <a:t> bin </a:t>
              </a:r>
              <a:r>
                <a:rPr lang="en-US" altLang="ko-KR" sz="1300" dirty="0" err="1">
                  <a:solidFill>
                    <a:prstClr val="black">
                      <a:lumMod val="85000"/>
                      <a:lumOff val="15000"/>
                    </a:prstClr>
                  </a:solidFill>
                  <a:latin typeface="SamsungOne-400" panose="020B0503030303020204" pitchFamily="34" charset="0"/>
                </a:rPr>
                <a:t>bằng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sử</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dụng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pd.cut</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nvGrpSpPr>
            <p:cNvPr id="16" name="그룹 15">
              <a:extLst>
                <a:ext uri="{FF2B5EF4-FFF2-40B4-BE49-F238E27FC236}">
                  <a16:creationId xmlns:a16="http://schemas.microsoft.com/office/drawing/2014/main" id="{F73A6179-46BE-4BE3-A68B-83FCAF0A1B70}"/>
                </a:ext>
              </a:extLst>
            </p:cNvPr>
            <p:cNvGrpSpPr/>
            <p:nvPr/>
          </p:nvGrpSpPr>
          <p:grpSpPr>
            <a:xfrm>
              <a:off x="665154" y="4889514"/>
              <a:ext cx="8640559" cy="534949"/>
              <a:chOff x="665154" y="4006907"/>
              <a:chExt cx="8640559" cy="534949"/>
            </a:xfrm>
          </p:grpSpPr>
          <p:grpSp>
            <p:nvGrpSpPr>
              <p:cNvPr id="17" name="그룹 16">
                <a:extLst>
                  <a:ext uri="{FF2B5EF4-FFF2-40B4-BE49-F238E27FC236}">
                    <a16:creationId xmlns:a16="http://schemas.microsoft.com/office/drawing/2014/main" id="{2458D6F7-91D2-4458-A960-3542E02E13BB}"/>
                  </a:ext>
                </a:extLst>
              </p:cNvPr>
              <p:cNvGrpSpPr/>
              <p:nvPr/>
            </p:nvGrpSpPr>
            <p:grpSpPr>
              <a:xfrm>
                <a:off x="665154" y="4006907"/>
                <a:ext cx="2918106" cy="292387"/>
                <a:chOff x="732985" y="5582396"/>
                <a:chExt cx="2918106" cy="302131"/>
              </a:xfrm>
            </p:grpSpPr>
            <p:pic>
              <p:nvPicPr>
                <p:cNvPr id="27" name="Picture 2" descr="Byte - Free electronics icons">
                  <a:extLst>
                    <a:ext uri="{FF2B5EF4-FFF2-40B4-BE49-F238E27FC236}">
                      <a16:creationId xmlns:a16="http://schemas.microsoft.com/office/drawing/2014/main" id="{C7C32A34-070D-4A6E-98A0-CDCA8C0BD348}"/>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8" name="TextBox 27">
                  <a:extLst>
                    <a:ext uri="{FF2B5EF4-FFF2-40B4-BE49-F238E27FC236}">
                      <a16:creationId xmlns:a16="http://schemas.microsoft.com/office/drawing/2014/main" id="{65279D05-8D36-4309-8D4F-4696208FEA9D}"/>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13-1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8" name="TextBox 17">
                <a:extLst>
                  <a:ext uri="{FF2B5EF4-FFF2-40B4-BE49-F238E27FC236}">
                    <a16:creationId xmlns:a16="http://schemas.microsoft.com/office/drawing/2014/main" id="{7C162FC2-5CDF-42EC-916B-A4157A0D26F8}"/>
                  </a:ext>
                </a:extLst>
              </p:cNvPr>
              <p:cNvSpPr txBox="1"/>
              <p:nvPr/>
            </p:nvSpPr>
            <p:spPr>
              <a:xfrm>
                <a:off x="1024575" y="4341801"/>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Mảng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endParaRPr lang="ko-KR" altLang="en-US" sz="1300" dirty="0">
                  <a:solidFill>
                    <a:prstClr val="black">
                      <a:lumMod val="85000"/>
                      <a:lumOff val="15000"/>
                    </a:prstClr>
                  </a:solidFill>
                  <a:latin typeface="SamsungOne-400" panose="020B0503030303020204" pitchFamily="34" charset="0"/>
                </a:endParaRPr>
              </a:p>
            </p:txBody>
          </p:sp>
        </p:grpSp>
        <p:grpSp>
          <p:nvGrpSpPr>
            <p:cNvPr id="31" name="그룹 30">
              <a:extLst>
                <a:ext uri="{FF2B5EF4-FFF2-40B4-BE49-F238E27FC236}">
                  <a16:creationId xmlns:a16="http://schemas.microsoft.com/office/drawing/2014/main" id="{10EE70C8-A224-420E-BAF9-C929B65012A1}"/>
                </a:ext>
              </a:extLst>
            </p:cNvPr>
            <p:cNvGrpSpPr/>
            <p:nvPr/>
          </p:nvGrpSpPr>
          <p:grpSpPr>
            <a:xfrm>
              <a:off x="665154" y="5466970"/>
              <a:ext cx="8640559" cy="534949"/>
              <a:chOff x="665154" y="4011976"/>
              <a:chExt cx="8640559" cy="534949"/>
            </a:xfrm>
          </p:grpSpPr>
          <p:grpSp>
            <p:nvGrpSpPr>
              <p:cNvPr id="32" name="그룹 31">
                <a:extLst>
                  <a:ext uri="{FF2B5EF4-FFF2-40B4-BE49-F238E27FC236}">
                    <a16:creationId xmlns:a16="http://schemas.microsoft.com/office/drawing/2014/main" id="{5AE3860D-E6C7-4C46-BD3D-37DAE88774A1}"/>
                  </a:ext>
                </a:extLst>
              </p:cNvPr>
              <p:cNvGrpSpPr/>
              <p:nvPr/>
            </p:nvGrpSpPr>
            <p:grpSpPr>
              <a:xfrm>
                <a:off x="665154" y="4011976"/>
                <a:ext cx="2918106" cy="292387"/>
                <a:chOff x="732985" y="5582396"/>
                <a:chExt cx="2918106" cy="302131"/>
              </a:xfrm>
            </p:grpSpPr>
            <p:pic>
              <p:nvPicPr>
                <p:cNvPr id="34" name="Picture 2" descr="Byte - Free electronics icons">
                  <a:extLst>
                    <a:ext uri="{FF2B5EF4-FFF2-40B4-BE49-F238E27FC236}">
                      <a16:creationId xmlns:a16="http://schemas.microsoft.com/office/drawing/2014/main" id="{B70681DD-59FA-4324-B577-0CEEC0DC770A}"/>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5" name="TextBox 34">
                  <a:extLst>
                    <a:ext uri="{FF2B5EF4-FFF2-40B4-BE49-F238E27FC236}">
                      <a16:creationId xmlns:a16="http://schemas.microsoft.com/office/drawing/2014/main" id="{54CA2EEB-FA7E-4D3F-8A41-2F54D721FC43}"/>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13-2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33" name="TextBox 32">
                <a:extLst>
                  <a:ext uri="{FF2B5EF4-FFF2-40B4-BE49-F238E27FC236}">
                    <a16:creationId xmlns:a16="http://schemas.microsoft.com/office/drawing/2014/main" id="{F20B6F5F-0C1E-4465-B646-663AD9C3F5BF}"/>
                  </a:ext>
                </a:extLst>
              </p:cNvPr>
              <p:cNvSpPr txBox="1"/>
              <p:nvPr/>
            </p:nvSpPr>
            <p:spPr>
              <a:xfrm>
                <a:off x="1024575" y="4346870"/>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Danh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sách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biên</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4066758470"/>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35" name="직사각형 34">
            <a:extLst>
              <a:ext uri="{FF2B5EF4-FFF2-40B4-BE49-F238E27FC236}">
                <a16:creationId xmlns:a16="http://schemas.microsoft.com/office/drawing/2014/main" id="{3D3FA8E4-F52C-47BC-9494-F889DBDECDE3}"/>
              </a:ext>
            </a:extLst>
          </p:cNvPr>
          <p:cNvSpPr/>
          <p:nvPr/>
        </p:nvSpPr>
        <p:spPr>
          <a:xfrm>
            <a:off x="580388" y="1413381"/>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Nếu phương thức get_dummies() được sử dụng, tất cả các giá trị ban đầu của các biến phân loại đều được chuyển đổi thành các biến giả mới.</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201DC9C1-F12A-47A8-BA3A-0C0BCAD3F244}"/>
              </a:ext>
            </a:extLst>
          </p:cNvPr>
          <p:cNvGrpSpPr/>
          <p:nvPr/>
        </p:nvGrpSpPr>
        <p:grpSpPr>
          <a:xfrm>
            <a:off x="558396" y="1949494"/>
            <a:ext cx="8782050" cy="1680114"/>
            <a:chOff x="558396" y="1949494"/>
            <a:chExt cx="8782050" cy="1680114"/>
          </a:xfrm>
        </p:grpSpPr>
        <p:sp>
          <p:nvSpPr>
            <p:cNvPr id="34" name="모서리가 둥근 직사각형 4">
              <a:extLst>
                <a:ext uri="{FF2B5EF4-FFF2-40B4-BE49-F238E27FC236}">
                  <a16:creationId xmlns:a16="http://schemas.microsoft.com/office/drawing/2014/main" id="{930158F8-A5B7-4F97-8E44-C73FC55364FC}"/>
                </a:ext>
              </a:extLst>
            </p:cNvPr>
            <p:cNvSpPr/>
            <p:nvPr/>
          </p:nvSpPr>
          <p:spPr>
            <a:xfrm>
              <a:off x="558396" y="1949494"/>
              <a:ext cx="8782050" cy="168011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6" name="그림 35"/>
            <p:cNvPicPr>
              <a:picLocks noChangeAspect="1"/>
            </p:cNvPicPr>
            <p:nvPr/>
          </p:nvPicPr>
          <p:blipFill rotWithShape="1">
            <a:blip r:embed="rId4"/>
            <a:srcRect r="24326"/>
            <a:stretch/>
          </p:blipFill>
          <p:spPr>
            <a:xfrm>
              <a:off x="735843" y="2016833"/>
              <a:ext cx="8603851" cy="1533683"/>
            </a:xfrm>
            <a:prstGeom prst="rect">
              <a:avLst/>
            </a:prstGeom>
          </p:spPr>
        </p:pic>
      </p:grpSp>
      <p:grpSp>
        <p:nvGrpSpPr>
          <p:cNvPr id="3" name="그룹 2">
            <a:extLst>
              <a:ext uri="{FF2B5EF4-FFF2-40B4-BE49-F238E27FC236}">
                <a16:creationId xmlns:a16="http://schemas.microsoft.com/office/drawing/2014/main" id="{29848FC0-1867-4154-92A6-0C3E21EE0B04}"/>
              </a:ext>
            </a:extLst>
          </p:cNvPr>
          <p:cNvGrpSpPr/>
          <p:nvPr/>
        </p:nvGrpSpPr>
        <p:grpSpPr>
          <a:xfrm>
            <a:off x="557644" y="3725504"/>
            <a:ext cx="8782050" cy="1994162"/>
            <a:chOff x="557644" y="3725504"/>
            <a:chExt cx="8782050" cy="1994162"/>
          </a:xfrm>
        </p:grpSpPr>
        <p:sp>
          <p:nvSpPr>
            <p:cNvPr id="22" name="모서리가 둥근 직사각형 4">
              <a:extLst>
                <a:ext uri="{FF2B5EF4-FFF2-40B4-BE49-F238E27FC236}">
                  <a16:creationId xmlns:a16="http://schemas.microsoft.com/office/drawing/2014/main" id="{C3569CBD-5212-483A-A582-6794A42BDB63}"/>
                </a:ext>
              </a:extLst>
            </p:cNvPr>
            <p:cNvSpPr/>
            <p:nvPr/>
          </p:nvSpPr>
          <p:spPr>
            <a:xfrm>
              <a:off x="557644" y="3725504"/>
              <a:ext cx="8782050" cy="199416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3" name="그룹 22">
              <a:extLst>
                <a:ext uri="{FF2B5EF4-FFF2-40B4-BE49-F238E27FC236}">
                  <a16:creationId xmlns:a16="http://schemas.microsoft.com/office/drawing/2014/main" id="{F18919BF-DD65-4EDD-8E99-5FA6C053E53B}"/>
                </a:ext>
              </a:extLst>
            </p:cNvPr>
            <p:cNvGrpSpPr/>
            <p:nvPr/>
          </p:nvGrpSpPr>
          <p:grpSpPr>
            <a:xfrm>
              <a:off x="665154" y="3818404"/>
              <a:ext cx="2918106" cy="292387"/>
              <a:chOff x="732985" y="5582396"/>
              <a:chExt cx="2918106" cy="302131"/>
            </a:xfrm>
          </p:grpSpPr>
          <p:pic>
            <p:nvPicPr>
              <p:cNvPr id="25"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13-3</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4" name="TextBox 23">
              <a:extLst>
                <a:ext uri="{FF2B5EF4-FFF2-40B4-BE49-F238E27FC236}">
                  <a16:creationId xmlns:a16="http://schemas.microsoft.com/office/drawing/2014/main" id="{0800EE66-B78E-4CCD-A49E-31BBE412C7F6}"/>
                </a:ext>
              </a:extLst>
            </p:cNvPr>
            <p:cNvSpPr txBox="1"/>
            <p:nvPr/>
          </p:nvSpPr>
          <p:spPr>
            <a:xfrm>
              <a:off x="1024575" y="4153298"/>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Tên</a:t>
              </a:r>
              <a:r>
                <a:rPr lang="en-US" altLang="ko-KR" sz="1300" dirty="0">
                  <a:solidFill>
                    <a:prstClr val="black">
                      <a:lumMod val="85000"/>
                      <a:lumOff val="15000"/>
                    </a:prstClr>
                  </a:solidFill>
                  <a:latin typeface="SamsungOne-400" panose="020B0503030303020204" pitchFamily="34" charset="0"/>
                </a:rPr>
                <a:t> bin</a:t>
              </a:r>
              <a:endParaRPr lang="ko-KR" altLang="en-US" sz="1300" dirty="0">
                <a:solidFill>
                  <a:prstClr val="black">
                    <a:lumMod val="85000"/>
                    <a:lumOff val="15000"/>
                  </a:prstClr>
                </a:solidFill>
                <a:latin typeface="SamsungOne-400" panose="020B0503030303020204" pitchFamily="34" charset="0"/>
              </a:endParaRPr>
            </a:p>
          </p:txBody>
        </p:sp>
        <p:grpSp>
          <p:nvGrpSpPr>
            <p:cNvPr id="15" name="그룹 14">
              <a:extLst>
                <a:ext uri="{FF2B5EF4-FFF2-40B4-BE49-F238E27FC236}">
                  <a16:creationId xmlns:a16="http://schemas.microsoft.com/office/drawing/2014/main" id="{DCE78193-F612-446D-B929-7C396CACA74F}"/>
                </a:ext>
              </a:extLst>
            </p:cNvPr>
            <p:cNvGrpSpPr/>
            <p:nvPr/>
          </p:nvGrpSpPr>
          <p:grpSpPr>
            <a:xfrm>
              <a:off x="665154" y="4449248"/>
              <a:ext cx="8640559" cy="534949"/>
              <a:chOff x="665154" y="4011976"/>
              <a:chExt cx="8640559" cy="534949"/>
            </a:xfrm>
          </p:grpSpPr>
          <p:grpSp>
            <p:nvGrpSpPr>
              <p:cNvPr id="16" name="그룹 15">
                <a:extLst>
                  <a:ext uri="{FF2B5EF4-FFF2-40B4-BE49-F238E27FC236}">
                    <a16:creationId xmlns:a16="http://schemas.microsoft.com/office/drawing/2014/main" id="{C73EE6C2-30A1-4659-A6B3-B8EE1C9C051D}"/>
                  </a:ext>
                </a:extLst>
              </p:cNvPr>
              <p:cNvGrpSpPr/>
              <p:nvPr/>
            </p:nvGrpSpPr>
            <p:grpSpPr>
              <a:xfrm>
                <a:off x="665154" y="4011976"/>
                <a:ext cx="2918106" cy="292387"/>
                <a:chOff x="732985" y="5582396"/>
                <a:chExt cx="2918106" cy="302131"/>
              </a:xfrm>
            </p:grpSpPr>
            <p:pic>
              <p:nvPicPr>
                <p:cNvPr id="18" name="Picture 2" descr="Byte - Free electronics icons">
                  <a:extLst>
                    <a:ext uri="{FF2B5EF4-FFF2-40B4-BE49-F238E27FC236}">
                      <a16:creationId xmlns:a16="http://schemas.microsoft.com/office/drawing/2014/main" id="{61DBB26A-876F-4A3B-9D49-1D1A106B5B89}"/>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19" name="TextBox 18">
                  <a:extLst>
                    <a:ext uri="{FF2B5EF4-FFF2-40B4-BE49-F238E27FC236}">
                      <a16:creationId xmlns:a16="http://schemas.microsoft.com/office/drawing/2014/main" id="{3FAF2BDC-F307-493C-A1B4-0CFCC5DA8ED0}"/>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13-4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7" name="TextBox 16">
                <a:extLst>
                  <a:ext uri="{FF2B5EF4-FFF2-40B4-BE49-F238E27FC236}">
                    <a16:creationId xmlns:a16="http://schemas.microsoft.com/office/drawing/2014/main" id="{946C54DA-8BBE-4FD5-8BA9-3C3521DA84E1}"/>
                  </a:ext>
                </a:extLst>
              </p:cNvPr>
              <p:cNvSpPr txBox="1"/>
              <p:nvPr/>
            </p:nvSpPr>
            <p:spPr>
              <a:xfrm>
                <a:off x="1024575" y="4346870"/>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Bao</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gồm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biên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đầu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tiên</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nvGrpSpPr>
            <p:cNvPr id="20" name="그룹 19">
              <a:extLst>
                <a:ext uri="{FF2B5EF4-FFF2-40B4-BE49-F238E27FC236}">
                  <a16:creationId xmlns:a16="http://schemas.microsoft.com/office/drawing/2014/main" id="{61A85025-2E9A-435C-8A70-AE791087C64E}"/>
                </a:ext>
              </a:extLst>
            </p:cNvPr>
            <p:cNvGrpSpPr/>
            <p:nvPr/>
          </p:nvGrpSpPr>
          <p:grpSpPr>
            <a:xfrm>
              <a:off x="665154" y="5097655"/>
              <a:ext cx="8640559" cy="534949"/>
              <a:chOff x="665154" y="4011976"/>
              <a:chExt cx="8640559" cy="534949"/>
            </a:xfrm>
          </p:grpSpPr>
          <p:grpSp>
            <p:nvGrpSpPr>
              <p:cNvPr id="27" name="그룹 26">
                <a:extLst>
                  <a:ext uri="{FF2B5EF4-FFF2-40B4-BE49-F238E27FC236}">
                    <a16:creationId xmlns:a16="http://schemas.microsoft.com/office/drawing/2014/main" id="{1A82F4F3-1D7B-488C-9688-A05620975779}"/>
                  </a:ext>
                </a:extLst>
              </p:cNvPr>
              <p:cNvGrpSpPr/>
              <p:nvPr/>
            </p:nvGrpSpPr>
            <p:grpSpPr>
              <a:xfrm>
                <a:off x="665154" y="4011976"/>
                <a:ext cx="2918106" cy="292387"/>
                <a:chOff x="732985" y="5582396"/>
                <a:chExt cx="2918106" cy="302131"/>
              </a:xfrm>
            </p:grpSpPr>
            <p:pic>
              <p:nvPicPr>
                <p:cNvPr id="29" name="Picture 2" descr="Byte - Free electronics icons">
                  <a:extLst>
                    <a:ext uri="{FF2B5EF4-FFF2-40B4-BE49-F238E27FC236}">
                      <a16:creationId xmlns:a16="http://schemas.microsoft.com/office/drawing/2014/main" id="{28EC5444-CCFD-4DD9-81B9-ED38DEA63A16}"/>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30" name="TextBox 29">
                  <a:extLst>
                    <a:ext uri="{FF2B5EF4-FFF2-40B4-BE49-F238E27FC236}">
                      <a16:creationId xmlns:a16="http://schemas.microsoft.com/office/drawing/2014/main" id="{13310E41-1888-4CD7-8D56-43E24D177E20}"/>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Line 13-6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8" name="TextBox 27">
                <a:extLst>
                  <a:ext uri="{FF2B5EF4-FFF2-40B4-BE49-F238E27FC236}">
                    <a16:creationId xmlns:a16="http://schemas.microsoft.com/office/drawing/2014/main" id="{163B17D0-2835-4090-A9E6-571C1AEB6CE6}"/>
                  </a:ext>
                </a:extLst>
              </p:cNvPr>
              <p:cNvSpPr txBox="1"/>
              <p:nvPr/>
            </p:nvSpPr>
            <p:spPr>
              <a:xfrm>
                <a:off x="1024575" y="4346870"/>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Chuyển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đổi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dữ</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liệu</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phân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loại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trong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hp_bin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thành</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các</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biến</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giả</a:t>
                </a:r>
                <a:r>
                  <a:rPr lang="en-US"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1755172024"/>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15" name="직사각형 14">
            <a:extLst>
              <a:ext uri="{FF2B5EF4-FFF2-40B4-BE49-F238E27FC236}">
                <a16:creationId xmlns:a16="http://schemas.microsoft.com/office/drawing/2014/main" id="{3D3FA8E4-F52C-47BC-9494-F889DBDECDE3}"/>
              </a:ext>
            </a:extLst>
          </p:cNvPr>
          <p:cNvSpPr/>
          <p:nvPr/>
        </p:nvSpPr>
        <p:spPr>
          <a:xfrm>
            <a:off x="580388" y="1413381"/>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vi-VN" altLang="ko-KR" sz="1400" dirty="0">
                <a:solidFill>
                  <a:schemeClr val="tx1"/>
                </a:solidFill>
                <a:latin typeface="SamsungOne-400" panose="020B0503030303020204" pitchFamily="34" charset="0"/>
                <a:ea typeface="SamsungOne-400" panose="020B0503030303020204" pitchFamily="34" charset="0"/>
              </a:rPr>
              <a:t>Nếu phương thức get_dummies() được sử dụng, tất cả các giá trị ban đầu của các biến phân loại đều được chuyển đổi thành các biến giả mới.</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6" name="그룹 5">
            <a:extLst>
              <a:ext uri="{FF2B5EF4-FFF2-40B4-BE49-F238E27FC236}">
                <a16:creationId xmlns:a16="http://schemas.microsoft.com/office/drawing/2014/main" id="{35931066-8BA0-4F15-BD09-E0A354A733AC}"/>
              </a:ext>
            </a:extLst>
          </p:cNvPr>
          <p:cNvGrpSpPr/>
          <p:nvPr/>
        </p:nvGrpSpPr>
        <p:grpSpPr>
          <a:xfrm>
            <a:off x="558396" y="1949494"/>
            <a:ext cx="8782050" cy="4050090"/>
            <a:chOff x="558396" y="1949494"/>
            <a:chExt cx="8782050" cy="4050090"/>
          </a:xfrm>
        </p:grpSpPr>
        <p:sp>
          <p:nvSpPr>
            <p:cNvPr id="10" name="모서리가 둥근 직사각형 4">
              <a:extLst>
                <a:ext uri="{FF2B5EF4-FFF2-40B4-BE49-F238E27FC236}">
                  <a16:creationId xmlns:a16="http://schemas.microsoft.com/office/drawing/2014/main" id="{930158F8-A5B7-4F97-8E44-C73FC55364FC}"/>
                </a:ext>
              </a:extLst>
            </p:cNvPr>
            <p:cNvSpPr/>
            <p:nvPr/>
          </p:nvSpPr>
          <p:spPr>
            <a:xfrm>
              <a:off x="558396" y="1949494"/>
              <a:ext cx="8782050" cy="405009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5" name="그룹 4">
              <a:extLst>
                <a:ext uri="{FF2B5EF4-FFF2-40B4-BE49-F238E27FC236}">
                  <a16:creationId xmlns:a16="http://schemas.microsoft.com/office/drawing/2014/main" id="{98BADF00-448A-4955-8515-0A4D1D5BAF00}"/>
                </a:ext>
              </a:extLst>
            </p:cNvPr>
            <p:cNvGrpSpPr/>
            <p:nvPr/>
          </p:nvGrpSpPr>
          <p:grpSpPr>
            <a:xfrm>
              <a:off x="705079" y="2067429"/>
              <a:ext cx="8422798" cy="3797875"/>
              <a:chOff x="705079" y="2151405"/>
              <a:chExt cx="8422798" cy="3797875"/>
            </a:xfrm>
          </p:grpSpPr>
          <p:pic>
            <p:nvPicPr>
              <p:cNvPr id="2" name="그림 1"/>
              <p:cNvPicPr>
                <a:picLocks noChangeAspect="1"/>
              </p:cNvPicPr>
              <p:nvPr/>
            </p:nvPicPr>
            <p:blipFill rotWithShape="1">
              <a:blip r:embed="rId4"/>
              <a:srcRect r="34920"/>
              <a:stretch/>
            </p:blipFill>
            <p:spPr>
              <a:xfrm>
                <a:off x="705079" y="2153546"/>
                <a:ext cx="8422798" cy="3795734"/>
              </a:xfrm>
              <a:prstGeom prst="rect">
                <a:avLst/>
              </a:prstGeom>
            </p:spPr>
          </p:pic>
          <p:grpSp>
            <p:nvGrpSpPr>
              <p:cNvPr id="4" name="그룹 3">
                <a:extLst>
                  <a:ext uri="{FF2B5EF4-FFF2-40B4-BE49-F238E27FC236}">
                    <a16:creationId xmlns:a16="http://schemas.microsoft.com/office/drawing/2014/main" id="{C645C952-51D6-4CC9-8F5C-30762D255B1D}"/>
                  </a:ext>
                </a:extLst>
              </p:cNvPr>
              <p:cNvGrpSpPr/>
              <p:nvPr/>
            </p:nvGrpSpPr>
            <p:grpSpPr>
              <a:xfrm>
                <a:off x="1783060" y="2151405"/>
                <a:ext cx="2952160" cy="277102"/>
                <a:chOff x="1783060" y="2151405"/>
                <a:chExt cx="2952160" cy="277102"/>
              </a:xfrm>
            </p:grpSpPr>
            <p:sp>
              <p:nvSpPr>
                <p:cNvPr id="16" name="직사각형 15">
                  <a:extLst>
                    <a:ext uri="{FF2B5EF4-FFF2-40B4-BE49-F238E27FC236}">
                      <a16:creationId xmlns:a16="http://schemas.microsoft.com/office/drawing/2014/main" id="{2A793C5A-7B90-4D66-B198-63DCDDD8F6DB}"/>
                    </a:ext>
                  </a:extLst>
                </p:cNvPr>
                <p:cNvSpPr/>
                <p:nvPr/>
              </p:nvSpPr>
              <p:spPr>
                <a:xfrm>
                  <a:off x="1783060" y="2151405"/>
                  <a:ext cx="1008112" cy="2771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latin typeface="D2Coding" panose="020B0609020101020101" pitchFamily="49" charset="-127"/>
                      <a:ea typeface="D2Coding" panose="020B0609020101020101" pitchFamily="49" charset="-127"/>
                    </a:rPr>
                    <a:t>Low output</a:t>
                  </a:r>
                </a:p>
              </p:txBody>
            </p:sp>
            <p:sp>
              <p:nvSpPr>
                <p:cNvPr id="18" name="직사각형 17">
                  <a:extLst>
                    <a:ext uri="{FF2B5EF4-FFF2-40B4-BE49-F238E27FC236}">
                      <a16:creationId xmlns:a16="http://schemas.microsoft.com/office/drawing/2014/main" id="{2A793C5A-7B90-4D66-B198-63DCDDD8F6DB}"/>
                    </a:ext>
                  </a:extLst>
                </p:cNvPr>
                <p:cNvSpPr/>
                <p:nvPr/>
              </p:nvSpPr>
              <p:spPr>
                <a:xfrm>
                  <a:off x="2583572" y="2185367"/>
                  <a:ext cx="1215712" cy="2336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latin typeface="D2Coding" panose="020B0609020101020101" pitchFamily="49" charset="-127"/>
                      <a:ea typeface="D2Coding" panose="020B0609020101020101" pitchFamily="49" charset="-127"/>
                    </a:rPr>
                    <a:t>Normal output</a:t>
                  </a:r>
                </a:p>
              </p:txBody>
            </p:sp>
            <p:sp>
              <p:nvSpPr>
                <p:cNvPr id="17" name="직사각형 16">
                  <a:extLst>
                    <a:ext uri="{FF2B5EF4-FFF2-40B4-BE49-F238E27FC236}">
                      <a16:creationId xmlns:a16="http://schemas.microsoft.com/office/drawing/2014/main" id="{2A793C5A-7B90-4D66-B198-63DCDDD8F6DB}"/>
                    </a:ext>
                  </a:extLst>
                </p:cNvPr>
                <p:cNvSpPr/>
                <p:nvPr/>
              </p:nvSpPr>
              <p:spPr>
                <a:xfrm>
                  <a:off x="3626693" y="2193773"/>
                  <a:ext cx="1108527" cy="2299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latin typeface="D2Coding" panose="020B0609020101020101" pitchFamily="49" charset="-127"/>
                      <a:ea typeface="D2Coding" panose="020B0609020101020101" pitchFamily="49" charset="-127"/>
                    </a:rPr>
                    <a:t>High output</a:t>
                  </a:r>
                </a:p>
              </p:txBody>
            </p:sp>
          </p:grpSp>
        </p:grpSp>
      </p:grpSp>
    </p:spTree>
    <p:extLst>
      <p:ext uri="{BB962C8B-B14F-4D97-AF65-F5344CB8AC3E}">
        <p14:creationId xmlns:p14="http://schemas.microsoft.com/office/powerpoint/2010/main" val="3071481795"/>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직사각형 28">
            <a:extLst>
              <a:ext uri="{FF2B5EF4-FFF2-40B4-BE49-F238E27FC236}">
                <a16:creationId xmlns:a16="http://schemas.microsoft.com/office/drawing/2014/main" id="{58B1BC1D-DFB7-4482-BA23-F01AD71B1BBE}"/>
              </a:ext>
            </a:extLst>
          </p:cNvPr>
          <p:cNvSpPr/>
          <p:nvPr/>
        </p:nvSpPr>
        <p:spPr>
          <a:xfrm>
            <a:off x="435228" y="1340768"/>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Chuẩn</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hóa</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sp>
        <p:nvSpPr>
          <p:cNvPr id="30" name="직사각형 29">
            <a:extLst>
              <a:ext uri="{FF2B5EF4-FFF2-40B4-BE49-F238E27FC236}">
                <a16:creationId xmlns:a16="http://schemas.microsoft.com/office/drawing/2014/main" id="{B9911584-7C52-4333-A1B3-5FEE211FBD88}"/>
              </a:ext>
            </a:extLst>
          </p:cNvPr>
          <p:cNvSpPr/>
          <p:nvPr/>
        </p:nvSpPr>
        <p:spPr>
          <a:xfrm>
            <a:off x="524240" y="1870666"/>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3"/>
              </a:buBlip>
              <a:defRPr/>
            </a:pP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vi-VN" altLang="ko-KR" sz="1400" dirty="0">
                <a:solidFill>
                  <a:schemeClr val="tx1"/>
                </a:solidFill>
                <a:latin typeface="SamsungOne-400" panose="020B0503030303020204" pitchFamily="34" charset="0"/>
                <a:ea typeface="SamsungOne-400" panose="020B0503030303020204" pitchFamily="34" charset="0"/>
              </a:rPr>
              <a:t>DataFrame được chuẩn hóa để không xảy ra tình trạng giảm hiệu suất do sự khác biệt về kích thước tương đối của dữ liệu số trong cột (mỗi biến).</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13" name="그룹 1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4" name="직사각형 1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5" name="직사각형 1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2" name="그룹 1">
            <a:extLst>
              <a:ext uri="{FF2B5EF4-FFF2-40B4-BE49-F238E27FC236}">
                <a16:creationId xmlns:a16="http://schemas.microsoft.com/office/drawing/2014/main" id="{E35DE743-3EF3-4A0E-B703-5FECF56A985C}"/>
              </a:ext>
            </a:extLst>
          </p:cNvPr>
          <p:cNvGrpSpPr/>
          <p:nvPr/>
        </p:nvGrpSpPr>
        <p:grpSpPr>
          <a:xfrm>
            <a:off x="558396" y="2420889"/>
            <a:ext cx="8782050" cy="1880523"/>
            <a:chOff x="558396" y="2420889"/>
            <a:chExt cx="8782050" cy="1880523"/>
          </a:xfrm>
        </p:grpSpPr>
        <p:sp>
          <p:nvSpPr>
            <p:cNvPr id="20" name="모서리가 둥근 직사각형 4">
              <a:extLst>
                <a:ext uri="{FF2B5EF4-FFF2-40B4-BE49-F238E27FC236}">
                  <a16:creationId xmlns:a16="http://schemas.microsoft.com/office/drawing/2014/main" id="{930158F8-A5B7-4F97-8E44-C73FC55364FC}"/>
                </a:ext>
              </a:extLst>
            </p:cNvPr>
            <p:cNvSpPr/>
            <p:nvPr/>
          </p:nvSpPr>
          <p:spPr>
            <a:xfrm>
              <a:off x="558396" y="2420889"/>
              <a:ext cx="8782050" cy="188052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r="23902"/>
            <a:stretch/>
          </p:blipFill>
          <p:spPr>
            <a:xfrm>
              <a:off x="731515" y="2448881"/>
              <a:ext cx="8608179" cy="1769646"/>
            </a:xfrm>
            <a:prstGeom prst="rect">
              <a:avLst/>
            </a:prstGeom>
          </p:spPr>
        </p:pic>
      </p:grpSp>
      <p:grpSp>
        <p:nvGrpSpPr>
          <p:cNvPr id="5" name="그룹 4">
            <a:extLst>
              <a:ext uri="{FF2B5EF4-FFF2-40B4-BE49-F238E27FC236}">
                <a16:creationId xmlns:a16="http://schemas.microsoft.com/office/drawing/2014/main" id="{0A2A6D50-79AC-4DBC-91B9-2066680830A6}"/>
              </a:ext>
            </a:extLst>
          </p:cNvPr>
          <p:cNvGrpSpPr/>
          <p:nvPr/>
        </p:nvGrpSpPr>
        <p:grpSpPr>
          <a:xfrm>
            <a:off x="557644" y="4402427"/>
            <a:ext cx="8782050" cy="1335899"/>
            <a:chOff x="557644" y="4402427"/>
            <a:chExt cx="8782050" cy="1335899"/>
          </a:xfrm>
        </p:grpSpPr>
        <p:sp>
          <p:nvSpPr>
            <p:cNvPr id="23" name="모서리가 둥근 직사각형 4">
              <a:extLst>
                <a:ext uri="{FF2B5EF4-FFF2-40B4-BE49-F238E27FC236}">
                  <a16:creationId xmlns:a16="http://schemas.microsoft.com/office/drawing/2014/main" id="{C3569CBD-5212-483A-A582-6794A42BDB63}"/>
                </a:ext>
              </a:extLst>
            </p:cNvPr>
            <p:cNvSpPr/>
            <p:nvPr/>
          </p:nvSpPr>
          <p:spPr>
            <a:xfrm>
              <a:off x="557644" y="4402427"/>
              <a:ext cx="8782050" cy="133589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4" name="그룹 23">
              <a:extLst>
                <a:ext uri="{FF2B5EF4-FFF2-40B4-BE49-F238E27FC236}">
                  <a16:creationId xmlns:a16="http://schemas.microsoft.com/office/drawing/2014/main" id="{F18919BF-DD65-4EDD-8E99-5FA6C053E53B}"/>
                </a:ext>
              </a:extLst>
            </p:cNvPr>
            <p:cNvGrpSpPr/>
            <p:nvPr/>
          </p:nvGrpSpPr>
          <p:grpSpPr>
            <a:xfrm>
              <a:off x="665154" y="4495329"/>
              <a:ext cx="2918106" cy="292387"/>
              <a:chOff x="732985" y="5582396"/>
              <a:chExt cx="2918106" cy="302131"/>
            </a:xfrm>
          </p:grpSpPr>
          <p:pic>
            <p:nvPicPr>
              <p:cNvPr id="26"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7" name="TextBox 26">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5" name="TextBox 24">
              <a:extLst>
                <a:ext uri="{FF2B5EF4-FFF2-40B4-BE49-F238E27FC236}">
                  <a16:creationId xmlns:a16="http://schemas.microsoft.com/office/drawing/2014/main" id="{0800EE66-B78E-4CCD-A49E-31BBE412C7F6}"/>
                </a:ext>
              </a:extLst>
            </p:cNvPr>
            <p:cNvSpPr txBox="1"/>
            <p:nvPr/>
          </p:nvSpPr>
          <p:spPr>
            <a:xfrm>
              <a:off x="1024575" y="4830223"/>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en-US" altLang="ko-KR" sz="1300" dirty="0" err="1">
                  <a:solidFill>
                    <a:prstClr val="black">
                      <a:lumMod val="85000"/>
                      <a:lumOff val="15000"/>
                    </a:prstClr>
                  </a:solidFill>
                  <a:latin typeface="SamsungOne-400" panose="020B0503030303020204" pitchFamily="34" charset="0"/>
                </a:rPr>
                <a:t>Kiểm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giá</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trị</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tối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đa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với</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thông</a:t>
              </a:r>
              <a:r>
                <a:rPr lang="en-US" altLang="ko-KR" sz="1300" dirty="0">
                  <a:solidFill>
                    <a:prstClr val="black">
                      <a:lumMod val="85000"/>
                      <a:lumOff val="15000"/>
                    </a:prstClr>
                  </a:solidFill>
                  <a:latin typeface="SamsungOne-400" panose="020B0503030303020204" pitchFamily="34" charset="0"/>
                </a:rPr>
                <a:t> tin </a:t>
              </a:r>
              <a:r>
                <a:rPr lang="en-US" altLang="ko-KR" sz="1300" dirty="0" err="1">
                  <a:solidFill>
                    <a:prstClr val="black">
                      <a:lumMod val="85000"/>
                      <a:lumOff val="15000"/>
                    </a:prstClr>
                  </a:solidFill>
                  <a:latin typeface="SamsungOne-400" panose="020B0503030303020204" pitchFamily="34" charset="0"/>
                </a:rPr>
                <a:t>thống</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kê</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tóm</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tắt</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của</a:t>
              </a:r>
              <a:r>
                <a:rPr lang="en-US" altLang="ko-KR" sz="1300" dirty="0">
                  <a:solidFill>
                    <a:prstClr val="black">
                      <a:lumMod val="85000"/>
                      <a:lumOff val="15000"/>
                    </a:prstClr>
                  </a:solidFill>
                  <a:latin typeface="SamsungOne-400" panose="020B0503030303020204" pitchFamily="34" charset="0"/>
                </a:rPr>
                <a:t> </a:t>
              </a:r>
              <a:r>
                <a:rPr lang="en-US" altLang="ko-KR" sz="1300" dirty="0" err="1">
                  <a:solidFill>
                    <a:prstClr val="black">
                      <a:lumMod val="85000"/>
                      <a:lumOff val="15000"/>
                    </a:prstClr>
                  </a:solidFill>
                  <a:latin typeface="SamsungOne-400" panose="020B0503030303020204" pitchFamily="34" charset="0"/>
                </a:rPr>
                <a:t>cột</a:t>
              </a:r>
              <a:r>
                <a:rPr lang="en-US" altLang="ko-KR" sz="1300" dirty="0">
                  <a:solidFill>
                    <a:prstClr val="black">
                      <a:lumMod val="85000"/>
                      <a:lumOff val="15000"/>
                    </a:prstClr>
                  </a:solidFill>
                  <a:latin typeface="SamsungOne-400" panose="020B0503030303020204" pitchFamily="34" charset="0"/>
                </a:rPr>
                <a:t> horsepower.</a:t>
              </a:r>
              <a:endParaRPr lang="ko-KR" altLang="en-US" sz="1300" dirty="0">
                <a:solidFill>
                  <a:prstClr val="black">
                    <a:lumMod val="85000"/>
                    <a:lumOff val="15000"/>
                  </a:prstClr>
                </a:solidFill>
                <a:latin typeface="SamsungOne-400" panose="020B0503030303020204" pitchFamily="34" charset="0"/>
              </a:endParaRPr>
            </a:p>
          </p:txBody>
        </p:sp>
        <p:grpSp>
          <p:nvGrpSpPr>
            <p:cNvPr id="3" name="그룹 2">
              <a:extLst>
                <a:ext uri="{FF2B5EF4-FFF2-40B4-BE49-F238E27FC236}">
                  <a16:creationId xmlns:a16="http://schemas.microsoft.com/office/drawing/2014/main" id="{86BFFCDE-8BF7-4FEC-91C4-C8F9C1E55EC1}"/>
                </a:ext>
              </a:extLst>
            </p:cNvPr>
            <p:cNvGrpSpPr/>
            <p:nvPr/>
          </p:nvGrpSpPr>
          <p:grpSpPr>
            <a:xfrm>
              <a:off x="665154" y="5118593"/>
              <a:ext cx="8640559" cy="534949"/>
              <a:chOff x="-845734" y="5823648"/>
              <a:chExt cx="8640559" cy="534949"/>
            </a:xfrm>
          </p:grpSpPr>
          <p:grpSp>
            <p:nvGrpSpPr>
              <p:cNvPr id="18" name="그룹 17">
                <a:extLst>
                  <a:ext uri="{FF2B5EF4-FFF2-40B4-BE49-F238E27FC236}">
                    <a16:creationId xmlns:a16="http://schemas.microsoft.com/office/drawing/2014/main" id="{84E61096-6CCF-4DFF-8B06-3725FFDC2C3D}"/>
                  </a:ext>
                </a:extLst>
              </p:cNvPr>
              <p:cNvGrpSpPr/>
              <p:nvPr/>
            </p:nvGrpSpPr>
            <p:grpSpPr>
              <a:xfrm>
                <a:off x="-845734" y="5823648"/>
                <a:ext cx="2918106" cy="292387"/>
                <a:chOff x="732985" y="5582396"/>
                <a:chExt cx="2918106" cy="302131"/>
              </a:xfrm>
            </p:grpSpPr>
            <p:pic>
              <p:nvPicPr>
                <p:cNvPr id="21" name="Picture 2" descr="Byte - Free electronics icons">
                  <a:extLst>
                    <a:ext uri="{FF2B5EF4-FFF2-40B4-BE49-F238E27FC236}">
                      <a16:creationId xmlns:a16="http://schemas.microsoft.com/office/drawing/2014/main" id="{BE135EDE-6F36-49D8-A64B-E1F3857B2B53}"/>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8" name="TextBox 27">
                  <a:extLst>
                    <a:ext uri="{FF2B5EF4-FFF2-40B4-BE49-F238E27FC236}">
                      <a16:creationId xmlns:a16="http://schemas.microsoft.com/office/drawing/2014/main" id="{5F599955-30E3-4D2D-80AD-B4804D8616C0}"/>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14-4</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9" name="TextBox 18">
                <a:extLst>
                  <a:ext uri="{FF2B5EF4-FFF2-40B4-BE49-F238E27FC236}">
                    <a16:creationId xmlns:a16="http://schemas.microsoft.com/office/drawing/2014/main" id="{49994DF1-6D74-4116-8997-12FD05C96415}"/>
                  </a:ext>
                </a:extLst>
              </p:cNvPr>
              <p:cNvSpPr txBox="1"/>
              <p:nvPr/>
            </p:nvSpPr>
            <p:spPr>
              <a:xfrm>
                <a:off x="-486313" y="6158542"/>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Tất cả dữ liệu được chia cho giá trị tuyệt đối của giá trị tối đa của cột </a:t>
                </a:r>
                <a:r>
                  <a:rPr lang="en-US" altLang="ko-KR" sz="1300" dirty="0">
                    <a:solidFill>
                      <a:prstClr val="black">
                        <a:lumMod val="85000"/>
                        <a:lumOff val="15000"/>
                      </a:prstClr>
                    </a:solidFill>
                    <a:latin typeface="SamsungOne-400" panose="020B0503030303020204" pitchFamily="34" charset="0"/>
                  </a:rPr>
                  <a:t>horsepower </a:t>
                </a:r>
                <a:r>
                  <a:rPr lang="vi-VN" altLang="ko-KR" sz="1300" dirty="0">
                    <a:solidFill>
                      <a:prstClr val="black">
                        <a:lumMod val="85000"/>
                        <a:lumOff val="15000"/>
                      </a:prstClr>
                    </a:solidFill>
                    <a:latin typeface="SamsungOne-400" panose="020B0503030303020204" pitchFamily="34" charset="0"/>
                  </a:rPr>
                  <a:t>và lưu trữ lại.</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1610496519"/>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그룹 1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4" name="직사각형 1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5" name="직사각형 1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5" name="그룹 4">
            <a:extLst>
              <a:ext uri="{FF2B5EF4-FFF2-40B4-BE49-F238E27FC236}">
                <a16:creationId xmlns:a16="http://schemas.microsoft.com/office/drawing/2014/main" id="{51108E22-B2AD-43E7-896B-38A99B86DDCC}"/>
              </a:ext>
            </a:extLst>
          </p:cNvPr>
          <p:cNvGrpSpPr/>
          <p:nvPr/>
        </p:nvGrpSpPr>
        <p:grpSpPr>
          <a:xfrm>
            <a:off x="558396" y="1949494"/>
            <a:ext cx="8782050" cy="3794278"/>
            <a:chOff x="558396" y="1949494"/>
            <a:chExt cx="8782050" cy="3794278"/>
          </a:xfrm>
        </p:grpSpPr>
        <p:sp>
          <p:nvSpPr>
            <p:cNvPr id="19" name="모서리가 둥근 직사각형 4">
              <a:extLst>
                <a:ext uri="{FF2B5EF4-FFF2-40B4-BE49-F238E27FC236}">
                  <a16:creationId xmlns:a16="http://schemas.microsoft.com/office/drawing/2014/main" id="{930158F8-A5B7-4F97-8E44-C73FC55364FC}"/>
                </a:ext>
              </a:extLst>
            </p:cNvPr>
            <p:cNvSpPr/>
            <p:nvPr/>
          </p:nvSpPr>
          <p:spPr>
            <a:xfrm>
              <a:off x="558396" y="1949494"/>
              <a:ext cx="8782050" cy="379427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4" name="그룹 3">
              <a:extLst>
                <a:ext uri="{FF2B5EF4-FFF2-40B4-BE49-F238E27FC236}">
                  <a16:creationId xmlns:a16="http://schemas.microsoft.com/office/drawing/2014/main" id="{ECCD4B51-E5C0-466E-9B4B-EB1F1EBBEB03}"/>
                </a:ext>
              </a:extLst>
            </p:cNvPr>
            <p:cNvGrpSpPr/>
            <p:nvPr/>
          </p:nvGrpSpPr>
          <p:grpSpPr>
            <a:xfrm>
              <a:off x="678992" y="2026774"/>
              <a:ext cx="7656796" cy="3716998"/>
              <a:chOff x="655218" y="2566548"/>
              <a:chExt cx="6609820" cy="3239206"/>
            </a:xfrm>
          </p:grpSpPr>
          <p:pic>
            <p:nvPicPr>
              <p:cNvPr id="2" name="그림 1"/>
              <p:cNvPicPr>
                <a:picLocks noChangeAspect="1"/>
              </p:cNvPicPr>
              <p:nvPr/>
            </p:nvPicPr>
            <p:blipFill rotWithShape="1">
              <a:blip r:embed="rId3"/>
              <a:srcRect r="59363"/>
              <a:stretch/>
            </p:blipFill>
            <p:spPr>
              <a:xfrm>
                <a:off x="655218" y="2613201"/>
                <a:ext cx="4024188" cy="3192553"/>
              </a:xfrm>
              <a:prstGeom prst="rect">
                <a:avLst/>
              </a:prstGeom>
            </p:spPr>
          </p:pic>
          <p:pic>
            <p:nvPicPr>
              <p:cNvPr id="3" name="그림 2"/>
              <p:cNvPicPr>
                <a:picLocks noChangeAspect="1"/>
              </p:cNvPicPr>
              <p:nvPr/>
            </p:nvPicPr>
            <p:blipFill rotWithShape="1">
              <a:blip r:embed="rId4"/>
              <a:srcRect r="68705"/>
              <a:stretch/>
            </p:blipFill>
            <p:spPr>
              <a:xfrm>
                <a:off x="4165947" y="2566548"/>
                <a:ext cx="3099091" cy="1729299"/>
              </a:xfrm>
              <a:prstGeom prst="rect">
                <a:avLst/>
              </a:prstGeom>
            </p:spPr>
          </p:pic>
        </p:grpSp>
      </p:grpSp>
      <p:sp>
        <p:nvSpPr>
          <p:cNvPr id="18" name="직사각형 17">
            <a:extLst>
              <a:ext uri="{FF2B5EF4-FFF2-40B4-BE49-F238E27FC236}">
                <a16:creationId xmlns:a16="http://schemas.microsoft.com/office/drawing/2014/main" id="{3D3FA8E4-F52C-47BC-9494-F889DBDECDE3}"/>
              </a:ext>
            </a:extLst>
          </p:cNvPr>
          <p:cNvSpPr/>
          <p:nvPr/>
        </p:nvSpPr>
        <p:spPr>
          <a:xfrm>
            <a:off x="580388" y="1413381"/>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vi-VN" altLang="ko-KR" sz="1400" dirty="0">
                <a:solidFill>
                  <a:schemeClr val="tx1"/>
                </a:solidFill>
                <a:latin typeface="SamsungOne-400" panose="020B0503030303020204" pitchFamily="34" charset="0"/>
                <a:ea typeface="SamsungOne-400" panose="020B0503030303020204" pitchFamily="34" charset="0"/>
              </a:rPr>
              <a:t>DataFrame được chuẩn hóa để không xảy ra tình trạng giảm hiệu suất do sự khác biệt về kích thước tương đối của dữ liệu số trong cột (mỗi biến).</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667369328"/>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a:extLst>
              <a:ext uri="{FF2B5EF4-FFF2-40B4-BE49-F238E27FC236}">
                <a16:creationId xmlns:a16="http://schemas.microsoft.com/office/drawing/2014/main" id="{449B9700-B1C0-4027-B56B-5F5117F10204}"/>
              </a:ext>
            </a:extLst>
          </p:cNvPr>
          <p:cNvGrpSpPr/>
          <p:nvPr/>
        </p:nvGrpSpPr>
        <p:grpSpPr>
          <a:xfrm>
            <a:off x="558396" y="1949494"/>
            <a:ext cx="8782050" cy="2295935"/>
            <a:chOff x="558396" y="1949494"/>
            <a:chExt cx="8782050" cy="2295935"/>
          </a:xfrm>
        </p:grpSpPr>
        <p:sp>
          <p:nvSpPr>
            <p:cNvPr id="17" name="모서리가 둥근 직사각형 4">
              <a:extLst>
                <a:ext uri="{FF2B5EF4-FFF2-40B4-BE49-F238E27FC236}">
                  <a16:creationId xmlns:a16="http://schemas.microsoft.com/office/drawing/2014/main" id="{930158F8-A5B7-4F97-8E44-C73FC55364FC}"/>
                </a:ext>
              </a:extLst>
            </p:cNvPr>
            <p:cNvSpPr/>
            <p:nvPr/>
          </p:nvSpPr>
          <p:spPr>
            <a:xfrm>
              <a:off x="558396" y="1949494"/>
              <a:ext cx="8782050" cy="229593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3"/>
            <a:srcRect r="24996"/>
            <a:stretch/>
          </p:blipFill>
          <p:spPr>
            <a:xfrm>
              <a:off x="703287" y="1998171"/>
              <a:ext cx="8636407" cy="2172866"/>
            </a:xfrm>
            <a:prstGeom prst="rect">
              <a:avLst/>
            </a:prstGeom>
          </p:spPr>
        </p:pic>
      </p:grpSp>
      <p:grpSp>
        <p:nvGrpSpPr>
          <p:cNvPr id="13" name="그룹 1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
        <p:nvSpPr>
          <p:cNvPr id="23" name="직사각형 22">
            <a:extLst>
              <a:ext uri="{FF2B5EF4-FFF2-40B4-BE49-F238E27FC236}">
                <a16:creationId xmlns:a16="http://schemas.microsoft.com/office/drawing/2014/main" id="{3D3FA8E4-F52C-47BC-9494-F889DBDECDE3}"/>
              </a:ext>
            </a:extLst>
          </p:cNvPr>
          <p:cNvSpPr/>
          <p:nvPr/>
        </p:nvSpPr>
        <p:spPr>
          <a:xfrm>
            <a:off x="580388" y="1413381"/>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vi-VN" altLang="ko-KR" sz="1400" dirty="0">
                <a:solidFill>
                  <a:schemeClr val="tx1"/>
                </a:solidFill>
                <a:latin typeface="SamsungOne-400" panose="020B0503030303020204" pitchFamily="34" charset="0"/>
                <a:ea typeface="SamsungOne-400" panose="020B0503030303020204" pitchFamily="34" charset="0"/>
              </a:rPr>
              <a:t>DataFrame được chuẩn hóa để không xảy ra tình trạng giảm hiệu suất do sự khác biệt về kích thước tương đối của dữ liệu số trong cột (mỗi biến).</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3">
            <a:extLst>
              <a:ext uri="{FF2B5EF4-FFF2-40B4-BE49-F238E27FC236}">
                <a16:creationId xmlns:a16="http://schemas.microsoft.com/office/drawing/2014/main" id="{340D2E26-3B87-405E-977A-7AA9CC42B563}"/>
              </a:ext>
            </a:extLst>
          </p:cNvPr>
          <p:cNvGrpSpPr/>
          <p:nvPr/>
        </p:nvGrpSpPr>
        <p:grpSpPr>
          <a:xfrm>
            <a:off x="557644" y="4341324"/>
            <a:ext cx="8782050" cy="1480978"/>
            <a:chOff x="557644" y="4341324"/>
            <a:chExt cx="8782050" cy="1480978"/>
          </a:xfrm>
        </p:grpSpPr>
        <p:sp>
          <p:nvSpPr>
            <p:cNvPr id="24" name="모서리가 둥근 직사각형 4">
              <a:extLst>
                <a:ext uri="{FF2B5EF4-FFF2-40B4-BE49-F238E27FC236}">
                  <a16:creationId xmlns:a16="http://schemas.microsoft.com/office/drawing/2014/main" id="{C3569CBD-5212-483A-A582-6794A42BDB63}"/>
                </a:ext>
              </a:extLst>
            </p:cNvPr>
            <p:cNvSpPr/>
            <p:nvPr/>
          </p:nvSpPr>
          <p:spPr>
            <a:xfrm>
              <a:off x="557644" y="4341324"/>
              <a:ext cx="8782050" cy="148097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5" name="그룹 24">
              <a:extLst>
                <a:ext uri="{FF2B5EF4-FFF2-40B4-BE49-F238E27FC236}">
                  <a16:creationId xmlns:a16="http://schemas.microsoft.com/office/drawing/2014/main" id="{F18919BF-DD65-4EDD-8E99-5FA6C053E53B}"/>
                </a:ext>
              </a:extLst>
            </p:cNvPr>
            <p:cNvGrpSpPr/>
            <p:nvPr/>
          </p:nvGrpSpPr>
          <p:grpSpPr>
            <a:xfrm>
              <a:off x="665154" y="4434225"/>
              <a:ext cx="2918106" cy="292388"/>
              <a:chOff x="732985" y="5582396"/>
              <a:chExt cx="2918106" cy="302131"/>
            </a:xfrm>
          </p:grpSpPr>
          <p:pic>
            <p:nvPicPr>
              <p:cNvPr id="27" name="Picture 2" descr="Byte - Free electronics icons">
                <a:extLst>
                  <a:ext uri="{FF2B5EF4-FFF2-40B4-BE49-F238E27FC236}">
                    <a16:creationId xmlns:a16="http://schemas.microsoft.com/office/drawing/2014/main" id="{E5CD2B9E-5402-4FD3-BC25-18C76183AF01}"/>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8" name="TextBox 27">
                <a:extLst>
                  <a:ext uri="{FF2B5EF4-FFF2-40B4-BE49-F238E27FC236}">
                    <a16:creationId xmlns:a16="http://schemas.microsoft.com/office/drawing/2014/main" id="{EE836FE5-4E63-409C-97E4-2898B8159708}"/>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15-1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6" name="TextBox 25">
              <a:extLst>
                <a:ext uri="{FF2B5EF4-FFF2-40B4-BE49-F238E27FC236}">
                  <a16:creationId xmlns:a16="http://schemas.microsoft.com/office/drawing/2014/main" id="{0800EE66-B78E-4CCD-A49E-31BBE412C7F6}"/>
                </a:ext>
              </a:extLst>
            </p:cNvPr>
            <p:cNvSpPr txBox="1"/>
            <p:nvPr/>
          </p:nvSpPr>
          <p:spPr>
            <a:xfrm>
              <a:off x="1024575" y="4769119"/>
              <a:ext cx="8210651" cy="400110"/>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Giá trị lớn nhất (max) và giá trị nhỏ nhất (min) được kiểm tra bằng thông tin thống kê tóm tắt của cột </a:t>
              </a:r>
              <a:r>
                <a:rPr lang="en-US" altLang="ko-KR" sz="1300" dirty="0">
                  <a:solidFill>
                    <a:prstClr val="black">
                      <a:lumMod val="85000"/>
                      <a:lumOff val="15000"/>
                    </a:prstClr>
                  </a:solidFill>
                  <a:latin typeface="SamsungOne-400" panose="020B0503030303020204" pitchFamily="34" charset="0"/>
                </a:rPr>
                <a:t>horsepower</a:t>
              </a:r>
              <a:r>
                <a:rPr lang="vi-VN" altLang="ko-KR" sz="1300" dirty="0">
                  <a:solidFill>
                    <a:prstClr val="black">
                      <a:lumMod val="85000"/>
                      <a:lumOff val="15000"/>
                    </a:prstClr>
                  </a:solidFill>
                  <a:latin typeface="SamsungOne-400" panose="020B0503030303020204" pitchFamily="34" charset="0"/>
                </a:rPr>
                <a:t>.</a:t>
              </a:r>
              <a:endParaRPr lang="ko-KR" altLang="en-US" sz="1300" dirty="0">
                <a:solidFill>
                  <a:prstClr val="black">
                    <a:lumMod val="85000"/>
                    <a:lumOff val="15000"/>
                  </a:prstClr>
                </a:solidFill>
                <a:latin typeface="SamsungOne-400" panose="020B0503030303020204" pitchFamily="34" charset="0"/>
              </a:endParaRPr>
            </a:p>
          </p:txBody>
        </p:sp>
        <p:grpSp>
          <p:nvGrpSpPr>
            <p:cNvPr id="15" name="그룹 14">
              <a:extLst>
                <a:ext uri="{FF2B5EF4-FFF2-40B4-BE49-F238E27FC236}">
                  <a16:creationId xmlns:a16="http://schemas.microsoft.com/office/drawing/2014/main" id="{9CD3137E-D8CD-4F8B-AC3F-1C1CB4A6E0A8}"/>
                </a:ext>
              </a:extLst>
            </p:cNvPr>
            <p:cNvGrpSpPr/>
            <p:nvPr/>
          </p:nvGrpSpPr>
          <p:grpSpPr>
            <a:xfrm>
              <a:off x="665154" y="5200449"/>
              <a:ext cx="8640559" cy="534949"/>
              <a:chOff x="665154" y="4535082"/>
              <a:chExt cx="8640559" cy="534949"/>
            </a:xfrm>
          </p:grpSpPr>
          <p:grpSp>
            <p:nvGrpSpPr>
              <p:cNvPr id="20" name="그룹 19">
                <a:extLst>
                  <a:ext uri="{FF2B5EF4-FFF2-40B4-BE49-F238E27FC236}">
                    <a16:creationId xmlns:a16="http://schemas.microsoft.com/office/drawing/2014/main" id="{A0324927-649E-4C3D-BA8A-23398B85929A}"/>
                  </a:ext>
                </a:extLst>
              </p:cNvPr>
              <p:cNvGrpSpPr/>
              <p:nvPr/>
            </p:nvGrpSpPr>
            <p:grpSpPr>
              <a:xfrm>
                <a:off x="665154" y="4535082"/>
                <a:ext cx="2918106" cy="292387"/>
                <a:chOff x="732985" y="5582396"/>
                <a:chExt cx="2918106" cy="302131"/>
              </a:xfrm>
            </p:grpSpPr>
            <p:pic>
              <p:nvPicPr>
                <p:cNvPr id="22" name="Picture 2" descr="Byte - Free electronics icons">
                  <a:extLst>
                    <a:ext uri="{FF2B5EF4-FFF2-40B4-BE49-F238E27FC236}">
                      <a16:creationId xmlns:a16="http://schemas.microsoft.com/office/drawing/2014/main" id="{7CB36460-3E07-4FF9-ADC3-0DC58BEB5C23}"/>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9" name="TextBox 28">
                  <a:extLst>
                    <a:ext uri="{FF2B5EF4-FFF2-40B4-BE49-F238E27FC236}">
                      <a16:creationId xmlns:a16="http://schemas.microsoft.com/office/drawing/2014/main" id="{CC09257F-90A0-43E8-965D-68BE6589FFC9}"/>
                    </a:ext>
                  </a:extLst>
                </p:cNvPr>
                <p:cNvSpPr txBox="1"/>
                <p:nvPr/>
              </p:nvSpPr>
              <p:spPr>
                <a:xfrm>
                  <a:off x="991766" y="5582396"/>
                  <a:ext cx="2659325" cy="302131"/>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15-4 ~ 15-6</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21" name="TextBox 20">
                <a:extLst>
                  <a:ext uri="{FF2B5EF4-FFF2-40B4-BE49-F238E27FC236}">
                    <a16:creationId xmlns:a16="http://schemas.microsoft.com/office/drawing/2014/main" id="{4E0F3E27-B54D-4493-BD8F-6129788922C4}"/>
                  </a:ext>
                </a:extLst>
              </p:cNvPr>
              <p:cNvSpPr txBox="1"/>
              <p:nvPr/>
            </p:nvSpPr>
            <p:spPr>
              <a:xfrm>
                <a:off x="1024575" y="4869976"/>
                <a:ext cx="8281138" cy="200055"/>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prstClr val="black">
                        <a:lumMod val="85000"/>
                        <a:lumOff val="15000"/>
                      </a:prstClr>
                    </a:solidFill>
                    <a:latin typeface="SamsungOne-400" panose="020B0503030303020204" pitchFamily="34" charset="0"/>
                  </a:rPr>
                  <a:t>Tất cả dữ liệu được chuẩn hóa và lưu trữ.</a:t>
                </a:r>
                <a:endParaRPr lang="ko-KR" altLang="en-US" sz="1300" dirty="0">
                  <a:solidFill>
                    <a:prstClr val="black">
                      <a:lumMod val="85000"/>
                      <a:lumOff val="15000"/>
                    </a:prstClr>
                  </a:solidFill>
                  <a:latin typeface="SamsungOne-400" panose="020B0503030303020204" pitchFamily="34" charset="0"/>
                </a:endParaRPr>
              </a:p>
            </p:txBody>
          </p:sp>
        </p:grpSp>
      </p:grpSp>
    </p:spTree>
    <p:extLst>
      <p:ext uri="{BB962C8B-B14F-4D97-AF65-F5344CB8AC3E}">
        <p14:creationId xmlns:p14="http://schemas.microsoft.com/office/powerpoint/2010/main" val="3625242630"/>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그룹 1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grpSp>
        <p:nvGrpSpPr>
          <p:cNvPr id="3" name="그룹 2">
            <a:extLst>
              <a:ext uri="{FF2B5EF4-FFF2-40B4-BE49-F238E27FC236}">
                <a16:creationId xmlns:a16="http://schemas.microsoft.com/office/drawing/2014/main" id="{75E7C812-F24C-4043-889D-757962D696F7}"/>
              </a:ext>
            </a:extLst>
          </p:cNvPr>
          <p:cNvGrpSpPr/>
          <p:nvPr/>
        </p:nvGrpSpPr>
        <p:grpSpPr>
          <a:xfrm>
            <a:off x="558396" y="1949494"/>
            <a:ext cx="8782050" cy="3794278"/>
            <a:chOff x="558396" y="1949494"/>
            <a:chExt cx="8782050" cy="3794278"/>
          </a:xfrm>
        </p:grpSpPr>
        <p:sp>
          <p:nvSpPr>
            <p:cNvPr id="20" name="모서리가 둥근 직사각형 4">
              <a:extLst>
                <a:ext uri="{FF2B5EF4-FFF2-40B4-BE49-F238E27FC236}">
                  <a16:creationId xmlns:a16="http://schemas.microsoft.com/office/drawing/2014/main" id="{930158F8-A5B7-4F97-8E44-C73FC55364FC}"/>
                </a:ext>
              </a:extLst>
            </p:cNvPr>
            <p:cNvSpPr/>
            <p:nvPr/>
          </p:nvSpPr>
          <p:spPr>
            <a:xfrm>
              <a:off x="558396" y="1949494"/>
              <a:ext cx="8782050" cy="379427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2" name="그룹 1">
              <a:extLst>
                <a:ext uri="{FF2B5EF4-FFF2-40B4-BE49-F238E27FC236}">
                  <a16:creationId xmlns:a16="http://schemas.microsoft.com/office/drawing/2014/main" id="{A9112AFB-ACE2-4369-BCC3-EBF2EE41C3CF}"/>
                </a:ext>
              </a:extLst>
            </p:cNvPr>
            <p:cNvGrpSpPr/>
            <p:nvPr/>
          </p:nvGrpSpPr>
          <p:grpSpPr>
            <a:xfrm>
              <a:off x="1307579" y="2042890"/>
              <a:ext cx="7218489" cy="3618358"/>
              <a:chOff x="1234444" y="1943654"/>
              <a:chExt cx="6262693" cy="3139253"/>
            </a:xfrm>
          </p:grpSpPr>
          <p:pic>
            <p:nvPicPr>
              <p:cNvPr id="30" name="그림 29"/>
              <p:cNvPicPr>
                <a:picLocks noChangeAspect="1"/>
              </p:cNvPicPr>
              <p:nvPr/>
            </p:nvPicPr>
            <p:blipFill rotWithShape="1">
              <a:blip r:embed="rId3"/>
              <a:srcRect l="5472" r="60090"/>
              <a:stretch/>
            </p:blipFill>
            <p:spPr>
              <a:xfrm>
                <a:off x="1234444" y="1971646"/>
                <a:ext cx="3410276" cy="3111261"/>
              </a:xfrm>
              <a:prstGeom prst="rect">
                <a:avLst/>
              </a:prstGeom>
            </p:spPr>
          </p:pic>
          <p:pic>
            <p:nvPicPr>
              <p:cNvPr id="31" name="그림 30"/>
              <p:cNvPicPr>
                <a:picLocks noChangeAspect="1"/>
              </p:cNvPicPr>
              <p:nvPr/>
            </p:nvPicPr>
            <p:blipFill rotWithShape="1">
              <a:blip r:embed="rId4"/>
              <a:srcRect r="66624"/>
              <a:stretch/>
            </p:blipFill>
            <p:spPr>
              <a:xfrm>
                <a:off x="4191883" y="1943654"/>
                <a:ext cx="3305254" cy="1714519"/>
              </a:xfrm>
              <a:prstGeom prst="rect">
                <a:avLst/>
              </a:prstGeom>
            </p:spPr>
          </p:pic>
        </p:grpSp>
      </p:grpSp>
      <p:sp>
        <p:nvSpPr>
          <p:cNvPr id="17" name="직사각형 16">
            <a:extLst>
              <a:ext uri="{FF2B5EF4-FFF2-40B4-BE49-F238E27FC236}">
                <a16:creationId xmlns:a16="http://schemas.microsoft.com/office/drawing/2014/main" id="{3D3FA8E4-F52C-47BC-9494-F889DBDECDE3}"/>
              </a:ext>
            </a:extLst>
          </p:cNvPr>
          <p:cNvSpPr/>
          <p:nvPr/>
        </p:nvSpPr>
        <p:spPr>
          <a:xfrm>
            <a:off x="580388" y="1413381"/>
            <a:ext cx="8887612"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vi-VN" altLang="ko-KR" sz="1400" dirty="0">
                <a:solidFill>
                  <a:schemeClr val="tx1"/>
                </a:solidFill>
                <a:latin typeface="SamsungOne-400" panose="020B0503030303020204" pitchFamily="34" charset="0"/>
                <a:ea typeface="SamsungOne-400" panose="020B0503030303020204" pitchFamily="34" charset="0"/>
              </a:rPr>
              <a:t>DataFrame được chuẩn hóa để không xảy ra tình trạng giảm hiệu suất do sự khác biệt về kích thước tương đối của dữ liệu số trong cột (mỗi biến).</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extLst>
      <p:ext uri="{BB962C8B-B14F-4D97-AF65-F5344CB8AC3E}">
        <p14:creationId xmlns:p14="http://schemas.microsoft.com/office/powerpoint/2010/main" val="600870961"/>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직사각형 9">
            <a:extLst>
              <a:ext uri="{FF2B5EF4-FFF2-40B4-BE49-F238E27FC236}">
                <a16:creationId xmlns:a16="http://schemas.microsoft.com/office/drawing/2014/main" id="{58B1BC1D-DFB7-4482-BA23-F01AD71B1BBE}"/>
              </a:ext>
            </a:extLst>
          </p:cNvPr>
          <p:cNvSpPr/>
          <p:nvPr/>
        </p:nvSpPr>
        <p:spPr>
          <a:xfrm>
            <a:off x="546895" y="1523719"/>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Bài</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tập</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coding </a:t>
            </a:r>
            <a:r>
              <a:rPr lang="en-US" altLang="ko-KR" sz="24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số</a:t>
            </a:r>
            <a:r>
              <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0110</a:t>
            </a:r>
          </a:p>
        </p:txBody>
      </p:sp>
      <p:grpSp>
        <p:nvGrpSpPr>
          <p:cNvPr id="11" name="그룹 10">
            <a:extLst>
              <a:ext uri="{FF2B5EF4-FFF2-40B4-BE49-F238E27FC236}">
                <a16:creationId xmlns:a16="http://schemas.microsoft.com/office/drawing/2014/main" id="{1FCE21F8-27BB-499E-BDCD-455D09CCEE7A}"/>
              </a:ext>
            </a:extLst>
          </p:cNvPr>
          <p:cNvGrpSpPr/>
          <p:nvPr/>
        </p:nvGrpSpPr>
        <p:grpSpPr>
          <a:xfrm>
            <a:off x="558798" y="2060849"/>
            <a:ext cx="8797129" cy="3960439"/>
            <a:chOff x="558798" y="2060849"/>
            <a:chExt cx="8797129" cy="3960439"/>
          </a:xfrm>
        </p:grpSpPr>
        <p:sp>
          <p:nvSpPr>
            <p:cNvPr id="15" name="직사각형 14">
              <a:extLst>
                <a:ext uri="{FF2B5EF4-FFF2-40B4-BE49-F238E27FC236}">
                  <a16:creationId xmlns:a16="http://schemas.microsoft.com/office/drawing/2014/main" id="{408360C6-86CC-4B95-8AF6-935FB534581B}"/>
                </a:ext>
              </a:extLst>
            </p:cNvPr>
            <p:cNvSpPr/>
            <p:nvPr/>
          </p:nvSpPr>
          <p:spPr>
            <a:xfrm>
              <a:off x="558799" y="2060849"/>
              <a:ext cx="8785225" cy="3960439"/>
            </a:xfrm>
            <a:prstGeom prst="rect">
              <a:avLst/>
            </a:prstGeom>
            <a:solidFill>
              <a:schemeClr val="accent5">
                <a:lumMod val="40000"/>
                <a:lumOff val="60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6" name="그룹 15">
              <a:extLst>
                <a:ext uri="{FF2B5EF4-FFF2-40B4-BE49-F238E27FC236}">
                  <a16:creationId xmlns:a16="http://schemas.microsoft.com/office/drawing/2014/main" id="{4825EDFD-C146-4085-BF2A-8F2D988FADD6}"/>
                </a:ext>
              </a:extLst>
            </p:cNvPr>
            <p:cNvGrpSpPr/>
            <p:nvPr/>
          </p:nvGrpSpPr>
          <p:grpSpPr>
            <a:xfrm>
              <a:off x="558798" y="3945816"/>
              <a:ext cx="8797129" cy="576572"/>
              <a:chOff x="4778069" y="4391025"/>
              <a:chExt cx="2349160" cy="431802"/>
            </a:xfrm>
          </p:grpSpPr>
          <p:sp>
            <p:nvSpPr>
              <p:cNvPr id="20" name="직사각형 19">
                <a:extLst>
                  <a:ext uri="{FF2B5EF4-FFF2-40B4-BE49-F238E27FC236}">
                    <a16:creationId xmlns:a16="http://schemas.microsoft.com/office/drawing/2014/main" id="{A1DBEF88-4920-4585-88B9-631ED15E213F}"/>
                  </a:ext>
                </a:extLst>
              </p:cNvPr>
              <p:cNvSpPr/>
              <p:nvPr/>
            </p:nvSpPr>
            <p:spPr>
              <a:xfrm>
                <a:off x="4778069" y="4391025"/>
                <a:ext cx="2349160" cy="43180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lightRig rig="threePt" dir="t"/>
                </a:scene3d>
                <a:sp3d>
                  <a:bevelT w="0" h="6350"/>
                </a:sp3d>
              </a:bodyPr>
              <a:lstStyle/>
              <a:p>
                <a:pPr algn="ctr"/>
                <a:endParaRPr lang="ko-KR" altLang="en-US" sz="2000" dirty="0"/>
              </a:p>
            </p:txBody>
          </p:sp>
          <p:sp>
            <p:nvSpPr>
              <p:cNvPr id="21" name="직사각형 133">
                <a:extLst>
                  <a:ext uri="{FF2B5EF4-FFF2-40B4-BE49-F238E27FC236}">
                    <a16:creationId xmlns:a16="http://schemas.microsoft.com/office/drawing/2014/main" id="{F3492E0D-A01E-4482-883B-46C1DE092A82}"/>
                  </a:ext>
                </a:extLst>
              </p:cNvPr>
              <p:cNvSpPr/>
              <p:nvPr/>
            </p:nvSpPr>
            <p:spPr>
              <a:xfrm>
                <a:off x="4852511" y="4528465"/>
                <a:ext cx="2200275" cy="2304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algn="ctr"/>
                <a:r>
                  <a:rPr lang="vi-VN" altLang="ko-KR" sz="2000" dirty="0">
                    <a:solidFill>
                      <a:schemeClr val="bg1"/>
                    </a:solidFill>
                    <a:latin typeface="SamsungOne-700" panose="020B0803030303020204" pitchFamily="34" charset="0"/>
                    <a:ea typeface="SamsungOne-700" panose="020B0803030303020204" pitchFamily="34" charset="0"/>
                    <a:cs typeface="iCiel Samsung Sharp Sans Bold" pitchFamily="2" charset="0"/>
                  </a:rPr>
                  <a:t>Làm theo các bước thực hành trên tệp 'ex_0110.ipynb'</a:t>
                </a:r>
                <a:endParaRPr lang="ko-KR" altLang="en-US" sz="2000" b="1" dirty="0">
                  <a:solidFill>
                    <a:schemeClr val="bg1"/>
                  </a:solidFill>
                  <a:latin typeface="SamsungOne-700" panose="020B0803030303020204" pitchFamily="34" charset="0"/>
                  <a:ea typeface="Samsung Sharp Sans" pitchFamily="2" charset="0"/>
                  <a:cs typeface="iCiel Samsung Sharp Sans Bold" pitchFamily="2" charset="0"/>
                </a:endParaRPr>
              </a:p>
            </p:txBody>
          </p:sp>
        </p:grpSp>
        <p:pic>
          <p:nvPicPr>
            <p:cNvPr id="17" name="그림 16" descr="텍스트, 클립아트이(가) 표시된 사진&#10;&#10;자동 생성된 설명">
              <a:extLst>
                <a:ext uri="{FF2B5EF4-FFF2-40B4-BE49-F238E27FC236}">
                  <a16:creationId xmlns:a16="http://schemas.microsoft.com/office/drawing/2014/main" id="{8D8BAD88-F3D9-421F-B62A-7C6ABDE12563}"/>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8593" t="14475" r="51947" b="14299"/>
            <a:stretch/>
          </p:blipFill>
          <p:spPr>
            <a:xfrm>
              <a:off x="4370123" y="2647560"/>
              <a:ext cx="1162577" cy="1174440"/>
            </a:xfrm>
            <a:prstGeom prst="ellipse">
              <a:avLst/>
            </a:prstGeom>
          </p:spPr>
        </p:pic>
      </p:gr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3.5.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Kỹ</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thuật</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đặc</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trưng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dữ</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liệu</a:t>
              </a:r>
              <a:endParaRPr lang="ko-KR" altLang="en-US" dirty="0">
                <a:solidFill>
                  <a:prstClr val="white"/>
                </a:solidFill>
                <a:latin typeface="iCiel Samsung Sharp Sans Medium" pitchFamily="2" charset="0"/>
                <a:cs typeface="iCiel Samsung Sharp Sans Medium" pitchFamily="2" charset="0"/>
              </a:endParaRPr>
            </a:p>
          </p:txBody>
        </p:sp>
        <p:sp>
          <p:nvSpPr>
            <p:cNvPr id="14" name="직사각형 1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03</a:t>
              </a:r>
            </a:p>
          </p:txBody>
        </p:sp>
      </p:grpSp>
    </p:spTree>
    <p:extLst>
      <p:ext uri="{BB962C8B-B14F-4D97-AF65-F5344CB8AC3E}">
        <p14:creationId xmlns:p14="http://schemas.microsoft.com/office/powerpoint/2010/main" val="1568576792"/>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직사각형 133">
            <a:extLst>
              <a:ext uri="{FF2B5EF4-FFF2-40B4-BE49-F238E27FC236}">
                <a16:creationId xmlns:a16="http://schemas.microsoft.com/office/drawing/2014/main" id="{551F01E8-8777-4A7B-AD71-63E7C805C68C}"/>
              </a:ext>
            </a:extLst>
          </p:cNvPr>
          <p:cNvSpPr/>
          <p:nvPr/>
        </p:nvSpPr>
        <p:spPr>
          <a:xfrm>
            <a:off x="912070" y="3133792"/>
            <a:ext cx="8143798" cy="98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defTabSz="457063" fontAlgn="base" latinLnBrk="1">
              <a:spcBef>
                <a:spcPct val="0"/>
              </a:spcBef>
              <a:spcAft>
                <a:spcPct val="0"/>
              </a:spcAft>
              <a:defRPr/>
            </a:pPr>
            <a:r>
              <a:rPr kumimoji="1" lang="en-US" altLang="ko-KR" sz="3200" b="1" dirty="0" err="1">
                <a:solidFill>
                  <a:prstClr val="black"/>
                </a:solidFill>
                <a:latin typeface="iCiel Samsung Sharp Sans Regular" pitchFamily="2" charset="77"/>
                <a:cs typeface="iCiel Samsung Sharp Sans Regular" pitchFamily="2" charset="77"/>
              </a:rPr>
              <a:t>Trực</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quan</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hóa</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dữ</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liệu</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cho</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các</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dữ</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liệu</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có</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quy</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mô</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khác</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nhau</a:t>
            </a:r>
            <a:endParaRPr kumimoji="1" lang="ko-KR" altLang="en-US" sz="3200" b="1" dirty="0">
              <a:solidFill>
                <a:prstClr val="black"/>
              </a:solidFill>
              <a:latin typeface="iCiel Samsung Sharp Sans Regular" pitchFamily="2" charset="77"/>
              <a:cs typeface="iCiel Samsung Sharp Sans Regular" pitchFamily="2" charset="77"/>
            </a:endParaRPr>
          </a:p>
        </p:txBody>
      </p:sp>
      <p:sp>
        <p:nvSpPr>
          <p:cNvPr id="21" name="직사각형 133">
            <a:extLst>
              <a:ext uri="{FF2B5EF4-FFF2-40B4-BE49-F238E27FC236}">
                <a16:creationId xmlns:a16="http://schemas.microsoft.com/office/drawing/2014/main" id="{F30E60FD-5340-4E90-99F1-BB9E55EB305D}"/>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457063" fontAlgn="base" latinLnBrk="1">
              <a:spcBef>
                <a:spcPct val="0"/>
              </a:spcBef>
              <a:spcAft>
                <a:spcPct val="0"/>
              </a:spcAft>
              <a:defRPr/>
            </a:pPr>
            <a:r>
              <a:rPr kumimoji="1" lang="en-US" altLang="ko-KR" sz="1999" b="1" dirty="0" err="1">
                <a:solidFill>
                  <a:prstClr val="white">
                    <a:lumMod val="50000"/>
                  </a:prstClr>
                </a:solidFill>
                <a:latin typeface="iCiel Samsung Sharp Sans Regular" pitchFamily="2" charset="77"/>
                <a:ea typeface="iCiel Samsung Sharp Sans Regular" pitchFamily="2" charset="77"/>
                <a:cs typeface="iCiel Samsung Sharp Sans Regular" pitchFamily="2" charset="77"/>
              </a:rPr>
              <a:t>Bài</a:t>
            </a:r>
            <a:r>
              <a:rPr kumimoji="1" lang="en-US" altLang="ko-KR" sz="1999" b="1" dirty="0">
                <a:solidFill>
                  <a:prstClr val="white">
                    <a:lumMod val="50000"/>
                  </a:prstClr>
                </a:solidFill>
                <a:latin typeface="iCiel Samsung Sharp Sans Regular" pitchFamily="2" charset="77"/>
                <a:ea typeface="iCiel Samsung Sharp Sans Regular" pitchFamily="2" charset="77"/>
                <a:cs typeface="iCiel Samsung Sharp Sans Regular" pitchFamily="2" charset="77"/>
              </a:rPr>
              <a:t> 4. </a:t>
            </a:r>
            <a:endParaRPr kumimoji="1" lang="en-US" altLang="ko-KR" sz="5398" b="1" dirty="0">
              <a:solidFill>
                <a:prstClr val="white">
                  <a:lumMod val="50000"/>
                </a:prstClr>
              </a:solidFill>
              <a:latin typeface="iCiel Samsung Sharp Sans Regular" pitchFamily="2" charset="77"/>
              <a:ea typeface="iCiel Samsung Sharp Sans Regular" pitchFamily="2" charset="77"/>
              <a:cs typeface="iCiel Samsung Sharp Sans Regular" pitchFamily="2" charset="77"/>
            </a:endParaRPr>
          </a:p>
        </p:txBody>
      </p:sp>
      <p:grpSp>
        <p:nvGrpSpPr>
          <p:cNvPr id="2" name="그룹 1"/>
          <p:cNvGrpSpPr/>
          <p:nvPr/>
        </p:nvGrpSpPr>
        <p:grpSpPr>
          <a:xfrm>
            <a:off x="930678" y="4580347"/>
            <a:ext cx="8341214" cy="1137457"/>
            <a:chOff x="930678" y="4580347"/>
            <a:chExt cx="8341214" cy="1137457"/>
          </a:xfrm>
        </p:grpSpPr>
        <p:sp>
          <p:nvSpPr>
            <p:cNvPr id="23" name="직사각형 22">
              <a:extLst>
                <a:ext uri="{FF2B5EF4-FFF2-40B4-BE49-F238E27FC236}">
                  <a16:creationId xmlns:a16="http://schemas.microsoft.com/office/drawing/2014/main" id="{8CEA84EE-1CFD-4B57-A1C8-06A1AB4ACA44}"/>
                </a:ext>
              </a:extLst>
            </p:cNvPr>
            <p:cNvSpPr/>
            <p:nvPr/>
          </p:nvSpPr>
          <p:spPr>
            <a:xfrm>
              <a:off x="1113499" y="4581541"/>
              <a:ext cx="4201101"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prstClr val="black">
                      <a:lumMod val="75000"/>
                      <a:lumOff val="25000"/>
                    </a:prstClr>
                  </a:solidFill>
                  <a:latin typeface="SamsungOne-700" panose="020B0803030303020204" pitchFamily="34" charset="0"/>
                  <a:ea typeface="SamsungOne-700" panose="020B0803030303020204" pitchFamily="34" charset="0"/>
                </a:rPr>
                <a:t>4.1. </a:t>
              </a:r>
              <a:r>
                <a:rPr kumimoji="1" lang="en-US" altLang="ko-KR" sz="1799" dirty="0" err="1">
                  <a:solidFill>
                    <a:prstClr val="black">
                      <a:lumMod val="75000"/>
                      <a:lumOff val="25000"/>
                    </a:prstClr>
                  </a:solidFill>
                  <a:latin typeface="SamsungOne-700" panose="020B0803030303020204" pitchFamily="34" charset="0"/>
                  <a:ea typeface="SamsungOne-700" panose="020B0803030303020204" pitchFamily="34" charset="0"/>
                </a:rPr>
                <a:t>Giới</a:t>
              </a:r>
              <a:r>
                <a:rPr kumimoji="1" lang="en-US" altLang="ko-KR" sz="1799"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sz="1799" dirty="0" err="1">
                  <a:solidFill>
                    <a:prstClr val="black">
                      <a:lumMod val="75000"/>
                      <a:lumOff val="25000"/>
                    </a:prstClr>
                  </a:solidFill>
                  <a:latin typeface="SamsungOne-700" panose="020B0803030303020204" pitchFamily="34" charset="0"/>
                  <a:ea typeface="SamsungOne-700" panose="020B0803030303020204" pitchFamily="34" charset="0"/>
                </a:rPr>
                <a:t>thiệu</a:t>
              </a:r>
              <a:r>
                <a:rPr kumimoji="1" lang="en-US" altLang="ko-KR" sz="1799"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sz="1799" dirty="0" err="1">
                  <a:solidFill>
                    <a:prstClr val="black">
                      <a:lumMod val="75000"/>
                      <a:lumOff val="25000"/>
                    </a:prstClr>
                  </a:solidFill>
                  <a:latin typeface="SamsungOne-700" panose="020B0803030303020204" pitchFamily="34" charset="0"/>
                  <a:ea typeface="SamsungOne-700" panose="020B0803030303020204" pitchFamily="34" charset="0"/>
                </a:rPr>
                <a:t>về</a:t>
              </a:r>
              <a:r>
                <a:rPr kumimoji="1" lang="en-US" altLang="ko-KR" sz="1799"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sz="1799" dirty="0" err="1">
                  <a:solidFill>
                    <a:prstClr val="black">
                      <a:lumMod val="75000"/>
                      <a:lumOff val="25000"/>
                    </a:prstClr>
                  </a:solidFill>
                  <a:latin typeface="SamsungOne-700" panose="020B0803030303020204" pitchFamily="34" charset="0"/>
                  <a:ea typeface="SamsungOne-700" panose="020B0803030303020204" pitchFamily="34" charset="0"/>
                </a:rPr>
                <a:t>trực</a:t>
              </a:r>
              <a:r>
                <a:rPr kumimoji="1" lang="en-US" altLang="ko-KR" sz="1799"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sz="1799" dirty="0" err="1">
                  <a:solidFill>
                    <a:prstClr val="black">
                      <a:lumMod val="75000"/>
                      <a:lumOff val="25000"/>
                    </a:prstClr>
                  </a:solidFill>
                  <a:latin typeface="SamsungOne-700" panose="020B0803030303020204" pitchFamily="34" charset="0"/>
                  <a:ea typeface="SamsungOne-700" panose="020B0803030303020204" pitchFamily="34" charset="0"/>
                </a:rPr>
                <a:t>quan</a:t>
              </a:r>
              <a:r>
                <a:rPr kumimoji="1" lang="en-US" altLang="ko-KR" sz="1799"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sz="1799" dirty="0" err="1">
                  <a:solidFill>
                    <a:prstClr val="black">
                      <a:lumMod val="75000"/>
                      <a:lumOff val="25000"/>
                    </a:prstClr>
                  </a:solidFill>
                  <a:latin typeface="SamsungOne-700" panose="020B0803030303020204" pitchFamily="34" charset="0"/>
                  <a:ea typeface="SamsungOne-700" panose="020B0803030303020204" pitchFamily="34" charset="0"/>
                </a:rPr>
                <a:t>hóa</a:t>
              </a:r>
              <a:r>
                <a:rPr kumimoji="1" lang="en-US" altLang="ko-KR" sz="1799"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sz="1799" dirty="0" err="1">
                  <a:solidFill>
                    <a:prstClr val="black">
                      <a:lumMod val="75000"/>
                      <a:lumOff val="25000"/>
                    </a:prstClr>
                  </a:solidFill>
                  <a:latin typeface="SamsungOne-700" panose="020B0803030303020204" pitchFamily="34" charset="0"/>
                  <a:ea typeface="SamsungOne-700" panose="020B0803030303020204" pitchFamily="34" charset="0"/>
                </a:rPr>
                <a:t>dữ</a:t>
              </a:r>
              <a:r>
                <a:rPr kumimoji="1" lang="en-US" altLang="ko-KR" sz="1799" dirty="0">
                  <a:solidFill>
                    <a:prstClr val="black">
                      <a:lumMod val="75000"/>
                      <a:lumOff val="25000"/>
                    </a:prstClr>
                  </a:solidFill>
                  <a:latin typeface="SamsungOne-700" panose="020B0803030303020204" pitchFamily="34" charset="0"/>
                  <a:ea typeface="SamsungOne-700" panose="020B0803030303020204" pitchFamily="34" charset="0"/>
                </a:rPr>
                <a:t> </a:t>
              </a:r>
              <a:r>
                <a:rPr kumimoji="1" lang="en-US" altLang="ko-KR" sz="1799" dirty="0" err="1">
                  <a:solidFill>
                    <a:prstClr val="black">
                      <a:lumMod val="75000"/>
                      <a:lumOff val="25000"/>
                    </a:prstClr>
                  </a:solidFill>
                  <a:latin typeface="SamsungOne-700" panose="020B0803030303020204" pitchFamily="34" charset="0"/>
                  <a:ea typeface="SamsungOne-700" panose="020B0803030303020204" pitchFamily="34" charset="0"/>
                </a:rPr>
                <a:t>liệu</a:t>
              </a:r>
              <a:endParaRPr kumimoji="1" lang="ko-KR" altLang="en-US" sz="1799" dirty="0">
                <a:solidFill>
                  <a:prstClr val="black">
                    <a:lumMod val="75000"/>
                    <a:lumOff val="25000"/>
                  </a:prstClr>
                </a:solidFill>
                <a:latin typeface="SamsungOne-700" panose="020B0803030303020204" pitchFamily="34" charset="0"/>
                <a:ea typeface="SamsungOne-700" panose="020B0803030303020204" pitchFamily="34" charset="0"/>
              </a:endParaRPr>
            </a:p>
          </p:txBody>
        </p:sp>
        <p:sp>
          <p:nvSpPr>
            <p:cNvPr id="24" name="직사각형 23">
              <a:extLst>
                <a:ext uri="{FF2B5EF4-FFF2-40B4-BE49-F238E27FC236}">
                  <a16:creationId xmlns:a16="http://schemas.microsoft.com/office/drawing/2014/main" id="{490AEC04-CD1D-4B88-858B-CBB56559D797}"/>
                </a:ext>
              </a:extLst>
            </p:cNvPr>
            <p:cNvSpPr/>
            <p:nvPr/>
          </p:nvSpPr>
          <p:spPr>
            <a:xfrm>
              <a:off x="930678" y="4580348"/>
              <a:ext cx="35988" cy="251919"/>
            </a:xfrm>
            <a:prstGeom prst="rect">
              <a:avLst/>
            </a:prstGeom>
            <a:solidFill>
              <a:srgbClr val="1429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srgbClr val="1429A0"/>
                </a:solidFill>
                <a:latin typeface="Calibri" panose="020F0502020204030204"/>
                <a:ea typeface="맑은 고딕" panose="020B0503020000020004" pitchFamily="50" charset="-127"/>
              </a:endParaRPr>
            </a:p>
          </p:txBody>
        </p:sp>
        <p:sp>
          <p:nvSpPr>
            <p:cNvPr id="26" name="직사각형 25">
              <a:extLst>
                <a:ext uri="{FF2B5EF4-FFF2-40B4-BE49-F238E27FC236}">
                  <a16:creationId xmlns:a16="http://schemas.microsoft.com/office/drawing/2014/main" id="{475B5DE5-347D-4119-80E7-2377740127D9}"/>
                </a:ext>
              </a:extLst>
            </p:cNvPr>
            <p:cNvSpPr/>
            <p:nvPr/>
          </p:nvSpPr>
          <p:spPr>
            <a:xfrm>
              <a:off x="1113499" y="5011238"/>
              <a:ext cx="4303793"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4.2.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Đồ</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thị</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để</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tóm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tắt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liên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tục</a:t>
              </a:r>
              <a:endParaRPr kumimoji="1" lang="ko-KR" altLang="en-US"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27" name="직사각형 26">
              <a:extLst>
                <a:ext uri="{FF2B5EF4-FFF2-40B4-BE49-F238E27FC236}">
                  <a16:creationId xmlns:a16="http://schemas.microsoft.com/office/drawing/2014/main" id="{42D16157-71AB-4EEC-81F2-DE5463F000C0}"/>
                </a:ext>
              </a:extLst>
            </p:cNvPr>
            <p:cNvSpPr/>
            <p:nvPr/>
          </p:nvSpPr>
          <p:spPr>
            <a:xfrm>
              <a:off x="930678" y="5010044"/>
              <a:ext cx="35988" cy="251919"/>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sp>
          <p:nvSpPr>
            <p:cNvPr id="29" name="직사각형 43">
              <a:extLst>
                <a:ext uri="{FF2B5EF4-FFF2-40B4-BE49-F238E27FC236}">
                  <a16:creationId xmlns:a16="http://schemas.microsoft.com/office/drawing/2014/main" id="{7C361C6F-D073-4FC0-8ED0-8901EA9A95A1}"/>
                </a:ext>
              </a:extLst>
            </p:cNvPr>
            <p:cNvSpPr/>
            <p:nvPr/>
          </p:nvSpPr>
          <p:spPr>
            <a:xfrm>
              <a:off x="1113499" y="5440933"/>
              <a:ext cx="4602547"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4.3.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Đồ</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thị</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để</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tóm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tắt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phân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loại</a:t>
              </a:r>
              <a:endParaRPr kumimoji="1" lang="ko-KR" altLang="en-US"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30" name="직사각형 44">
              <a:extLst>
                <a:ext uri="{FF2B5EF4-FFF2-40B4-BE49-F238E27FC236}">
                  <a16:creationId xmlns:a16="http://schemas.microsoft.com/office/drawing/2014/main" id="{84CE6F1A-F6A5-409C-BD43-5542C2321C7A}"/>
                </a:ext>
              </a:extLst>
            </p:cNvPr>
            <p:cNvSpPr/>
            <p:nvPr/>
          </p:nvSpPr>
          <p:spPr>
            <a:xfrm>
              <a:off x="930678" y="5439740"/>
              <a:ext cx="35988" cy="251919"/>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sp>
          <p:nvSpPr>
            <p:cNvPr id="14" name="직사각형 43">
              <a:extLst>
                <a:ext uri="{FF2B5EF4-FFF2-40B4-BE49-F238E27FC236}">
                  <a16:creationId xmlns:a16="http://schemas.microsoft.com/office/drawing/2014/main" id="{E636EDF9-BD08-4EFB-ABDD-A5E21AC16A7F}"/>
                </a:ext>
              </a:extLst>
            </p:cNvPr>
            <p:cNvSpPr/>
            <p:nvPr/>
          </p:nvSpPr>
          <p:spPr>
            <a:xfrm>
              <a:off x="5716046" y="4583042"/>
              <a:ext cx="3555846" cy="5537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4.4.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Trực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quan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hóa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cho</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Matplotlib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vi-VN" altLang="ko-KR" sz="1799" dirty="0">
                  <a:solidFill>
                    <a:prstClr val="white">
                      <a:lumMod val="65000"/>
                    </a:prstClr>
                  </a:solidFill>
                  <a:latin typeface="SamsungOne-400" panose="020B0503030303020204" pitchFamily="34" charset="0"/>
                  <a:ea typeface="SamsungOne-400" panose="020B0503030303020204" pitchFamily="34" charset="0"/>
                </a:rPr>
                <a:t>pandas</a:t>
              </a:r>
              <a:endParaRPr kumimoji="1" lang="ko-KR" altLang="en-US"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15" name="직사각형 44">
              <a:extLst>
                <a:ext uri="{FF2B5EF4-FFF2-40B4-BE49-F238E27FC236}">
                  <a16:creationId xmlns:a16="http://schemas.microsoft.com/office/drawing/2014/main" id="{3AA1A5AD-7960-4AA6-9E10-73E6C03E42DC}"/>
                </a:ext>
              </a:extLst>
            </p:cNvPr>
            <p:cNvSpPr/>
            <p:nvPr/>
          </p:nvSpPr>
          <p:spPr>
            <a:xfrm>
              <a:off x="5548675" y="4580347"/>
              <a:ext cx="35988" cy="251920"/>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sp>
          <p:nvSpPr>
            <p:cNvPr id="22" name="직사각형 43">
              <a:extLst>
                <a:ext uri="{FF2B5EF4-FFF2-40B4-BE49-F238E27FC236}">
                  <a16:creationId xmlns:a16="http://schemas.microsoft.com/office/drawing/2014/main" id="{E636EDF9-BD08-4EFB-ABDD-A5E21AC16A7F}"/>
                </a:ext>
              </a:extLst>
            </p:cNvPr>
            <p:cNvSpPr/>
            <p:nvPr/>
          </p:nvSpPr>
          <p:spPr>
            <a:xfrm>
              <a:off x="5716046" y="5425510"/>
              <a:ext cx="3555846"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4.5.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Vẽ</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đồ</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thị</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nâng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cao</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với</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Seaborn</a:t>
              </a:r>
            </a:p>
          </p:txBody>
        </p:sp>
        <p:sp>
          <p:nvSpPr>
            <p:cNvPr id="25" name="직사각형 44">
              <a:extLst>
                <a:ext uri="{FF2B5EF4-FFF2-40B4-BE49-F238E27FC236}">
                  <a16:creationId xmlns:a16="http://schemas.microsoft.com/office/drawing/2014/main" id="{3AA1A5AD-7960-4AA6-9E10-73E6C03E42DC}"/>
                </a:ext>
              </a:extLst>
            </p:cNvPr>
            <p:cNvSpPr/>
            <p:nvPr/>
          </p:nvSpPr>
          <p:spPr>
            <a:xfrm>
              <a:off x="5548675" y="5294785"/>
              <a:ext cx="35988" cy="251920"/>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grpSp>
    </p:spTree>
    <p:custDataLst>
      <p:tags r:id="rId1"/>
    </p:custDataLst>
    <p:extLst>
      <p:ext uri="{BB962C8B-B14F-4D97-AF65-F5344CB8AC3E}">
        <p14:creationId xmlns:p14="http://schemas.microsoft.com/office/powerpoint/2010/main" val="851581831"/>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그룹 14">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4.1.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Giới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về</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aphicFrame>
        <p:nvGraphicFramePr>
          <p:cNvPr id="14" name="표 13">
            <a:extLst>
              <a:ext uri="{FF2B5EF4-FFF2-40B4-BE49-F238E27FC236}">
                <a16:creationId xmlns:a16="http://schemas.microsoft.com/office/drawing/2014/main" id="{D51A8A2C-33F7-43CA-8DCC-53737E3AC35D}"/>
              </a:ext>
            </a:extLst>
          </p:cNvPr>
          <p:cNvGraphicFramePr>
            <a:graphicFrameLocks noGrp="1"/>
          </p:cNvGraphicFramePr>
          <p:nvPr>
            <p:extLst>
              <p:ext uri="{D42A27DB-BD31-4B8C-83A1-F6EECF244321}">
                <p14:modId xmlns:p14="http://schemas.microsoft.com/office/powerpoint/2010/main" val="2590086259"/>
              </p:ext>
            </p:extLst>
          </p:nvPr>
        </p:nvGraphicFramePr>
        <p:xfrm>
          <a:off x="577529" y="2274630"/>
          <a:ext cx="8781033" cy="2766784"/>
        </p:xfrm>
        <a:graphic>
          <a:graphicData uri="http://schemas.openxmlformats.org/drawingml/2006/table">
            <a:tbl>
              <a:tblPr firstRow="1" bandRow="1">
                <a:tableStyleId>{5C22544A-7EE6-4342-B048-85BDC9FD1C3A}</a:tableStyleId>
              </a:tblPr>
              <a:tblGrid>
                <a:gridCol w="1295251">
                  <a:extLst>
                    <a:ext uri="{9D8B030D-6E8A-4147-A177-3AD203B41FA5}">
                      <a16:colId xmlns:a16="http://schemas.microsoft.com/office/drawing/2014/main" val="2893669326"/>
                    </a:ext>
                  </a:extLst>
                </a:gridCol>
                <a:gridCol w="3742891">
                  <a:extLst>
                    <a:ext uri="{9D8B030D-6E8A-4147-A177-3AD203B41FA5}">
                      <a16:colId xmlns:a16="http://schemas.microsoft.com/office/drawing/2014/main" val="20001"/>
                    </a:ext>
                  </a:extLst>
                </a:gridCol>
                <a:gridCol w="3742891">
                  <a:extLst>
                    <a:ext uri="{9D8B030D-6E8A-4147-A177-3AD203B41FA5}">
                      <a16:colId xmlns:a16="http://schemas.microsoft.com/office/drawing/2014/main" val="2723376963"/>
                    </a:ext>
                  </a:extLst>
                </a:gridCol>
              </a:tblGrid>
              <a:tr h="450155">
                <a:tc>
                  <a:txBody>
                    <a:bodyPr/>
                    <a:lstStyle/>
                    <a:p>
                      <a:pPr algn="ctr" latinLnBrk="1"/>
                      <a:r>
                        <a:rPr lang="vi-VN" altLang="ko-KR" sz="1300" i="0" dirty="0">
                          <a:solidFill>
                            <a:schemeClr val="tx1"/>
                          </a:solidFill>
                          <a:latin typeface="SamsungOne-700" panose="020B0803030303020204" pitchFamily="34" charset="0"/>
                        </a:rPr>
                        <a:t>Biến</a:t>
                      </a:r>
                      <a:endParaRPr lang="ko-KR" altLang="en-US" sz="1300" i="0" dirty="0">
                        <a:solidFill>
                          <a:schemeClr val="tx1"/>
                        </a:solidFill>
                        <a:latin typeface="SamsungOne-700" panose="020B0803030303020204" pitchFamily="34" charset="0"/>
                      </a:endParaRPr>
                    </a:p>
                  </a:txBody>
                  <a:tcPr anchor="ctr">
                    <a:lnL w="12700" cmpd="sng">
                      <a:noFill/>
                    </a:lnL>
                    <a:lnR w="6350" cap="flat" cmpd="sng" algn="ctr">
                      <a:solidFill>
                        <a:schemeClr val="bg1">
                          <a:lumMod val="75000"/>
                        </a:schemeClr>
                      </a:solidFill>
                      <a:prstDash val="solid"/>
                      <a:round/>
                      <a:headEnd type="none" w="med" len="med"/>
                      <a:tailEnd type="none" w="med" len="med"/>
                    </a:lnR>
                    <a:lnT w="12700" cap="flat" cmpd="sng" algn="ctr">
                      <a:solidFill>
                        <a:srgbClr val="0033CC"/>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1"/>
                      <a:r>
                        <a:rPr lang="vi-VN" altLang="ko-KR" sz="1300" i="0" dirty="0">
                          <a:solidFill>
                            <a:schemeClr val="tx1"/>
                          </a:solidFill>
                          <a:latin typeface="SamsungOne-700" panose="020B0803030303020204" pitchFamily="34" charset="0"/>
                        </a:rPr>
                        <a:t>Loại biến</a:t>
                      </a:r>
                      <a:endParaRPr lang="ko-KR" altLang="en-US" sz="1300" i="0" dirty="0">
                        <a:solidFill>
                          <a:schemeClr val="tx1"/>
                        </a:solidFill>
                        <a:latin typeface="SamsungOne-700" panose="020B0803030303020204" pitchFamily="34"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0033CC"/>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1"/>
                      <a:r>
                        <a:rPr lang="vi-VN" altLang="ko-KR" sz="1300" i="0" dirty="0">
                          <a:solidFill>
                            <a:schemeClr val="tx1"/>
                          </a:solidFill>
                          <a:latin typeface="SamsungOne-700" panose="020B0803030303020204" pitchFamily="34" charset="0"/>
                        </a:rPr>
                        <a:t>Tỉ lệ tăng trưởng</a:t>
                      </a:r>
                      <a:endParaRPr lang="ko-KR" altLang="en-US" sz="1300" i="0" dirty="0">
                        <a:solidFill>
                          <a:schemeClr val="tx1"/>
                        </a:solidFill>
                        <a:latin typeface="SamsungOne-700" panose="020B0803030303020204" pitchFamily="34" charset="0"/>
                      </a:endParaRPr>
                    </a:p>
                  </a:txBody>
                  <a:tcPr anchor="ctr">
                    <a:lnL w="6350" cap="flat" cmpd="sng" algn="ctr">
                      <a:solidFill>
                        <a:schemeClr val="bg1">
                          <a:lumMod val="75000"/>
                        </a:schemeClr>
                      </a:solidFill>
                      <a:prstDash val="solid"/>
                      <a:round/>
                      <a:headEnd type="none" w="med" len="med"/>
                      <a:tailEnd type="none" w="med" len="med"/>
                    </a:lnL>
                    <a:lnR w="12700" cmpd="sng">
                      <a:noFill/>
                    </a:lnR>
                    <a:lnT w="12700" cap="flat" cmpd="sng" algn="ctr">
                      <a:solidFill>
                        <a:srgbClr val="0033CC"/>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2132271493"/>
                  </a:ext>
                </a:extLst>
              </a:tr>
              <a:tr h="1410115">
                <a:tc rowSpan="2">
                  <a:txBody>
                    <a:bodyPr/>
                    <a:lstStyle/>
                    <a:p>
                      <a:pPr algn="ctr" latinLnBrk="1">
                        <a:lnSpc>
                          <a:spcPct val="150000"/>
                        </a:lnSpc>
                      </a:pPr>
                      <a:r>
                        <a:rPr lang="vi-VN" altLang="ko-KR" sz="1300" b="1" i="0" dirty="0">
                          <a:solidFill>
                            <a:schemeClr val="tx1"/>
                          </a:solidFill>
                          <a:latin typeface="SamsungOne-700" panose="020B0803030303020204" pitchFamily="34" charset="0"/>
                          <a:ea typeface="+mn-ea"/>
                        </a:rPr>
                        <a:t>đơn biến</a:t>
                      </a:r>
                    </a:p>
                    <a:p>
                      <a:pPr algn="ctr" latinLnBrk="1">
                        <a:lnSpc>
                          <a:spcPct val="150000"/>
                        </a:lnSpc>
                      </a:pPr>
                      <a:r>
                        <a:rPr lang="vi-VN" altLang="ko-KR" sz="1300" b="1" i="0" dirty="0">
                          <a:solidFill>
                            <a:schemeClr val="tx1"/>
                          </a:solidFill>
                          <a:latin typeface="SamsungOne-700" panose="020B0803030303020204" pitchFamily="34" charset="0"/>
                          <a:ea typeface="+mn-ea"/>
                        </a:rPr>
                        <a:t>(Một biến)</a:t>
                      </a:r>
                      <a:endParaRPr lang="ko-KR" altLang="en-US" sz="1300" b="1" i="0" dirty="0">
                        <a:solidFill>
                          <a:schemeClr val="tx1"/>
                        </a:solidFill>
                        <a:latin typeface="SamsungOne-700" panose="020B0803030303020204" pitchFamily="34" charset="0"/>
                        <a:ea typeface="+mn-ea"/>
                      </a:endParaRPr>
                    </a:p>
                  </a:txBody>
                  <a:tcPr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latinLnBrk="1">
                        <a:lnSpc>
                          <a:spcPct val="150000"/>
                        </a:lnSpc>
                      </a:pPr>
                      <a:r>
                        <a:rPr lang="en-US" altLang="ko-KR" sz="1300" i="0" dirty="0" err="1">
                          <a:solidFill>
                            <a:schemeClr val="tx1"/>
                          </a:solidFill>
                          <a:latin typeface="SamsungOne-400" panose="020B0503030303020204" pitchFamily="34" charset="0"/>
                          <a:ea typeface="SamsungOne-400" panose="020B0503030303020204" pitchFamily="34" charset="0"/>
                        </a:rPr>
                        <a:t>Dữ</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liệu</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liên</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tục</a:t>
                      </a:r>
                      <a:endParaRPr lang="ko-KR" altLang="en-US" sz="1300" i="0" dirty="0">
                        <a:solidFill>
                          <a:schemeClr val="tx1"/>
                        </a:solidFill>
                        <a:latin typeface="SamsungOne-400" panose="020B0503030303020204" pitchFamily="34" charset="0"/>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285750" indent="-192088" algn="l" latinLnBrk="1">
                        <a:lnSpc>
                          <a:spcPct val="150000"/>
                        </a:lnSpc>
                        <a:buFont typeface="Wingdings" panose="05000000000000000000" pitchFamily="2" charset="2"/>
                        <a:buChar char="§"/>
                      </a:pPr>
                      <a:r>
                        <a:rPr lang="en-US" altLang="ko-KR" sz="1300" i="0" dirty="0">
                          <a:solidFill>
                            <a:schemeClr val="tx1"/>
                          </a:solidFill>
                          <a:latin typeface="SamsungOne-400" panose="020B0503030303020204" pitchFamily="34" charset="0"/>
                          <a:ea typeface="SamsungOne-400" panose="020B0503030303020204" pitchFamily="34" charset="0"/>
                        </a:rPr>
                        <a:t>Histogram</a:t>
                      </a:r>
                    </a:p>
                    <a:p>
                      <a:pPr marL="285750" indent="-192088" algn="l" latinLnBrk="1">
                        <a:lnSpc>
                          <a:spcPct val="150000"/>
                        </a:lnSpc>
                        <a:buFont typeface="Wingdings" panose="05000000000000000000" pitchFamily="2" charset="2"/>
                        <a:buChar char="§"/>
                      </a:pPr>
                      <a:r>
                        <a:rPr lang="vi-VN" altLang="ko-KR" sz="1300" i="0" dirty="0">
                          <a:solidFill>
                            <a:schemeClr val="tx1"/>
                          </a:solidFill>
                          <a:latin typeface="SamsungOne-400" panose="020B0503030303020204" pitchFamily="34" charset="0"/>
                          <a:ea typeface="SamsungOne-400" panose="020B0503030303020204" pitchFamily="34" charset="0"/>
                        </a:rPr>
                        <a:t>Biểu đồ hộp</a:t>
                      </a:r>
                      <a:endParaRPr lang="en-US" altLang="ko-KR" sz="1300" i="0" dirty="0">
                        <a:solidFill>
                          <a:schemeClr val="tx1"/>
                        </a:solidFill>
                        <a:latin typeface="SamsungOne-400" panose="020B0503030303020204" pitchFamily="34" charset="0"/>
                        <a:ea typeface="SamsungOne-400" panose="020B0503030303020204" pitchFamily="34" charset="0"/>
                      </a:endParaRPr>
                    </a:p>
                    <a:p>
                      <a:pPr marL="285750" indent="-192088" algn="l" latinLnBrk="1">
                        <a:lnSpc>
                          <a:spcPct val="150000"/>
                        </a:lnSpc>
                        <a:buFont typeface="Wingdings" panose="05000000000000000000" pitchFamily="2" charset="2"/>
                        <a:buChar char="§"/>
                      </a:pPr>
                      <a:r>
                        <a:rPr lang="vi-VN" altLang="ko-KR" sz="1300" i="0" dirty="0">
                          <a:solidFill>
                            <a:schemeClr val="tx1"/>
                          </a:solidFill>
                          <a:latin typeface="SamsungOne-400" panose="020B0503030303020204" pitchFamily="34" charset="0"/>
                          <a:ea typeface="SamsungOne-400" panose="020B0503030303020204" pitchFamily="34" charset="0"/>
                        </a:rPr>
                        <a:t>Biểu đồ </a:t>
                      </a:r>
                      <a:r>
                        <a:rPr lang="en-US" altLang="ko-KR" sz="1300" i="0" dirty="0">
                          <a:solidFill>
                            <a:schemeClr val="tx1"/>
                          </a:solidFill>
                          <a:latin typeface="SamsungOne-400" panose="020B0503030303020204" pitchFamily="34" charset="0"/>
                          <a:ea typeface="SamsungOne-400" panose="020B0503030303020204" pitchFamily="34" charset="0"/>
                        </a:rPr>
                        <a:t>Violin </a:t>
                      </a:r>
                    </a:p>
                    <a:p>
                      <a:pPr marL="285750" marR="0" indent="-192088" algn="l" defTabSz="914400" rtl="0" eaLnBrk="1" fontAlgn="auto" latinLnBrk="1" hangingPunct="1">
                        <a:lnSpc>
                          <a:spcPct val="150000"/>
                        </a:lnSpc>
                        <a:spcBef>
                          <a:spcPts val="0"/>
                        </a:spcBef>
                        <a:spcAft>
                          <a:spcPts val="0"/>
                        </a:spcAft>
                        <a:buClrTx/>
                        <a:buSzTx/>
                        <a:buFont typeface="Wingdings" panose="05000000000000000000" pitchFamily="2" charset="2"/>
                        <a:buChar char="§"/>
                        <a:tabLst/>
                        <a:defRPr/>
                      </a:pPr>
                      <a:r>
                        <a:rPr lang="vi-VN" altLang="ko-KR" sz="1300" i="0" dirty="0">
                          <a:solidFill>
                            <a:schemeClr val="tx1"/>
                          </a:solidFill>
                          <a:latin typeface="SamsungOne-400" panose="020B0503030303020204" pitchFamily="34" charset="0"/>
                          <a:ea typeface="SamsungOne-400" panose="020B0503030303020204" pitchFamily="34" charset="0"/>
                        </a:rPr>
                        <a:t>Đường cong mật độ </a:t>
                      </a:r>
                      <a:r>
                        <a:rPr lang="en-US" altLang="ko-KR" sz="1300" i="0" dirty="0">
                          <a:solidFill>
                            <a:schemeClr val="tx1"/>
                          </a:solidFill>
                          <a:latin typeface="SamsungOne-400" panose="020B0503030303020204" pitchFamily="34" charset="0"/>
                          <a:ea typeface="SamsungOne-400" panose="020B0503030303020204" pitchFamily="34" charset="0"/>
                        </a:rPr>
                        <a:t>Kernel</a:t>
                      </a:r>
                    </a:p>
                  </a:txBody>
                  <a:tcPr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43545494"/>
                  </a:ext>
                </a:extLst>
              </a:tr>
              <a:tr h="906514">
                <a:tc vMerge="1">
                  <a:txBody>
                    <a:bodyPr/>
                    <a:lstStyle/>
                    <a:p>
                      <a:pPr latinLnBrk="1"/>
                      <a:endParaRPr lang="ko-KR" altLang="en-US" dirty="0"/>
                    </a:p>
                  </a:txBody>
                  <a:tcP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latinLnBrk="1">
                        <a:lnSpc>
                          <a:spcPct val="150000"/>
                        </a:lnSpc>
                      </a:pPr>
                      <a:r>
                        <a:rPr lang="en-US" altLang="ko-KR" sz="1300" i="0" dirty="0" err="1">
                          <a:solidFill>
                            <a:schemeClr val="tx1"/>
                          </a:solidFill>
                          <a:latin typeface="SamsungOne-400" panose="020B0503030303020204" pitchFamily="34" charset="0"/>
                          <a:ea typeface="SamsungOne-400" panose="020B0503030303020204" pitchFamily="34" charset="0"/>
                        </a:rPr>
                        <a:t>Dữ</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liệu</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phân</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loại</a:t>
                      </a:r>
                      <a:endParaRPr lang="en-US" altLang="ko-KR" sz="1300" i="0" dirty="0">
                        <a:solidFill>
                          <a:schemeClr val="tx1"/>
                        </a:solidFill>
                        <a:latin typeface="SamsungOne-400" panose="020B0503030303020204" pitchFamily="34" charset="0"/>
                        <a:ea typeface="SamsungOne-400" panose="020B0503030303020204" pitchFamily="34" charset="0"/>
                      </a:endParaRPr>
                    </a:p>
                    <a:p>
                      <a:pPr algn="ctr" latinLnBrk="1">
                        <a:lnSpc>
                          <a:spcPct val="150000"/>
                        </a:lnSpc>
                      </a:pPr>
                      <a:r>
                        <a:rPr lang="en-US" altLang="ko-KR" sz="1300" i="0" dirty="0">
                          <a:solidFill>
                            <a:schemeClr val="tx1"/>
                          </a:solidFill>
                          <a:latin typeface="SamsungOne-400" panose="020B0503030303020204" pitchFamily="34" charset="0"/>
                          <a:ea typeface="SamsungOne-400" panose="020B0503030303020204" pitchFamily="34" charset="0"/>
                        </a:rPr>
                        <a:t>(</a:t>
                      </a:r>
                      <a:r>
                        <a:rPr lang="en-US" altLang="ko-KR" sz="1300" i="0" dirty="0" err="1">
                          <a:solidFill>
                            <a:schemeClr val="tx1"/>
                          </a:solidFill>
                          <a:latin typeface="SamsungOne-400" panose="020B0503030303020204" pitchFamily="34" charset="0"/>
                          <a:ea typeface="SamsungOne-400" panose="020B0503030303020204" pitchFamily="34" charset="0"/>
                        </a:rPr>
                        <a:t>danh</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nghĩa</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thứ</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tự</a:t>
                      </a:r>
                      <a:r>
                        <a:rPr lang="en-US" altLang="ko-KR" sz="1300" i="0" dirty="0">
                          <a:solidFill>
                            <a:schemeClr val="tx1"/>
                          </a:solidFill>
                          <a:latin typeface="SamsungOne-400" panose="020B0503030303020204" pitchFamily="34" charset="0"/>
                          <a:ea typeface="SamsungOne-400" panose="020B0503030303020204" pitchFamily="34" charset="0"/>
                        </a:rPr>
                        <a:t>)</a:t>
                      </a:r>
                      <a:endParaRPr lang="ko-KR" altLang="en-US" sz="1300" i="0" dirty="0">
                        <a:solidFill>
                          <a:schemeClr val="tx1"/>
                        </a:solidFill>
                        <a:latin typeface="SamsungOne-400" panose="020B0503030303020204" pitchFamily="34" charset="0"/>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285750" indent="-192088" algn="l" defTabSz="914400" rtl="0" eaLnBrk="1" latinLnBrk="1" hangingPunct="1">
                        <a:lnSpc>
                          <a:spcPct val="150000"/>
                        </a:lnSpc>
                        <a:buFont typeface="Wingdings" panose="05000000000000000000" pitchFamily="2" charset="2"/>
                        <a:buChar char="§"/>
                      </a:pPr>
                      <a:r>
                        <a:rPr lang="en-US" altLang="ko-KR" sz="1300" i="0" kern="1200" dirty="0" err="1">
                          <a:solidFill>
                            <a:schemeClr val="tx1"/>
                          </a:solidFill>
                          <a:latin typeface="SamsungOne-400" panose="020B0503030303020204" pitchFamily="34" charset="0"/>
                          <a:ea typeface="SamsungOne-400" panose="020B0503030303020204" pitchFamily="34" charset="0"/>
                          <a:cs typeface="+mn-cs"/>
                        </a:rPr>
                        <a:t>Biểu</a:t>
                      </a:r>
                      <a:r>
                        <a:rPr lang="en-US" altLang="ko-KR" sz="1300" i="0" kern="1200" dirty="0">
                          <a:solidFill>
                            <a:schemeClr val="tx1"/>
                          </a:solidFill>
                          <a:latin typeface="SamsungOne-400" panose="020B0503030303020204" pitchFamily="34" charset="0"/>
                          <a:ea typeface="SamsungOne-400" panose="020B0503030303020204" pitchFamily="34" charset="0"/>
                          <a:cs typeface="+mn-cs"/>
                        </a:rPr>
                        <a:t> </a:t>
                      </a:r>
                      <a:r>
                        <a:rPr lang="en-US" altLang="ko-KR" sz="1300" i="0" kern="1200" dirty="0" err="1">
                          <a:solidFill>
                            <a:schemeClr val="tx1"/>
                          </a:solidFill>
                          <a:latin typeface="SamsungOne-400" panose="020B0503030303020204" pitchFamily="34" charset="0"/>
                          <a:ea typeface="SamsungOne-400" panose="020B0503030303020204" pitchFamily="34" charset="0"/>
                          <a:cs typeface="+mn-cs"/>
                        </a:rPr>
                        <a:t>đồ</a:t>
                      </a:r>
                      <a:r>
                        <a:rPr lang="en-US" altLang="ko-KR" sz="1300" i="0" kern="1200" dirty="0">
                          <a:solidFill>
                            <a:schemeClr val="tx1"/>
                          </a:solidFill>
                          <a:latin typeface="SamsungOne-400" panose="020B0503030303020204" pitchFamily="34" charset="0"/>
                          <a:ea typeface="SamsungOne-400" panose="020B0503030303020204" pitchFamily="34" charset="0"/>
                          <a:cs typeface="+mn-cs"/>
                        </a:rPr>
                        <a:t> </a:t>
                      </a:r>
                      <a:r>
                        <a:rPr lang="en-US" altLang="ko-KR" sz="1300" i="0" kern="1200" dirty="0" err="1">
                          <a:solidFill>
                            <a:schemeClr val="tx1"/>
                          </a:solidFill>
                          <a:latin typeface="SamsungOne-400" panose="020B0503030303020204" pitchFamily="34" charset="0"/>
                          <a:ea typeface="SamsungOne-400" panose="020B0503030303020204" pitchFamily="34" charset="0"/>
                          <a:cs typeface="+mn-cs"/>
                        </a:rPr>
                        <a:t>cột</a:t>
                      </a:r>
                      <a:endParaRPr lang="en-US" altLang="ko-KR" sz="1300" i="0" kern="1200" dirty="0">
                        <a:solidFill>
                          <a:schemeClr val="tx1"/>
                        </a:solidFill>
                        <a:latin typeface="SamsungOne-400" panose="020B0503030303020204" pitchFamily="34" charset="0"/>
                        <a:ea typeface="SamsungOne-400" panose="020B0503030303020204" pitchFamily="34" charset="0"/>
                        <a:cs typeface="+mn-cs"/>
                      </a:endParaRPr>
                    </a:p>
                    <a:p>
                      <a:pPr marL="285750" indent="-192088" algn="l" defTabSz="914400" rtl="0" eaLnBrk="1" latinLnBrk="1" hangingPunct="1">
                        <a:lnSpc>
                          <a:spcPct val="150000"/>
                        </a:lnSpc>
                        <a:buFont typeface="Wingdings" panose="05000000000000000000" pitchFamily="2" charset="2"/>
                        <a:buChar char="§"/>
                      </a:pPr>
                      <a:r>
                        <a:rPr lang="en-US" altLang="ko-KR" sz="1300" i="0" kern="1200" dirty="0" err="1">
                          <a:solidFill>
                            <a:schemeClr val="tx1"/>
                          </a:solidFill>
                          <a:latin typeface="SamsungOne-400" panose="020B0503030303020204" pitchFamily="34" charset="0"/>
                          <a:ea typeface="SamsungOne-400" panose="020B0503030303020204" pitchFamily="34" charset="0"/>
                          <a:cs typeface="+mn-cs"/>
                        </a:rPr>
                        <a:t>Biểu</a:t>
                      </a:r>
                      <a:r>
                        <a:rPr lang="en-US" altLang="ko-KR" sz="1300" i="0" kern="1200" dirty="0">
                          <a:solidFill>
                            <a:schemeClr val="tx1"/>
                          </a:solidFill>
                          <a:latin typeface="SamsungOne-400" panose="020B0503030303020204" pitchFamily="34" charset="0"/>
                          <a:ea typeface="SamsungOne-400" panose="020B0503030303020204" pitchFamily="34" charset="0"/>
                          <a:cs typeface="+mn-cs"/>
                        </a:rPr>
                        <a:t> </a:t>
                      </a:r>
                      <a:r>
                        <a:rPr lang="en-US" altLang="ko-KR" sz="1300" i="0" kern="1200" dirty="0" err="1">
                          <a:solidFill>
                            <a:schemeClr val="tx1"/>
                          </a:solidFill>
                          <a:latin typeface="SamsungOne-400" panose="020B0503030303020204" pitchFamily="34" charset="0"/>
                          <a:ea typeface="SamsungOne-400" panose="020B0503030303020204" pitchFamily="34" charset="0"/>
                          <a:cs typeface="+mn-cs"/>
                        </a:rPr>
                        <a:t>đồ</a:t>
                      </a:r>
                      <a:r>
                        <a:rPr lang="en-US" altLang="ko-KR" sz="1300" i="0" kern="1200" dirty="0">
                          <a:solidFill>
                            <a:schemeClr val="tx1"/>
                          </a:solidFill>
                          <a:latin typeface="SamsungOne-400" panose="020B0503030303020204" pitchFamily="34" charset="0"/>
                          <a:ea typeface="SamsungOne-400" panose="020B0503030303020204" pitchFamily="34" charset="0"/>
                          <a:cs typeface="+mn-cs"/>
                        </a:rPr>
                        <a:t> </a:t>
                      </a:r>
                      <a:r>
                        <a:rPr lang="en-US" altLang="ko-KR" sz="1300" i="0" kern="1200" dirty="0" err="1">
                          <a:solidFill>
                            <a:schemeClr val="tx1"/>
                          </a:solidFill>
                          <a:latin typeface="SamsungOne-400" panose="020B0503030303020204" pitchFamily="34" charset="0"/>
                          <a:ea typeface="SamsungOne-400" panose="020B0503030303020204" pitchFamily="34" charset="0"/>
                          <a:cs typeface="+mn-cs"/>
                        </a:rPr>
                        <a:t>tròn</a:t>
                      </a:r>
                      <a:endParaRPr lang="en-US" altLang="ko-KR" sz="1300" i="0" kern="1200" dirty="0">
                        <a:solidFill>
                          <a:schemeClr val="tx1"/>
                        </a:solidFill>
                        <a:latin typeface="SamsungOne-400" panose="020B0503030303020204" pitchFamily="34" charset="0"/>
                        <a:ea typeface="SamsungOne-400" panose="020B0503030303020204" pitchFamily="34" charset="0"/>
                        <a:cs typeface="+mn-cs"/>
                      </a:endParaRPr>
                    </a:p>
                  </a:txBody>
                  <a:tcPr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62468519"/>
                  </a:ext>
                </a:extLst>
              </a:tr>
            </a:tbl>
          </a:graphicData>
        </a:graphic>
      </p:graphicFrame>
      <p:sp>
        <p:nvSpPr>
          <p:cNvPr id="18" name="직사각형 17">
            <a:extLst>
              <a:ext uri="{FF2B5EF4-FFF2-40B4-BE49-F238E27FC236}">
                <a16:creationId xmlns:a16="http://schemas.microsoft.com/office/drawing/2014/main" id="{58B1BC1D-DFB7-4482-BA23-F01AD71B1BBE}"/>
              </a:ext>
            </a:extLst>
          </p:cNvPr>
          <p:cNvSpPr/>
          <p:nvPr/>
        </p:nvSpPr>
        <p:spPr>
          <a:xfrm>
            <a:off x="425068" y="1331476"/>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vi-VN"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rPr>
              <a:t>Khám phá dữ liệu đơn biến và dữ liệu đa biến</a:t>
            </a:r>
            <a:endParaRPr lang="en-US"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endParaRPr>
          </a:p>
        </p:txBody>
      </p:sp>
      <p:sp>
        <p:nvSpPr>
          <p:cNvPr id="11" name="직사각형 10">
            <a:extLst>
              <a:ext uri="{FF2B5EF4-FFF2-40B4-BE49-F238E27FC236}">
                <a16:creationId xmlns:a16="http://schemas.microsoft.com/office/drawing/2014/main" id="{B0445DF1-7EAB-47AD-AA97-03AB43E4E3FE}"/>
              </a:ext>
            </a:extLst>
          </p:cNvPr>
          <p:cNvSpPr/>
          <p:nvPr/>
        </p:nvSpPr>
        <p:spPr>
          <a:xfrm>
            <a:off x="524240" y="1879997"/>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Đề cập đến dữ liệu với một biến và được chia thành dữ liệu định lượng và định tính.</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1106740746"/>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그룹 16">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4.1.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Giới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về</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endParaRPr lang="ko-KR" altLang="en-US" b="1" dirty="0">
                <a:solidFill>
                  <a:prstClr val="white"/>
                </a:solidFill>
                <a:latin typeface="iCiel Samsung Sharp Sans Medium" pitchFamily="2" charset="77"/>
                <a:cs typeface="iCiel Samsung Sharp Sans Medium" pitchFamily="2" charset="77"/>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aphicFrame>
        <p:nvGraphicFramePr>
          <p:cNvPr id="20" name="표 19">
            <a:extLst>
              <a:ext uri="{FF2B5EF4-FFF2-40B4-BE49-F238E27FC236}">
                <a16:creationId xmlns:a16="http://schemas.microsoft.com/office/drawing/2014/main" id="{D51A8A2C-33F7-43CA-8DCC-53737E3AC35D}"/>
              </a:ext>
            </a:extLst>
          </p:cNvPr>
          <p:cNvGraphicFramePr>
            <a:graphicFrameLocks noGrp="1"/>
          </p:cNvGraphicFramePr>
          <p:nvPr/>
        </p:nvGraphicFramePr>
        <p:xfrm>
          <a:off x="559817" y="1837493"/>
          <a:ext cx="8781033" cy="2383381"/>
        </p:xfrm>
        <a:graphic>
          <a:graphicData uri="http://schemas.openxmlformats.org/drawingml/2006/table">
            <a:tbl>
              <a:tblPr firstRow="1" bandRow="1">
                <a:tableStyleId>{5C22544A-7EE6-4342-B048-85BDC9FD1C3A}</a:tableStyleId>
              </a:tblPr>
              <a:tblGrid>
                <a:gridCol w="1295251">
                  <a:extLst>
                    <a:ext uri="{9D8B030D-6E8A-4147-A177-3AD203B41FA5}">
                      <a16:colId xmlns:a16="http://schemas.microsoft.com/office/drawing/2014/main" val="2893669326"/>
                    </a:ext>
                  </a:extLst>
                </a:gridCol>
                <a:gridCol w="3742891">
                  <a:extLst>
                    <a:ext uri="{9D8B030D-6E8A-4147-A177-3AD203B41FA5}">
                      <a16:colId xmlns:a16="http://schemas.microsoft.com/office/drawing/2014/main" val="20001"/>
                    </a:ext>
                  </a:extLst>
                </a:gridCol>
                <a:gridCol w="3742891">
                  <a:extLst>
                    <a:ext uri="{9D8B030D-6E8A-4147-A177-3AD203B41FA5}">
                      <a16:colId xmlns:a16="http://schemas.microsoft.com/office/drawing/2014/main" val="2723376963"/>
                    </a:ext>
                  </a:extLst>
                </a:gridCol>
              </a:tblGrid>
              <a:tr h="494697">
                <a:tc>
                  <a:txBody>
                    <a:bodyPr/>
                    <a:lstStyle/>
                    <a:p>
                      <a:pPr algn="ctr" latinLnBrk="1">
                        <a:lnSpc>
                          <a:spcPct val="150000"/>
                        </a:lnSpc>
                      </a:pPr>
                      <a:r>
                        <a:rPr lang="vi-VN" altLang="ko-KR" sz="1300" dirty="0">
                          <a:solidFill>
                            <a:schemeClr val="tx1"/>
                          </a:solidFill>
                          <a:latin typeface="SamsungOne-700" panose="020B0803030303020204" pitchFamily="34" charset="0"/>
                        </a:rPr>
                        <a:t>Biến</a:t>
                      </a:r>
                      <a:endParaRPr lang="ko-KR" altLang="en-US" sz="1300" dirty="0">
                        <a:solidFill>
                          <a:schemeClr val="tx1"/>
                        </a:solidFill>
                        <a:latin typeface="SamsungOne-700" panose="020B0803030303020204" pitchFamily="34" charset="0"/>
                      </a:endParaRPr>
                    </a:p>
                  </a:txBody>
                  <a:tcPr anchor="ctr">
                    <a:lnL w="12700" cmpd="sng">
                      <a:noFill/>
                    </a:lnL>
                    <a:lnR w="6350" cap="flat" cmpd="sng" algn="ctr">
                      <a:solidFill>
                        <a:schemeClr val="bg1">
                          <a:lumMod val="75000"/>
                        </a:schemeClr>
                      </a:solidFill>
                      <a:prstDash val="solid"/>
                      <a:round/>
                      <a:headEnd type="none" w="med" len="med"/>
                      <a:tailEnd type="none" w="med" len="med"/>
                    </a:lnR>
                    <a:lnT w="12700" cap="flat" cmpd="sng" algn="ctr">
                      <a:solidFill>
                        <a:srgbClr val="0033CC"/>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1">
                        <a:lnSpc>
                          <a:spcPct val="150000"/>
                        </a:lnSpc>
                      </a:pPr>
                      <a:r>
                        <a:rPr lang="vi-VN" altLang="ko-KR" sz="1300" dirty="0">
                          <a:solidFill>
                            <a:schemeClr val="tx1"/>
                          </a:solidFill>
                          <a:latin typeface="SamsungOne-700" panose="020B0803030303020204" pitchFamily="34" charset="0"/>
                        </a:rPr>
                        <a:t>Loại biến</a:t>
                      </a:r>
                      <a:endParaRPr lang="ko-KR" altLang="en-US" sz="1300" dirty="0">
                        <a:solidFill>
                          <a:schemeClr val="tx1"/>
                        </a:solidFill>
                        <a:latin typeface="SamsungOne-700" panose="020B0803030303020204" pitchFamily="34" charset="0"/>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0033CC"/>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latinLnBrk="1">
                        <a:lnSpc>
                          <a:spcPct val="150000"/>
                        </a:lnSpc>
                      </a:pPr>
                      <a:r>
                        <a:rPr lang="vi-VN" altLang="ko-KR" sz="1300" dirty="0">
                          <a:solidFill>
                            <a:schemeClr val="tx1"/>
                          </a:solidFill>
                          <a:latin typeface="SamsungOne-700" panose="020B0803030303020204" pitchFamily="34" charset="0"/>
                        </a:rPr>
                        <a:t>Tỉ lệ tăng trưởng</a:t>
                      </a:r>
                      <a:endParaRPr lang="ko-KR" altLang="en-US" sz="1300" dirty="0">
                        <a:solidFill>
                          <a:schemeClr val="tx1"/>
                        </a:solidFill>
                        <a:latin typeface="SamsungOne-700" panose="020B0803030303020204" pitchFamily="34" charset="0"/>
                      </a:endParaRPr>
                    </a:p>
                  </a:txBody>
                  <a:tcPr anchor="ctr">
                    <a:lnL w="6350" cap="flat" cmpd="sng" algn="ctr">
                      <a:solidFill>
                        <a:schemeClr val="bg1">
                          <a:lumMod val="75000"/>
                        </a:schemeClr>
                      </a:solidFill>
                      <a:prstDash val="solid"/>
                      <a:round/>
                      <a:headEnd type="none" w="med" len="med"/>
                      <a:tailEnd type="none" w="med" len="med"/>
                    </a:lnL>
                    <a:lnR w="12700" cmpd="sng">
                      <a:noFill/>
                    </a:lnR>
                    <a:lnT w="12700" cap="flat" cmpd="sng" algn="ctr">
                      <a:solidFill>
                        <a:srgbClr val="0033CC"/>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2132271493"/>
                  </a:ext>
                </a:extLst>
              </a:tr>
              <a:tr h="1096810">
                <a:tc rowSpan="2">
                  <a:txBody>
                    <a:bodyPr/>
                    <a:lstStyle/>
                    <a:p>
                      <a:pPr algn="ctr" latinLnBrk="1">
                        <a:lnSpc>
                          <a:spcPct val="150000"/>
                        </a:lnSpc>
                      </a:pPr>
                      <a:r>
                        <a:rPr lang="vi-VN" altLang="ko-KR" sz="1300" b="1" dirty="0">
                          <a:solidFill>
                            <a:schemeClr val="tx1"/>
                          </a:solidFill>
                          <a:latin typeface="SamsungOne-700" panose="020B0803030303020204" pitchFamily="34" charset="0"/>
                          <a:ea typeface="+mn-ea"/>
                        </a:rPr>
                        <a:t>đơn biến</a:t>
                      </a:r>
                    </a:p>
                    <a:p>
                      <a:pPr algn="ctr" latinLnBrk="1">
                        <a:lnSpc>
                          <a:spcPct val="150000"/>
                        </a:lnSpc>
                      </a:pPr>
                      <a:r>
                        <a:rPr lang="vi-VN" altLang="ko-KR" sz="1300" b="1" dirty="0">
                          <a:solidFill>
                            <a:schemeClr val="tx1"/>
                          </a:solidFill>
                          <a:latin typeface="SamsungOne-700" panose="020B0803030303020204" pitchFamily="34" charset="0"/>
                          <a:ea typeface="+mn-ea"/>
                        </a:rPr>
                        <a:t>(Hai hoặc nhiều biến)</a:t>
                      </a:r>
                      <a:endParaRPr lang="ko-KR" altLang="en-US" sz="1300" b="1" dirty="0">
                        <a:solidFill>
                          <a:schemeClr val="tx1"/>
                        </a:solidFill>
                        <a:latin typeface="SamsungOne-700" panose="020B0803030303020204" pitchFamily="34" charset="0"/>
                        <a:ea typeface="+mn-ea"/>
                      </a:endParaRPr>
                    </a:p>
                  </a:txBody>
                  <a:tcPr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latinLnBrk="1">
                        <a:lnSpc>
                          <a:spcPct val="150000"/>
                        </a:lnSpc>
                      </a:pPr>
                      <a:r>
                        <a:rPr lang="en-US" altLang="ko-KR" sz="1300" i="0" dirty="0" err="1">
                          <a:solidFill>
                            <a:schemeClr val="tx1"/>
                          </a:solidFill>
                          <a:latin typeface="SamsungOne-400" panose="020B0503030303020204" pitchFamily="34" charset="0"/>
                          <a:ea typeface="SamsungOne-400" panose="020B0503030303020204" pitchFamily="34" charset="0"/>
                        </a:rPr>
                        <a:t>Dữ</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liệu</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liên</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tục</a:t>
                      </a:r>
                      <a:endParaRPr lang="ko-KR" altLang="en-US" sz="1300" i="0" dirty="0">
                        <a:solidFill>
                          <a:schemeClr val="tx1"/>
                        </a:solidFill>
                        <a:latin typeface="SamsungOne-400" panose="020B0503030303020204" pitchFamily="34" charset="0"/>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285750" indent="-192088" algn="l" defTabSz="914400" rtl="0" eaLnBrk="1" latinLnBrk="1" hangingPunct="1">
                        <a:lnSpc>
                          <a:spcPct val="150000"/>
                        </a:lnSpc>
                        <a:buFont typeface="Wingdings" panose="05000000000000000000" pitchFamily="2" charset="2"/>
                        <a:buChar char="§"/>
                      </a:pPr>
                      <a:r>
                        <a:rPr lang="vi-VN" altLang="ko-KR" sz="1300" i="0" kern="1200" dirty="0">
                          <a:solidFill>
                            <a:schemeClr val="tx1"/>
                          </a:solidFill>
                          <a:latin typeface="SamsungOne-400" panose="020B0503030303020204" pitchFamily="34" charset="0"/>
                          <a:ea typeface="SamsungOne-400" panose="020B0503030303020204" pitchFamily="34" charset="0"/>
                          <a:cs typeface="+mn-cs"/>
                        </a:rPr>
                        <a:t>Biểu đồ phân tán</a:t>
                      </a:r>
                    </a:p>
                    <a:p>
                      <a:pPr marL="285750" indent="-192088" algn="l" defTabSz="914400" rtl="0" eaLnBrk="1" latinLnBrk="1" hangingPunct="1">
                        <a:lnSpc>
                          <a:spcPct val="150000"/>
                        </a:lnSpc>
                        <a:buFont typeface="Wingdings" panose="05000000000000000000" pitchFamily="2" charset="2"/>
                        <a:buChar char="§"/>
                      </a:pPr>
                      <a:r>
                        <a:rPr lang="vi-VN" altLang="ko-KR" sz="1300" i="0" kern="1200" dirty="0">
                          <a:solidFill>
                            <a:schemeClr val="tx1"/>
                          </a:solidFill>
                          <a:latin typeface="SamsungOne-400" panose="020B0503030303020204" pitchFamily="34" charset="0"/>
                          <a:ea typeface="SamsungOne-400" panose="020B0503030303020204" pitchFamily="34" charset="0"/>
                          <a:cs typeface="+mn-cs"/>
                        </a:rPr>
                        <a:t>Biểu đồ đường</a:t>
                      </a:r>
                    </a:p>
                    <a:p>
                      <a:pPr marL="285750" indent="-192088" algn="l" defTabSz="914400" rtl="0" eaLnBrk="1" latinLnBrk="1" hangingPunct="1">
                        <a:lnSpc>
                          <a:spcPct val="150000"/>
                        </a:lnSpc>
                        <a:buFont typeface="Wingdings" panose="05000000000000000000" pitchFamily="2" charset="2"/>
                        <a:buChar char="§"/>
                      </a:pPr>
                      <a:r>
                        <a:rPr lang="vi-VN" altLang="ko-KR" sz="1300" i="0" kern="1200" dirty="0">
                          <a:solidFill>
                            <a:schemeClr val="tx1"/>
                          </a:solidFill>
                          <a:latin typeface="SamsungOne-400" panose="020B0503030303020204" pitchFamily="34" charset="0"/>
                          <a:ea typeface="SamsungOne-400" panose="020B0503030303020204" pitchFamily="34" charset="0"/>
                          <a:cs typeface="+mn-cs"/>
                        </a:rPr>
                        <a:t>Biểu đồ chuỗi thời gian</a:t>
                      </a:r>
                      <a:endParaRPr lang="en-US" altLang="ko-KR" sz="1300" i="0" kern="1200" dirty="0">
                        <a:solidFill>
                          <a:schemeClr val="tx1"/>
                        </a:solidFill>
                        <a:latin typeface="SamsungOne-400" panose="020B0503030303020204" pitchFamily="34" charset="0"/>
                        <a:ea typeface="SamsungOne-400" panose="020B0503030303020204" pitchFamily="34" charset="0"/>
                        <a:cs typeface="+mn-cs"/>
                      </a:endParaRPr>
                    </a:p>
                  </a:txBody>
                  <a:tcPr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43545494"/>
                  </a:ext>
                </a:extLst>
              </a:tr>
              <a:tr h="791874">
                <a:tc vMerge="1">
                  <a:txBody>
                    <a:bodyPr/>
                    <a:lstStyle/>
                    <a:p>
                      <a:pPr latinLnBrk="1"/>
                      <a:endParaRPr lang="ko-KR" altLang="en-US" dirty="0"/>
                    </a:p>
                  </a:txBody>
                  <a:tcP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latinLnBrk="1">
                        <a:lnSpc>
                          <a:spcPct val="150000"/>
                        </a:lnSpc>
                      </a:pPr>
                      <a:r>
                        <a:rPr lang="en-US" altLang="ko-KR" sz="1300" i="0" dirty="0" err="1">
                          <a:solidFill>
                            <a:schemeClr val="tx1"/>
                          </a:solidFill>
                          <a:latin typeface="SamsungOne-400" panose="020B0503030303020204" pitchFamily="34" charset="0"/>
                          <a:ea typeface="SamsungOne-400" panose="020B0503030303020204" pitchFamily="34" charset="0"/>
                        </a:rPr>
                        <a:t>Dữ</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liệu</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phân</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loại</a:t>
                      </a:r>
                      <a:endParaRPr lang="en-US" altLang="ko-KR" sz="1300" i="0" dirty="0">
                        <a:solidFill>
                          <a:schemeClr val="tx1"/>
                        </a:solidFill>
                        <a:latin typeface="SamsungOne-400" panose="020B0503030303020204" pitchFamily="34" charset="0"/>
                        <a:ea typeface="SamsungOne-400" panose="020B0503030303020204" pitchFamily="34" charset="0"/>
                      </a:endParaRPr>
                    </a:p>
                    <a:p>
                      <a:pPr algn="ctr" latinLnBrk="1">
                        <a:lnSpc>
                          <a:spcPct val="150000"/>
                        </a:lnSpc>
                      </a:pPr>
                      <a:r>
                        <a:rPr lang="en-US" altLang="ko-KR" sz="1300" i="0" dirty="0">
                          <a:solidFill>
                            <a:schemeClr val="tx1"/>
                          </a:solidFill>
                          <a:latin typeface="SamsungOne-400" panose="020B0503030303020204" pitchFamily="34" charset="0"/>
                          <a:ea typeface="SamsungOne-400" panose="020B0503030303020204" pitchFamily="34" charset="0"/>
                        </a:rPr>
                        <a:t>(</a:t>
                      </a:r>
                      <a:r>
                        <a:rPr lang="en-US" altLang="ko-KR" sz="1300" i="0" dirty="0" err="1">
                          <a:solidFill>
                            <a:schemeClr val="tx1"/>
                          </a:solidFill>
                          <a:latin typeface="SamsungOne-400" panose="020B0503030303020204" pitchFamily="34" charset="0"/>
                          <a:ea typeface="SamsungOne-400" panose="020B0503030303020204" pitchFamily="34" charset="0"/>
                        </a:rPr>
                        <a:t>danh</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nghĩa</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thứ</a:t>
                      </a:r>
                      <a:r>
                        <a:rPr lang="en-US" altLang="ko-KR" sz="1300" i="0" dirty="0">
                          <a:solidFill>
                            <a:schemeClr val="tx1"/>
                          </a:solidFill>
                          <a:latin typeface="SamsungOne-400" panose="020B0503030303020204" pitchFamily="34" charset="0"/>
                          <a:ea typeface="SamsungOne-400" panose="020B0503030303020204" pitchFamily="34" charset="0"/>
                        </a:rPr>
                        <a:t> </a:t>
                      </a:r>
                      <a:r>
                        <a:rPr lang="en-US" altLang="ko-KR" sz="1300" i="0" dirty="0" err="1">
                          <a:solidFill>
                            <a:schemeClr val="tx1"/>
                          </a:solidFill>
                          <a:latin typeface="SamsungOne-400" panose="020B0503030303020204" pitchFamily="34" charset="0"/>
                          <a:ea typeface="SamsungOne-400" panose="020B0503030303020204" pitchFamily="34" charset="0"/>
                        </a:rPr>
                        <a:t>tự</a:t>
                      </a:r>
                      <a:r>
                        <a:rPr lang="en-US" altLang="ko-KR" sz="1300" i="0" dirty="0">
                          <a:solidFill>
                            <a:schemeClr val="tx1"/>
                          </a:solidFill>
                          <a:latin typeface="SamsungOne-400" panose="020B0503030303020204" pitchFamily="34" charset="0"/>
                          <a:ea typeface="SamsungOne-400" panose="020B0503030303020204" pitchFamily="34" charset="0"/>
                        </a:rPr>
                        <a:t>)</a:t>
                      </a:r>
                      <a:endParaRPr lang="ko-KR" altLang="en-US" sz="1300" i="0" dirty="0">
                        <a:solidFill>
                          <a:schemeClr val="tx1"/>
                        </a:solidFill>
                        <a:latin typeface="SamsungOne-400" panose="020B0503030303020204" pitchFamily="34" charset="0"/>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285750" marR="0" lvl="0" indent="-192088" algn="l" defTabSz="914400" rtl="0" eaLnBrk="1" fontAlgn="auto" latinLnBrk="1" hangingPunct="1">
                        <a:lnSpc>
                          <a:spcPct val="150000"/>
                        </a:lnSpc>
                        <a:spcBef>
                          <a:spcPts val="0"/>
                        </a:spcBef>
                        <a:spcAft>
                          <a:spcPts val="0"/>
                        </a:spcAft>
                        <a:buClrTx/>
                        <a:buSzTx/>
                        <a:buFont typeface="Wingdings" panose="05000000000000000000" pitchFamily="2" charset="2"/>
                        <a:buChar char="§"/>
                        <a:tabLst/>
                        <a:defRPr/>
                      </a:pPr>
                      <a:r>
                        <a:rPr lang="vi-VN" altLang="ko-KR" sz="1300" i="0" kern="1200" dirty="0">
                          <a:solidFill>
                            <a:schemeClr val="tx1"/>
                          </a:solidFill>
                          <a:latin typeface="SamsungOne-400" panose="020B0503030303020204" pitchFamily="34" charset="0"/>
                          <a:ea typeface="SamsungOne-400" panose="020B0503030303020204" pitchFamily="34" charset="0"/>
                          <a:cs typeface="+mn-cs"/>
                        </a:rPr>
                        <a:t>Biểu đồ </a:t>
                      </a:r>
                      <a:r>
                        <a:rPr lang="en-US" altLang="ko-KR" sz="1300" i="0" kern="1200" dirty="0">
                          <a:solidFill>
                            <a:schemeClr val="tx1"/>
                          </a:solidFill>
                          <a:latin typeface="SamsungOne-400" panose="020B0503030303020204" pitchFamily="34" charset="0"/>
                          <a:ea typeface="SamsungOne-400" panose="020B0503030303020204" pitchFamily="34" charset="0"/>
                          <a:cs typeface="+mn-cs"/>
                        </a:rPr>
                        <a:t>Mosaic</a:t>
                      </a:r>
                    </a:p>
                  </a:txBody>
                  <a:tcPr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62468519"/>
                  </a:ext>
                </a:extLst>
              </a:tr>
            </a:tbl>
          </a:graphicData>
        </a:graphic>
      </p:graphicFrame>
      <p:sp>
        <p:nvSpPr>
          <p:cNvPr id="14" name="직사각형 13">
            <a:extLst>
              <a:ext uri="{FF2B5EF4-FFF2-40B4-BE49-F238E27FC236}">
                <a16:creationId xmlns:a16="http://schemas.microsoft.com/office/drawing/2014/main" id="{51613210-C6B8-4FC3-9D1B-155EAB357AEC}"/>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Đề cập đến dữ liệu với một biến và được chia thành dữ liệu định lượng và định tính.</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3580566752"/>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직사각형 133">
            <a:extLst>
              <a:ext uri="{FF2B5EF4-FFF2-40B4-BE49-F238E27FC236}">
                <a16:creationId xmlns:a16="http://schemas.microsoft.com/office/drawing/2014/main" id="{BC6E5A6D-918D-4DBA-978C-93E3F63E6965}"/>
              </a:ext>
            </a:extLst>
          </p:cNvPr>
          <p:cNvSpPr/>
          <p:nvPr/>
        </p:nvSpPr>
        <p:spPr>
          <a:xfrm>
            <a:off x="912070" y="3133792"/>
            <a:ext cx="8143798" cy="98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defTabSz="457063" fontAlgn="base" latinLnBrk="1">
              <a:spcBef>
                <a:spcPct val="0"/>
              </a:spcBef>
              <a:spcAft>
                <a:spcPct val="0"/>
              </a:spcAft>
              <a:defRPr/>
            </a:pPr>
            <a:r>
              <a:rPr kumimoji="1" lang="en-US" altLang="ko-KR" sz="3200" b="1" dirty="0" err="1">
                <a:solidFill>
                  <a:prstClr val="black"/>
                </a:solidFill>
                <a:latin typeface="iCiel Samsung Sharp Sans Regular" pitchFamily="2" charset="77"/>
                <a:cs typeface="iCiel Samsung Sharp Sans Regular" pitchFamily="2" charset="77"/>
              </a:rPr>
              <a:t>Trực</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quan</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hóa</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dữ</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liệu</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cho</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các</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dữ</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liệu</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có</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quy</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mô</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khác</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nhau</a:t>
            </a:r>
            <a:endParaRPr kumimoji="1" lang="ko-KR" altLang="en-US" sz="3200" b="1" dirty="0">
              <a:solidFill>
                <a:prstClr val="black"/>
              </a:solidFill>
              <a:latin typeface="iCiel Samsung Sharp Sans Regular" pitchFamily="2" charset="77"/>
              <a:cs typeface="iCiel Samsung Sharp Sans Regular" pitchFamily="2" charset="77"/>
            </a:endParaRPr>
          </a:p>
        </p:txBody>
      </p:sp>
      <p:sp>
        <p:nvSpPr>
          <p:cNvPr id="25" name="직사각형 133">
            <a:extLst>
              <a:ext uri="{FF2B5EF4-FFF2-40B4-BE49-F238E27FC236}">
                <a16:creationId xmlns:a16="http://schemas.microsoft.com/office/drawing/2014/main" id="{629591B8-C261-462F-A4F7-0C9379052F52}"/>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457063" fontAlgn="base" latinLnBrk="1">
              <a:spcBef>
                <a:spcPct val="0"/>
              </a:spcBef>
              <a:spcAft>
                <a:spcPct val="0"/>
              </a:spcAft>
              <a:defRPr/>
            </a:pPr>
            <a:r>
              <a:rPr kumimoji="1" lang="en-US" altLang="ko-KR" sz="1999" b="1" dirty="0" err="1">
                <a:solidFill>
                  <a:prstClr val="white">
                    <a:lumMod val="50000"/>
                  </a:prstClr>
                </a:solidFill>
                <a:latin typeface="iCiel Samsung Sharp Sans Regular" pitchFamily="2" charset="77"/>
                <a:ea typeface="iCiel Samsung Sharp Sans Regular" pitchFamily="2" charset="77"/>
                <a:cs typeface="iCiel Samsung Sharp Sans Regular" pitchFamily="2" charset="77"/>
              </a:rPr>
              <a:t>Bài</a:t>
            </a:r>
            <a:r>
              <a:rPr kumimoji="1" lang="en-US" altLang="ko-KR" sz="1999" b="1" dirty="0">
                <a:solidFill>
                  <a:prstClr val="white">
                    <a:lumMod val="50000"/>
                  </a:prstClr>
                </a:solidFill>
                <a:latin typeface="iCiel Samsung Sharp Sans Regular" pitchFamily="2" charset="77"/>
                <a:ea typeface="iCiel Samsung Sharp Sans Regular" pitchFamily="2" charset="77"/>
                <a:cs typeface="iCiel Samsung Sharp Sans Regular" pitchFamily="2" charset="77"/>
              </a:rPr>
              <a:t> 4. </a:t>
            </a:r>
            <a:endParaRPr kumimoji="1" lang="en-US" altLang="ko-KR" sz="5398" b="1" dirty="0">
              <a:solidFill>
                <a:prstClr val="white">
                  <a:lumMod val="50000"/>
                </a:prstClr>
              </a:solidFill>
              <a:latin typeface="iCiel Samsung Sharp Sans Regular" pitchFamily="2" charset="77"/>
              <a:ea typeface="iCiel Samsung Sharp Sans Regular" pitchFamily="2" charset="77"/>
              <a:cs typeface="iCiel Samsung Sharp Sans Regular" pitchFamily="2" charset="77"/>
            </a:endParaRPr>
          </a:p>
        </p:txBody>
      </p:sp>
      <p:grpSp>
        <p:nvGrpSpPr>
          <p:cNvPr id="20" name="그룹 19"/>
          <p:cNvGrpSpPr/>
          <p:nvPr/>
        </p:nvGrpSpPr>
        <p:grpSpPr>
          <a:xfrm>
            <a:off x="930678" y="4580347"/>
            <a:ext cx="8341214" cy="1137457"/>
            <a:chOff x="930678" y="4580347"/>
            <a:chExt cx="8341214" cy="1137457"/>
          </a:xfrm>
        </p:grpSpPr>
        <p:sp>
          <p:nvSpPr>
            <p:cNvPr id="21" name="직사각형 20">
              <a:extLst>
                <a:ext uri="{FF2B5EF4-FFF2-40B4-BE49-F238E27FC236}">
                  <a16:creationId xmlns:a16="http://schemas.microsoft.com/office/drawing/2014/main" id="{8CEA84EE-1CFD-4B57-A1C8-06A1AB4ACA44}"/>
                </a:ext>
              </a:extLst>
            </p:cNvPr>
            <p:cNvSpPr/>
            <p:nvPr/>
          </p:nvSpPr>
          <p:spPr>
            <a:xfrm>
              <a:off x="1113499" y="4581541"/>
              <a:ext cx="4201101"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srgbClr val="B1B1B1"/>
                  </a:solidFill>
                  <a:latin typeface="SamsungOne-400" panose="020B0503030303020204" pitchFamily="34" charset="0"/>
                  <a:ea typeface="SamsungOne-400" panose="020B0503030303020204" pitchFamily="34" charset="0"/>
                </a:rPr>
                <a:t>4.1. </a:t>
              </a:r>
              <a:r>
                <a:rPr kumimoji="1" lang="en-US" altLang="ko-KR" sz="1799" dirty="0" err="1">
                  <a:solidFill>
                    <a:srgbClr val="B1B1B1"/>
                  </a:solidFill>
                  <a:latin typeface="SamsungOne-400" panose="020B0503030303020204" pitchFamily="34" charset="0"/>
                  <a:ea typeface="SamsungOne-400" panose="020B0503030303020204" pitchFamily="34" charset="0"/>
                </a:rPr>
                <a:t>Giới</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thiệu</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về</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trực</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quan</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hóa</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dữ</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liệu</a:t>
              </a:r>
              <a:endParaRPr kumimoji="1" lang="ko-KR" altLang="en-US" sz="1799" dirty="0">
                <a:solidFill>
                  <a:srgbClr val="B1B1B1"/>
                </a:solidFill>
                <a:latin typeface="SamsungOne-400" panose="020B0503030303020204" pitchFamily="34" charset="0"/>
                <a:ea typeface="SamsungOne-700" panose="020B0803030303020204" pitchFamily="34" charset="0"/>
              </a:endParaRPr>
            </a:p>
          </p:txBody>
        </p:sp>
        <p:sp>
          <p:nvSpPr>
            <p:cNvPr id="23" name="직사각형 22">
              <a:extLst>
                <a:ext uri="{FF2B5EF4-FFF2-40B4-BE49-F238E27FC236}">
                  <a16:creationId xmlns:a16="http://schemas.microsoft.com/office/drawing/2014/main" id="{490AEC04-CD1D-4B88-858B-CBB56559D797}"/>
                </a:ext>
              </a:extLst>
            </p:cNvPr>
            <p:cNvSpPr/>
            <p:nvPr/>
          </p:nvSpPr>
          <p:spPr>
            <a:xfrm>
              <a:off x="930678" y="4580348"/>
              <a:ext cx="35988" cy="251919"/>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srgbClr val="1429A0"/>
                </a:solidFill>
                <a:latin typeface="Calibri" panose="020F0502020204030204"/>
                <a:ea typeface="맑은 고딕" panose="020B0503020000020004" pitchFamily="50" charset="-127"/>
              </a:endParaRPr>
            </a:p>
          </p:txBody>
        </p:sp>
        <p:sp>
          <p:nvSpPr>
            <p:cNvPr id="24" name="직사각형 23">
              <a:extLst>
                <a:ext uri="{FF2B5EF4-FFF2-40B4-BE49-F238E27FC236}">
                  <a16:creationId xmlns:a16="http://schemas.microsoft.com/office/drawing/2014/main" id="{475B5DE5-347D-4119-80E7-2377740127D9}"/>
                </a:ext>
              </a:extLst>
            </p:cNvPr>
            <p:cNvSpPr/>
            <p:nvPr/>
          </p:nvSpPr>
          <p:spPr>
            <a:xfrm>
              <a:off x="1113499" y="5011238"/>
              <a:ext cx="4341969"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srgbClr val="484848"/>
                  </a:solidFill>
                  <a:latin typeface="SamsungOne-700" panose="020B0803030303020204" pitchFamily="34" charset="0"/>
                  <a:ea typeface="SamsungOne-700" panose="020B0803030303020204" pitchFamily="34" charset="0"/>
                </a:rPr>
                <a:t>4.2. </a:t>
              </a:r>
              <a:r>
                <a:rPr kumimoji="1" lang="en-US" altLang="ko-KR" sz="1799" dirty="0" err="1">
                  <a:solidFill>
                    <a:srgbClr val="484848"/>
                  </a:solidFill>
                  <a:latin typeface="SamsungOne-700" panose="020B0803030303020204" pitchFamily="34" charset="0"/>
                  <a:ea typeface="SamsungOne-700" panose="020B0803030303020204" pitchFamily="34" charset="0"/>
                </a:rPr>
                <a:t>Đồ</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thị</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để</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tóm</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tắt</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dữ</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liệu</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liên</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tục</a:t>
              </a:r>
              <a:endParaRPr kumimoji="1" lang="ko-KR" altLang="en-US" sz="1799" dirty="0">
                <a:solidFill>
                  <a:srgbClr val="484848"/>
                </a:solidFill>
                <a:latin typeface="SamsungOne-700" panose="020B0803030303020204" pitchFamily="34" charset="0"/>
                <a:ea typeface="SamsungOne-400" panose="020B0503030303020204" pitchFamily="34" charset="0"/>
              </a:endParaRPr>
            </a:p>
          </p:txBody>
        </p:sp>
        <p:sp>
          <p:nvSpPr>
            <p:cNvPr id="26" name="직사각형 25">
              <a:extLst>
                <a:ext uri="{FF2B5EF4-FFF2-40B4-BE49-F238E27FC236}">
                  <a16:creationId xmlns:a16="http://schemas.microsoft.com/office/drawing/2014/main" id="{42D16157-71AB-4EEC-81F2-DE5463F000C0}"/>
                </a:ext>
              </a:extLst>
            </p:cNvPr>
            <p:cNvSpPr/>
            <p:nvPr/>
          </p:nvSpPr>
          <p:spPr>
            <a:xfrm>
              <a:off x="930678" y="5010044"/>
              <a:ext cx="35988" cy="251919"/>
            </a:xfrm>
            <a:prstGeom prst="rect">
              <a:avLst/>
            </a:prstGeom>
            <a:solidFill>
              <a:srgbClr val="1429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sp>
          <p:nvSpPr>
            <p:cNvPr id="27" name="직사각형 43">
              <a:extLst>
                <a:ext uri="{FF2B5EF4-FFF2-40B4-BE49-F238E27FC236}">
                  <a16:creationId xmlns:a16="http://schemas.microsoft.com/office/drawing/2014/main" id="{7C361C6F-D073-4FC0-8ED0-8901EA9A95A1}"/>
                </a:ext>
              </a:extLst>
            </p:cNvPr>
            <p:cNvSpPr/>
            <p:nvPr/>
          </p:nvSpPr>
          <p:spPr>
            <a:xfrm>
              <a:off x="1113499" y="5440933"/>
              <a:ext cx="4471164"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4.3.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Đồ</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thị</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để</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tóm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tắt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phân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loại</a:t>
              </a:r>
              <a:endParaRPr kumimoji="1" lang="ko-KR" altLang="en-US"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28" name="직사각형 44">
              <a:extLst>
                <a:ext uri="{FF2B5EF4-FFF2-40B4-BE49-F238E27FC236}">
                  <a16:creationId xmlns:a16="http://schemas.microsoft.com/office/drawing/2014/main" id="{84CE6F1A-F6A5-409C-BD43-5542C2321C7A}"/>
                </a:ext>
              </a:extLst>
            </p:cNvPr>
            <p:cNvSpPr/>
            <p:nvPr/>
          </p:nvSpPr>
          <p:spPr>
            <a:xfrm>
              <a:off x="930678" y="5439740"/>
              <a:ext cx="35988" cy="251919"/>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sp>
          <p:nvSpPr>
            <p:cNvPr id="29" name="직사각형 43">
              <a:extLst>
                <a:ext uri="{FF2B5EF4-FFF2-40B4-BE49-F238E27FC236}">
                  <a16:creationId xmlns:a16="http://schemas.microsoft.com/office/drawing/2014/main" id="{E636EDF9-BD08-4EFB-ABDD-A5E21AC16A7F}"/>
                </a:ext>
              </a:extLst>
            </p:cNvPr>
            <p:cNvSpPr/>
            <p:nvPr/>
          </p:nvSpPr>
          <p:spPr>
            <a:xfrm>
              <a:off x="5716046" y="4583042"/>
              <a:ext cx="3555846" cy="5537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4.4.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Trực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quan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hóa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cho</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Matplotlib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pandas</a:t>
              </a:r>
              <a:endParaRPr kumimoji="1" lang="ko-KR" altLang="en-US"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30" name="직사각형 44">
              <a:extLst>
                <a:ext uri="{FF2B5EF4-FFF2-40B4-BE49-F238E27FC236}">
                  <a16:creationId xmlns:a16="http://schemas.microsoft.com/office/drawing/2014/main" id="{3AA1A5AD-7960-4AA6-9E10-73E6C03E42DC}"/>
                </a:ext>
              </a:extLst>
            </p:cNvPr>
            <p:cNvSpPr/>
            <p:nvPr/>
          </p:nvSpPr>
          <p:spPr>
            <a:xfrm>
              <a:off x="5548675" y="4580347"/>
              <a:ext cx="35988" cy="251920"/>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sp>
          <p:nvSpPr>
            <p:cNvPr id="46" name="직사각형 43">
              <a:extLst>
                <a:ext uri="{FF2B5EF4-FFF2-40B4-BE49-F238E27FC236}">
                  <a16:creationId xmlns:a16="http://schemas.microsoft.com/office/drawing/2014/main" id="{E636EDF9-BD08-4EFB-ABDD-A5E21AC16A7F}"/>
                </a:ext>
              </a:extLst>
            </p:cNvPr>
            <p:cNvSpPr/>
            <p:nvPr/>
          </p:nvSpPr>
          <p:spPr>
            <a:xfrm>
              <a:off x="5716046" y="5425510"/>
              <a:ext cx="3555846"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4.5.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Vẽ</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đồ</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thị</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nâng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cao</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với</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Seaborn</a:t>
              </a:r>
            </a:p>
          </p:txBody>
        </p:sp>
        <p:sp>
          <p:nvSpPr>
            <p:cNvPr id="47" name="직사각형 44">
              <a:extLst>
                <a:ext uri="{FF2B5EF4-FFF2-40B4-BE49-F238E27FC236}">
                  <a16:creationId xmlns:a16="http://schemas.microsoft.com/office/drawing/2014/main" id="{3AA1A5AD-7960-4AA6-9E10-73E6C03E42DC}"/>
                </a:ext>
              </a:extLst>
            </p:cNvPr>
            <p:cNvSpPr/>
            <p:nvPr/>
          </p:nvSpPr>
          <p:spPr>
            <a:xfrm>
              <a:off x="5548675" y="5294785"/>
              <a:ext cx="35988" cy="251920"/>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grpSp>
    </p:spTree>
    <p:custDataLst>
      <p:tags r:id="rId1"/>
    </p:custDataLst>
    <p:extLst>
      <p:ext uri="{BB962C8B-B14F-4D97-AF65-F5344CB8AC3E}">
        <p14:creationId xmlns:p14="http://schemas.microsoft.com/office/powerpoint/2010/main" val="4159188627"/>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12">
            <a:extLst>
              <a:ext uri="{FF2B5EF4-FFF2-40B4-BE49-F238E27FC236}">
                <a16:creationId xmlns:a16="http://schemas.microsoft.com/office/drawing/2014/main" id="{3501AFA9-EEB9-4836-AD3A-F1BCEA27CB7B}"/>
              </a:ext>
            </a:extLst>
          </p:cNvPr>
          <p:cNvSpPr/>
          <p:nvPr/>
        </p:nvSpPr>
        <p:spPr>
          <a:xfrm>
            <a:off x="711201" y="5085184"/>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Một biểu đồ hộp bao gồm một hộp, các râu (</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whiskers),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giá</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ngoại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lai</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 v.v.</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nvGrpSpPr>
          <p:cNvPr id="28" name="Group 3">
            <a:extLst>
              <a:ext uri="{FF2B5EF4-FFF2-40B4-BE49-F238E27FC236}">
                <a16:creationId xmlns:a16="http://schemas.microsoft.com/office/drawing/2014/main" id="{010FE8D8-3151-4A9E-A167-5721BDCC1F74}"/>
              </a:ext>
            </a:extLst>
          </p:cNvPr>
          <p:cNvGrpSpPr/>
          <p:nvPr/>
        </p:nvGrpSpPr>
        <p:grpSpPr>
          <a:xfrm>
            <a:off x="3116552" y="2739752"/>
            <a:ext cx="3669721" cy="2057400"/>
            <a:chOff x="4416552" y="2425905"/>
            <a:chExt cx="3669721" cy="2057400"/>
          </a:xfrm>
        </p:grpSpPr>
        <p:pic>
          <p:nvPicPr>
            <p:cNvPr id="29" name="Picture 1">
              <a:extLst>
                <a:ext uri="{FF2B5EF4-FFF2-40B4-BE49-F238E27FC236}">
                  <a16:creationId xmlns:a16="http://schemas.microsoft.com/office/drawing/2014/main" id="{10E24495-1FE7-4B72-9BA8-1C37F08B1961}"/>
                </a:ext>
              </a:extLst>
            </p:cNvPr>
            <p:cNvPicPr>
              <a:picLocks noChangeAspect="1"/>
            </p:cNvPicPr>
            <p:nvPr/>
          </p:nvPicPr>
          <p:blipFill rotWithShape="1">
            <a:blip r:embed="rId4">
              <a:extLst>
                <a:ext uri="{28A0092B-C50C-407E-A947-70E740481C1C}">
                  <a14:useLocalDpi xmlns:a14="http://schemas.microsoft.com/office/drawing/2010/main" val="0"/>
                </a:ext>
              </a:extLst>
            </a:blip>
            <a:srcRect t="7423" b="10934"/>
            <a:stretch/>
          </p:blipFill>
          <p:spPr>
            <a:xfrm>
              <a:off x="4465767" y="2425905"/>
              <a:ext cx="3620506" cy="2057400"/>
            </a:xfrm>
            <a:prstGeom prst="rect">
              <a:avLst/>
            </a:prstGeom>
          </p:spPr>
        </p:pic>
        <p:sp>
          <p:nvSpPr>
            <p:cNvPr id="30" name="TextBox 29">
              <a:extLst>
                <a:ext uri="{FF2B5EF4-FFF2-40B4-BE49-F238E27FC236}">
                  <a16:creationId xmlns:a16="http://schemas.microsoft.com/office/drawing/2014/main" id="{35B758F7-E5A8-4232-985B-FF4BB10AA170}"/>
                </a:ext>
              </a:extLst>
            </p:cNvPr>
            <p:cNvSpPr txBox="1"/>
            <p:nvPr/>
          </p:nvSpPr>
          <p:spPr>
            <a:xfrm>
              <a:off x="4416552" y="2864549"/>
              <a:ext cx="512064" cy="1323439"/>
            </a:xfrm>
            <a:prstGeom prst="rect">
              <a:avLst/>
            </a:prstGeom>
            <a:noFill/>
          </p:spPr>
          <p:txBody>
            <a:bodyPr wrap="square" rtlCol="0">
              <a:spAutoFit/>
              <a:scene3d>
                <a:camera prst="orthographicFront"/>
                <a:lightRig rig="threePt" dir="t"/>
              </a:scene3d>
              <a:sp3d>
                <a:bevelT w="0" h="1270"/>
              </a:sp3d>
            </a:bodyPr>
            <a:lstStyle/>
            <a:p>
              <a:pPr algn="ctr"/>
              <a:r>
                <a:rPr lang="en-US" sz="16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30</a:t>
              </a:r>
            </a:p>
            <a:p>
              <a:pPr algn="ctr"/>
              <a:endParaRPr lang="en-US" sz="16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endParaRPr>
            </a:p>
            <a:p>
              <a:pPr algn="ctr"/>
              <a:r>
                <a:rPr lang="en-US" sz="16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20</a:t>
              </a:r>
            </a:p>
            <a:p>
              <a:pPr algn="ctr"/>
              <a:endParaRPr lang="en-US" sz="16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endParaRPr>
            </a:p>
            <a:p>
              <a:pPr algn="ctr"/>
              <a:r>
                <a:rPr lang="en-US" sz="16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10</a:t>
              </a:r>
            </a:p>
          </p:txBody>
        </p:sp>
      </p:grpSp>
      <p:grpSp>
        <p:nvGrpSpPr>
          <p:cNvPr id="17" name="그룹 16">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4.2.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để</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tóm</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tắt</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liên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tục</a:t>
              </a:r>
              <a:endParaRPr lang="ko-KR" altLang="en-US" b="1" dirty="0">
                <a:solidFill>
                  <a:prstClr val="white"/>
                </a:solidFill>
                <a:latin typeface="iCiel Samsung Sharp Sans Medium" pitchFamily="2" charset="77"/>
                <a:cs typeface="iCiel Samsung Sharp Sans Medium" pitchFamily="2" charset="77"/>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20" name="직사각형 19">
            <a:extLst>
              <a:ext uri="{FF2B5EF4-FFF2-40B4-BE49-F238E27FC236}">
                <a16:creationId xmlns:a16="http://schemas.microsoft.com/office/drawing/2014/main" id="{58B1BC1D-DFB7-4482-BA23-F01AD71B1BBE}"/>
              </a:ext>
            </a:extLst>
          </p:cNvPr>
          <p:cNvSpPr/>
          <p:nvPr/>
        </p:nvSpPr>
        <p:spPr>
          <a:xfrm>
            <a:off x="425068" y="1331476"/>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vi-VN"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rPr>
              <a:t>Các loại hình ảnh cơ bản</a:t>
            </a:r>
            <a:endParaRPr lang="en-US"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endParaRPr>
          </a:p>
        </p:txBody>
      </p:sp>
      <p:grpSp>
        <p:nvGrpSpPr>
          <p:cNvPr id="24" name="그룹 23">
            <a:extLst>
              <a:ext uri="{FF2B5EF4-FFF2-40B4-BE49-F238E27FC236}">
                <a16:creationId xmlns:a16="http://schemas.microsoft.com/office/drawing/2014/main" id="{E53371C3-8732-457C-9C1C-26300CFC8D5C}"/>
              </a:ext>
            </a:extLst>
          </p:cNvPr>
          <p:cNvGrpSpPr/>
          <p:nvPr/>
        </p:nvGrpSpPr>
        <p:grpSpPr>
          <a:xfrm>
            <a:off x="580388" y="1987965"/>
            <a:ext cx="8887612" cy="599957"/>
            <a:chOff x="580388" y="1413381"/>
            <a:chExt cx="8887612" cy="599957"/>
          </a:xfrm>
        </p:grpSpPr>
        <p:sp>
          <p:nvSpPr>
            <p:cNvPr id="25" name="직사각형 24">
              <a:extLst>
                <a:ext uri="{FF2B5EF4-FFF2-40B4-BE49-F238E27FC236}">
                  <a16:creationId xmlns:a16="http://schemas.microsoft.com/office/drawing/2014/main" id="{AFACF473-2A8D-411E-A3C3-6C3BE7E0225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Trực quan hóa đơn biến:</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31" name="Rectangle 12">
              <a:extLst>
                <a:ext uri="{FF2B5EF4-FFF2-40B4-BE49-F238E27FC236}">
                  <a16:creationId xmlns:a16="http://schemas.microsoft.com/office/drawing/2014/main" id="{B415C32B-46DD-43EF-8F22-3EC6581C640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số</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liên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Boxplot.</a:t>
              </a:r>
              <a:endParaRPr lang="en-US" altLang="ko-KR" sz="1300" dirty="0">
                <a:solidFill>
                  <a:schemeClr val="tx1">
                    <a:lumMod val="85000"/>
                    <a:lumOff val="15000"/>
                  </a:schemeClr>
                </a:solidFill>
                <a:latin typeface="SamsungOne-700" panose="020B0803030303020204" pitchFamily="34" charset="0"/>
                <a:ea typeface="SamsungOne-700" panose="020B0803030303020204" pitchFamily="34" charset="0"/>
              </a:endParaRPr>
            </a:p>
          </p:txBody>
        </p:sp>
      </p:grpSp>
    </p:spTree>
    <p:custDataLst>
      <p:tags r:id="rId1"/>
    </p:custDataLst>
    <p:extLst>
      <p:ext uri="{BB962C8B-B14F-4D97-AF65-F5344CB8AC3E}">
        <p14:creationId xmlns:p14="http://schemas.microsoft.com/office/powerpoint/2010/main" val="3340352065"/>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12">
            <a:extLst>
              <a:ext uri="{FF2B5EF4-FFF2-40B4-BE49-F238E27FC236}">
                <a16:creationId xmlns:a16="http://schemas.microsoft.com/office/drawing/2014/main" id="{422EB76D-DA58-4B14-BC3B-853057665F0B}"/>
              </a:ext>
            </a:extLst>
          </p:cNvPr>
          <p:cNvSpPr/>
          <p:nvPr/>
        </p:nvSpPr>
        <p:spPr>
          <a:xfrm>
            <a:off x="711201" y="4917335"/>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Hiển thị tần số tuyệt đối hoặc tương đối của mỗi khoảng.</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11" name="TextBox 10"/>
          <p:cNvSpPr txBox="1"/>
          <p:nvPr/>
        </p:nvSpPr>
        <p:spPr>
          <a:xfrm>
            <a:off x="4755396" y="4625931"/>
            <a:ext cx="676342" cy="480665"/>
          </a:xfrm>
          <a:prstGeom prst="rect">
            <a:avLst/>
          </a:prstGeom>
          <a:noFill/>
        </p:spPr>
        <p:txBody>
          <a:bodyPr wrap="square" rtlCol="0">
            <a:spAutoFit/>
            <a:scene3d>
              <a:camera prst="orthographicFront"/>
              <a:lightRig rig="threePt" dir="t"/>
            </a:scene3d>
            <a:sp3d>
              <a:bevelB w="0" h="1270"/>
            </a:sp3d>
          </a:bodyPr>
          <a:lstStyle/>
          <a:p>
            <a:pPr algn="ctr"/>
            <a:r>
              <a:rPr lang="en-US" i="1" dirty="0">
                <a:solidFill>
                  <a:schemeClr val="tx1">
                    <a:lumMod val="85000"/>
                    <a:lumOff val="15000"/>
                  </a:schemeClr>
                </a:solidFill>
                <a:latin typeface="Times New Roman" panose="02020603050405020304" pitchFamily="18" charset="0"/>
                <a:cs typeface="Times New Roman" panose="02020603050405020304" pitchFamily="18" charset="0"/>
              </a:rPr>
              <a:t>x</a:t>
            </a:r>
          </a:p>
        </p:txBody>
      </p:sp>
      <p:grpSp>
        <p:nvGrpSpPr>
          <p:cNvPr id="5" name="그룹 4"/>
          <p:cNvGrpSpPr/>
          <p:nvPr/>
        </p:nvGrpSpPr>
        <p:grpSpPr>
          <a:xfrm>
            <a:off x="3479573" y="2482736"/>
            <a:ext cx="3677387" cy="1912744"/>
            <a:chOff x="3645669" y="3529013"/>
            <a:chExt cx="2825617" cy="1469707"/>
          </a:xfrm>
        </p:grpSpPr>
        <p:sp>
          <p:nvSpPr>
            <p:cNvPr id="2" name="직사각형 1"/>
            <p:cNvSpPr/>
            <p:nvPr/>
          </p:nvSpPr>
          <p:spPr>
            <a:xfrm>
              <a:off x="4885824" y="3529013"/>
              <a:ext cx="168141" cy="1469707"/>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4" name="직사각형 13"/>
            <p:cNvSpPr/>
            <p:nvPr/>
          </p:nvSpPr>
          <p:spPr>
            <a:xfrm>
              <a:off x="5062989" y="3557588"/>
              <a:ext cx="168141" cy="144113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5" name="직사각형 14"/>
            <p:cNvSpPr/>
            <p:nvPr/>
          </p:nvSpPr>
          <p:spPr>
            <a:xfrm>
              <a:off x="4708659" y="3579018"/>
              <a:ext cx="168141" cy="1419701"/>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6" name="직사각형 15"/>
            <p:cNvSpPr/>
            <p:nvPr/>
          </p:nvSpPr>
          <p:spPr>
            <a:xfrm>
              <a:off x="4531494" y="4205288"/>
              <a:ext cx="168141" cy="793431"/>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7" name="직사각형 16"/>
            <p:cNvSpPr/>
            <p:nvPr/>
          </p:nvSpPr>
          <p:spPr>
            <a:xfrm>
              <a:off x="4354329" y="4436269"/>
              <a:ext cx="168141" cy="56245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8" name="직사각형 17"/>
            <p:cNvSpPr/>
            <p:nvPr/>
          </p:nvSpPr>
          <p:spPr>
            <a:xfrm>
              <a:off x="4177164" y="4464843"/>
              <a:ext cx="168141" cy="533875"/>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9" name="직사각형 18"/>
            <p:cNvSpPr/>
            <p:nvPr/>
          </p:nvSpPr>
          <p:spPr>
            <a:xfrm>
              <a:off x="3999999" y="4702969"/>
              <a:ext cx="168141" cy="295749"/>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0" name="직사각형 19"/>
            <p:cNvSpPr/>
            <p:nvPr/>
          </p:nvSpPr>
          <p:spPr>
            <a:xfrm>
              <a:off x="3822834" y="4788694"/>
              <a:ext cx="168141" cy="210024"/>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1" name="직사각형 20"/>
            <p:cNvSpPr/>
            <p:nvPr/>
          </p:nvSpPr>
          <p:spPr>
            <a:xfrm>
              <a:off x="3645669" y="4952998"/>
              <a:ext cx="168141" cy="45719"/>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2" name="직사각형 21"/>
            <p:cNvSpPr/>
            <p:nvPr/>
          </p:nvSpPr>
          <p:spPr>
            <a:xfrm>
              <a:off x="5240154" y="4317206"/>
              <a:ext cx="168141" cy="681511"/>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3" name="직사각형 22"/>
            <p:cNvSpPr/>
            <p:nvPr/>
          </p:nvSpPr>
          <p:spPr>
            <a:xfrm>
              <a:off x="5417319" y="4707731"/>
              <a:ext cx="168141" cy="29098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4" name="직사각형 23"/>
            <p:cNvSpPr/>
            <p:nvPr/>
          </p:nvSpPr>
          <p:spPr>
            <a:xfrm>
              <a:off x="5594484" y="4962717"/>
              <a:ext cx="168141" cy="360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32" name="직사각형 31"/>
            <p:cNvSpPr/>
            <p:nvPr/>
          </p:nvSpPr>
          <p:spPr>
            <a:xfrm>
              <a:off x="5771649" y="4962717"/>
              <a:ext cx="168141" cy="360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33" name="직사각형 32"/>
            <p:cNvSpPr/>
            <p:nvPr/>
          </p:nvSpPr>
          <p:spPr>
            <a:xfrm>
              <a:off x="5948814" y="4941094"/>
              <a:ext cx="168141" cy="57623"/>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34" name="직사각형 33"/>
            <p:cNvSpPr/>
            <p:nvPr/>
          </p:nvSpPr>
          <p:spPr>
            <a:xfrm>
              <a:off x="6125979" y="4980717"/>
              <a:ext cx="168141" cy="180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35" name="직사각형 34"/>
            <p:cNvSpPr/>
            <p:nvPr/>
          </p:nvSpPr>
          <p:spPr>
            <a:xfrm>
              <a:off x="6303145" y="4980717"/>
              <a:ext cx="168141" cy="180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grpSp>
      <p:grpSp>
        <p:nvGrpSpPr>
          <p:cNvPr id="10" name="그룹 9"/>
          <p:cNvGrpSpPr/>
          <p:nvPr/>
        </p:nvGrpSpPr>
        <p:grpSpPr>
          <a:xfrm>
            <a:off x="3305380" y="2621160"/>
            <a:ext cx="70278" cy="1772666"/>
            <a:chOff x="2930798" y="3635375"/>
            <a:chExt cx="54000" cy="1362075"/>
          </a:xfrm>
        </p:grpSpPr>
        <p:cxnSp>
          <p:nvCxnSpPr>
            <p:cNvPr id="7" name="직선 연결선 6"/>
            <p:cNvCxnSpPr/>
            <p:nvPr/>
          </p:nvCxnSpPr>
          <p:spPr>
            <a:xfrm>
              <a:off x="2980804" y="3635375"/>
              <a:ext cx="0" cy="136207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6" name="직선 연결선 35"/>
            <p:cNvCxnSpPr/>
            <p:nvPr/>
          </p:nvCxnSpPr>
          <p:spPr>
            <a:xfrm>
              <a:off x="2930798" y="3637756"/>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7" name="직선 연결선 36"/>
            <p:cNvCxnSpPr/>
            <p:nvPr/>
          </p:nvCxnSpPr>
          <p:spPr>
            <a:xfrm>
              <a:off x="2930798" y="4997450"/>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8" name="직선 연결선 37"/>
            <p:cNvCxnSpPr/>
            <p:nvPr/>
          </p:nvCxnSpPr>
          <p:spPr>
            <a:xfrm>
              <a:off x="2930798" y="4725512"/>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9" name="직선 연결선 38"/>
            <p:cNvCxnSpPr/>
            <p:nvPr/>
          </p:nvCxnSpPr>
          <p:spPr>
            <a:xfrm>
              <a:off x="2930798" y="4453573"/>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0" name="직선 연결선 39"/>
            <p:cNvCxnSpPr/>
            <p:nvPr/>
          </p:nvCxnSpPr>
          <p:spPr>
            <a:xfrm>
              <a:off x="2930798" y="4181634"/>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1" name="직선 연결선 40"/>
            <p:cNvCxnSpPr/>
            <p:nvPr/>
          </p:nvCxnSpPr>
          <p:spPr>
            <a:xfrm>
              <a:off x="2930798" y="3909695"/>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42" name="TextBox 41"/>
          <p:cNvSpPr txBox="1"/>
          <p:nvPr/>
        </p:nvSpPr>
        <p:spPr>
          <a:xfrm>
            <a:off x="2991616" y="2540104"/>
            <a:ext cx="248261" cy="180249"/>
          </a:xfrm>
          <a:prstGeom prst="rect">
            <a:avLst/>
          </a:prstGeom>
          <a:noFill/>
        </p:spPr>
        <p:txBody>
          <a:bodyPr wrap="square" lIns="0" tIns="0" rIns="0" bIns="0" rtlCol="0">
            <a:spAutoFit/>
            <a:scene3d>
              <a:camera prst="orthographicFront"/>
              <a:lightRig rig="threePt" dir="t"/>
            </a:scene3d>
            <a:sp3d>
              <a:bevelB w="0" h="1270"/>
            </a:sp3d>
          </a:bodyPr>
          <a:lstStyle/>
          <a:p>
            <a:pPr algn="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100</a:t>
            </a:r>
          </a:p>
        </p:txBody>
      </p:sp>
      <p:sp>
        <p:nvSpPr>
          <p:cNvPr id="43" name="TextBox 42"/>
          <p:cNvSpPr txBox="1"/>
          <p:nvPr/>
        </p:nvSpPr>
        <p:spPr>
          <a:xfrm>
            <a:off x="2991616" y="2893397"/>
            <a:ext cx="248261" cy="180249"/>
          </a:xfrm>
          <a:prstGeom prst="rect">
            <a:avLst/>
          </a:prstGeom>
          <a:noFill/>
        </p:spPr>
        <p:txBody>
          <a:bodyPr wrap="square" lIns="0" tIns="0" rIns="0" bIns="0" rtlCol="0">
            <a:spAutoFit/>
            <a:scene3d>
              <a:camera prst="orthographicFront"/>
              <a:lightRig rig="threePt" dir="t"/>
            </a:scene3d>
            <a:sp3d>
              <a:bevelB w="0" h="1270"/>
            </a:sp3d>
          </a:bodyPr>
          <a:lstStyle/>
          <a:p>
            <a:pPr algn="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80</a:t>
            </a:r>
          </a:p>
        </p:txBody>
      </p:sp>
      <p:sp>
        <p:nvSpPr>
          <p:cNvPr id="44" name="TextBox 43"/>
          <p:cNvSpPr txBox="1"/>
          <p:nvPr/>
        </p:nvSpPr>
        <p:spPr>
          <a:xfrm>
            <a:off x="2991616" y="3246690"/>
            <a:ext cx="248261" cy="180249"/>
          </a:xfrm>
          <a:prstGeom prst="rect">
            <a:avLst/>
          </a:prstGeom>
          <a:noFill/>
        </p:spPr>
        <p:txBody>
          <a:bodyPr wrap="square" lIns="0" tIns="0" rIns="0" bIns="0" rtlCol="0">
            <a:spAutoFit/>
            <a:scene3d>
              <a:camera prst="orthographicFront"/>
              <a:lightRig rig="threePt" dir="t"/>
            </a:scene3d>
            <a:sp3d>
              <a:bevelB w="0" h="1270"/>
            </a:sp3d>
          </a:bodyPr>
          <a:lstStyle/>
          <a:p>
            <a:pPr algn="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60</a:t>
            </a:r>
          </a:p>
        </p:txBody>
      </p:sp>
      <p:sp>
        <p:nvSpPr>
          <p:cNvPr id="45" name="TextBox 44"/>
          <p:cNvSpPr txBox="1"/>
          <p:nvPr/>
        </p:nvSpPr>
        <p:spPr>
          <a:xfrm>
            <a:off x="2991616" y="3599983"/>
            <a:ext cx="248261" cy="180249"/>
          </a:xfrm>
          <a:prstGeom prst="rect">
            <a:avLst/>
          </a:prstGeom>
          <a:noFill/>
        </p:spPr>
        <p:txBody>
          <a:bodyPr wrap="square" lIns="0" tIns="0" rIns="0" bIns="0" rtlCol="0">
            <a:spAutoFit/>
            <a:scene3d>
              <a:camera prst="orthographicFront"/>
              <a:lightRig rig="threePt" dir="t"/>
            </a:scene3d>
            <a:sp3d>
              <a:bevelB w="0" h="1270"/>
            </a:sp3d>
          </a:bodyPr>
          <a:lstStyle/>
          <a:p>
            <a:pPr algn="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40</a:t>
            </a:r>
          </a:p>
        </p:txBody>
      </p:sp>
      <p:sp>
        <p:nvSpPr>
          <p:cNvPr id="46" name="TextBox 45"/>
          <p:cNvSpPr txBox="1"/>
          <p:nvPr/>
        </p:nvSpPr>
        <p:spPr>
          <a:xfrm>
            <a:off x="2991616" y="3953276"/>
            <a:ext cx="248261" cy="180249"/>
          </a:xfrm>
          <a:prstGeom prst="rect">
            <a:avLst/>
          </a:prstGeom>
          <a:noFill/>
        </p:spPr>
        <p:txBody>
          <a:bodyPr wrap="square" lIns="0" tIns="0" rIns="0" bIns="0" rtlCol="0">
            <a:spAutoFit/>
            <a:scene3d>
              <a:camera prst="orthographicFront"/>
              <a:lightRig rig="threePt" dir="t"/>
            </a:scene3d>
            <a:sp3d>
              <a:bevelB w="0" h="1270"/>
            </a:sp3d>
          </a:bodyPr>
          <a:lstStyle/>
          <a:p>
            <a:pPr algn="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20</a:t>
            </a:r>
          </a:p>
        </p:txBody>
      </p:sp>
      <p:sp>
        <p:nvSpPr>
          <p:cNvPr id="47" name="TextBox 46"/>
          <p:cNvSpPr txBox="1"/>
          <p:nvPr/>
        </p:nvSpPr>
        <p:spPr>
          <a:xfrm>
            <a:off x="2991616" y="4306570"/>
            <a:ext cx="248261" cy="180249"/>
          </a:xfrm>
          <a:prstGeom prst="rect">
            <a:avLst/>
          </a:prstGeom>
          <a:noFill/>
        </p:spPr>
        <p:txBody>
          <a:bodyPr wrap="square" lIns="0" tIns="0" rIns="0" bIns="0" rtlCol="0">
            <a:spAutoFit/>
            <a:scene3d>
              <a:camera prst="orthographicFront"/>
              <a:lightRig rig="threePt" dir="t"/>
            </a:scene3d>
            <a:sp3d>
              <a:bevelB w="0" h="1270"/>
            </a:sp3d>
          </a:bodyPr>
          <a:lstStyle/>
          <a:p>
            <a:pPr algn="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0</a:t>
            </a:r>
          </a:p>
        </p:txBody>
      </p:sp>
      <p:sp>
        <p:nvSpPr>
          <p:cNvPr id="48" name="TextBox 47"/>
          <p:cNvSpPr txBox="1"/>
          <p:nvPr/>
        </p:nvSpPr>
        <p:spPr>
          <a:xfrm rot="16200000">
            <a:off x="2491719" y="3434569"/>
            <a:ext cx="688539" cy="138499"/>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Frequency</a:t>
            </a:r>
          </a:p>
        </p:txBody>
      </p:sp>
      <p:grpSp>
        <p:nvGrpSpPr>
          <p:cNvPr id="49" name="그룹 48"/>
          <p:cNvGrpSpPr/>
          <p:nvPr/>
        </p:nvGrpSpPr>
        <p:grpSpPr>
          <a:xfrm rot="16200000">
            <a:off x="5051010" y="3351258"/>
            <a:ext cx="70278" cy="2290867"/>
            <a:chOff x="2930798" y="3635375"/>
            <a:chExt cx="54000" cy="1760248"/>
          </a:xfrm>
        </p:grpSpPr>
        <p:cxnSp>
          <p:nvCxnSpPr>
            <p:cNvPr id="50" name="직선 연결선 49"/>
            <p:cNvCxnSpPr/>
            <p:nvPr/>
          </p:nvCxnSpPr>
          <p:spPr>
            <a:xfrm rot="5400000">
              <a:off x="2103061" y="4515499"/>
              <a:ext cx="176024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 name="직선 연결선 50"/>
            <p:cNvCxnSpPr/>
            <p:nvPr/>
          </p:nvCxnSpPr>
          <p:spPr>
            <a:xfrm>
              <a:off x="2930798" y="3637756"/>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2" name="직선 연결선 51"/>
            <p:cNvCxnSpPr/>
            <p:nvPr/>
          </p:nvCxnSpPr>
          <p:spPr>
            <a:xfrm>
              <a:off x="2930798" y="5392740"/>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4" name="직선 연결선 53"/>
            <p:cNvCxnSpPr/>
            <p:nvPr/>
          </p:nvCxnSpPr>
          <p:spPr>
            <a:xfrm>
              <a:off x="2930798" y="4515499"/>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58" name="TextBox 57"/>
          <p:cNvSpPr txBox="1"/>
          <p:nvPr/>
        </p:nvSpPr>
        <p:spPr>
          <a:xfrm>
            <a:off x="3822136" y="4572043"/>
            <a:ext cx="248261" cy="180249"/>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5</a:t>
            </a:r>
          </a:p>
        </p:txBody>
      </p:sp>
      <p:sp>
        <p:nvSpPr>
          <p:cNvPr id="59" name="TextBox 58"/>
          <p:cNvSpPr txBox="1"/>
          <p:nvPr/>
        </p:nvSpPr>
        <p:spPr>
          <a:xfrm>
            <a:off x="4972409" y="4572043"/>
            <a:ext cx="248261" cy="180249"/>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10</a:t>
            </a:r>
          </a:p>
        </p:txBody>
      </p:sp>
      <p:sp>
        <p:nvSpPr>
          <p:cNvPr id="60" name="TextBox 59"/>
          <p:cNvSpPr txBox="1"/>
          <p:nvPr/>
        </p:nvSpPr>
        <p:spPr>
          <a:xfrm>
            <a:off x="6111781" y="4572043"/>
            <a:ext cx="248261" cy="180249"/>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15</a:t>
            </a:r>
          </a:p>
        </p:txBody>
      </p:sp>
      <p:grpSp>
        <p:nvGrpSpPr>
          <p:cNvPr id="53" name="그룹 5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63" name="직사각형 6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4.2.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để</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tóm</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tắt</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liên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tục</a:t>
              </a:r>
              <a:endParaRPr lang="ko-KR" altLang="en-US" b="1" dirty="0">
                <a:solidFill>
                  <a:prstClr val="white"/>
                </a:solidFill>
                <a:latin typeface="iCiel Samsung Sharp Sans Medium" pitchFamily="2" charset="77"/>
                <a:cs typeface="iCiel Samsung Sharp Sans Medium" pitchFamily="2" charset="77"/>
              </a:endParaRPr>
            </a:p>
          </p:txBody>
        </p:sp>
        <p:sp>
          <p:nvSpPr>
            <p:cNvPr id="64" name="직사각형 6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68" name="그룹 67">
            <a:extLst>
              <a:ext uri="{FF2B5EF4-FFF2-40B4-BE49-F238E27FC236}">
                <a16:creationId xmlns:a16="http://schemas.microsoft.com/office/drawing/2014/main" id="{E53371C3-8732-457C-9C1C-26300CFC8D5C}"/>
              </a:ext>
            </a:extLst>
          </p:cNvPr>
          <p:cNvGrpSpPr/>
          <p:nvPr/>
        </p:nvGrpSpPr>
        <p:grpSpPr>
          <a:xfrm>
            <a:off x="580388" y="1413381"/>
            <a:ext cx="8887612" cy="599957"/>
            <a:chOff x="580388" y="1413381"/>
            <a:chExt cx="8887612" cy="599957"/>
          </a:xfrm>
        </p:grpSpPr>
        <p:sp>
          <p:nvSpPr>
            <p:cNvPr id="69" name="직사각형 68">
              <a:extLst>
                <a:ext uri="{FF2B5EF4-FFF2-40B4-BE49-F238E27FC236}">
                  <a16:creationId xmlns:a16="http://schemas.microsoft.com/office/drawing/2014/main" id="{AFACF473-2A8D-411E-A3C3-6C3BE7E0225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Trực quan hóa đơn biến:</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70" name="Rectangle 12">
              <a:extLst>
                <a:ext uri="{FF2B5EF4-FFF2-40B4-BE49-F238E27FC236}">
                  <a16:creationId xmlns:a16="http://schemas.microsoft.com/office/drawing/2014/main" id="{B415C32B-46DD-43EF-8F22-3EC6581C640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số</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liên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Histogram.</a:t>
              </a:r>
              <a:endParaRPr lang="en-US" altLang="ko-KR" sz="1300" dirty="0">
                <a:solidFill>
                  <a:schemeClr val="tx1">
                    <a:lumMod val="85000"/>
                    <a:lumOff val="15000"/>
                  </a:schemeClr>
                </a:solidFill>
                <a:latin typeface="SamsungOne-700" panose="020B0803030303020204" pitchFamily="34" charset="0"/>
                <a:ea typeface="SamsungOne-700" panose="020B0803030303020204" pitchFamily="34" charset="0"/>
              </a:endParaRPr>
            </a:p>
          </p:txBody>
        </p:sp>
      </p:grpSp>
    </p:spTree>
    <p:custDataLst>
      <p:tags r:id="rId1"/>
    </p:custDataLst>
    <p:extLst>
      <p:ext uri="{BB962C8B-B14F-4D97-AF65-F5344CB8AC3E}">
        <p14:creationId xmlns:p14="http://schemas.microsoft.com/office/powerpoint/2010/main" val="2240715454"/>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12">
            <a:extLst>
              <a:ext uri="{FF2B5EF4-FFF2-40B4-BE49-F238E27FC236}">
                <a16:creationId xmlns:a16="http://schemas.microsoft.com/office/drawing/2014/main" id="{ACD736BC-D52D-47AA-A207-46008C595349}"/>
              </a:ext>
            </a:extLst>
          </p:cNvPr>
          <p:cNvSpPr/>
          <p:nvPr/>
        </p:nvSpPr>
        <p:spPr>
          <a:xfrm>
            <a:off x="711201" y="4849022"/>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Độ rộng khoảng có thể được điều chỉnh.</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nvGrpSpPr>
          <p:cNvPr id="10" name="그룹 9"/>
          <p:cNvGrpSpPr/>
          <p:nvPr/>
        </p:nvGrpSpPr>
        <p:grpSpPr>
          <a:xfrm>
            <a:off x="2766865" y="2410728"/>
            <a:ext cx="4337659" cy="2627555"/>
            <a:chOff x="2766865" y="3137274"/>
            <a:chExt cx="4337659" cy="2627555"/>
          </a:xfrm>
        </p:grpSpPr>
        <p:sp>
          <p:nvSpPr>
            <p:cNvPr id="178" name="TextBox 177">
              <a:extLst>
                <a:ext uri="{FF2B5EF4-FFF2-40B4-BE49-F238E27FC236}">
                  <a16:creationId xmlns:a16="http://schemas.microsoft.com/office/drawing/2014/main" id="{CC19F2BB-2F57-4648-AA6D-75A8A0839B5B}"/>
                </a:ext>
              </a:extLst>
            </p:cNvPr>
            <p:cNvSpPr txBox="1"/>
            <p:nvPr/>
          </p:nvSpPr>
          <p:spPr>
            <a:xfrm>
              <a:off x="4755743" y="5283487"/>
              <a:ext cx="677294" cy="481342"/>
            </a:xfrm>
            <a:prstGeom prst="rect">
              <a:avLst/>
            </a:prstGeom>
            <a:noFill/>
          </p:spPr>
          <p:txBody>
            <a:bodyPr wrap="square" rtlCol="0">
              <a:spAutoFit/>
              <a:scene3d>
                <a:camera prst="orthographicFront"/>
                <a:lightRig rig="threePt" dir="t"/>
              </a:scene3d>
              <a:sp3d>
                <a:bevelB w="0" h="1270"/>
              </a:sp3d>
            </a:bodyPr>
            <a:lstStyle/>
            <a:p>
              <a:pPr algn="ctr"/>
              <a:r>
                <a:rPr lang="en-US" i="1" dirty="0">
                  <a:solidFill>
                    <a:schemeClr val="tx1">
                      <a:lumMod val="85000"/>
                      <a:lumOff val="15000"/>
                    </a:schemeClr>
                  </a:solidFill>
                  <a:latin typeface="Times New Roman" panose="02020603050405020304" pitchFamily="18" charset="0"/>
                  <a:cs typeface="Times New Roman" panose="02020603050405020304" pitchFamily="18" charset="0"/>
                </a:rPr>
                <a:t>x</a:t>
              </a:r>
            </a:p>
          </p:txBody>
        </p:sp>
        <p:grpSp>
          <p:nvGrpSpPr>
            <p:cNvPr id="180" name="그룹 179"/>
            <p:cNvGrpSpPr/>
            <p:nvPr/>
          </p:nvGrpSpPr>
          <p:grpSpPr>
            <a:xfrm>
              <a:off x="3306168" y="3503478"/>
              <a:ext cx="70377" cy="1547577"/>
              <a:chOff x="2930798" y="3810000"/>
              <a:chExt cx="54000" cy="1187450"/>
            </a:xfrm>
          </p:grpSpPr>
          <p:cxnSp>
            <p:nvCxnSpPr>
              <p:cNvPr id="256" name="직선 연결선 255"/>
              <p:cNvCxnSpPr/>
              <p:nvPr/>
            </p:nvCxnSpPr>
            <p:spPr>
              <a:xfrm>
                <a:off x="2980804" y="3810000"/>
                <a:ext cx="0" cy="118745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7" name="직선 연결선 256"/>
              <p:cNvCxnSpPr/>
              <p:nvPr/>
            </p:nvCxnSpPr>
            <p:spPr>
              <a:xfrm>
                <a:off x="2930798" y="3813969"/>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8" name="직선 연결선 257"/>
              <p:cNvCxnSpPr/>
              <p:nvPr/>
            </p:nvCxnSpPr>
            <p:spPr>
              <a:xfrm>
                <a:off x="2930798" y="4997450"/>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9" name="직선 연결선 258"/>
              <p:cNvCxnSpPr/>
              <p:nvPr/>
            </p:nvCxnSpPr>
            <p:spPr>
              <a:xfrm>
                <a:off x="2930798" y="4602957"/>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0" name="직선 연결선 259"/>
              <p:cNvCxnSpPr/>
              <p:nvPr/>
            </p:nvCxnSpPr>
            <p:spPr>
              <a:xfrm>
                <a:off x="2930798" y="4208463"/>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181" name="TextBox 180"/>
            <p:cNvSpPr txBox="1"/>
            <p:nvPr/>
          </p:nvSpPr>
          <p:spPr>
            <a:xfrm>
              <a:off x="2991962" y="3414929"/>
              <a:ext cx="248611" cy="180503"/>
            </a:xfrm>
            <a:prstGeom prst="rect">
              <a:avLst/>
            </a:prstGeom>
            <a:noFill/>
          </p:spPr>
          <p:txBody>
            <a:bodyPr wrap="square" lIns="0" tIns="0" rIns="0" bIns="0" rtlCol="0">
              <a:spAutoFit/>
              <a:scene3d>
                <a:camera prst="orthographicFront"/>
                <a:lightRig rig="threePt" dir="t"/>
              </a:scene3d>
              <a:sp3d>
                <a:bevelB w="0" h="1270"/>
              </a:sp3d>
            </a:bodyPr>
            <a:lstStyle/>
            <a:p>
              <a:pPr algn="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30</a:t>
              </a:r>
            </a:p>
          </p:txBody>
        </p:sp>
        <p:sp>
          <p:nvSpPr>
            <p:cNvPr id="182" name="TextBox 181"/>
            <p:cNvSpPr txBox="1"/>
            <p:nvPr/>
          </p:nvSpPr>
          <p:spPr>
            <a:xfrm>
              <a:off x="2991962" y="3933110"/>
              <a:ext cx="248611" cy="180503"/>
            </a:xfrm>
            <a:prstGeom prst="rect">
              <a:avLst/>
            </a:prstGeom>
            <a:noFill/>
          </p:spPr>
          <p:txBody>
            <a:bodyPr wrap="square" lIns="0" tIns="0" rIns="0" bIns="0" rtlCol="0">
              <a:spAutoFit/>
              <a:scene3d>
                <a:camera prst="orthographicFront"/>
                <a:lightRig rig="threePt" dir="t"/>
              </a:scene3d>
              <a:sp3d>
                <a:bevelB w="0" h="1270"/>
              </a:sp3d>
            </a:bodyPr>
            <a:lstStyle/>
            <a:p>
              <a:pPr algn="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20</a:t>
              </a:r>
            </a:p>
          </p:txBody>
        </p:sp>
        <p:sp>
          <p:nvSpPr>
            <p:cNvPr id="183" name="TextBox 182"/>
            <p:cNvSpPr txBox="1"/>
            <p:nvPr/>
          </p:nvSpPr>
          <p:spPr>
            <a:xfrm>
              <a:off x="2991962" y="4452049"/>
              <a:ext cx="248611" cy="180503"/>
            </a:xfrm>
            <a:prstGeom prst="rect">
              <a:avLst/>
            </a:prstGeom>
            <a:noFill/>
          </p:spPr>
          <p:txBody>
            <a:bodyPr wrap="square" lIns="0" tIns="0" rIns="0" bIns="0" rtlCol="0">
              <a:spAutoFit/>
              <a:scene3d>
                <a:camera prst="orthographicFront"/>
                <a:lightRig rig="threePt" dir="t"/>
              </a:scene3d>
              <a:sp3d>
                <a:bevelB w="0" h="1270"/>
              </a:sp3d>
            </a:bodyPr>
            <a:lstStyle/>
            <a:p>
              <a:pPr algn="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10</a:t>
              </a:r>
            </a:p>
          </p:txBody>
        </p:sp>
        <p:sp>
          <p:nvSpPr>
            <p:cNvPr id="184" name="TextBox 183"/>
            <p:cNvSpPr txBox="1"/>
            <p:nvPr/>
          </p:nvSpPr>
          <p:spPr>
            <a:xfrm>
              <a:off x="2991962" y="4963676"/>
              <a:ext cx="248611" cy="180503"/>
            </a:xfrm>
            <a:prstGeom prst="rect">
              <a:avLst/>
            </a:prstGeom>
            <a:noFill/>
          </p:spPr>
          <p:txBody>
            <a:bodyPr wrap="square" lIns="0" tIns="0" rIns="0" bIns="0" rtlCol="0">
              <a:spAutoFit/>
              <a:scene3d>
                <a:camera prst="orthographicFront"/>
                <a:lightRig rig="threePt" dir="t"/>
              </a:scene3d>
              <a:sp3d>
                <a:bevelB w="0" h="1270"/>
              </a:sp3d>
            </a:bodyPr>
            <a:lstStyle/>
            <a:p>
              <a:pPr algn="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0</a:t>
              </a:r>
            </a:p>
          </p:txBody>
        </p:sp>
        <p:sp>
          <p:nvSpPr>
            <p:cNvPr id="185" name="TextBox 184"/>
            <p:cNvSpPr txBox="1"/>
            <p:nvPr/>
          </p:nvSpPr>
          <p:spPr>
            <a:xfrm rot="16200000">
              <a:off x="2491361" y="4216479"/>
              <a:ext cx="689508" cy="138499"/>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Frequency</a:t>
              </a:r>
            </a:p>
          </p:txBody>
        </p:sp>
        <p:grpSp>
          <p:nvGrpSpPr>
            <p:cNvPr id="186" name="그룹 185"/>
            <p:cNvGrpSpPr/>
            <p:nvPr/>
          </p:nvGrpSpPr>
          <p:grpSpPr>
            <a:xfrm rot="16200000">
              <a:off x="5052377" y="4008898"/>
              <a:ext cx="70377" cy="2290334"/>
              <a:chOff x="2930798" y="3635375"/>
              <a:chExt cx="54000" cy="1757365"/>
            </a:xfrm>
          </p:grpSpPr>
          <p:cxnSp>
            <p:nvCxnSpPr>
              <p:cNvPr id="252" name="직선 연결선 251"/>
              <p:cNvCxnSpPr/>
              <p:nvPr/>
            </p:nvCxnSpPr>
            <p:spPr>
              <a:xfrm rot="5400000">
                <a:off x="2104887" y="4513673"/>
                <a:ext cx="1756596"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3" name="직선 연결선 252"/>
              <p:cNvCxnSpPr/>
              <p:nvPr/>
            </p:nvCxnSpPr>
            <p:spPr>
              <a:xfrm>
                <a:off x="2930798" y="3637756"/>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4" name="직선 연결선 253"/>
              <p:cNvCxnSpPr/>
              <p:nvPr/>
            </p:nvCxnSpPr>
            <p:spPr>
              <a:xfrm>
                <a:off x="2930798" y="5392740"/>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5" name="직선 연결선 254"/>
              <p:cNvCxnSpPr/>
              <p:nvPr/>
            </p:nvCxnSpPr>
            <p:spPr>
              <a:xfrm>
                <a:off x="2930798" y="4515499"/>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187" name="TextBox 186"/>
            <p:cNvSpPr txBox="1"/>
            <p:nvPr/>
          </p:nvSpPr>
          <p:spPr>
            <a:xfrm>
              <a:off x="3823651" y="5229522"/>
              <a:ext cx="248611" cy="180503"/>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5</a:t>
              </a:r>
            </a:p>
          </p:txBody>
        </p:sp>
        <p:sp>
          <p:nvSpPr>
            <p:cNvPr id="188" name="TextBox 187"/>
            <p:cNvSpPr txBox="1"/>
            <p:nvPr/>
          </p:nvSpPr>
          <p:spPr>
            <a:xfrm>
              <a:off x="4975544" y="5229522"/>
              <a:ext cx="248611" cy="180503"/>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10</a:t>
              </a:r>
            </a:p>
          </p:txBody>
        </p:sp>
        <p:sp>
          <p:nvSpPr>
            <p:cNvPr id="189" name="TextBox 188"/>
            <p:cNvSpPr txBox="1"/>
            <p:nvPr/>
          </p:nvSpPr>
          <p:spPr>
            <a:xfrm>
              <a:off x="6116519" y="5229522"/>
              <a:ext cx="248611" cy="180503"/>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15</a:t>
              </a:r>
            </a:p>
          </p:txBody>
        </p:sp>
        <p:grpSp>
          <p:nvGrpSpPr>
            <p:cNvPr id="9" name="그룹 8"/>
            <p:cNvGrpSpPr/>
            <p:nvPr/>
          </p:nvGrpSpPr>
          <p:grpSpPr>
            <a:xfrm>
              <a:off x="3516280" y="3137274"/>
              <a:ext cx="3588244" cy="1915438"/>
              <a:chOff x="3516280" y="3137274"/>
              <a:chExt cx="3588244" cy="1915438"/>
            </a:xfrm>
          </p:grpSpPr>
          <p:sp>
            <p:nvSpPr>
              <p:cNvPr id="191" name="직사각형 190"/>
              <p:cNvSpPr/>
              <p:nvPr/>
            </p:nvSpPr>
            <p:spPr>
              <a:xfrm>
                <a:off x="5028556" y="3137274"/>
                <a:ext cx="36000" cy="1915437"/>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92" name="직사각형 191"/>
              <p:cNvSpPr/>
              <p:nvPr/>
            </p:nvSpPr>
            <p:spPr>
              <a:xfrm>
                <a:off x="5075845" y="4027958"/>
                <a:ext cx="36000" cy="1024753"/>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93" name="직사각형 192"/>
              <p:cNvSpPr/>
              <p:nvPr/>
            </p:nvSpPr>
            <p:spPr>
              <a:xfrm>
                <a:off x="5123134" y="3875891"/>
                <a:ext cx="36000" cy="1176821"/>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94" name="직사각형 193"/>
              <p:cNvSpPr/>
              <p:nvPr/>
            </p:nvSpPr>
            <p:spPr>
              <a:xfrm>
                <a:off x="5170423" y="3875891"/>
                <a:ext cx="36000" cy="1176821"/>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95" name="직사각형 194"/>
              <p:cNvSpPr/>
              <p:nvPr/>
            </p:nvSpPr>
            <p:spPr>
              <a:xfrm>
                <a:off x="5217712" y="4074508"/>
                <a:ext cx="36000" cy="978203"/>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96" name="직사각형 195"/>
              <p:cNvSpPr/>
              <p:nvPr/>
            </p:nvSpPr>
            <p:spPr>
              <a:xfrm>
                <a:off x="5265001" y="3925546"/>
                <a:ext cx="36000" cy="112716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97" name="직사각형 196"/>
              <p:cNvSpPr/>
              <p:nvPr/>
            </p:nvSpPr>
            <p:spPr>
              <a:xfrm>
                <a:off x="5312290" y="3975198"/>
                <a:ext cx="36000" cy="107751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98" name="직사각형 197"/>
              <p:cNvSpPr/>
              <p:nvPr/>
            </p:nvSpPr>
            <p:spPr>
              <a:xfrm>
                <a:off x="5359579" y="3773477"/>
                <a:ext cx="36000" cy="1279234"/>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99" name="직사각형 198"/>
              <p:cNvSpPr/>
              <p:nvPr/>
            </p:nvSpPr>
            <p:spPr>
              <a:xfrm>
                <a:off x="5406868" y="3773477"/>
                <a:ext cx="36000" cy="1279234"/>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00" name="직사각형 199"/>
              <p:cNvSpPr/>
              <p:nvPr/>
            </p:nvSpPr>
            <p:spPr>
              <a:xfrm>
                <a:off x="5454157" y="3875890"/>
                <a:ext cx="36000" cy="1176821"/>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01" name="직사각형 200"/>
              <p:cNvSpPr/>
              <p:nvPr/>
            </p:nvSpPr>
            <p:spPr>
              <a:xfrm>
                <a:off x="5501446" y="4288646"/>
                <a:ext cx="36000" cy="764065"/>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02" name="직사각형 201"/>
              <p:cNvSpPr/>
              <p:nvPr/>
            </p:nvSpPr>
            <p:spPr>
              <a:xfrm>
                <a:off x="5548735" y="4133475"/>
                <a:ext cx="36000" cy="91923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03" name="직사각형 202"/>
              <p:cNvSpPr/>
              <p:nvPr/>
            </p:nvSpPr>
            <p:spPr>
              <a:xfrm>
                <a:off x="5596024" y="4332094"/>
                <a:ext cx="36000" cy="72061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04" name="직사각형 203"/>
              <p:cNvSpPr/>
              <p:nvPr/>
            </p:nvSpPr>
            <p:spPr>
              <a:xfrm>
                <a:off x="5643313" y="4487265"/>
                <a:ext cx="36000" cy="565445"/>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05" name="직사각형 204"/>
              <p:cNvSpPr/>
              <p:nvPr/>
            </p:nvSpPr>
            <p:spPr>
              <a:xfrm>
                <a:off x="5690602" y="4487265"/>
                <a:ext cx="36000" cy="565445"/>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06" name="직사각형 205"/>
              <p:cNvSpPr/>
              <p:nvPr/>
            </p:nvSpPr>
            <p:spPr>
              <a:xfrm>
                <a:off x="5737891" y="4698297"/>
                <a:ext cx="36000" cy="35441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07" name="직사각형 206"/>
              <p:cNvSpPr/>
              <p:nvPr/>
            </p:nvSpPr>
            <p:spPr>
              <a:xfrm>
                <a:off x="5785180" y="4698297"/>
                <a:ext cx="36000" cy="35441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08" name="직사각형 207"/>
              <p:cNvSpPr/>
              <p:nvPr/>
            </p:nvSpPr>
            <p:spPr>
              <a:xfrm>
                <a:off x="5832469" y="4592784"/>
                <a:ext cx="36000" cy="459927"/>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09" name="직사각형 208"/>
              <p:cNvSpPr/>
              <p:nvPr/>
            </p:nvSpPr>
            <p:spPr>
              <a:xfrm>
                <a:off x="5879758" y="4747953"/>
                <a:ext cx="36000" cy="30475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10" name="직사각형 209"/>
              <p:cNvSpPr/>
              <p:nvPr/>
            </p:nvSpPr>
            <p:spPr>
              <a:xfrm>
                <a:off x="5927047" y="4952781"/>
                <a:ext cx="36000" cy="99929"/>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11" name="직사각형 210"/>
              <p:cNvSpPr/>
              <p:nvPr/>
            </p:nvSpPr>
            <p:spPr>
              <a:xfrm>
                <a:off x="5974336" y="4952781"/>
                <a:ext cx="36000" cy="99929"/>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12" name="직사각형 211"/>
              <p:cNvSpPr/>
              <p:nvPr/>
            </p:nvSpPr>
            <p:spPr>
              <a:xfrm>
                <a:off x="6021649" y="4952781"/>
                <a:ext cx="36000" cy="99929"/>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13" name="직사각형 212"/>
              <p:cNvSpPr/>
              <p:nvPr/>
            </p:nvSpPr>
            <p:spPr>
              <a:xfrm>
                <a:off x="4981267" y="4086923"/>
                <a:ext cx="36000" cy="965788"/>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14" name="직사각형 213"/>
              <p:cNvSpPr/>
              <p:nvPr/>
            </p:nvSpPr>
            <p:spPr>
              <a:xfrm>
                <a:off x="4933978" y="4180027"/>
                <a:ext cx="36000" cy="872684"/>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15" name="직사각형 214"/>
              <p:cNvSpPr/>
              <p:nvPr/>
            </p:nvSpPr>
            <p:spPr>
              <a:xfrm>
                <a:off x="4886689" y="4431404"/>
                <a:ext cx="36000" cy="62130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16" name="직사각형 215"/>
              <p:cNvSpPr/>
              <p:nvPr/>
            </p:nvSpPr>
            <p:spPr>
              <a:xfrm>
                <a:off x="4839400" y="4031062"/>
                <a:ext cx="36000" cy="1021649"/>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17" name="직사각형 216"/>
              <p:cNvSpPr/>
              <p:nvPr/>
            </p:nvSpPr>
            <p:spPr>
              <a:xfrm>
                <a:off x="4792111" y="4642436"/>
                <a:ext cx="36000" cy="410273"/>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18" name="직사각형 217"/>
              <p:cNvSpPr/>
              <p:nvPr/>
            </p:nvSpPr>
            <p:spPr>
              <a:xfrm>
                <a:off x="4744822" y="4394164"/>
                <a:ext cx="36000" cy="65854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19" name="직사각형 218"/>
              <p:cNvSpPr/>
              <p:nvPr/>
            </p:nvSpPr>
            <p:spPr>
              <a:xfrm>
                <a:off x="4697533" y="4540025"/>
                <a:ext cx="36000" cy="51268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20" name="직사각형 219"/>
              <p:cNvSpPr/>
              <p:nvPr/>
            </p:nvSpPr>
            <p:spPr>
              <a:xfrm>
                <a:off x="4650244" y="4698297"/>
                <a:ext cx="36000" cy="35441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21" name="직사각형 220"/>
              <p:cNvSpPr/>
              <p:nvPr/>
            </p:nvSpPr>
            <p:spPr>
              <a:xfrm>
                <a:off x="4602955" y="4540025"/>
                <a:ext cx="36000" cy="51268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22" name="직사각형 221"/>
              <p:cNvSpPr/>
              <p:nvPr/>
            </p:nvSpPr>
            <p:spPr>
              <a:xfrm>
                <a:off x="4555666" y="4645541"/>
                <a:ext cx="36000" cy="40717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23" name="직사각형 222"/>
              <p:cNvSpPr/>
              <p:nvPr/>
            </p:nvSpPr>
            <p:spPr>
              <a:xfrm>
                <a:off x="4508377" y="4698297"/>
                <a:ext cx="36000" cy="35441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24" name="직사각형 223"/>
              <p:cNvSpPr/>
              <p:nvPr/>
            </p:nvSpPr>
            <p:spPr>
              <a:xfrm>
                <a:off x="4461088" y="4540025"/>
                <a:ext cx="36000" cy="51268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25" name="직사각형 224"/>
              <p:cNvSpPr/>
              <p:nvPr/>
            </p:nvSpPr>
            <p:spPr>
              <a:xfrm>
                <a:off x="4413799" y="4751058"/>
                <a:ext cx="36000" cy="301651"/>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26" name="직사각형 225"/>
              <p:cNvSpPr/>
              <p:nvPr/>
            </p:nvSpPr>
            <p:spPr>
              <a:xfrm>
                <a:off x="4366510" y="4540025"/>
                <a:ext cx="36000" cy="51268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27" name="직사각형 226"/>
              <p:cNvSpPr/>
              <p:nvPr/>
            </p:nvSpPr>
            <p:spPr>
              <a:xfrm>
                <a:off x="4319221" y="4540025"/>
                <a:ext cx="36000" cy="51268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28" name="직사각형 227"/>
              <p:cNvSpPr/>
              <p:nvPr/>
            </p:nvSpPr>
            <p:spPr>
              <a:xfrm>
                <a:off x="4271932" y="4850368"/>
                <a:ext cx="36000" cy="20234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29" name="직사각형 228"/>
              <p:cNvSpPr/>
              <p:nvPr/>
            </p:nvSpPr>
            <p:spPr>
              <a:xfrm>
                <a:off x="4224643" y="4751058"/>
                <a:ext cx="36000" cy="301651"/>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30" name="직사각형 229"/>
              <p:cNvSpPr/>
              <p:nvPr/>
            </p:nvSpPr>
            <p:spPr>
              <a:xfrm>
                <a:off x="4177354" y="4592783"/>
                <a:ext cx="36000" cy="459927"/>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31" name="직사각형 230"/>
              <p:cNvSpPr/>
              <p:nvPr/>
            </p:nvSpPr>
            <p:spPr>
              <a:xfrm>
                <a:off x="4130065" y="4900023"/>
                <a:ext cx="36000" cy="152687"/>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32" name="직사각형 231"/>
              <p:cNvSpPr/>
              <p:nvPr/>
            </p:nvSpPr>
            <p:spPr>
              <a:xfrm>
                <a:off x="4082776" y="4592783"/>
                <a:ext cx="36000" cy="459927"/>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33" name="직사각형 232"/>
              <p:cNvSpPr/>
              <p:nvPr/>
            </p:nvSpPr>
            <p:spPr>
              <a:xfrm>
                <a:off x="4035487" y="4955884"/>
                <a:ext cx="36000" cy="9682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34" name="직사각형 233"/>
              <p:cNvSpPr/>
              <p:nvPr/>
            </p:nvSpPr>
            <p:spPr>
              <a:xfrm>
                <a:off x="3988198" y="4847263"/>
                <a:ext cx="36000" cy="20544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35" name="직사각형 234"/>
              <p:cNvSpPr/>
              <p:nvPr/>
            </p:nvSpPr>
            <p:spPr>
              <a:xfrm>
                <a:off x="3940909" y="4900023"/>
                <a:ext cx="36000" cy="152687"/>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36" name="직사각형 235"/>
              <p:cNvSpPr/>
              <p:nvPr/>
            </p:nvSpPr>
            <p:spPr>
              <a:xfrm>
                <a:off x="3893620" y="4847263"/>
                <a:ext cx="36000" cy="20544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37" name="직사각형 236"/>
              <p:cNvSpPr/>
              <p:nvPr/>
            </p:nvSpPr>
            <p:spPr>
              <a:xfrm>
                <a:off x="3846331" y="4900023"/>
                <a:ext cx="36000" cy="152687"/>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38" name="직사각형 237"/>
              <p:cNvSpPr/>
              <p:nvPr/>
            </p:nvSpPr>
            <p:spPr>
              <a:xfrm>
                <a:off x="3799042" y="4900023"/>
                <a:ext cx="36000" cy="152687"/>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39" name="직사각형 238"/>
              <p:cNvSpPr/>
              <p:nvPr/>
            </p:nvSpPr>
            <p:spPr>
              <a:xfrm>
                <a:off x="3751753" y="4993125"/>
                <a:ext cx="36000" cy="59585"/>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40" name="직사각형 239"/>
              <p:cNvSpPr/>
              <p:nvPr/>
            </p:nvSpPr>
            <p:spPr>
              <a:xfrm>
                <a:off x="3704464" y="4847263"/>
                <a:ext cx="36000" cy="20544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41" name="직사각형 240"/>
              <p:cNvSpPr/>
              <p:nvPr/>
            </p:nvSpPr>
            <p:spPr>
              <a:xfrm>
                <a:off x="6144374" y="5005791"/>
                <a:ext cx="36000" cy="46918"/>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endParaRPr lang="ko-KR" altLang="en-US" sz="800" dirty="0"/>
              </a:p>
            </p:txBody>
          </p:sp>
          <p:sp>
            <p:nvSpPr>
              <p:cNvPr id="242" name="직사각형 241"/>
              <p:cNvSpPr/>
              <p:nvPr/>
            </p:nvSpPr>
            <p:spPr>
              <a:xfrm>
                <a:off x="6193568" y="5005791"/>
                <a:ext cx="36000" cy="46918"/>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endParaRPr lang="ko-KR" altLang="en-US" sz="800" dirty="0"/>
              </a:p>
            </p:txBody>
          </p:sp>
          <p:sp>
            <p:nvSpPr>
              <p:cNvPr id="243" name="직사각형 242"/>
              <p:cNvSpPr/>
              <p:nvPr/>
            </p:nvSpPr>
            <p:spPr>
              <a:xfrm>
                <a:off x="6286672" y="5005791"/>
                <a:ext cx="36000" cy="46918"/>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endParaRPr lang="ko-KR" altLang="en-US" sz="800" dirty="0"/>
              </a:p>
            </p:txBody>
          </p:sp>
          <p:sp>
            <p:nvSpPr>
              <p:cNvPr id="244" name="직사각형 243"/>
              <p:cNvSpPr/>
              <p:nvPr/>
            </p:nvSpPr>
            <p:spPr>
              <a:xfrm>
                <a:off x="6463354" y="5005791"/>
                <a:ext cx="36000" cy="46918"/>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endParaRPr lang="ko-KR" altLang="en-US" sz="800" dirty="0"/>
              </a:p>
            </p:txBody>
          </p:sp>
          <p:sp>
            <p:nvSpPr>
              <p:cNvPr id="245" name="직사각형 244"/>
              <p:cNvSpPr/>
              <p:nvPr/>
            </p:nvSpPr>
            <p:spPr>
              <a:xfrm>
                <a:off x="6513009" y="4958873"/>
                <a:ext cx="36000" cy="93836"/>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endParaRPr lang="ko-KR" altLang="en-US" sz="800" dirty="0"/>
              </a:p>
            </p:txBody>
          </p:sp>
          <p:sp>
            <p:nvSpPr>
              <p:cNvPr id="246" name="직사각형 245"/>
              <p:cNvSpPr/>
              <p:nvPr/>
            </p:nvSpPr>
            <p:spPr>
              <a:xfrm>
                <a:off x="6562664" y="5005791"/>
                <a:ext cx="36000" cy="46918"/>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endParaRPr lang="ko-KR" altLang="en-US" sz="800" dirty="0"/>
              </a:p>
            </p:txBody>
          </p:sp>
          <p:sp>
            <p:nvSpPr>
              <p:cNvPr id="247" name="직사각형 246"/>
              <p:cNvSpPr/>
              <p:nvPr/>
            </p:nvSpPr>
            <p:spPr>
              <a:xfrm>
                <a:off x="6652663" y="5005791"/>
                <a:ext cx="36000" cy="46918"/>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endParaRPr lang="ko-KR" altLang="en-US" sz="800" dirty="0"/>
              </a:p>
            </p:txBody>
          </p:sp>
          <p:sp>
            <p:nvSpPr>
              <p:cNvPr id="248" name="직사각형 247"/>
              <p:cNvSpPr/>
              <p:nvPr/>
            </p:nvSpPr>
            <p:spPr>
              <a:xfrm>
                <a:off x="6838869" y="5005791"/>
                <a:ext cx="36000" cy="46918"/>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endParaRPr lang="ko-KR" altLang="en-US" sz="800" dirty="0"/>
              </a:p>
            </p:txBody>
          </p:sp>
          <p:sp>
            <p:nvSpPr>
              <p:cNvPr id="249" name="직사각형 248"/>
              <p:cNvSpPr/>
              <p:nvPr/>
            </p:nvSpPr>
            <p:spPr>
              <a:xfrm>
                <a:off x="7068524" y="5005791"/>
                <a:ext cx="36000" cy="46918"/>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endParaRPr lang="ko-KR" altLang="en-US" sz="800" dirty="0"/>
              </a:p>
            </p:txBody>
          </p:sp>
          <p:sp>
            <p:nvSpPr>
              <p:cNvPr id="250" name="직사각형 249"/>
              <p:cNvSpPr/>
              <p:nvPr/>
            </p:nvSpPr>
            <p:spPr>
              <a:xfrm>
                <a:off x="3516280" y="5005791"/>
                <a:ext cx="36000" cy="46918"/>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endParaRPr lang="ko-KR" altLang="en-US" sz="800" dirty="0"/>
              </a:p>
            </p:txBody>
          </p:sp>
          <p:sp>
            <p:nvSpPr>
              <p:cNvPr id="251" name="직사각형 250"/>
              <p:cNvSpPr/>
              <p:nvPr/>
            </p:nvSpPr>
            <p:spPr>
              <a:xfrm>
                <a:off x="3567855" y="5005791"/>
                <a:ext cx="36000" cy="46918"/>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endParaRPr lang="ko-KR" altLang="en-US" sz="800" dirty="0"/>
              </a:p>
            </p:txBody>
          </p:sp>
        </p:grpSp>
      </p:grpSp>
      <p:grpSp>
        <p:nvGrpSpPr>
          <p:cNvPr id="92" name="그룹 9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98" name="직사각형 9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4.2.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để</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tóm</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tắt</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liên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tục</a:t>
              </a:r>
              <a:endParaRPr lang="ko-KR" altLang="en-US" b="1" dirty="0">
                <a:solidFill>
                  <a:prstClr val="white"/>
                </a:solidFill>
                <a:latin typeface="iCiel Samsung Sharp Sans Medium" pitchFamily="2" charset="77"/>
                <a:cs typeface="iCiel Samsung Sharp Sans Medium" pitchFamily="2" charset="77"/>
              </a:endParaRPr>
            </a:p>
          </p:txBody>
        </p:sp>
        <p:sp>
          <p:nvSpPr>
            <p:cNvPr id="99" name="직사각형 9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96" name="그룹 95">
            <a:extLst>
              <a:ext uri="{FF2B5EF4-FFF2-40B4-BE49-F238E27FC236}">
                <a16:creationId xmlns:a16="http://schemas.microsoft.com/office/drawing/2014/main" id="{E53371C3-8732-457C-9C1C-26300CFC8D5C}"/>
              </a:ext>
            </a:extLst>
          </p:cNvPr>
          <p:cNvGrpSpPr/>
          <p:nvPr/>
        </p:nvGrpSpPr>
        <p:grpSpPr>
          <a:xfrm>
            <a:off x="580388" y="1413381"/>
            <a:ext cx="8887612" cy="599957"/>
            <a:chOff x="580388" y="1413381"/>
            <a:chExt cx="8887612" cy="599957"/>
          </a:xfrm>
        </p:grpSpPr>
        <p:sp>
          <p:nvSpPr>
            <p:cNvPr id="97" name="직사각형 96">
              <a:extLst>
                <a:ext uri="{FF2B5EF4-FFF2-40B4-BE49-F238E27FC236}">
                  <a16:creationId xmlns:a16="http://schemas.microsoft.com/office/drawing/2014/main" id="{AFACF473-2A8D-411E-A3C3-6C3BE7E0225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Trực quan hóa đơn biến:</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01" name="Rectangle 12">
              <a:extLst>
                <a:ext uri="{FF2B5EF4-FFF2-40B4-BE49-F238E27FC236}">
                  <a16:creationId xmlns:a16="http://schemas.microsoft.com/office/drawing/2014/main" id="{B415C32B-46DD-43EF-8F22-3EC6581C640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số</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liên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Histogram.</a:t>
              </a:r>
              <a:endParaRPr lang="en-US" altLang="ko-KR" sz="1300" dirty="0">
                <a:solidFill>
                  <a:schemeClr val="tx1">
                    <a:lumMod val="85000"/>
                    <a:lumOff val="15000"/>
                  </a:schemeClr>
                </a:solidFill>
                <a:latin typeface="SamsungOne-700" panose="020B0803030303020204" pitchFamily="34" charset="0"/>
                <a:ea typeface="SamsungOne-700" panose="020B0803030303020204" pitchFamily="34" charset="0"/>
              </a:endParaRPr>
            </a:p>
          </p:txBody>
        </p:sp>
      </p:grpSp>
    </p:spTree>
    <p:custDataLst>
      <p:tags r:id="rId1"/>
    </p:custDataLst>
    <p:extLst>
      <p:ext uri="{BB962C8B-B14F-4D97-AF65-F5344CB8AC3E}">
        <p14:creationId xmlns:p14="http://schemas.microsoft.com/office/powerpoint/2010/main" val="2832041585"/>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12">
            <a:extLst>
              <a:ext uri="{FF2B5EF4-FFF2-40B4-BE49-F238E27FC236}">
                <a16:creationId xmlns:a16="http://schemas.microsoft.com/office/drawing/2014/main" id="{B7F6C9ED-05E8-4FD2-83C4-B4A80F910F1B}"/>
              </a:ext>
            </a:extLst>
          </p:cNvPr>
          <p:cNvSpPr/>
          <p:nvPr/>
        </p:nvSpPr>
        <p:spPr>
          <a:xfrm>
            <a:off x="711201" y="4689150"/>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Xác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định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xem</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có</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tồn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quan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hệ</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tuyến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tính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giữa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hai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hay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không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nvGrpSpPr>
          <p:cNvPr id="26" name="Group 3">
            <a:extLst>
              <a:ext uri="{FF2B5EF4-FFF2-40B4-BE49-F238E27FC236}">
                <a16:creationId xmlns:a16="http://schemas.microsoft.com/office/drawing/2014/main" id="{F076D286-6E7D-4B80-91F3-F459E247AB66}"/>
              </a:ext>
            </a:extLst>
          </p:cNvPr>
          <p:cNvGrpSpPr/>
          <p:nvPr/>
        </p:nvGrpSpPr>
        <p:grpSpPr>
          <a:xfrm>
            <a:off x="3007196" y="1988840"/>
            <a:ext cx="3874316" cy="2573496"/>
            <a:chOff x="4217704" y="2430861"/>
            <a:chExt cx="3874316" cy="2573496"/>
          </a:xfrm>
        </p:grpSpPr>
        <p:pic>
          <p:nvPicPr>
            <p:cNvPr id="27" name="Picture 1">
              <a:extLst>
                <a:ext uri="{FF2B5EF4-FFF2-40B4-BE49-F238E27FC236}">
                  <a16:creationId xmlns:a16="http://schemas.microsoft.com/office/drawing/2014/main" id="{537B9F84-A684-4D54-92CF-CE997365C7B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0020" y="2430861"/>
              <a:ext cx="3632000" cy="2520000"/>
            </a:xfrm>
            <a:prstGeom prst="rect">
              <a:avLst/>
            </a:prstGeom>
          </p:spPr>
        </p:pic>
        <p:sp>
          <p:nvSpPr>
            <p:cNvPr id="28" name="TextBox 27">
              <a:extLst>
                <a:ext uri="{FF2B5EF4-FFF2-40B4-BE49-F238E27FC236}">
                  <a16:creationId xmlns:a16="http://schemas.microsoft.com/office/drawing/2014/main" id="{571DDA7B-156D-48E3-8A28-C56033E70F70}"/>
                </a:ext>
              </a:extLst>
            </p:cNvPr>
            <p:cNvSpPr txBox="1"/>
            <p:nvPr/>
          </p:nvSpPr>
          <p:spPr>
            <a:xfrm>
              <a:off x="6033704" y="4635025"/>
              <a:ext cx="484632" cy="369332"/>
            </a:xfrm>
            <a:prstGeom prst="rect">
              <a:avLst/>
            </a:prstGeom>
            <a:noFill/>
          </p:spPr>
          <p:txBody>
            <a:bodyPr wrap="square" rtlCol="0">
              <a:spAutoFit/>
            </a:bodyPr>
            <a:lstStyle/>
            <a:p>
              <a:pPr algn="ctr"/>
              <a:r>
                <a:rPr lang="en-US" i="1" dirty="0">
                  <a:latin typeface="Times New Roman" panose="02020603050405020304" pitchFamily="18" charset="0"/>
                  <a:cs typeface="Times New Roman" panose="02020603050405020304" pitchFamily="18" charset="0"/>
                </a:rPr>
                <a:t>x</a:t>
              </a:r>
            </a:p>
          </p:txBody>
        </p:sp>
        <p:sp>
          <p:nvSpPr>
            <p:cNvPr id="29" name="TextBox 28">
              <a:extLst>
                <a:ext uri="{FF2B5EF4-FFF2-40B4-BE49-F238E27FC236}">
                  <a16:creationId xmlns:a16="http://schemas.microsoft.com/office/drawing/2014/main" id="{85EBD6D1-A68A-4B88-B301-069A0C951467}"/>
                </a:ext>
              </a:extLst>
            </p:cNvPr>
            <p:cNvSpPr txBox="1"/>
            <p:nvPr/>
          </p:nvSpPr>
          <p:spPr>
            <a:xfrm>
              <a:off x="4217704" y="3506195"/>
              <a:ext cx="484632" cy="369332"/>
            </a:xfrm>
            <a:prstGeom prst="rect">
              <a:avLst/>
            </a:prstGeom>
            <a:noFill/>
          </p:spPr>
          <p:txBody>
            <a:bodyPr wrap="square" rtlCol="0">
              <a:spAutoFit/>
            </a:bodyPr>
            <a:lstStyle/>
            <a:p>
              <a:pPr algn="ctr"/>
              <a:r>
                <a:rPr lang="en-US" i="1" dirty="0">
                  <a:latin typeface="Times New Roman" panose="02020603050405020304" pitchFamily="18" charset="0"/>
                  <a:cs typeface="Times New Roman" panose="02020603050405020304" pitchFamily="18" charset="0"/>
                </a:rPr>
                <a:t>y</a:t>
              </a:r>
            </a:p>
          </p:txBody>
        </p:sp>
      </p:grpSp>
      <p:grpSp>
        <p:nvGrpSpPr>
          <p:cNvPr id="17" name="그룹 16">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0" name="직사각형 1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4.2.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để</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tóm</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tắt</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liên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tục</a:t>
              </a:r>
              <a:endParaRPr lang="ko-KR" altLang="en-US" b="1" dirty="0">
                <a:solidFill>
                  <a:prstClr val="white"/>
                </a:solidFill>
                <a:latin typeface="iCiel Samsung Sharp Sans Medium" pitchFamily="2" charset="77"/>
                <a:cs typeface="iCiel Samsung Sharp Sans Medium" pitchFamily="2" charset="77"/>
              </a:endParaRPr>
            </a:p>
          </p:txBody>
        </p:sp>
        <p:sp>
          <p:nvSpPr>
            <p:cNvPr id="21" name="직사각형 20">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18" name="그룹 17">
            <a:extLst>
              <a:ext uri="{FF2B5EF4-FFF2-40B4-BE49-F238E27FC236}">
                <a16:creationId xmlns:a16="http://schemas.microsoft.com/office/drawing/2014/main" id="{E53371C3-8732-457C-9C1C-26300CFC8D5C}"/>
              </a:ext>
            </a:extLst>
          </p:cNvPr>
          <p:cNvGrpSpPr/>
          <p:nvPr/>
        </p:nvGrpSpPr>
        <p:grpSpPr>
          <a:xfrm>
            <a:off x="580388" y="1413381"/>
            <a:ext cx="8887612" cy="599957"/>
            <a:chOff x="580388" y="1413381"/>
            <a:chExt cx="8887612" cy="599957"/>
          </a:xfrm>
        </p:grpSpPr>
        <p:sp>
          <p:nvSpPr>
            <p:cNvPr id="19" name="직사각형 18">
              <a:extLst>
                <a:ext uri="{FF2B5EF4-FFF2-40B4-BE49-F238E27FC236}">
                  <a16:creationId xmlns:a16="http://schemas.microsoft.com/office/drawing/2014/main" id="{AFACF473-2A8D-411E-A3C3-6C3BE7E0225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Trực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quan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23" name="Rectangle 12">
              <a:extLst>
                <a:ext uri="{FF2B5EF4-FFF2-40B4-BE49-F238E27FC236}">
                  <a16:creationId xmlns:a16="http://schemas.microsoft.com/office/drawing/2014/main" id="{B415C32B-46DD-43EF-8F22-3EC6581C640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Hai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số</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liên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Biểu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đồ</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(scatter).</a:t>
              </a:r>
              <a:endParaRPr lang="en-US" altLang="ko-KR" sz="1300" dirty="0">
                <a:solidFill>
                  <a:schemeClr val="tx1">
                    <a:lumMod val="85000"/>
                    <a:lumOff val="15000"/>
                  </a:schemeClr>
                </a:solidFill>
                <a:latin typeface="SamsungOne-700" panose="020B0803030303020204" pitchFamily="34" charset="0"/>
                <a:ea typeface="SamsungOne-700" panose="020B0803030303020204" pitchFamily="34" charset="0"/>
              </a:endParaRPr>
            </a:p>
          </p:txBody>
        </p:sp>
      </p:grpSp>
    </p:spTree>
    <p:custDataLst>
      <p:tags r:id="rId1"/>
    </p:custDataLst>
    <p:extLst>
      <p:ext uri="{BB962C8B-B14F-4D97-AF65-F5344CB8AC3E}">
        <p14:creationId xmlns:p14="http://schemas.microsoft.com/office/powerpoint/2010/main" val="3489485611"/>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 name="Picture 2">
            <a:extLst>
              <a:ext uri="{FF2B5EF4-FFF2-40B4-BE49-F238E27FC236}">
                <a16:creationId xmlns:a16="http://schemas.microsoft.com/office/drawing/2014/main" id="{038C9ABD-1B9A-4956-9C9D-DD7A129D507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246120" y="1988840"/>
            <a:ext cx="3632199" cy="2520000"/>
          </a:xfrm>
          <a:prstGeom prst="rect">
            <a:avLst/>
          </a:prstGeom>
        </p:spPr>
      </p:pic>
      <p:sp>
        <p:nvSpPr>
          <p:cNvPr id="25" name="Rectangle 12">
            <a:extLst>
              <a:ext uri="{FF2B5EF4-FFF2-40B4-BE49-F238E27FC236}">
                <a16:creationId xmlns:a16="http://schemas.microsoft.com/office/drawing/2014/main" id="{D97CA0E7-2B46-43DA-BA3A-90596BB3E545}"/>
              </a:ext>
            </a:extLst>
          </p:cNvPr>
          <p:cNvSpPr/>
          <p:nvPr/>
        </p:nvSpPr>
        <p:spPr>
          <a:xfrm>
            <a:off x="711201" y="4683616"/>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Các loại khác nhau có thể được biểu thị bằng màu sắc hoặc điểm đánh dấu (ký hiệu) khác nhau.</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sp>
        <p:nvSpPr>
          <p:cNvPr id="42" name="TextBox 41">
            <a:extLst>
              <a:ext uri="{FF2B5EF4-FFF2-40B4-BE49-F238E27FC236}">
                <a16:creationId xmlns:a16="http://schemas.microsoft.com/office/drawing/2014/main" id="{E8D101A6-2A7B-4CB9-B096-6328770748C4}"/>
              </a:ext>
            </a:extLst>
          </p:cNvPr>
          <p:cNvSpPr txBox="1"/>
          <p:nvPr/>
        </p:nvSpPr>
        <p:spPr>
          <a:xfrm>
            <a:off x="4820094" y="4193004"/>
            <a:ext cx="484632" cy="369332"/>
          </a:xfrm>
          <a:prstGeom prst="rect">
            <a:avLst/>
          </a:prstGeom>
          <a:noFill/>
        </p:spPr>
        <p:txBody>
          <a:bodyPr wrap="square" rtlCol="0">
            <a:spAutoFit/>
          </a:bodyPr>
          <a:lstStyle/>
          <a:p>
            <a:pPr algn="ctr"/>
            <a:r>
              <a:rPr lang="en-US" i="1" dirty="0">
                <a:latin typeface="Times New Roman" panose="02020603050405020304" pitchFamily="18" charset="0"/>
                <a:cs typeface="Times New Roman" panose="02020603050405020304" pitchFamily="18" charset="0"/>
              </a:rPr>
              <a:t>x</a:t>
            </a:r>
          </a:p>
        </p:txBody>
      </p:sp>
      <p:sp>
        <p:nvSpPr>
          <p:cNvPr id="43" name="TextBox 42">
            <a:extLst>
              <a:ext uri="{FF2B5EF4-FFF2-40B4-BE49-F238E27FC236}">
                <a16:creationId xmlns:a16="http://schemas.microsoft.com/office/drawing/2014/main" id="{FA46796B-1FA9-403D-9328-18797FAF9B62}"/>
              </a:ext>
            </a:extLst>
          </p:cNvPr>
          <p:cNvSpPr txBox="1"/>
          <p:nvPr/>
        </p:nvSpPr>
        <p:spPr>
          <a:xfrm>
            <a:off x="3004094" y="3064174"/>
            <a:ext cx="484632" cy="369332"/>
          </a:xfrm>
          <a:prstGeom prst="rect">
            <a:avLst/>
          </a:prstGeom>
          <a:noFill/>
        </p:spPr>
        <p:txBody>
          <a:bodyPr wrap="square" rtlCol="0">
            <a:spAutoFit/>
          </a:bodyPr>
          <a:lstStyle/>
          <a:p>
            <a:pPr algn="ctr"/>
            <a:r>
              <a:rPr lang="en-US" i="1" dirty="0">
                <a:latin typeface="Times New Roman" panose="02020603050405020304" pitchFamily="18" charset="0"/>
                <a:cs typeface="Times New Roman" panose="02020603050405020304" pitchFamily="18" charset="0"/>
              </a:rPr>
              <a:t>y</a:t>
            </a:r>
          </a:p>
        </p:txBody>
      </p:sp>
      <p:grpSp>
        <p:nvGrpSpPr>
          <p:cNvPr id="16" name="그룹 15">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9" name="직사각형 18">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4.2.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để</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tóm</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tắt</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liên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tục</a:t>
              </a:r>
              <a:endParaRPr lang="ko-KR" altLang="en-US" b="1" dirty="0">
                <a:solidFill>
                  <a:prstClr val="white"/>
                </a:solidFill>
                <a:latin typeface="iCiel Samsung Sharp Sans Medium" pitchFamily="2" charset="77"/>
                <a:cs typeface="iCiel Samsung Sharp Sans Medium" pitchFamily="2" charset="77"/>
              </a:endParaRPr>
            </a:p>
          </p:txBody>
        </p:sp>
        <p:sp>
          <p:nvSpPr>
            <p:cNvPr id="20" name="직사각형 19">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13" name="그룹 12">
            <a:extLst>
              <a:ext uri="{FF2B5EF4-FFF2-40B4-BE49-F238E27FC236}">
                <a16:creationId xmlns:a16="http://schemas.microsoft.com/office/drawing/2014/main" id="{E53371C3-8732-457C-9C1C-26300CFC8D5C}"/>
              </a:ext>
            </a:extLst>
          </p:cNvPr>
          <p:cNvGrpSpPr/>
          <p:nvPr/>
        </p:nvGrpSpPr>
        <p:grpSpPr>
          <a:xfrm>
            <a:off x="580388" y="1413381"/>
            <a:ext cx="8887612" cy="599957"/>
            <a:chOff x="580388" y="1413381"/>
            <a:chExt cx="8887612" cy="599957"/>
          </a:xfrm>
        </p:grpSpPr>
        <p:sp>
          <p:nvSpPr>
            <p:cNvPr id="18" name="직사각형 17">
              <a:extLst>
                <a:ext uri="{FF2B5EF4-FFF2-40B4-BE49-F238E27FC236}">
                  <a16:creationId xmlns:a16="http://schemas.microsoft.com/office/drawing/2014/main" id="{AFACF473-2A8D-411E-A3C3-6C3BE7E0225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Trực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quan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21" name="Rectangle 12">
              <a:extLst>
                <a:ext uri="{FF2B5EF4-FFF2-40B4-BE49-F238E27FC236}">
                  <a16:creationId xmlns:a16="http://schemas.microsoft.com/office/drawing/2014/main" id="{B415C32B-46DD-43EF-8F22-3EC6581C640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Hai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số</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liên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Biểu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đồ</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(scatter).</a:t>
              </a:r>
              <a:endParaRPr lang="en-US" altLang="ko-KR" sz="1300" dirty="0">
                <a:solidFill>
                  <a:schemeClr val="tx1">
                    <a:lumMod val="85000"/>
                    <a:lumOff val="15000"/>
                  </a:schemeClr>
                </a:solidFill>
                <a:latin typeface="SamsungOne-700" panose="020B0803030303020204" pitchFamily="34" charset="0"/>
                <a:ea typeface="SamsungOne-700" panose="020B0803030303020204" pitchFamily="34" charset="0"/>
              </a:endParaRPr>
            </a:p>
          </p:txBody>
        </p:sp>
      </p:grpSp>
    </p:spTree>
    <p:custDataLst>
      <p:tags r:id="rId1"/>
    </p:custDataLst>
    <p:extLst>
      <p:ext uri="{BB962C8B-B14F-4D97-AF65-F5344CB8AC3E}">
        <p14:creationId xmlns:p14="http://schemas.microsoft.com/office/powerpoint/2010/main" val="4009470445"/>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12">
            <a:extLst>
              <a:ext uri="{FF2B5EF4-FFF2-40B4-BE49-F238E27FC236}">
                <a16:creationId xmlns:a16="http://schemas.microsoft.com/office/drawing/2014/main" id="{D6F1E1B6-0E99-41CA-9047-887380C48982}"/>
              </a:ext>
            </a:extLst>
          </p:cNvPr>
          <p:cNvSpPr/>
          <p:nvPr/>
        </p:nvSpPr>
        <p:spPr>
          <a:xfrm>
            <a:off x="711201" y="4586534"/>
            <a:ext cx="8632824" cy="6481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Các loại khác nhau có thể được vẽ riêng.</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Bạn nên đảm bảo rằng phạm vi trục phù hợp để so sánh chính xác.</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26" name="그룹 25">
            <a:extLst>
              <a:ext uri="{FF2B5EF4-FFF2-40B4-BE49-F238E27FC236}">
                <a16:creationId xmlns:a16="http://schemas.microsoft.com/office/drawing/2014/main" id="{CC44CE43-18CE-486C-A58C-3C05D57C7546}"/>
              </a:ext>
            </a:extLst>
          </p:cNvPr>
          <p:cNvGrpSpPr/>
          <p:nvPr/>
        </p:nvGrpSpPr>
        <p:grpSpPr>
          <a:xfrm>
            <a:off x="3166551" y="2266712"/>
            <a:ext cx="3569722" cy="2245057"/>
            <a:chOff x="14098384" y="2421717"/>
            <a:chExt cx="4057220" cy="2551652"/>
          </a:xfrm>
        </p:grpSpPr>
        <p:pic>
          <p:nvPicPr>
            <p:cNvPr id="27" name="Picture 1">
              <a:extLst>
                <a:ext uri="{FF2B5EF4-FFF2-40B4-BE49-F238E27FC236}">
                  <a16:creationId xmlns:a16="http://schemas.microsoft.com/office/drawing/2014/main" id="{E3743398-C1B2-400F-87FB-B4D4257B46B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4250893" y="2421717"/>
              <a:ext cx="3904711" cy="2520000"/>
            </a:xfrm>
            <a:prstGeom prst="rect">
              <a:avLst/>
            </a:prstGeom>
          </p:spPr>
        </p:pic>
        <p:sp>
          <p:nvSpPr>
            <p:cNvPr id="28" name="TextBox 27">
              <a:extLst>
                <a:ext uri="{FF2B5EF4-FFF2-40B4-BE49-F238E27FC236}">
                  <a16:creationId xmlns:a16="http://schemas.microsoft.com/office/drawing/2014/main" id="{FC8F797A-DA6F-41B3-B7AE-BA0766CAE452}"/>
                </a:ext>
              </a:extLst>
            </p:cNvPr>
            <p:cNvSpPr txBox="1"/>
            <p:nvPr/>
          </p:nvSpPr>
          <p:spPr>
            <a:xfrm>
              <a:off x="15088456" y="4604037"/>
              <a:ext cx="484632" cy="369332"/>
            </a:xfrm>
            <a:prstGeom prst="rect">
              <a:avLst/>
            </a:prstGeom>
            <a:noFill/>
          </p:spPr>
          <p:txBody>
            <a:bodyPr wrap="square" rtlCol="0">
              <a:spAutoFit/>
            </a:bodyPr>
            <a:lstStyle/>
            <a:p>
              <a:pPr algn="ctr"/>
              <a:r>
                <a:rPr lang="en-US" i="1" dirty="0">
                  <a:latin typeface="Times New Roman" panose="02020603050405020304" pitchFamily="18" charset="0"/>
                  <a:cs typeface="Times New Roman" panose="02020603050405020304" pitchFamily="18" charset="0"/>
                </a:rPr>
                <a:t>x</a:t>
              </a:r>
            </a:p>
          </p:txBody>
        </p:sp>
        <p:sp>
          <p:nvSpPr>
            <p:cNvPr id="29" name="TextBox 28">
              <a:extLst>
                <a:ext uri="{FF2B5EF4-FFF2-40B4-BE49-F238E27FC236}">
                  <a16:creationId xmlns:a16="http://schemas.microsoft.com/office/drawing/2014/main" id="{A75C706A-5AD0-484D-9244-DA0F4D693F95}"/>
                </a:ext>
              </a:extLst>
            </p:cNvPr>
            <p:cNvSpPr txBox="1"/>
            <p:nvPr/>
          </p:nvSpPr>
          <p:spPr>
            <a:xfrm>
              <a:off x="17096343" y="4600733"/>
              <a:ext cx="484632" cy="369332"/>
            </a:xfrm>
            <a:prstGeom prst="rect">
              <a:avLst/>
            </a:prstGeom>
            <a:noFill/>
          </p:spPr>
          <p:txBody>
            <a:bodyPr wrap="square" rtlCol="0">
              <a:spAutoFit/>
            </a:bodyPr>
            <a:lstStyle/>
            <a:p>
              <a:pPr algn="ctr"/>
              <a:r>
                <a:rPr lang="en-US" i="1" dirty="0">
                  <a:latin typeface="Times New Roman" panose="02020603050405020304" pitchFamily="18" charset="0"/>
                  <a:cs typeface="Times New Roman" panose="02020603050405020304" pitchFamily="18" charset="0"/>
                </a:rPr>
                <a:t>x</a:t>
              </a:r>
            </a:p>
          </p:txBody>
        </p:sp>
        <p:sp>
          <p:nvSpPr>
            <p:cNvPr id="30" name="TextBox 29">
              <a:extLst>
                <a:ext uri="{FF2B5EF4-FFF2-40B4-BE49-F238E27FC236}">
                  <a16:creationId xmlns:a16="http://schemas.microsoft.com/office/drawing/2014/main" id="{A6BEE458-0690-4AF4-B31D-8406D5D16B1C}"/>
                </a:ext>
              </a:extLst>
            </p:cNvPr>
            <p:cNvSpPr txBox="1"/>
            <p:nvPr/>
          </p:nvSpPr>
          <p:spPr>
            <a:xfrm>
              <a:off x="14098384" y="3312385"/>
              <a:ext cx="484632" cy="369332"/>
            </a:xfrm>
            <a:prstGeom prst="rect">
              <a:avLst/>
            </a:prstGeom>
            <a:noFill/>
          </p:spPr>
          <p:txBody>
            <a:bodyPr wrap="square" rtlCol="0">
              <a:spAutoFit/>
            </a:bodyPr>
            <a:lstStyle/>
            <a:p>
              <a:pPr algn="ctr"/>
              <a:r>
                <a:rPr lang="en-US" i="1" dirty="0">
                  <a:latin typeface="Times New Roman" panose="02020603050405020304" pitchFamily="18" charset="0"/>
                  <a:cs typeface="Times New Roman" panose="02020603050405020304" pitchFamily="18" charset="0"/>
                </a:rPr>
                <a:t>y</a:t>
              </a:r>
            </a:p>
          </p:txBody>
        </p:sp>
        <p:sp>
          <p:nvSpPr>
            <p:cNvPr id="31" name="TextBox 30">
              <a:extLst>
                <a:ext uri="{FF2B5EF4-FFF2-40B4-BE49-F238E27FC236}">
                  <a16:creationId xmlns:a16="http://schemas.microsoft.com/office/drawing/2014/main" id="{42253239-F8DA-4A2C-953D-303C87ACE779}"/>
                </a:ext>
              </a:extLst>
            </p:cNvPr>
            <p:cNvSpPr txBox="1"/>
            <p:nvPr/>
          </p:nvSpPr>
          <p:spPr>
            <a:xfrm>
              <a:off x="16065959" y="3312385"/>
              <a:ext cx="484632" cy="369332"/>
            </a:xfrm>
            <a:prstGeom prst="rect">
              <a:avLst/>
            </a:prstGeom>
            <a:noFill/>
          </p:spPr>
          <p:txBody>
            <a:bodyPr wrap="square" rtlCol="0">
              <a:spAutoFit/>
            </a:bodyPr>
            <a:lstStyle/>
            <a:p>
              <a:pPr algn="ctr"/>
              <a:r>
                <a:rPr lang="en-US" i="1" dirty="0">
                  <a:latin typeface="Times New Roman" panose="02020603050405020304" pitchFamily="18" charset="0"/>
                  <a:cs typeface="Times New Roman" panose="02020603050405020304" pitchFamily="18" charset="0"/>
                </a:rPr>
                <a:t>y</a:t>
              </a:r>
            </a:p>
          </p:txBody>
        </p:sp>
      </p:grpSp>
      <p:grpSp>
        <p:nvGrpSpPr>
          <p:cNvPr id="20" name="그룹 1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32" name="직사각형 31">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4.2.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để</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tóm</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tắt</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liên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tục</a:t>
              </a:r>
              <a:endParaRPr lang="ko-KR" altLang="en-US" b="1" dirty="0">
                <a:solidFill>
                  <a:prstClr val="white"/>
                </a:solidFill>
                <a:latin typeface="iCiel Samsung Sharp Sans Medium" pitchFamily="2" charset="77"/>
                <a:cs typeface="iCiel Samsung Sharp Sans Medium" pitchFamily="2" charset="77"/>
              </a:endParaRPr>
            </a:p>
          </p:txBody>
        </p:sp>
        <p:sp>
          <p:nvSpPr>
            <p:cNvPr id="33" name="직사각형 32">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16" name="그룹 15">
            <a:extLst>
              <a:ext uri="{FF2B5EF4-FFF2-40B4-BE49-F238E27FC236}">
                <a16:creationId xmlns:a16="http://schemas.microsoft.com/office/drawing/2014/main" id="{E53371C3-8732-457C-9C1C-26300CFC8D5C}"/>
              </a:ext>
            </a:extLst>
          </p:cNvPr>
          <p:cNvGrpSpPr/>
          <p:nvPr/>
        </p:nvGrpSpPr>
        <p:grpSpPr>
          <a:xfrm>
            <a:off x="580388" y="1413381"/>
            <a:ext cx="8887612" cy="599957"/>
            <a:chOff x="580388" y="1413381"/>
            <a:chExt cx="8887612" cy="599957"/>
          </a:xfrm>
        </p:grpSpPr>
        <p:sp>
          <p:nvSpPr>
            <p:cNvPr id="17" name="직사각형 16">
              <a:extLst>
                <a:ext uri="{FF2B5EF4-FFF2-40B4-BE49-F238E27FC236}">
                  <a16:creationId xmlns:a16="http://schemas.microsoft.com/office/drawing/2014/main" id="{AFACF473-2A8D-411E-A3C3-6C3BE7E0225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Trực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quan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22" name="Rectangle 12">
              <a:extLst>
                <a:ext uri="{FF2B5EF4-FFF2-40B4-BE49-F238E27FC236}">
                  <a16:creationId xmlns:a16="http://schemas.microsoft.com/office/drawing/2014/main" id="{B415C32B-46DD-43EF-8F22-3EC6581C640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Hai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số</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liên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Nhiều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biểu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đồ</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tán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endParaRPr lang="en-US" altLang="ko-KR" sz="1300" dirty="0">
                <a:solidFill>
                  <a:schemeClr val="tx1">
                    <a:lumMod val="85000"/>
                    <a:lumOff val="15000"/>
                  </a:schemeClr>
                </a:solidFill>
                <a:latin typeface="SamsungOne-700" panose="020B0803030303020204" pitchFamily="34" charset="0"/>
                <a:ea typeface="SamsungOne-700" panose="020B0803030303020204" pitchFamily="34" charset="0"/>
              </a:endParaRPr>
            </a:p>
          </p:txBody>
        </p:sp>
      </p:grpSp>
    </p:spTree>
    <p:custDataLst>
      <p:tags r:id="rId1"/>
    </p:custDataLst>
    <p:extLst>
      <p:ext uri="{BB962C8B-B14F-4D97-AF65-F5344CB8AC3E}">
        <p14:creationId xmlns:p14="http://schemas.microsoft.com/office/powerpoint/2010/main" val="1515221858"/>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직사각형 133">
            <a:extLst>
              <a:ext uri="{FF2B5EF4-FFF2-40B4-BE49-F238E27FC236}">
                <a16:creationId xmlns:a16="http://schemas.microsoft.com/office/drawing/2014/main" id="{9D292972-558E-41DE-94CE-A08BAE03C794}"/>
              </a:ext>
            </a:extLst>
          </p:cNvPr>
          <p:cNvSpPr/>
          <p:nvPr/>
        </p:nvSpPr>
        <p:spPr>
          <a:xfrm>
            <a:off x="912070" y="3133792"/>
            <a:ext cx="8143798" cy="98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defTabSz="457063" fontAlgn="base" latinLnBrk="1">
              <a:spcBef>
                <a:spcPct val="0"/>
              </a:spcBef>
              <a:spcAft>
                <a:spcPct val="0"/>
              </a:spcAft>
              <a:defRPr/>
            </a:pPr>
            <a:r>
              <a:rPr kumimoji="1" lang="en-US" altLang="ko-KR" sz="3200" b="1" dirty="0" err="1">
                <a:solidFill>
                  <a:prstClr val="black"/>
                </a:solidFill>
                <a:latin typeface="iCiel Samsung Sharp Sans Regular" pitchFamily="2" charset="77"/>
                <a:cs typeface="iCiel Samsung Sharp Sans Regular" pitchFamily="2" charset="77"/>
              </a:rPr>
              <a:t>Trực</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quan</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hóa</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dữ</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liệu</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cho</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các</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dữ</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liệu</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có</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quy</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mô</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khác</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nhau</a:t>
            </a:r>
            <a:endParaRPr kumimoji="1" lang="ko-KR" altLang="en-US" sz="3200" b="1" dirty="0">
              <a:solidFill>
                <a:prstClr val="black"/>
              </a:solidFill>
              <a:latin typeface="iCiel Samsung Sharp Sans Regular" pitchFamily="2" charset="77"/>
              <a:cs typeface="iCiel Samsung Sharp Sans Regular" pitchFamily="2" charset="77"/>
            </a:endParaRPr>
          </a:p>
        </p:txBody>
      </p:sp>
      <p:sp>
        <p:nvSpPr>
          <p:cNvPr id="48" name="직사각형 133">
            <a:extLst>
              <a:ext uri="{FF2B5EF4-FFF2-40B4-BE49-F238E27FC236}">
                <a16:creationId xmlns:a16="http://schemas.microsoft.com/office/drawing/2014/main" id="{234ED9FB-151B-4DC5-AF94-C1759994F167}"/>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457063" fontAlgn="base" latinLnBrk="1">
              <a:spcBef>
                <a:spcPct val="0"/>
              </a:spcBef>
              <a:spcAft>
                <a:spcPct val="0"/>
              </a:spcAft>
              <a:defRPr/>
            </a:pPr>
            <a:r>
              <a:rPr kumimoji="1" lang="en-US" altLang="ko-KR" sz="1999" b="1" dirty="0" err="1">
                <a:solidFill>
                  <a:prstClr val="white">
                    <a:lumMod val="50000"/>
                  </a:prstClr>
                </a:solidFill>
                <a:latin typeface="iCiel Samsung Sharp Sans Regular" pitchFamily="2" charset="77"/>
                <a:ea typeface="iCiel Samsung Sharp Sans Regular" pitchFamily="2" charset="77"/>
                <a:cs typeface="iCiel Samsung Sharp Sans Regular" pitchFamily="2" charset="77"/>
              </a:rPr>
              <a:t>Bài</a:t>
            </a:r>
            <a:r>
              <a:rPr kumimoji="1" lang="en-US" altLang="ko-KR" sz="1999" b="1" dirty="0">
                <a:solidFill>
                  <a:prstClr val="white">
                    <a:lumMod val="50000"/>
                  </a:prstClr>
                </a:solidFill>
                <a:latin typeface="iCiel Samsung Sharp Sans Regular" pitchFamily="2" charset="77"/>
                <a:ea typeface="iCiel Samsung Sharp Sans Regular" pitchFamily="2" charset="77"/>
                <a:cs typeface="iCiel Samsung Sharp Sans Regular" pitchFamily="2" charset="77"/>
              </a:rPr>
              <a:t> 4. </a:t>
            </a:r>
            <a:endParaRPr kumimoji="1" lang="en-US" altLang="ko-KR" sz="5398" b="1" dirty="0">
              <a:solidFill>
                <a:prstClr val="white">
                  <a:lumMod val="50000"/>
                </a:prstClr>
              </a:solidFill>
              <a:latin typeface="iCiel Samsung Sharp Sans Regular" pitchFamily="2" charset="77"/>
              <a:ea typeface="iCiel Samsung Sharp Sans Regular" pitchFamily="2" charset="77"/>
              <a:cs typeface="iCiel Samsung Sharp Sans Regular" pitchFamily="2" charset="77"/>
            </a:endParaRPr>
          </a:p>
        </p:txBody>
      </p:sp>
      <p:grpSp>
        <p:nvGrpSpPr>
          <p:cNvPr id="20" name="그룹 19"/>
          <p:cNvGrpSpPr/>
          <p:nvPr/>
        </p:nvGrpSpPr>
        <p:grpSpPr>
          <a:xfrm>
            <a:off x="930678" y="4580347"/>
            <a:ext cx="8341214" cy="1137457"/>
            <a:chOff x="930678" y="4580347"/>
            <a:chExt cx="8341214" cy="1137457"/>
          </a:xfrm>
        </p:grpSpPr>
        <p:sp>
          <p:nvSpPr>
            <p:cNvPr id="21" name="직사각형 20">
              <a:extLst>
                <a:ext uri="{FF2B5EF4-FFF2-40B4-BE49-F238E27FC236}">
                  <a16:creationId xmlns:a16="http://schemas.microsoft.com/office/drawing/2014/main" id="{8CEA84EE-1CFD-4B57-A1C8-06A1AB4ACA44}"/>
                </a:ext>
              </a:extLst>
            </p:cNvPr>
            <p:cNvSpPr/>
            <p:nvPr/>
          </p:nvSpPr>
          <p:spPr>
            <a:xfrm>
              <a:off x="1113499" y="4581541"/>
              <a:ext cx="4201101"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srgbClr val="B1B1B1"/>
                  </a:solidFill>
                  <a:latin typeface="SamsungOne-400" panose="020B0503030303020204" pitchFamily="34" charset="0"/>
                  <a:ea typeface="SamsungOne-400" panose="020B0503030303020204" pitchFamily="34" charset="0"/>
                </a:rPr>
                <a:t>4.1. </a:t>
              </a:r>
              <a:r>
                <a:rPr kumimoji="1" lang="en-US" altLang="ko-KR" sz="1799" dirty="0" err="1">
                  <a:solidFill>
                    <a:srgbClr val="B1B1B1"/>
                  </a:solidFill>
                  <a:latin typeface="SamsungOne-400" panose="020B0503030303020204" pitchFamily="34" charset="0"/>
                  <a:ea typeface="SamsungOne-400" panose="020B0503030303020204" pitchFamily="34" charset="0"/>
                </a:rPr>
                <a:t>Giới</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thiệu</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về</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trực</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quan</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hóa</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dữ</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liệu</a:t>
              </a:r>
              <a:endParaRPr kumimoji="1" lang="ko-KR" altLang="en-US" sz="1799" dirty="0">
                <a:solidFill>
                  <a:srgbClr val="B1B1B1"/>
                </a:solidFill>
                <a:latin typeface="SamsungOne-400" panose="020B0503030303020204" pitchFamily="34" charset="0"/>
                <a:ea typeface="SamsungOne-700" panose="020B0803030303020204" pitchFamily="34" charset="0"/>
              </a:endParaRPr>
            </a:p>
          </p:txBody>
        </p:sp>
        <p:sp>
          <p:nvSpPr>
            <p:cNvPr id="22" name="직사각형 21">
              <a:extLst>
                <a:ext uri="{FF2B5EF4-FFF2-40B4-BE49-F238E27FC236}">
                  <a16:creationId xmlns:a16="http://schemas.microsoft.com/office/drawing/2014/main" id="{490AEC04-CD1D-4B88-858B-CBB56559D797}"/>
                </a:ext>
              </a:extLst>
            </p:cNvPr>
            <p:cNvSpPr/>
            <p:nvPr/>
          </p:nvSpPr>
          <p:spPr>
            <a:xfrm>
              <a:off x="930678" y="4580348"/>
              <a:ext cx="35988" cy="251919"/>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srgbClr val="1429A0"/>
                </a:solidFill>
                <a:latin typeface="Calibri" panose="020F0502020204030204"/>
                <a:ea typeface="맑은 고딕" panose="020B0503020000020004" pitchFamily="50" charset="-127"/>
              </a:endParaRPr>
            </a:p>
          </p:txBody>
        </p:sp>
        <p:sp>
          <p:nvSpPr>
            <p:cNvPr id="23" name="직사각형 22">
              <a:extLst>
                <a:ext uri="{FF2B5EF4-FFF2-40B4-BE49-F238E27FC236}">
                  <a16:creationId xmlns:a16="http://schemas.microsoft.com/office/drawing/2014/main" id="{475B5DE5-347D-4119-80E7-2377740127D9}"/>
                </a:ext>
              </a:extLst>
            </p:cNvPr>
            <p:cNvSpPr/>
            <p:nvPr/>
          </p:nvSpPr>
          <p:spPr>
            <a:xfrm>
              <a:off x="1113499" y="5011238"/>
              <a:ext cx="4435176"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srgbClr val="A6A6A6"/>
                  </a:solidFill>
                  <a:latin typeface="SamsungOne-400" panose="020B0503030303020204" pitchFamily="34" charset="0"/>
                  <a:ea typeface="SamsungOne-400" panose="020B0503030303020204" pitchFamily="34" charset="0"/>
                </a:rPr>
                <a:t>4.2. </a:t>
              </a:r>
              <a:r>
                <a:rPr kumimoji="1" lang="en-US" altLang="ko-KR" sz="1799" dirty="0" err="1">
                  <a:solidFill>
                    <a:srgbClr val="A6A6A6"/>
                  </a:solidFill>
                  <a:latin typeface="SamsungOne-400" panose="020B0503030303020204" pitchFamily="34" charset="0"/>
                  <a:ea typeface="SamsungOne-400" panose="020B0503030303020204" pitchFamily="34" charset="0"/>
                </a:rPr>
                <a:t>Đồ</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thị</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để</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tóm</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tắt</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dữ</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liệu</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liên</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tục</a:t>
              </a:r>
              <a:endParaRPr kumimoji="1" lang="ko-KR" altLang="en-US" sz="1799" dirty="0">
                <a:solidFill>
                  <a:srgbClr val="A6A6A6"/>
                </a:solidFill>
                <a:latin typeface="SamsungOne-400" panose="020B0503030303020204" pitchFamily="34" charset="0"/>
                <a:ea typeface="SamsungOne-400" panose="020B0503030303020204" pitchFamily="34" charset="0"/>
              </a:endParaRPr>
            </a:p>
          </p:txBody>
        </p:sp>
        <p:sp>
          <p:nvSpPr>
            <p:cNvPr id="24" name="직사각형 23">
              <a:extLst>
                <a:ext uri="{FF2B5EF4-FFF2-40B4-BE49-F238E27FC236}">
                  <a16:creationId xmlns:a16="http://schemas.microsoft.com/office/drawing/2014/main" id="{42D16157-71AB-4EEC-81F2-DE5463F000C0}"/>
                </a:ext>
              </a:extLst>
            </p:cNvPr>
            <p:cNvSpPr/>
            <p:nvPr/>
          </p:nvSpPr>
          <p:spPr>
            <a:xfrm>
              <a:off x="930678" y="5010044"/>
              <a:ext cx="35988" cy="251919"/>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sp>
          <p:nvSpPr>
            <p:cNvPr id="25" name="직사각형 43">
              <a:extLst>
                <a:ext uri="{FF2B5EF4-FFF2-40B4-BE49-F238E27FC236}">
                  <a16:creationId xmlns:a16="http://schemas.microsoft.com/office/drawing/2014/main" id="{7C361C6F-D073-4FC0-8ED0-8901EA9A95A1}"/>
                </a:ext>
              </a:extLst>
            </p:cNvPr>
            <p:cNvSpPr/>
            <p:nvPr/>
          </p:nvSpPr>
          <p:spPr>
            <a:xfrm>
              <a:off x="1113499" y="5440933"/>
              <a:ext cx="4303793"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srgbClr val="484848"/>
                  </a:solidFill>
                  <a:latin typeface="SamsungOne-700" panose="020B0803030303020204" pitchFamily="34" charset="0"/>
                  <a:ea typeface="SamsungOne-700" panose="020B0803030303020204" pitchFamily="34" charset="0"/>
                </a:rPr>
                <a:t>4.3. </a:t>
              </a:r>
              <a:r>
                <a:rPr kumimoji="1" lang="en-US" altLang="ko-KR" sz="1799" dirty="0" err="1">
                  <a:solidFill>
                    <a:srgbClr val="484848"/>
                  </a:solidFill>
                  <a:latin typeface="SamsungOne-700" panose="020B0803030303020204" pitchFamily="34" charset="0"/>
                  <a:ea typeface="SamsungOne-700" panose="020B0803030303020204" pitchFamily="34" charset="0"/>
                </a:rPr>
                <a:t>Đồ</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thị</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để</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tóm</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tắt</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dữ</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liệu</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phân</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loại</a:t>
              </a:r>
              <a:endParaRPr kumimoji="1" lang="ko-KR" altLang="en-US" sz="1799" dirty="0">
                <a:solidFill>
                  <a:srgbClr val="484848"/>
                </a:solidFill>
                <a:latin typeface="SamsungOne-700" panose="020B0803030303020204" pitchFamily="34" charset="0"/>
                <a:ea typeface="SamsungOne-400" panose="020B0503030303020204" pitchFamily="34" charset="0"/>
              </a:endParaRPr>
            </a:p>
          </p:txBody>
        </p:sp>
        <p:sp>
          <p:nvSpPr>
            <p:cNvPr id="26" name="직사각형 44">
              <a:extLst>
                <a:ext uri="{FF2B5EF4-FFF2-40B4-BE49-F238E27FC236}">
                  <a16:creationId xmlns:a16="http://schemas.microsoft.com/office/drawing/2014/main" id="{84CE6F1A-F6A5-409C-BD43-5542C2321C7A}"/>
                </a:ext>
              </a:extLst>
            </p:cNvPr>
            <p:cNvSpPr/>
            <p:nvPr/>
          </p:nvSpPr>
          <p:spPr>
            <a:xfrm>
              <a:off x="930678" y="5439740"/>
              <a:ext cx="35988" cy="251919"/>
            </a:xfrm>
            <a:prstGeom prst="rect">
              <a:avLst/>
            </a:prstGeom>
            <a:solidFill>
              <a:srgbClr val="1429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sp>
          <p:nvSpPr>
            <p:cNvPr id="27" name="직사각형 43">
              <a:extLst>
                <a:ext uri="{FF2B5EF4-FFF2-40B4-BE49-F238E27FC236}">
                  <a16:creationId xmlns:a16="http://schemas.microsoft.com/office/drawing/2014/main" id="{E636EDF9-BD08-4EFB-ABDD-A5E21AC16A7F}"/>
                </a:ext>
              </a:extLst>
            </p:cNvPr>
            <p:cNvSpPr/>
            <p:nvPr/>
          </p:nvSpPr>
          <p:spPr>
            <a:xfrm>
              <a:off x="5716046" y="4583042"/>
              <a:ext cx="3555846" cy="5537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4.4.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Trực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quan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hóa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cho</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Matplotlib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pandas</a:t>
              </a:r>
              <a:endParaRPr kumimoji="1" lang="ko-KR" altLang="en-US"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28" name="직사각형 44">
              <a:extLst>
                <a:ext uri="{FF2B5EF4-FFF2-40B4-BE49-F238E27FC236}">
                  <a16:creationId xmlns:a16="http://schemas.microsoft.com/office/drawing/2014/main" id="{3AA1A5AD-7960-4AA6-9E10-73E6C03E42DC}"/>
                </a:ext>
              </a:extLst>
            </p:cNvPr>
            <p:cNvSpPr/>
            <p:nvPr/>
          </p:nvSpPr>
          <p:spPr>
            <a:xfrm>
              <a:off x="5551895" y="4580347"/>
              <a:ext cx="35988" cy="251920"/>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sp>
          <p:nvSpPr>
            <p:cNvPr id="29" name="직사각형 43">
              <a:extLst>
                <a:ext uri="{FF2B5EF4-FFF2-40B4-BE49-F238E27FC236}">
                  <a16:creationId xmlns:a16="http://schemas.microsoft.com/office/drawing/2014/main" id="{E636EDF9-BD08-4EFB-ABDD-A5E21AC16A7F}"/>
                </a:ext>
              </a:extLst>
            </p:cNvPr>
            <p:cNvSpPr/>
            <p:nvPr/>
          </p:nvSpPr>
          <p:spPr>
            <a:xfrm>
              <a:off x="5716046" y="5425510"/>
              <a:ext cx="3555846"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4.5.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Vẽ</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đồ</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thị</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nâng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cao</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với</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Seaborn</a:t>
              </a:r>
            </a:p>
          </p:txBody>
        </p:sp>
        <p:sp>
          <p:nvSpPr>
            <p:cNvPr id="30" name="직사각형 44">
              <a:extLst>
                <a:ext uri="{FF2B5EF4-FFF2-40B4-BE49-F238E27FC236}">
                  <a16:creationId xmlns:a16="http://schemas.microsoft.com/office/drawing/2014/main" id="{3AA1A5AD-7960-4AA6-9E10-73E6C03E42DC}"/>
                </a:ext>
              </a:extLst>
            </p:cNvPr>
            <p:cNvSpPr/>
            <p:nvPr/>
          </p:nvSpPr>
          <p:spPr>
            <a:xfrm>
              <a:off x="5548675" y="5294785"/>
              <a:ext cx="35988" cy="251920"/>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grpSp>
    </p:spTree>
    <p:custDataLst>
      <p:tags r:id="rId1"/>
    </p:custDataLst>
    <p:extLst>
      <p:ext uri="{BB962C8B-B14F-4D97-AF65-F5344CB8AC3E}">
        <p14:creationId xmlns:p14="http://schemas.microsoft.com/office/powerpoint/2010/main" val="217709741"/>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12">
            <a:extLst>
              <a:ext uri="{FF2B5EF4-FFF2-40B4-BE49-F238E27FC236}">
                <a16:creationId xmlns:a16="http://schemas.microsoft.com/office/drawing/2014/main" id="{35F31E0C-116D-4ECA-9864-6D0D4A43EA44}"/>
              </a:ext>
            </a:extLst>
          </p:cNvPr>
          <p:cNvSpPr/>
          <p:nvPr/>
        </p:nvSpPr>
        <p:spPr>
          <a:xfrm>
            <a:off x="711201" y="5301208"/>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Hiển thị tần suất tuyệt đối hoặc tương đối của từng loại.</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nvGrpSpPr>
          <p:cNvPr id="16" name="그룹 15"/>
          <p:cNvGrpSpPr/>
          <p:nvPr/>
        </p:nvGrpSpPr>
        <p:grpSpPr>
          <a:xfrm>
            <a:off x="3024350" y="2924944"/>
            <a:ext cx="3335690" cy="2089382"/>
            <a:chOff x="3295887" y="3635375"/>
            <a:chExt cx="2563066" cy="1605431"/>
          </a:xfrm>
        </p:grpSpPr>
        <p:grpSp>
          <p:nvGrpSpPr>
            <p:cNvPr id="30" name="그룹 29"/>
            <p:cNvGrpSpPr/>
            <p:nvPr/>
          </p:nvGrpSpPr>
          <p:grpSpPr>
            <a:xfrm>
              <a:off x="3921635" y="3699097"/>
              <a:ext cx="1920431" cy="1299623"/>
              <a:chOff x="3921635" y="3699097"/>
              <a:chExt cx="1920431" cy="1299623"/>
            </a:xfrm>
          </p:grpSpPr>
          <p:sp>
            <p:nvSpPr>
              <p:cNvPr id="54" name="직사각형 53"/>
              <p:cNvSpPr/>
              <p:nvPr/>
            </p:nvSpPr>
            <p:spPr>
              <a:xfrm>
                <a:off x="5084972" y="4006485"/>
                <a:ext cx="168141" cy="992234"/>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55" name="직사각형 54"/>
              <p:cNvSpPr/>
              <p:nvPr/>
            </p:nvSpPr>
            <p:spPr>
              <a:xfrm>
                <a:off x="5673925" y="3699097"/>
                <a:ext cx="168141" cy="1299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56" name="직사각형 55"/>
              <p:cNvSpPr/>
              <p:nvPr/>
            </p:nvSpPr>
            <p:spPr>
              <a:xfrm>
                <a:off x="4503304" y="4372425"/>
                <a:ext cx="168141" cy="62629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57" name="직사각형 56"/>
              <p:cNvSpPr/>
              <p:nvPr/>
            </p:nvSpPr>
            <p:spPr>
              <a:xfrm>
                <a:off x="3921635" y="4635596"/>
                <a:ext cx="168141" cy="36312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grpSp>
        <p:grpSp>
          <p:nvGrpSpPr>
            <p:cNvPr id="31" name="그룹 30"/>
            <p:cNvGrpSpPr/>
            <p:nvPr/>
          </p:nvGrpSpPr>
          <p:grpSpPr>
            <a:xfrm>
              <a:off x="3511823" y="3635375"/>
              <a:ext cx="54000" cy="1362075"/>
              <a:chOff x="2930798" y="3635375"/>
              <a:chExt cx="54000" cy="1362075"/>
            </a:xfrm>
          </p:grpSpPr>
          <p:cxnSp>
            <p:nvCxnSpPr>
              <p:cNvPr id="47" name="직선 연결선 46"/>
              <p:cNvCxnSpPr/>
              <p:nvPr/>
            </p:nvCxnSpPr>
            <p:spPr>
              <a:xfrm>
                <a:off x="2980804" y="3635375"/>
                <a:ext cx="0" cy="136207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8" name="직선 연결선 47"/>
              <p:cNvCxnSpPr/>
              <p:nvPr/>
            </p:nvCxnSpPr>
            <p:spPr>
              <a:xfrm>
                <a:off x="2930798" y="3637756"/>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9" name="직선 연결선 48"/>
              <p:cNvCxnSpPr/>
              <p:nvPr/>
            </p:nvCxnSpPr>
            <p:spPr>
              <a:xfrm>
                <a:off x="2930798" y="4997450"/>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0" name="직선 연결선 49"/>
              <p:cNvCxnSpPr/>
              <p:nvPr/>
            </p:nvCxnSpPr>
            <p:spPr>
              <a:xfrm>
                <a:off x="2930798" y="4770834"/>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 name="직선 연결선 50"/>
              <p:cNvCxnSpPr/>
              <p:nvPr/>
            </p:nvCxnSpPr>
            <p:spPr>
              <a:xfrm>
                <a:off x="2930798" y="4544219"/>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2" name="직선 연결선 51"/>
              <p:cNvCxnSpPr/>
              <p:nvPr/>
            </p:nvCxnSpPr>
            <p:spPr>
              <a:xfrm>
                <a:off x="2930798" y="4090987"/>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3" name="직선 연결선 52"/>
              <p:cNvCxnSpPr/>
              <p:nvPr/>
            </p:nvCxnSpPr>
            <p:spPr>
              <a:xfrm>
                <a:off x="2930798" y="3864372"/>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3" name="직선 연결선 72"/>
              <p:cNvCxnSpPr/>
              <p:nvPr/>
            </p:nvCxnSpPr>
            <p:spPr>
              <a:xfrm>
                <a:off x="2930798" y="4317603"/>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38" name="TextBox 37"/>
            <p:cNvSpPr txBox="1"/>
            <p:nvPr/>
          </p:nvSpPr>
          <p:spPr>
            <a:xfrm rot="16200000">
              <a:off x="3084568" y="4260379"/>
              <a:ext cx="529057" cy="106419"/>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Frequency</a:t>
              </a:r>
            </a:p>
          </p:txBody>
        </p:sp>
        <p:grpSp>
          <p:nvGrpSpPr>
            <p:cNvPr id="39" name="그룹 38"/>
            <p:cNvGrpSpPr/>
            <p:nvPr/>
          </p:nvGrpSpPr>
          <p:grpSpPr>
            <a:xfrm rot="16200000">
              <a:off x="4853124" y="4196365"/>
              <a:ext cx="54000" cy="1760248"/>
              <a:chOff x="2930798" y="3635375"/>
              <a:chExt cx="54000" cy="1760248"/>
            </a:xfrm>
          </p:grpSpPr>
          <p:cxnSp>
            <p:nvCxnSpPr>
              <p:cNvPr id="43" name="직선 연결선 42"/>
              <p:cNvCxnSpPr/>
              <p:nvPr/>
            </p:nvCxnSpPr>
            <p:spPr>
              <a:xfrm rot="5400000">
                <a:off x="2103061" y="4515499"/>
                <a:ext cx="176024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4" name="직선 연결선 43"/>
              <p:cNvCxnSpPr/>
              <p:nvPr/>
            </p:nvCxnSpPr>
            <p:spPr>
              <a:xfrm>
                <a:off x="2930798" y="3637756"/>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5" name="직선 연결선 44"/>
              <p:cNvCxnSpPr/>
              <p:nvPr/>
            </p:nvCxnSpPr>
            <p:spPr>
              <a:xfrm>
                <a:off x="2930798" y="5392740"/>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6" name="직선 연결선 45"/>
              <p:cNvCxnSpPr/>
              <p:nvPr/>
            </p:nvCxnSpPr>
            <p:spPr>
              <a:xfrm>
                <a:off x="2930798" y="4222751"/>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0" name="직선 연결선 69"/>
              <p:cNvCxnSpPr/>
              <p:nvPr/>
            </p:nvCxnSpPr>
            <p:spPr>
              <a:xfrm>
                <a:off x="2930798" y="4807746"/>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40" name="TextBox 39"/>
            <p:cNvSpPr txBox="1"/>
            <p:nvPr/>
          </p:nvSpPr>
          <p:spPr>
            <a:xfrm>
              <a:off x="3908886" y="5134387"/>
              <a:ext cx="190758" cy="106419"/>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A</a:t>
              </a:r>
            </a:p>
          </p:txBody>
        </p:sp>
        <p:sp>
          <p:nvSpPr>
            <p:cNvPr id="41" name="TextBox 40"/>
            <p:cNvSpPr txBox="1"/>
            <p:nvPr/>
          </p:nvSpPr>
          <p:spPr>
            <a:xfrm>
              <a:off x="4491996" y="5134387"/>
              <a:ext cx="190758" cy="106419"/>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B</a:t>
              </a:r>
            </a:p>
          </p:txBody>
        </p:sp>
        <p:sp>
          <p:nvSpPr>
            <p:cNvPr id="42" name="TextBox 41"/>
            <p:cNvSpPr txBox="1"/>
            <p:nvPr/>
          </p:nvSpPr>
          <p:spPr>
            <a:xfrm>
              <a:off x="5668195" y="5134387"/>
              <a:ext cx="190758" cy="106419"/>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D</a:t>
              </a:r>
            </a:p>
          </p:txBody>
        </p:sp>
        <p:sp>
          <p:nvSpPr>
            <p:cNvPr id="71" name="TextBox 70"/>
            <p:cNvSpPr txBox="1"/>
            <p:nvPr/>
          </p:nvSpPr>
          <p:spPr>
            <a:xfrm>
              <a:off x="5075106" y="5134387"/>
              <a:ext cx="190758" cy="106419"/>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C</a:t>
              </a:r>
            </a:p>
          </p:txBody>
        </p:sp>
      </p:grpSp>
      <p:grpSp>
        <p:nvGrpSpPr>
          <p:cNvPr id="35" name="그룹 34">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60" name="직사각형 5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4.3.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để</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tóm</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tắt</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phân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loại</a:t>
              </a:r>
              <a:endParaRPr lang="ko-KR" altLang="en-US" b="1" dirty="0">
                <a:solidFill>
                  <a:prstClr val="white"/>
                </a:solidFill>
                <a:latin typeface="iCiel Samsung Sharp Sans Medium" pitchFamily="2" charset="77"/>
                <a:cs typeface="iCiel Samsung Sharp Sans Medium" pitchFamily="2" charset="77"/>
              </a:endParaRPr>
            </a:p>
          </p:txBody>
        </p:sp>
        <p:sp>
          <p:nvSpPr>
            <p:cNvPr id="61" name="직사각형 60">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64" name="직사각형 63">
            <a:extLst>
              <a:ext uri="{FF2B5EF4-FFF2-40B4-BE49-F238E27FC236}">
                <a16:creationId xmlns:a16="http://schemas.microsoft.com/office/drawing/2014/main" id="{58B1BC1D-DFB7-4482-BA23-F01AD71B1BBE}"/>
              </a:ext>
            </a:extLst>
          </p:cNvPr>
          <p:cNvSpPr/>
          <p:nvPr/>
        </p:nvSpPr>
        <p:spPr>
          <a:xfrm>
            <a:off x="425068" y="1331476"/>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vi-VN"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rPr>
              <a:t>Các loại hình ảnh cơ bản</a:t>
            </a:r>
            <a:endParaRPr lang="en-US"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endParaRPr>
          </a:p>
        </p:txBody>
      </p:sp>
      <p:grpSp>
        <p:nvGrpSpPr>
          <p:cNvPr id="37" name="그룹 36">
            <a:extLst>
              <a:ext uri="{FF2B5EF4-FFF2-40B4-BE49-F238E27FC236}">
                <a16:creationId xmlns:a16="http://schemas.microsoft.com/office/drawing/2014/main" id="{E53371C3-8732-457C-9C1C-26300CFC8D5C}"/>
              </a:ext>
            </a:extLst>
          </p:cNvPr>
          <p:cNvGrpSpPr/>
          <p:nvPr/>
        </p:nvGrpSpPr>
        <p:grpSpPr>
          <a:xfrm>
            <a:off x="580388" y="1987965"/>
            <a:ext cx="8887612" cy="599957"/>
            <a:chOff x="580388" y="1413381"/>
            <a:chExt cx="8887612" cy="599957"/>
          </a:xfrm>
        </p:grpSpPr>
        <p:sp>
          <p:nvSpPr>
            <p:cNvPr id="58" name="직사각형 57">
              <a:extLst>
                <a:ext uri="{FF2B5EF4-FFF2-40B4-BE49-F238E27FC236}">
                  <a16:creationId xmlns:a16="http://schemas.microsoft.com/office/drawing/2014/main" id="{AFACF473-2A8D-411E-A3C3-6C3BE7E0225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Trực quan hóa đơn biến:</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59" name="Rectangle 12">
              <a:extLst>
                <a:ext uri="{FF2B5EF4-FFF2-40B4-BE49-F238E27FC236}">
                  <a16:creationId xmlns:a16="http://schemas.microsoft.com/office/drawing/2014/main" id="{B415C32B-46DD-43EF-8F22-3EC6581C640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Biểu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đồ</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endParaRPr lang="en-US" altLang="ko-KR" sz="1300" dirty="0">
                <a:solidFill>
                  <a:schemeClr val="tx1">
                    <a:lumMod val="85000"/>
                    <a:lumOff val="15000"/>
                  </a:schemeClr>
                </a:solidFill>
                <a:latin typeface="SamsungOne-700" panose="020B0803030303020204" pitchFamily="34" charset="0"/>
                <a:ea typeface="SamsungOne-700" panose="020B0803030303020204" pitchFamily="34" charset="0"/>
              </a:endParaRPr>
            </a:p>
          </p:txBody>
        </p:sp>
      </p:grpSp>
    </p:spTree>
    <p:custDataLst>
      <p:tags r:id="rId1"/>
    </p:custDataLst>
    <p:extLst>
      <p:ext uri="{BB962C8B-B14F-4D97-AF65-F5344CB8AC3E}">
        <p14:creationId xmlns:p14="http://schemas.microsoft.com/office/powerpoint/2010/main" val="2346539089"/>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12">
            <a:extLst>
              <a:ext uri="{FF2B5EF4-FFF2-40B4-BE49-F238E27FC236}">
                <a16:creationId xmlns:a16="http://schemas.microsoft.com/office/drawing/2014/main" id="{69181F79-9518-49D0-8C26-50B1140C0B7D}"/>
              </a:ext>
            </a:extLst>
          </p:cNvPr>
          <p:cNvSpPr/>
          <p:nvPr/>
        </p:nvSpPr>
        <p:spPr>
          <a:xfrm>
            <a:off x="711201" y="4697462"/>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Hiển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thị</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tỷ</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lệ</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của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từng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nvGrpSpPr>
          <p:cNvPr id="16" name="그룹 15">
            <a:extLst>
              <a:ext uri="{FF2B5EF4-FFF2-40B4-BE49-F238E27FC236}">
                <a16:creationId xmlns:a16="http://schemas.microsoft.com/office/drawing/2014/main" id="{904AF708-82F7-4C94-B75B-8F608E679BDD}"/>
              </a:ext>
            </a:extLst>
          </p:cNvPr>
          <p:cNvGrpSpPr/>
          <p:nvPr/>
        </p:nvGrpSpPr>
        <p:grpSpPr>
          <a:xfrm>
            <a:off x="3857605" y="2239337"/>
            <a:ext cx="2187615" cy="2187615"/>
            <a:chOff x="3470958" y="3067697"/>
            <a:chExt cx="2187615" cy="2187615"/>
          </a:xfrm>
        </p:grpSpPr>
        <p:sp>
          <p:nvSpPr>
            <p:cNvPr id="18" name="타원 17">
              <a:extLst>
                <a:ext uri="{FF2B5EF4-FFF2-40B4-BE49-F238E27FC236}">
                  <a16:creationId xmlns:a16="http://schemas.microsoft.com/office/drawing/2014/main" id="{6D9C8B8F-9B83-4FCA-B816-657E96621216}"/>
                </a:ext>
              </a:extLst>
            </p:cNvPr>
            <p:cNvSpPr/>
            <p:nvPr/>
          </p:nvSpPr>
          <p:spPr>
            <a:xfrm>
              <a:off x="3470958" y="3067697"/>
              <a:ext cx="2187615" cy="2187615"/>
            </a:xfrm>
            <a:prstGeom prst="ellipse">
              <a:avLst/>
            </a:prstGeom>
            <a:solidFill>
              <a:srgbClr val="00B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700" panose="020B0803030303020204" pitchFamily="34" charset="0"/>
              </a:endParaRPr>
            </a:p>
          </p:txBody>
        </p:sp>
        <p:sp>
          <p:nvSpPr>
            <p:cNvPr id="19" name="부분 원형 25">
              <a:extLst>
                <a:ext uri="{FF2B5EF4-FFF2-40B4-BE49-F238E27FC236}">
                  <a16:creationId xmlns:a16="http://schemas.microsoft.com/office/drawing/2014/main" id="{A4413997-5BE8-4784-82E7-BF195D222CA8}"/>
                </a:ext>
              </a:extLst>
            </p:cNvPr>
            <p:cNvSpPr/>
            <p:nvPr/>
          </p:nvSpPr>
          <p:spPr>
            <a:xfrm>
              <a:off x="3470958" y="3067697"/>
              <a:ext cx="2187615" cy="2187615"/>
            </a:xfrm>
            <a:prstGeom prst="pie">
              <a:avLst>
                <a:gd name="adj1" fmla="val 0"/>
                <a:gd name="adj2" fmla="val 4629865"/>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700" panose="020B0803030303020204" pitchFamily="34" charset="0"/>
              </a:endParaRPr>
            </a:p>
          </p:txBody>
        </p:sp>
        <p:sp>
          <p:nvSpPr>
            <p:cNvPr id="27" name="TextBox 26">
              <a:extLst>
                <a:ext uri="{FF2B5EF4-FFF2-40B4-BE49-F238E27FC236}">
                  <a16:creationId xmlns:a16="http://schemas.microsoft.com/office/drawing/2014/main" id="{BB1458DA-54BB-4315-B2CD-74A105981A7C}"/>
                </a:ext>
              </a:extLst>
            </p:cNvPr>
            <p:cNvSpPr txBox="1"/>
            <p:nvPr/>
          </p:nvSpPr>
          <p:spPr>
            <a:xfrm>
              <a:off x="4962365" y="4451106"/>
              <a:ext cx="257957" cy="276999"/>
            </a:xfrm>
            <a:prstGeom prst="rect">
              <a:avLst/>
            </a:prstGeom>
            <a:noFill/>
          </p:spPr>
          <p:txBody>
            <a:bodyPr wrap="square" lIns="0" tIns="0" rIns="0" bIns="0" rtlCol="0" anchor="ctr">
              <a:spAutoFit/>
              <a:scene3d>
                <a:camera prst="orthographicFront"/>
                <a:lightRig rig="threePt" dir="t"/>
              </a:scene3d>
              <a:sp3d>
                <a:bevelB w="0" h="1270"/>
              </a:sp3d>
            </a:bodyPr>
            <a:lstStyle/>
            <a:p>
              <a:pPr algn="ctr"/>
              <a:r>
                <a:rPr lang="en-US" dirty="0">
                  <a:solidFill>
                    <a:schemeClr val="bg1"/>
                  </a:solidFill>
                  <a:latin typeface="SamsungOne-700" panose="020B0803030303020204" pitchFamily="34" charset="0"/>
                  <a:ea typeface="SamsungOne-700" panose="020B0803030303020204" pitchFamily="34" charset="0"/>
                  <a:cs typeface="Times New Roman" panose="02020603050405020304" pitchFamily="18" charset="0"/>
                </a:rPr>
                <a:t>B</a:t>
              </a:r>
            </a:p>
          </p:txBody>
        </p:sp>
        <p:sp>
          <p:nvSpPr>
            <p:cNvPr id="28" name="TextBox 27">
              <a:extLst>
                <a:ext uri="{FF2B5EF4-FFF2-40B4-BE49-F238E27FC236}">
                  <a16:creationId xmlns:a16="http://schemas.microsoft.com/office/drawing/2014/main" id="{10C7BBF9-0FFC-4C18-A739-B71D5D1B2625}"/>
                </a:ext>
              </a:extLst>
            </p:cNvPr>
            <p:cNvSpPr txBox="1"/>
            <p:nvPr/>
          </p:nvSpPr>
          <p:spPr>
            <a:xfrm>
              <a:off x="4011314" y="4023004"/>
              <a:ext cx="257957" cy="276999"/>
            </a:xfrm>
            <a:prstGeom prst="rect">
              <a:avLst/>
            </a:prstGeom>
            <a:noFill/>
          </p:spPr>
          <p:txBody>
            <a:bodyPr wrap="square" lIns="0" tIns="0" rIns="0" bIns="0" rtlCol="0" anchor="ctr">
              <a:spAutoFit/>
              <a:scene3d>
                <a:camera prst="orthographicFront"/>
                <a:lightRig rig="threePt" dir="t"/>
              </a:scene3d>
              <a:sp3d>
                <a:bevelB w="0" h="1270"/>
              </a:sp3d>
            </a:bodyPr>
            <a:lstStyle/>
            <a:p>
              <a:pPr algn="ctr"/>
              <a:r>
                <a:rPr lang="en-US" dirty="0">
                  <a:solidFill>
                    <a:schemeClr val="bg1"/>
                  </a:solidFill>
                  <a:latin typeface="SamsungOne-700" panose="020B0803030303020204" pitchFamily="34" charset="0"/>
                  <a:ea typeface="SamsungOne-700" panose="020B0803030303020204" pitchFamily="34" charset="0"/>
                  <a:cs typeface="Times New Roman" panose="02020603050405020304" pitchFamily="18" charset="0"/>
                </a:rPr>
                <a:t>A</a:t>
              </a:r>
            </a:p>
          </p:txBody>
        </p:sp>
      </p:grpSp>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7" name="직사각형 16">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4.3.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để</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tóm</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tắt</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phân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loại</a:t>
              </a:r>
              <a:endParaRPr lang="ko-KR" altLang="en-US" b="1" dirty="0">
                <a:solidFill>
                  <a:prstClr val="white"/>
                </a:solidFill>
                <a:latin typeface="iCiel Samsung Sharp Sans Medium" pitchFamily="2" charset="77"/>
                <a:cs typeface="iCiel Samsung Sharp Sans Medium" pitchFamily="2" charset="77"/>
              </a:endParaRPr>
            </a:p>
          </p:txBody>
        </p:sp>
        <p:sp>
          <p:nvSpPr>
            <p:cNvPr id="20" name="직사각형 19">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30" name="그룹 29">
            <a:extLst>
              <a:ext uri="{FF2B5EF4-FFF2-40B4-BE49-F238E27FC236}">
                <a16:creationId xmlns:a16="http://schemas.microsoft.com/office/drawing/2014/main" id="{E53371C3-8732-457C-9C1C-26300CFC8D5C}"/>
              </a:ext>
            </a:extLst>
          </p:cNvPr>
          <p:cNvGrpSpPr/>
          <p:nvPr/>
        </p:nvGrpSpPr>
        <p:grpSpPr>
          <a:xfrm>
            <a:off x="580388" y="1413381"/>
            <a:ext cx="8887612" cy="599957"/>
            <a:chOff x="580388" y="1413381"/>
            <a:chExt cx="8887612" cy="599957"/>
          </a:xfrm>
        </p:grpSpPr>
        <p:sp>
          <p:nvSpPr>
            <p:cNvPr id="31" name="직사각형 30">
              <a:extLst>
                <a:ext uri="{FF2B5EF4-FFF2-40B4-BE49-F238E27FC236}">
                  <a16:creationId xmlns:a16="http://schemas.microsoft.com/office/drawing/2014/main" id="{AFACF473-2A8D-411E-A3C3-6C3BE7E0225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Trực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quan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32" name="Rectangle 12">
              <a:extLst>
                <a:ext uri="{FF2B5EF4-FFF2-40B4-BE49-F238E27FC236}">
                  <a16:creationId xmlns:a16="http://schemas.microsoft.com/office/drawing/2014/main" id="{B415C32B-46DD-43EF-8F22-3EC6581C640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Biểu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đồ</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hình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tròn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endParaRPr lang="en-US" altLang="ko-KR" sz="1300" dirty="0">
                <a:solidFill>
                  <a:schemeClr val="tx1">
                    <a:lumMod val="85000"/>
                    <a:lumOff val="15000"/>
                  </a:schemeClr>
                </a:solidFill>
                <a:latin typeface="SamsungOne-700" panose="020B0803030303020204" pitchFamily="34" charset="0"/>
                <a:ea typeface="SamsungOne-700" panose="020B0803030303020204" pitchFamily="34" charset="0"/>
              </a:endParaRPr>
            </a:p>
          </p:txBody>
        </p:sp>
      </p:grpSp>
    </p:spTree>
    <p:custDataLst>
      <p:tags r:id="rId1"/>
    </p:custDataLst>
    <p:extLst>
      <p:ext uri="{BB962C8B-B14F-4D97-AF65-F5344CB8AC3E}">
        <p14:creationId xmlns:p14="http://schemas.microsoft.com/office/powerpoint/2010/main" val="2697554665"/>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12">
            <a:extLst>
              <a:ext uri="{FF2B5EF4-FFF2-40B4-BE49-F238E27FC236}">
                <a16:creationId xmlns:a16="http://schemas.microsoft.com/office/drawing/2014/main" id="{24DBD327-D890-421C-A56F-FFB815CEB96C}"/>
              </a:ext>
            </a:extLst>
          </p:cNvPr>
          <p:cNvSpPr/>
          <p:nvPr/>
        </p:nvSpPr>
        <p:spPr>
          <a:xfrm>
            <a:off x="711201" y="4492868"/>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Số lượng loại = số lượng ô vuông.</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pic>
        <p:nvPicPr>
          <p:cNvPr id="33" name="Picture 1">
            <a:extLst>
              <a:ext uri="{FF2B5EF4-FFF2-40B4-BE49-F238E27FC236}">
                <a16:creationId xmlns:a16="http://schemas.microsoft.com/office/drawing/2014/main" id="{42A7D8F8-00CA-474A-9819-5EF03F38D57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166290" y="1978680"/>
            <a:ext cx="3632000" cy="2520000"/>
          </a:xfrm>
          <a:prstGeom prst="rect">
            <a:avLst/>
          </a:prstGeom>
        </p:spPr>
      </p:pic>
      <p:sp>
        <p:nvSpPr>
          <p:cNvPr id="34" name="TextBox 33">
            <a:extLst>
              <a:ext uri="{FF2B5EF4-FFF2-40B4-BE49-F238E27FC236}">
                <a16:creationId xmlns:a16="http://schemas.microsoft.com/office/drawing/2014/main" id="{EB075747-7C27-4C44-95E8-6A82E9901BFC}"/>
              </a:ext>
            </a:extLst>
          </p:cNvPr>
          <p:cNvSpPr txBox="1"/>
          <p:nvPr/>
        </p:nvSpPr>
        <p:spPr>
          <a:xfrm>
            <a:off x="4156094" y="4028321"/>
            <a:ext cx="484632" cy="369332"/>
          </a:xfrm>
          <a:prstGeom prst="rect">
            <a:avLst/>
          </a:prstGeom>
          <a:noFill/>
        </p:spPr>
        <p:txBody>
          <a:bodyPr wrap="square" rtlCol="0">
            <a:spAutoFit/>
            <a:scene3d>
              <a:camera prst="orthographicFront"/>
              <a:lightRig rig="threePt" dir="t"/>
            </a:scene3d>
            <a:sp3d>
              <a:bevelB w="0" h="1270"/>
            </a:sp3d>
          </a:bodyPr>
          <a:lstStyle/>
          <a:p>
            <a:pPr algn="ctr"/>
            <a:r>
              <a:rPr lang="en-US"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A</a:t>
            </a:r>
          </a:p>
        </p:txBody>
      </p:sp>
      <p:sp>
        <p:nvSpPr>
          <p:cNvPr id="35" name="TextBox 34">
            <a:extLst>
              <a:ext uri="{FF2B5EF4-FFF2-40B4-BE49-F238E27FC236}">
                <a16:creationId xmlns:a16="http://schemas.microsoft.com/office/drawing/2014/main" id="{C69FAD86-9C52-408A-9094-1E9F72DDF58F}"/>
              </a:ext>
            </a:extLst>
          </p:cNvPr>
          <p:cNvSpPr txBox="1"/>
          <p:nvPr/>
        </p:nvSpPr>
        <p:spPr>
          <a:xfrm>
            <a:off x="5559488" y="4028321"/>
            <a:ext cx="484632" cy="369332"/>
          </a:xfrm>
          <a:prstGeom prst="rect">
            <a:avLst/>
          </a:prstGeom>
          <a:noFill/>
        </p:spPr>
        <p:txBody>
          <a:bodyPr wrap="square" rtlCol="0">
            <a:spAutoFit/>
            <a:scene3d>
              <a:camera prst="orthographicFront"/>
              <a:lightRig rig="threePt" dir="t"/>
            </a:scene3d>
            <a:sp3d>
              <a:bevelB w="0" h="1270"/>
            </a:sp3d>
          </a:bodyPr>
          <a:lstStyle/>
          <a:p>
            <a:pPr algn="ctr"/>
            <a:r>
              <a:rPr lang="en-US"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B</a:t>
            </a:r>
          </a:p>
        </p:txBody>
      </p:sp>
      <p:sp>
        <p:nvSpPr>
          <p:cNvPr id="32" name="TextBox 31">
            <a:extLst>
              <a:ext uri="{FF2B5EF4-FFF2-40B4-BE49-F238E27FC236}">
                <a16:creationId xmlns:a16="http://schemas.microsoft.com/office/drawing/2014/main" id="{6B430F8D-F440-4298-82F3-0E9F2B1E1BF5}"/>
              </a:ext>
            </a:extLst>
          </p:cNvPr>
          <p:cNvSpPr txBox="1"/>
          <p:nvPr/>
        </p:nvSpPr>
        <p:spPr>
          <a:xfrm>
            <a:off x="3104534" y="2622681"/>
            <a:ext cx="557784" cy="1323439"/>
          </a:xfrm>
          <a:prstGeom prst="rect">
            <a:avLst/>
          </a:prstGeom>
          <a:noFill/>
        </p:spPr>
        <p:txBody>
          <a:bodyPr wrap="square" rtlCol="0">
            <a:spAutoFit/>
            <a:scene3d>
              <a:camera prst="orthographicFront"/>
              <a:lightRig rig="threePt" dir="t"/>
            </a:scene3d>
            <a:sp3d>
              <a:bevelB w="0" h="1270"/>
            </a:sp3d>
          </a:bodyPr>
          <a:lstStyle/>
          <a:p>
            <a:pPr algn="ctr"/>
            <a:r>
              <a:rPr lang="en-US" sz="16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30</a:t>
            </a:r>
          </a:p>
          <a:p>
            <a:pPr algn="ctr"/>
            <a:endParaRPr lang="en-US" sz="16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endParaRPr>
          </a:p>
          <a:p>
            <a:pPr algn="ctr"/>
            <a:r>
              <a:rPr lang="en-US" sz="16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20</a:t>
            </a:r>
          </a:p>
          <a:p>
            <a:pPr algn="ctr"/>
            <a:endParaRPr lang="en-US" sz="16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endParaRPr>
          </a:p>
          <a:p>
            <a:pPr algn="ctr"/>
            <a:r>
              <a:rPr lang="en-US" sz="16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10</a:t>
            </a:r>
          </a:p>
        </p:txBody>
      </p:sp>
      <p:grpSp>
        <p:nvGrpSpPr>
          <p:cNvPr id="17" name="그룹 16">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4.3.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để</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tóm</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tắt</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phân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loại</a:t>
              </a:r>
              <a:endParaRPr lang="ko-KR" altLang="en-US" b="1" dirty="0">
                <a:solidFill>
                  <a:prstClr val="white"/>
                </a:solidFill>
                <a:latin typeface="iCiel Samsung Sharp Sans Medium" pitchFamily="2" charset="77"/>
                <a:cs typeface="iCiel Samsung Sharp Sans Medium" pitchFamily="2" charset="77"/>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24" name="그룹 23">
            <a:extLst>
              <a:ext uri="{FF2B5EF4-FFF2-40B4-BE49-F238E27FC236}">
                <a16:creationId xmlns:a16="http://schemas.microsoft.com/office/drawing/2014/main" id="{E53371C3-8732-457C-9C1C-26300CFC8D5C}"/>
              </a:ext>
            </a:extLst>
          </p:cNvPr>
          <p:cNvGrpSpPr/>
          <p:nvPr/>
        </p:nvGrpSpPr>
        <p:grpSpPr>
          <a:xfrm>
            <a:off x="580388" y="1413381"/>
            <a:ext cx="8887612" cy="599957"/>
            <a:chOff x="580388" y="1413381"/>
            <a:chExt cx="8887612" cy="599957"/>
          </a:xfrm>
        </p:grpSpPr>
        <p:sp>
          <p:nvSpPr>
            <p:cNvPr id="26" name="직사각형 25">
              <a:extLst>
                <a:ext uri="{FF2B5EF4-FFF2-40B4-BE49-F238E27FC236}">
                  <a16:creationId xmlns:a16="http://schemas.microsoft.com/office/drawing/2014/main" id="{AFACF473-2A8D-411E-A3C3-6C3BE7E0225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Trực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quan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hai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27" name="Rectangle 12">
              <a:extLst>
                <a:ext uri="{FF2B5EF4-FFF2-40B4-BE49-F238E27FC236}">
                  <a16:creationId xmlns:a16="http://schemas.microsoft.com/office/drawing/2014/main" id="{B415C32B-46DD-43EF-8F22-3EC6581C640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số</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liên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Nhiều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Boxplots.</a:t>
              </a:r>
              <a:endParaRPr lang="en-US" altLang="ko-KR" sz="1300" dirty="0">
                <a:solidFill>
                  <a:schemeClr val="tx1">
                    <a:lumMod val="85000"/>
                    <a:lumOff val="15000"/>
                  </a:schemeClr>
                </a:solidFill>
                <a:latin typeface="SamsungOne-700" panose="020B0803030303020204" pitchFamily="34" charset="0"/>
                <a:ea typeface="SamsungOne-700" panose="020B0803030303020204" pitchFamily="34" charset="0"/>
              </a:endParaRPr>
            </a:p>
          </p:txBody>
        </p:sp>
      </p:grpSp>
    </p:spTree>
    <p:custDataLst>
      <p:tags r:id="rId1"/>
    </p:custDataLst>
    <p:extLst>
      <p:ext uri="{BB962C8B-B14F-4D97-AF65-F5344CB8AC3E}">
        <p14:creationId xmlns:p14="http://schemas.microsoft.com/office/powerpoint/2010/main" val="193900046"/>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12">
            <a:extLst>
              <a:ext uri="{FF2B5EF4-FFF2-40B4-BE49-F238E27FC236}">
                <a16:creationId xmlns:a16="http://schemas.microsoft.com/office/drawing/2014/main" id="{FC4F2ADE-C67D-4E17-9AB2-72C3B0114617}"/>
              </a:ext>
            </a:extLst>
          </p:cNvPr>
          <p:cNvSpPr/>
          <p:nvPr/>
        </p:nvSpPr>
        <p:spPr>
          <a:xfrm>
            <a:off x="711201" y="3986560"/>
            <a:ext cx="8632824" cy="6481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Số lượng loại = số lượng histogram.</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Bạn nên đảm bảo rằng phạm vi trục phù hợp để so sánh chính xác.</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3" name="그룹 2"/>
          <p:cNvGrpSpPr/>
          <p:nvPr/>
        </p:nvGrpSpPr>
        <p:grpSpPr>
          <a:xfrm>
            <a:off x="1010226" y="2266712"/>
            <a:ext cx="3829757" cy="1419684"/>
            <a:chOff x="1010226" y="3368040"/>
            <a:chExt cx="3829757" cy="1419684"/>
          </a:xfrm>
        </p:grpSpPr>
        <p:sp>
          <p:nvSpPr>
            <p:cNvPr id="31" name="TextBox 30">
              <a:extLst>
                <a:ext uri="{FF2B5EF4-FFF2-40B4-BE49-F238E27FC236}">
                  <a16:creationId xmlns:a16="http://schemas.microsoft.com/office/drawing/2014/main" id="{B8F0DB4C-9B7F-4308-8EA4-BF1C8920B6D2}"/>
                </a:ext>
              </a:extLst>
            </p:cNvPr>
            <p:cNvSpPr txBox="1"/>
            <p:nvPr/>
          </p:nvSpPr>
          <p:spPr>
            <a:xfrm>
              <a:off x="2757429" y="3368040"/>
              <a:ext cx="484632" cy="369332"/>
            </a:xfrm>
            <a:prstGeom prst="rect">
              <a:avLst/>
            </a:prstGeom>
            <a:noFill/>
          </p:spPr>
          <p:txBody>
            <a:bodyPr wrap="square" rtlCol="0">
              <a:spAutoFit/>
              <a:scene3d>
                <a:camera prst="orthographicFront"/>
                <a:lightRig rig="threePt" dir="t"/>
              </a:scene3d>
              <a:sp3d>
                <a:bevelB w="0" h="1270"/>
              </a:sp3d>
            </a:bodyPr>
            <a:lstStyle>
              <a:defPPr>
                <a:defRPr lang="en-US"/>
              </a:defPPr>
              <a:lvl1pPr algn="ctr">
                <a:defRPr>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defRPr>
              </a:lvl1pPr>
            </a:lstStyle>
            <a:p>
              <a:r>
                <a:rPr lang="en-US" dirty="0"/>
                <a:t>A</a:t>
              </a:r>
            </a:p>
          </p:txBody>
        </p:sp>
        <p:grpSp>
          <p:nvGrpSpPr>
            <p:cNvPr id="19" name="그룹 18"/>
            <p:cNvGrpSpPr/>
            <p:nvPr/>
          </p:nvGrpSpPr>
          <p:grpSpPr>
            <a:xfrm>
              <a:off x="1010226" y="3819665"/>
              <a:ext cx="3829757" cy="968059"/>
              <a:chOff x="3358139" y="4441966"/>
              <a:chExt cx="3829757" cy="968059"/>
            </a:xfrm>
          </p:grpSpPr>
          <p:grpSp>
            <p:nvGrpSpPr>
              <p:cNvPr id="32" name="그룹 31"/>
              <p:cNvGrpSpPr/>
              <p:nvPr/>
            </p:nvGrpSpPr>
            <p:grpSpPr>
              <a:xfrm>
                <a:off x="3753843" y="4534696"/>
                <a:ext cx="70377" cy="516360"/>
                <a:chOff x="3274297" y="4601249"/>
                <a:chExt cx="54000" cy="396201"/>
              </a:xfrm>
            </p:grpSpPr>
            <p:cxnSp>
              <p:nvCxnSpPr>
                <p:cNvPr id="110" name="직선 연결선 109"/>
                <p:cNvCxnSpPr/>
                <p:nvPr/>
              </p:nvCxnSpPr>
              <p:spPr>
                <a:xfrm>
                  <a:off x="3324303" y="4601249"/>
                  <a:ext cx="0" cy="396201"/>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1" name="직선 연결선 110"/>
                <p:cNvCxnSpPr/>
                <p:nvPr/>
              </p:nvCxnSpPr>
              <p:spPr>
                <a:xfrm>
                  <a:off x="3274297" y="4681856"/>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2" name="직선 연결선 111"/>
                <p:cNvCxnSpPr/>
                <p:nvPr/>
              </p:nvCxnSpPr>
              <p:spPr>
                <a:xfrm>
                  <a:off x="3274297" y="4997450"/>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3" name="직선 연결선 112"/>
                <p:cNvCxnSpPr/>
                <p:nvPr/>
              </p:nvCxnSpPr>
              <p:spPr>
                <a:xfrm>
                  <a:off x="3274297" y="4602957"/>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4" name="직선 연결선 113"/>
                <p:cNvCxnSpPr/>
                <p:nvPr/>
              </p:nvCxnSpPr>
              <p:spPr>
                <a:xfrm>
                  <a:off x="3274297" y="4760755"/>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8" name="직선 연결선 77"/>
                <p:cNvCxnSpPr/>
                <p:nvPr/>
              </p:nvCxnSpPr>
              <p:spPr>
                <a:xfrm>
                  <a:off x="3274297" y="4839653"/>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9" name="직선 연결선 78"/>
                <p:cNvCxnSpPr/>
                <p:nvPr/>
              </p:nvCxnSpPr>
              <p:spPr>
                <a:xfrm>
                  <a:off x="3274297" y="4918552"/>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36" name="TextBox 35"/>
              <p:cNvSpPr txBox="1"/>
              <p:nvPr/>
            </p:nvSpPr>
            <p:spPr>
              <a:xfrm>
                <a:off x="3439637" y="4574210"/>
                <a:ext cx="248611" cy="138499"/>
              </a:xfrm>
              <a:prstGeom prst="rect">
                <a:avLst/>
              </a:prstGeom>
              <a:noFill/>
            </p:spPr>
            <p:txBody>
              <a:bodyPr wrap="square" lIns="0" tIns="0" rIns="0" bIns="0" rtlCol="0">
                <a:spAutoFit/>
                <a:scene3d>
                  <a:camera prst="orthographicFront"/>
                  <a:lightRig rig="threePt" dir="t"/>
                </a:scene3d>
                <a:sp3d>
                  <a:bevelB w="0" h="1270"/>
                </a:sp3d>
              </a:bodyPr>
              <a:lstStyle/>
              <a:p>
                <a:pPr algn="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40</a:t>
                </a:r>
              </a:p>
            </p:txBody>
          </p:sp>
          <p:sp>
            <p:nvSpPr>
              <p:cNvPr id="37" name="TextBox 36"/>
              <p:cNvSpPr txBox="1"/>
              <p:nvPr/>
            </p:nvSpPr>
            <p:spPr>
              <a:xfrm>
                <a:off x="3439637" y="4779415"/>
                <a:ext cx="248611" cy="138499"/>
              </a:xfrm>
              <a:prstGeom prst="rect">
                <a:avLst/>
              </a:prstGeom>
              <a:noFill/>
            </p:spPr>
            <p:txBody>
              <a:bodyPr wrap="square" lIns="0" tIns="0" rIns="0" bIns="0" rtlCol="0">
                <a:spAutoFit/>
                <a:scene3d>
                  <a:camera prst="orthographicFront"/>
                  <a:lightRig rig="threePt" dir="t"/>
                </a:scene3d>
                <a:sp3d>
                  <a:bevelB w="0" h="1270"/>
                </a:sp3d>
              </a:bodyPr>
              <a:lstStyle/>
              <a:p>
                <a:pPr algn="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20</a:t>
                </a:r>
              </a:p>
            </p:txBody>
          </p:sp>
          <p:sp>
            <p:nvSpPr>
              <p:cNvPr id="38" name="TextBox 37"/>
              <p:cNvSpPr txBox="1"/>
              <p:nvPr/>
            </p:nvSpPr>
            <p:spPr>
              <a:xfrm>
                <a:off x="3439637" y="4963676"/>
                <a:ext cx="248611" cy="180503"/>
              </a:xfrm>
              <a:prstGeom prst="rect">
                <a:avLst/>
              </a:prstGeom>
              <a:noFill/>
            </p:spPr>
            <p:txBody>
              <a:bodyPr wrap="square" lIns="0" tIns="0" rIns="0" bIns="0" rtlCol="0">
                <a:spAutoFit/>
                <a:scene3d>
                  <a:camera prst="orthographicFront"/>
                  <a:lightRig rig="threePt" dir="t"/>
                </a:scene3d>
                <a:sp3d>
                  <a:bevelB w="0" h="1270"/>
                </a:sp3d>
              </a:bodyPr>
              <a:lstStyle/>
              <a:p>
                <a:pPr algn="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0</a:t>
                </a:r>
              </a:p>
            </p:txBody>
          </p:sp>
          <p:sp>
            <p:nvSpPr>
              <p:cNvPr id="39" name="TextBox 38"/>
              <p:cNvSpPr txBox="1"/>
              <p:nvPr/>
            </p:nvSpPr>
            <p:spPr>
              <a:xfrm rot="16200000">
                <a:off x="3082635" y="4717470"/>
                <a:ext cx="689508" cy="138499"/>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Frequency</a:t>
                </a:r>
              </a:p>
            </p:txBody>
          </p:sp>
          <p:grpSp>
            <p:nvGrpSpPr>
              <p:cNvPr id="40" name="그룹 39"/>
              <p:cNvGrpSpPr/>
              <p:nvPr/>
            </p:nvGrpSpPr>
            <p:grpSpPr>
              <a:xfrm rot="16200000">
                <a:off x="5470976" y="3590298"/>
                <a:ext cx="70377" cy="3127534"/>
                <a:chOff x="2930798" y="3635375"/>
                <a:chExt cx="54000" cy="2399746"/>
              </a:xfrm>
            </p:grpSpPr>
            <p:cxnSp>
              <p:nvCxnSpPr>
                <p:cNvPr id="106" name="직선 연결선 105"/>
                <p:cNvCxnSpPr/>
                <p:nvPr/>
              </p:nvCxnSpPr>
              <p:spPr>
                <a:xfrm rot="5400000">
                  <a:off x="1783312" y="4835248"/>
                  <a:ext cx="2399746"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7" name="직선 연결선 106"/>
                <p:cNvCxnSpPr/>
                <p:nvPr/>
              </p:nvCxnSpPr>
              <p:spPr>
                <a:xfrm>
                  <a:off x="2930798" y="3637756"/>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8" name="직선 연결선 107"/>
                <p:cNvCxnSpPr/>
                <p:nvPr/>
              </p:nvCxnSpPr>
              <p:spPr>
                <a:xfrm>
                  <a:off x="2930798" y="6034062"/>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9" name="직선 연결선 108"/>
                <p:cNvCxnSpPr/>
                <p:nvPr/>
              </p:nvCxnSpPr>
              <p:spPr>
                <a:xfrm>
                  <a:off x="2930798" y="4835909"/>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5" name="직선 연결선 114"/>
                <p:cNvCxnSpPr/>
                <p:nvPr/>
              </p:nvCxnSpPr>
              <p:spPr>
                <a:xfrm>
                  <a:off x="2930798" y="5434986"/>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7" name="직선 연결선 116"/>
                <p:cNvCxnSpPr/>
                <p:nvPr/>
              </p:nvCxnSpPr>
              <p:spPr>
                <a:xfrm>
                  <a:off x="2930798" y="4236833"/>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41" name="TextBox 40"/>
              <p:cNvSpPr txBox="1"/>
              <p:nvPr/>
            </p:nvSpPr>
            <p:spPr>
              <a:xfrm>
                <a:off x="3823651" y="5229522"/>
                <a:ext cx="248611" cy="138499"/>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0</a:t>
                </a:r>
              </a:p>
            </p:txBody>
          </p:sp>
          <p:sp>
            <p:nvSpPr>
              <p:cNvPr id="42" name="TextBox 41"/>
              <p:cNvSpPr txBox="1"/>
              <p:nvPr/>
            </p:nvSpPr>
            <p:spPr>
              <a:xfrm>
                <a:off x="5381469" y="5229522"/>
                <a:ext cx="248611" cy="180503"/>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10</a:t>
                </a:r>
              </a:p>
            </p:txBody>
          </p:sp>
          <p:sp>
            <p:nvSpPr>
              <p:cNvPr id="43" name="TextBox 42"/>
              <p:cNvSpPr txBox="1"/>
              <p:nvPr/>
            </p:nvSpPr>
            <p:spPr>
              <a:xfrm>
                <a:off x="6160378" y="5229522"/>
                <a:ext cx="248611" cy="180503"/>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15</a:t>
                </a:r>
              </a:p>
            </p:txBody>
          </p:sp>
          <p:sp>
            <p:nvSpPr>
              <p:cNvPr id="57" name="직사각형 56"/>
              <p:cNvSpPr/>
              <p:nvPr/>
            </p:nvSpPr>
            <p:spPr>
              <a:xfrm>
                <a:off x="5589266" y="4563270"/>
                <a:ext cx="69056" cy="48944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16" name="TextBox 115"/>
              <p:cNvSpPr txBox="1"/>
              <p:nvPr/>
            </p:nvSpPr>
            <p:spPr>
              <a:xfrm>
                <a:off x="6939285" y="5229522"/>
                <a:ext cx="248611" cy="138499"/>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20</a:t>
                </a:r>
              </a:p>
            </p:txBody>
          </p:sp>
          <p:sp>
            <p:nvSpPr>
              <p:cNvPr id="118" name="TextBox 117"/>
              <p:cNvSpPr txBox="1"/>
              <p:nvPr/>
            </p:nvSpPr>
            <p:spPr>
              <a:xfrm>
                <a:off x="4602560" y="5229522"/>
                <a:ext cx="248611" cy="180503"/>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5</a:t>
                </a:r>
              </a:p>
            </p:txBody>
          </p:sp>
          <p:sp>
            <p:nvSpPr>
              <p:cNvPr id="58" name="직사각형 57"/>
              <p:cNvSpPr/>
              <p:nvPr/>
            </p:nvSpPr>
            <p:spPr>
              <a:xfrm>
                <a:off x="5668085" y="4472782"/>
                <a:ext cx="69056" cy="579928"/>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59" name="직사각형 58"/>
              <p:cNvSpPr/>
              <p:nvPr/>
            </p:nvSpPr>
            <p:spPr>
              <a:xfrm>
                <a:off x="5746904" y="4594226"/>
                <a:ext cx="69056" cy="458484"/>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60" name="직사각형 59"/>
              <p:cNvSpPr/>
              <p:nvPr/>
            </p:nvSpPr>
            <p:spPr>
              <a:xfrm>
                <a:off x="5825723" y="4710906"/>
                <a:ext cx="69056" cy="341803"/>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61" name="직사각형 60"/>
              <p:cNvSpPr/>
              <p:nvPr/>
            </p:nvSpPr>
            <p:spPr>
              <a:xfrm>
                <a:off x="5904542" y="4884739"/>
                <a:ext cx="69056" cy="16797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62" name="직사각형 61"/>
              <p:cNvSpPr/>
              <p:nvPr/>
            </p:nvSpPr>
            <p:spPr>
              <a:xfrm>
                <a:off x="5983361" y="4884739"/>
                <a:ext cx="69056" cy="16797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63" name="직사각형 62"/>
              <p:cNvSpPr/>
              <p:nvPr/>
            </p:nvSpPr>
            <p:spPr>
              <a:xfrm>
                <a:off x="6062180" y="5006181"/>
                <a:ext cx="69056" cy="46527"/>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64" name="직사각형 63"/>
              <p:cNvSpPr/>
              <p:nvPr/>
            </p:nvSpPr>
            <p:spPr>
              <a:xfrm>
                <a:off x="6140999" y="5045508"/>
                <a:ext cx="69056" cy="72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65" name="직사각형 64"/>
              <p:cNvSpPr/>
              <p:nvPr/>
            </p:nvSpPr>
            <p:spPr>
              <a:xfrm>
                <a:off x="6219825" y="5034708"/>
                <a:ext cx="69056" cy="180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66" name="직사각형 65"/>
              <p:cNvSpPr/>
              <p:nvPr/>
            </p:nvSpPr>
            <p:spPr>
              <a:xfrm>
                <a:off x="5510447" y="4491832"/>
                <a:ext cx="69056" cy="560878"/>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67" name="직사각형 66"/>
              <p:cNvSpPr/>
              <p:nvPr/>
            </p:nvSpPr>
            <p:spPr>
              <a:xfrm>
                <a:off x="5431628" y="4506120"/>
                <a:ext cx="69056" cy="54659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68" name="직사각형 67"/>
              <p:cNvSpPr/>
              <p:nvPr/>
            </p:nvSpPr>
            <p:spPr>
              <a:xfrm>
                <a:off x="5352809" y="4675188"/>
                <a:ext cx="69056" cy="377521"/>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69" name="직사각형 68"/>
              <p:cNvSpPr/>
              <p:nvPr/>
            </p:nvSpPr>
            <p:spPr>
              <a:xfrm>
                <a:off x="5273990" y="4749007"/>
                <a:ext cx="69056" cy="30370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70" name="직사각형 69"/>
              <p:cNvSpPr/>
              <p:nvPr/>
            </p:nvSpPr>
            <p:spPr>
              <a:xfrm>
                <a:off x="5195171" y="4908551"/>
                <a:ext cx="69056" cy="144158"/>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71" name="직사각형 70"/>
              <p:cNvSpPr/>
              <p:nvPr/>
            </p:nvSpPr>
            <p:spPr>
              <a:xfrm>
                <a:off x="5116352" y="4934745"/>
                <a:ext cx="69056" cy="117964"/>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72" name="직사각형 71"/>
              <p:cNvSpPr/>
              <p:nvPr/>
            </p:nvSpPr>
            <p:spPr>
              <a:xfrm>
                <a:off x="5037533" y="4979989"/>
                <a:ext cx="69056" cy="7272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73" name="직사각형 72"/>
              <p:cNvSpPr/>
              <p:nvPr/>
            </p:nvSpPr>
            <p:spPr>
              <a:xfrm>
                <a:off x="4958714" y="4970464"/>
                <a:ext cx="69056" cy="82245"/>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74" name="직사각형 73"/>
              <p:cNvSpPr/>
              <p:nvPr/>
            </p:nvSpPr>
            <p:spPr>
              <a:xfrm>
                <a:off x="4879895" y="4979989"/>
                <a:ext cx="69056" cy="7272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75" name="직사각형 74"/>
              <p:cNvSpPr/>
              <p:nvPr/>
            </p:nvSpPr>
            <p:spPr>
              <a:xfrm>
                <a:off x="4801076" y="5034708"/>
                <a:ext cx="69056" cy="180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76" name="직사각형 75"/>
              <p:cNvSpPr/>
              <p:nvPr/>
            </p:nvSpPr>
            <p:spPr>
              <a:xfrm>
                <a:off x="4722257" y="5045508"/>
                <a:ext cx="69056" cy="72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77" name="직사각형 76"/>
              <p:cNvSpPr/>
              <p:nvPr/>
            </p:nvSpPr>
            <p:spPr>
              <a:xfrm>
                <a:off x="4643438" y="5016708"/>
                <a:ext cx="69056" cy="360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grpSp>
      </p:grpSp>
      <p:grpSp>
        <p:nvGrpSpPr>
          <p:cNvPr id="80" name="그룹 79"/>
          <p:cNvGrpSpPr/>
          <p:nvPr/>
        </p:nvGrpSpPr>
        <p:grpSpPr>
          <a:xfrm>
            <a:off x="5064066" y="2266712"/>
            <a:ext cx="3829757" cy="1419684"/>
            <a:chOff x="1010226" y="3368040"/>
            <a:chExt cx="3829757" cy="1419684"/>
          </a:xfrm>
        </p:grpSpPr>
        <p:sp>
          <p:nvSpPr>
            <p:cNvPr id="81" name="TextBox 80">
              <a:extLst>
                <a:ext uri="{FF2B5EF4-FFF2-40B4-BE49-F238E27FC236}">
                  <a16:creationId xmlns:a16="http://schemas.microsoft.com/office/drawing/2014/main" id="{B8F0DB4C-9B7F-4308-8EA4-BF1C8920B6D2}"/>
                </a:ext>
              </a:extLst>
            </p:cNvPr>
            <p:cNvSpPr txBox="1"/>
            <p:nvPr/>
          </p:nvSpPr>
          <p:spPr>
            <a:xfrm>
              <a:off x="2757429" y="3368040"/>
              <a:ext cx="484632" cy="369332"/>
            </a:xfrm>
            <a:prstGeom prst="rect">
              <a:avLst/>
            </a:prstGeom>
            <a:noFill/>
          </p:spPr>
          <p:txBody>
            <a:bodyPr wrap="square" rtlCol="0">
              <a:spAutoFit/>
              <a:scene3d>
                <a:camera prst="orthographicFront"/>
                <a:lightRig rig="threePt" dir="t"/>
              </a:scene3d>
              <a:sp3d>
                <a:bevelB w="0" h="1270"/>
              </a:sp3d>
            </a:bodyPr>
            <a:lstStyle>
              <a:defPPr>
                <a:defRPr lang="en-US"/>
              </a:defPPr>
              <a:lvl1pPr algn="ctr">
                <a:defRPr>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defRPr>
              </a:lvl1pPr>
            </a:lstStyle>
            <a:p>
              <a:r>
                <a:rPr lang="en-US" dirty="0"/>
                <a:t>B</a:t>
              </a:r>
            </a:p>
          </p:txBody>
        </p:sp>
        <p:grpSp>
          <p:nvGrpSpPr>
            <p:cNvPr id="82" name="그룹 81"/>
            <p:cNvGrpSpPr/>
            <p:nvPr/>
          </p:nvGrpSpPr>
          <p:grpSpPr>
            <a:xfrm>
              <a:off x="1010226" y="3819665"/>
              <a:ext cx="3829757" cy="968059"/>
              <a:chOff x="3358139" y="4441966"/>
              <a:chExt cx="3829757" cy="968059"/>
            </a:xfrm>
          </p:grpSpPr>
          <p:grpSp>
            <p:nvGrpSpPr>
              <p:cNvPr id="83" name="그룹 82"/>
              <p:cNvGrpSpPr/>
              <p:nvPr/>
            </p:nvGrpSpPr>
            <p:grpSpPr>
              <a:xfrm>
                <a:off x="3753843" y="4565657"/>
                <a:ext cx="70377" cy="485405"/>
                <a:chOff x="3274297" y="4625001"/>
                <a:chExt cx="54000" cy="372449"/>
              </a:xfrm>
            </p:grpSpPr>
            <p:cxnSp>
              <p:nvCxnSpPr>
                <p:cNvPr id="134" name="직선 연결선 133"/>
                <p:cNvCxnSpPr/>
                <p:nvPr/>
              </p:nvCxnSpPr>
              <p:spPr>
                <a:xfrm>
                  <a:off x="3324303" y="4625001"/>
                  <a:ext cx="0" cy="372449"/>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6" name="직선 연결선 135"/>
                <p:cNvCxnSpPr/>
                <p:nvPr/>
              </p:nvCxnSpPr>
              <p:spPr>
                <a:xfrm>
                  <a:off x="3274297" y="4997450"/>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7" name="직선 연결선 136"/>
                <p:cNvCxnSpPr/>
                <p:nvPr/>
              </p:nvCxnSpPr>
              <p:spPr>
                <a:xfrm>
                  <a:off x="3274297" y="4627319"/>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8" name="직선 연결선 137"/>
                <p:cNvCxnSpPr/>
                <p:nvPr/>
              </p:nvCxnSpPr>
              <p:spPr>
                <a:xfrm>
                  <a:off x="3274297" y="4719852"/>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9" name="직선 연결선 138"/>
                <p:cNvCxnSpPr/>
                <p:nvPr/>
              </p:nvCxnSpPr>
              <p:spPr>
                <a:xfrm>
                  <a:off x="3274297" y="4812384"/>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0" name="직선 연결선 139"/>
                <p:cNvCxnSpPr/>
                <p:nvPr/>
              </p:nvCxnSpPr>
              <p:spPr>
                <a:xfrm>
                  <a:off x="3274297" y="4904917"/>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84" name="TextBox 83"/>
              <p:cNvSpPr txBox="1"/>
              <p:nvPr/>
            </p:nvSpPr>
            <p:spPr>
              <a:xfrm>
                <a:off x="3439637" y="4625213"/>
                <a:ext cx="248611" cy="138499"/>
              </a:xfrm>
              <a:prstGeom prst="rect">
                <a:avLst/>
              </a:prstGeom>
              <a:noFill/>
            </p:spPr>
            <p:txBody>
              <a:bodyPr wrap="square" lIns="0" tIns="0" rIns="0" bIns="0" rtlCol="0">
                <a:spAutoFit/>
                <a:scene3d>
                  <a:camera prst="orthographicFront"/>
                  <a:lightRig rig="threePt" dir="t"/>
                </a:scene3d>
                <a:sp3d>
                  <a:bevelB w="0" h="1270"/>
                </a:sp3d>
              </a:bodyPr>
              <a:lstStyle/>
              <a:p>
                <a:pPr algn="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15</a:t>
                </a:r>
              </a:p>
            </p:txBody>
          </p:sp>
          <p:sp>
            <p:nvSpPr>
              <p:cNvPr id="85" name="TextBox 84"/>
              <p:cNvSpPr txBox="1"/>
              <p:nvPr/>
            </p:nvSpPr>
            <p:spPr>
              <a:xfrm>
                <a:off x="3439637" y="4854679"/>
                <a:ext cx="248611" cy="138499"/>
              </a:xfrm>
              <a:prstGeom prst="rect">
                <a:avLst/>
              </a:prstGeom>
              <a:noFill/>
            </p:spPr>
            <p:txBody>
              <a:bodyPr wrap="square" lIns="0" tIns="0" rIns="0" bIns="0" rtlCol="0">
                <a:spAutoFit/>
                <a:scene3d>
                  <a:camera prst="orthographicFront"/>
                  <a:lightRig rig="threePt" dir="t"/>
                </a:scene3d>
                <a:sp3d>
                  <a:bevelB w="0" h="1270"/>
                </a:sp3d>
              </a:bodyPr>
              <a:lstStyle/>
              <a:p>
                <a:pPr algn="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5</a:t>
                </a:r>
              </a:p>
            </p:txBody>
          </p:sp>
          <p:sp>
            <p:nvSpPr>
              <p:cNvPr id="86" name="TextBox 85"/>
              <p:cNvSpPr txBox="1"/>
              <p:nvPr/>
            </p:nvSpPr>
            <p:spPr>
              <a:xfrm>
                <a:off x="3439637" y="4963676"/>
                <a:ext cx="248611" cy="180503"/>
              </a:xfrm>
              <a:prstGeom prst="rect">
                <a:avLst/>
              </a:prstGeom>
              <a:noFill/>
            </p:spPr>
            <p:txBody>
              <a:bodyPr wrap="square" lIns="0" tIns="0" rIns="0" bIns="0" rtlCol="0">
                <a:spAutoFit/>
                <a:scene3d>
                  <a:camera prst="orthographicFront"/>
                  <a:lightRig rig="threePt" dir="t"/>
                </a:scene3d>
                <a:sp3d>
                  <a:bevelB w="0" h="1270"/>
                </a:sp3d>
              </a:bodyPr>
              <a:lstStyle/>
              <a:p>
                <a:pPr algn="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0</a:t>
                </a:r>
              </a:p>
            </p:txBody>
          </p:sp>
          <p:sp>
            <p:nvSpPr>
              <p:cNvPr id="87" name="TextBox 86"/>
              <p:cNvSpPr txBox="1"/>
              <p:nvPr/>
            </p:nvSpPr>
            <p:spPr>
              <a:xfrm rot="16200000">
                <a:off x="3082635" y="4717470"/>
                <a:ext cx="689508" cy="138499"/>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Frequency</a:t>
                </a:r>
              </a:p>
            </p:txBody>
          </p:sp>
          <p:grpSp>
            <p:nvGrpSpPr>
              <p:cNvPr id="88" name="그룹 87"/>
              <p:cNvGrpSpPr/>
              <p:nvPr/>
            </p:nvGrpSpPr>
            <p:grpSpPr>
              <a:xfrm rot="16200000">
                <a:off x="5470976" y="3590298"/>
                <a:ext cx="70377" cy="3127534"/>
                <a:chOff x="2930798" y="3635375"/>
                <a:chExt cx="54000" cy="2399746"/>
              </a:xfrm>
            </p:grpSpPr>
            <p:cxnSp>
              <p:nvCxnSpPr>
                <p:cNvPr id="128" name="직선 연결선 127"/>
                <p:cNvCxnSpPr/>
                <p:nvPr/>
              </p:nvCxnSpPr>
              <p:spPr>
                <a:xfrm rot="5400000">
                  <a:off x="1783312" y="4835248"/>
                  <a:ext cx="2399746"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9" name="직선 연결선 128"/>
                <p:cNvCxnSpPr/>
                <p:nvPr/>
              </p:nvCxnSpPr>
              <p:spPr>
                <a:xfrm>
                  <a:off x="2930798" y="3637756"/>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0" name="직선 연결선 129"/>
                <p:cNvCxnSpPr/>
                <p:nvPr/>
              </p:nvCxnSpPr>
              <p:spPr>
                <a:xfrm>
                  <a:off x="2930798" y="6034062"/>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1" name="직선 연결선 130"/>
                <p:cNvCxnSpPr/>
                <p:nvPr/>
              </p:nvCxnSpPr>
              <p:spPr>
                <a:xfrm>
                  <a:off x="2930798" y="4835909"/>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2" name="직선 연결선 131"/>
                <p:cNvCxnSpPr/>
                <p:nvPr/>
              </p:nvCxnSpPr>
              <p:spPr>
                <a:xfrm>
                  <a:off x="2930798" y="5434986"/>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3" name="직선 연결선 132"/>
                <p:cNvCxnSpPr/>
                <p:nvPr/>
              </p:nvCxnSpPr>
              <p:spPr>
                <a:xfrm>
                  <a:off x="2930798" y="4236833"/>
                  <a:ext cx="54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89" name="TextBox 88"/>
              <p:cNvSpPr txBox="1"/>
              <p:nvPr/>
            </p:nvSpPr>
            <p:spPr>
              <a:xfrm>
                <a:off x="3823651" y="5229522"/>
                <a:ext cx="248611" cy="138499"/>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0</a:t>
                </a:r>
              </a:p>
            </p:txBody>
          </p:sp>
          <p:sp>
            <p:nvSpPr>
              <p:cNvPr id="90" name="TextBox 89"/>
              <p:cNvSpPr txBox="1"/>
              <p:nvPr/>
            </p:nvSpPr>
            <p:spPr>
              <a:xfrm>
                <a:off x="5381469" y="5229522"/>
                <a:ext cx="248611" cy="180503"/>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10</a:t>
                </a:r>
              </a:p>
            </p:txBody>
          </p:sp>
          <p:sp>
            <p:nvSpPr>
              <p:cNvPr id="91" name="TextBox 90"/>
              <p:cNvSpPr txBox="1"/>
              <p:nvPr/>
            </p:nvSpPr>
            <p:spPr>
              <a:xfrm>
                <a:off x="6160378" y="5229522"/>
                <a:ext cx="248611" cy="180503"/>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15</a:t>
                </a:r>
              </a:p>
            </p:txBody>
          </p:sp>
          <p:sp>
            <p:nvSpPr>
              <p:cNvPr id="93" name="TextBox 92"/>
              <p:cNvSpPr txBox="1"/>
              <p:nvPr/>
            </p:nvSpPr>
            <p:spPr>
              <a:xfrm>
                <a:off x="6939285" y="5229522"/>
                <a:ext cx="248611" cy="138499"/>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20</a:t>
                </a:r>
              </a:p>
            </p:txBody>
          </p:sp>
          <p:sp>
            <p:nvSpPr>
              <p:cNvPr id="94" name="TextBox 93"/>
              <p:cNvSpPr txBox="1"/>
              <p:nvPr/>
            </p:nvSpPr>
            <p:spPr>
              <a:xfrm>
                <a:off x="4602560" y="5229522"/>
                <a:ext cx="248611" cy="180503"/>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9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5</a:t>
                </a:r>
              </a:p>
            </p:txBody>
          </p:sp>
        </p:grpSp>
      </p:grpSp>
      <p:grpSp>
        <p:nvGrpSpPr>
          <p:cNvPr id="5" name="그룹 4"/>
          <p:cNvGrpSpPr/>
          <p:nvPr/>
        </p:nvGrpSpPr>
        <p:grpSpPr>
          <a:xfrm>
            <a:off x="6117431" y="2749153"/>
            <a:ext cx="2497932" cy="579929"/>
            <a:chOff x="6135897" y="3850481"/>
            <a:chExt cx="2417555" cy="579929"/>
          </a:xfrm>
        </p:grpSpPr>
        <p:sp>
          <p:nvSpPr>
            <p:cNvPr id="157" name="직사각형 156"/>
            <p:cNvSpPr/>
            <p:nvPr/>
          </p:nvSpPr>
          <p:spPr>
            <a:xfrm>
              <a:off x="6591669" y="3850481"/>
              <a:ext cx="138698" cy="579928"/>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58" name="직사각형 157"/>
            <p:cNvSpPr/>
            <p:nvPr/>
          </p:nvSpPr>
          <p:spPr>
            <a:xfrm>
              <a:off x="6743593" y="3876675"/>
              <a:ext cx="138698" cy="553734"/>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59" name="직사각형 158"/>
            <p:cNvSpPr/>
            <p:nvPr/>
          </p:nvSpPr>
          <p:spPr>
            <a:xfrm>
              <a:off x="6895517" y="4067175"/>
              <a:ext cx="138698" cy="363234"/>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60" name="직사각형 159"/>
            <p:cNvSpPr/>
            <p:nvPr/>
          </p:nvSpPr>
          <p:spPr>
            <a:xfrm>
              <a:off x="7047441" y="4045744"/>
              <a:ext cx="138698" cy="384665"/>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61" name="직사각형 160"/>
            <p:cNvSpPr/>
            <p:nvPr/>
          </p:nvSpPr>
          <p:spPr>
            <a:xfrm>
              <a:off x="7199365" y="4264819"/>
              <a:ext cx="138698" cy="16559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62" name="직사각형 161"/>
            <p:cNvSpPr/>
            <p:nvPr/>
          </p:nvSpPr>
          <p:spPr>
            <a:xfrm>
              <a:off x="7351289" y="4288631"/>
              <a:ext cx="138698" cy="141778"/>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63" name="직사각형 162"/>
            <p:cNvSpPr/>
            <p:nvPr/>
          </p:nvSpPr>
          <p:spPr>
            <a:xfrm>
              <a:off x="6439745" y="4002912"/>
              <a:ext cx="138698" cy="427497"/>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64" name="직사각형 163"/>
            <p:cNvSpPr/>
            <p:nvPr/>
          </p:nvSpPr>
          <p:spPr>
            <a:xfrm>
              <a:off x="6287821" y="4140994"/>
              <a:ext cx="138698" cy="289415"/>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65" name="직사각형 164"/>
            <p:cNvSpPr/>
            <p:nvPr/>
          </p:nvSpPr>
          <p:spPr>
            <a:xfrm>
              <a:off x="6135897" y="4379119"/>
              <a:ext cx="138698" cy="5129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66" name="직사각형 165"/>
            <p:cNvSpPr/>
            <p:nvPr/>
          </p:nvSpPr>
          <p:spPr>
            <a:xfrm>
              <a:off x="7503213" y="4408809"/>
              <a:ext cx="138698" cy="216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67" name="직사각형 166"/>
            <p:cNvSpPr/>
            <p:nvPr/>
          </p:nvSpPr>
          <p:spPr>
            <a:xfrm>
              <a:off x="7655137" y="4408809"/>
              <a:ext cx="138698" cy="216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68" name="직사각형 167"/>
            <p:cNvSpPr/>
            <p:nvPr/>
          </p:nvSpPr>
          <p:spPr>
            <a:xfrm>
              <a:off x="7807061" y="4408809"/>
              <a:ext cx="138698" cy="216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69" name="직사각형 168"/>
            <p:cNvSpPr/>
            <p:nvPr/>
          </p:nvSpPr>
          <p:spPr>
            <a:xfrm>
              <a:off x="8262833" y="4408809"/>
              <a:ext cx="138698" cy="216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70" name="직사각형 169"/>
            <p:cNvSpPr/>
            <p:nvPr/>
          </p:nvSpPr>
          <p:spPr>
            <a:xfrm>
              <a:off x="8414754" y="4408809"/>
              <a:ext cx="138698" cy="216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71" name="직사각형 170"/>
            <p:cNvSpPr/>
            <p:nvPr/>
          </p:nvSpPr>
          <p:spPr>
            <a:xfrm>
              <a:off x="7958985" y="4384690"/>
              <a:ext cx="138698" cy="45719"/>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172" name="직사각형 171"/>
            <p:cNvSpPr/>
            <p:nvPr/>
          </p:nvSpPr>
          <p:spPr>
            <a:xfrm>
              <a:off x="8110909" y="4333876"/>
              <a:ext cx="138698" cy="96534"/>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grpSp>
      <p:grpSp>
        <p:nvGrpSpPr>
          <p:cNvPr id="101" name="그룹 100">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19" name="직사각형 118">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4.3.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để</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tóm</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tắt</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phân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loại</a:t>
              </a:r>
              <a:endParaRPr lang="ko-KR" altLang="en-US" b="1" dirty="0">
                <a:solidFill>
                  <a:prstClr val="white"/>
                </a:solidFill>
                <a:latin typeface="iCiel Samsung Sharp Sans Medium" pitchFamily="2" charset="77"/>
                <a:cs typeface="iCiel Samsung Sharp Sans Medium" pitchFamily="2" charset="77"/>
              </a:endParaRPr>
            </a:p>
          </p:txBody>
        </p:sp>
        <p:sp>
          <p:nvSpPr>
            <p:cNvPr id="120" name="직사각형 119">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105" name="그룹 104">
            <a:extLst>
              <a:ext uri="{FF2B5EF4-FFF2-40B4-BE49-F238E27FC236}">
                <a16:creationId xmlns:a16="http://schemas.microsoft.com/office/drawing/2014/main" id="{E53371C3-8732-457C-9C1C-26300CFC8D5C}"/>
              </a:ext>
            </a:extLst>
          </p:cNvPr>
          <p:cNvGrpSpPr/>
          <p:nvPr/>
        </p:nvGrpSpPr>
        <p:grpSpPr>
          <a:xfrm>
            <a:off x="580388" y="1413381"/>
            <a:ext cx="8887612" cy="599957"/>
            <a:chOff x="580388" y="1413381"/>
            <a:chExt cx="8887612" cy="599957"/>
          </a:xfrm>
        </p:grpSpPr>
        <p:sp>
          <p:nvSpPr>
            <p:cNvPr id="122" name="직사각형 121">
              <a:extLst>
                <a:ext uri="{FF2B5EF4-FFF2-40B4-BE49-F238E27FC236}">
                  <a16:creationId xmlns:a16="http://schemas.microsoft.com/office/drawing/2014/main" id="{AFACF473-2A8D-411E-A3C3-6C3BE7E0225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Trực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quan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hai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123" name="Rectangle 12">
              <a:extLst>
                <a:ext uri="{FF2B5EF4-FFF2-40B4-BE49-F238E27FC236}">
                  <a16:creationId xmlns:a16="http://schemas.microsoft.com/office/drawing/2014/main" id="{B415C32B-46DD-43EF-8F22-3EC6581C640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số</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liên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tục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Nhiều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histogram.</a:t>
              </a:r>
              <a:endParaRPr lang="en-US" altLang="ko-KR" sz="1300" dirty="0">
                <a:solidFill>
                  <a:schemeClr val="tx1">
                    <a:lumMod val="85000"/>
                    <a:lumOff val="15000"/>
                  </a:schemeClr>
                </a:solidFill>
                <a:latin typeface="SamsungOne-700" panose="020B0803030303020204" pitchFamily="34" charset="0"/>
                <a:ea typeface="SamsungOne-700" panose="020B0803030303020204" pitchFamily="34" charset="0"/>
              </a:endParaRPr>
            </a:p>
          </p:txBody>
        </p:sp>
      </p:grpSp>
    </p:spTree>
    <p:custDataLst>
      <p:tags r:id="rId1"/>
    </p:custDataLst>
    <p:extLst>
      <p:ext uri="{BB962C8B-B14F-4D97-AF65-F5344CB8AC3E}">
        <p14:creationId xmlns:p14="http://schemas.microsoft.com/office/powerpoint/2010/main" val="1127600729"/>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12">
            <a:extLst>
              <a:ext uri="{FF2B5EF4-FFF2-40B4-BE49-F238E27FC236}">
                <a16:creationId xmlns:a16="http://schemas.microsoft.com/office/drawing/2014/main" id="{2F69B3D5-8253-464E-8811-27B2225BC61D}"/>
              </a:ext>
            </a:extLst>
          </p:cNvPr>
          <p:cNvSpPr/>
          <p:nvPr/>
        </p:nvSpPr>
        <p:spPr>
          <a:xfrm>
            <a:off x="711200" y="4873579"/>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Dùng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màu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để</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biệt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của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phụ</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aphicFrame>
        <p:nvGraphicFramePr>
          <p:cNvPr id="19" name="표 18"/>
          <p:cNvGraphicFramePr>
            <a:graphicFrameLocks noGrp="1"/>
          </p:cNvGraphicFramePr>
          <p:nvPr/>
        </p:nvGraphicFramePr>
        <p:xfrm>
          <a:off x="3802398" y="2266712"/>
          <a:ext cx="2105662" cy="2177222"/>
        </p:xfrm>
        <a:graphic>
          <a:graphicData uri="http://schemas.openxmlformats.org/drawingml/2006/table">
            <a:tbl>
              <a:tblPr firstRow="1" bandRow="1">
                <a:tableStyleId>{5C22544A-7EE6-4342-B048-85BDC9FD1C3A}</a:tableStyleId>
              </a:tblPr>
              <a:tblGrid>
                <a:gridCol w="306390">
                  <a:extLst>
                    <a:ext uri="{9D8B030D-6E8A-4147-A177-3AD203B41FA5}">
                      <a16:colId xmlns:a16="http://schemas.microsoft.com/office/drawing/2014/main" val="20000"/>
                    </a:ext>
                  </a:extLst>
                </a:gridCol>
                <a:gridCol w="503238">
                  <a:extLst>
                    <a:ext uri="{9D8B030D-6E8A-4147-A177-3AD203B41FA5}">
                      <a16:colId xmlns:a16="http://schemas.microsoft.com/office/drawing/2014/main" val="20001"/>
                    </a:ext>
                  </a:extLst>
                </a:gridCol>
                <a:gridCol w="503238">
                  <a:extLst>
                    <a:ext uri="{9D8B030D-6E8A-4147-A177-3AD203B41FA5}">
                      <a16:colId xmlns:a16="http://schemas.microsoft.com/office/drawing/2014/main" val="20002"/>
                    </a:ext>
                  </a:extLst>
                </a:gridCol>
                <a:gridCol w="503238">
                  <a:extLst>
                    <a:ext uri="{9D8B030D-6E8A-4147-A177-3AD203B41FA5}">
                      <a16:colId xmlns:a16="http://schemas.microsoft.com/office/drawing/2014/main" val="20003"/>
                    </a:ext>
                  </a:extLst>
                </a:gridCol>
                <a:gridCol w="289558">
                  <a:extLst>
                    <a:ext uri="{9D8B030D-6E8A-4147-A177-3AD203B41FA5}">
                      <a16:colId xmlns:a16="http://schemas.microsoft.com/office/drawing/2014/main" val="20004"/>
                    </a:ext>
                  </a:extLst>
                </a:gridCol>
              </a:tblGrid>
              <a:tr h="87972">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201305">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1"/>
                  </a:ext>
                </a:extLst>
              </a:tr>
              <a:tr h="201305">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2"/>
                  </a:ext>
                </a:extLst>
              </a:tr>
              <a:tr h="201305">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3"/>
                  </a:ext>
                </a:extLst>
              </a:tr>
              <a:tr h="201305">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4"/>
                  </a:ext>
                </a:extLst>
              </a:tr>
              <a:tr h="201305">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5"/>
                  </a:ext>
                </a:extLst>
              </a:tr>
              <a:tr h="201305">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6"/>
                  </a:ext>
                </a:extLst>
              </a:tr>
              <a:tr h="201305">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7"/>
                  </a:ext>
                </a:extLst>
              </a:tr>
              <a:tr h="201305">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8"/>
                  </a:ext>
                </a:extLst>
              </a:tr>
              <a:tr h="201305">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9"/>
                  </a:ext>
                </a:extLst>
              </a:tr>
              <a:tr h="201305">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10"/>
                  </a:ext>
                </a:extLst>
              </a:tr>
              <a:tr h="72008">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11"/>
                  </a:ext>
                </a:extLst>
              </a:tr>
            </a:tbl>
          </a:graphicData>
        </a:graphic>
      </p:graphicFrame>
      <p:grpSp>
        <p:nvGrpSpPr>
          <p:cNvPr id="20" name="그룹 19"/>
          <p:cNvGrpSpPr/>
          <p:nvPr/>
        </p:nvGrpSpPr>
        <p:grpSpPr>
          <a:xfrm>
            <a:off x="3734004" y="2268434"/>
            <a:ext cx="2584246" cy="2473829"/>
            <a:chOff x="3734004" y="3077536"/>
            <a:chExt cx="2584246" cy="2473829"/>
          </a:xfrm>
        </p:grpSpPr>
        <p:sp>
          <p:nvSpPr>
            <p:cNvPr id="27" name="직사각형 26"/>
            <p:cNvSpPr/>
            <p:nvPr/>
          </p:nvSpPr>
          <p:spPr>
            <a:xfrm>
              <a:off x="3975025" y="4362450"/>
              <a:ext cx="266850" cy="812225"/>
            </a:xfrm>
            <a:prstGeom prst="rect">
              <a:avLst/>
            </a:prstGeom>
            <a:solidFill>
              <a:srgbClr val="00B3E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cxnSp>
          <p:nvCxnSpPr>
            <p:cNvPr id="28" name="직선 연결선 27"/>
            <p:cNvCxnSpPr/>
            <p:nvPr/>
          </p:nvCxnSpPr>
          <p:spPr>
            <a:xfrm>
              <a:off x="3734004" y="3971798"/>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9" name="직선 연결선 28"/>
            <p:cNvCxnSpPr/>
            <p:nvPr/>
          </p:nvCxnSpPr>
          <p:spPr>
            <a:xfrm>
              <a:off x="3734004" y="5180225"/>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0" name="직선 연결선 29"/>
            <p:cNvCxnSpPr/>
            <p:nvPr/>
          </p:nvCxnSpPr>
          <p:spPr>
            <a:xfrm>
              <a:off x="3734004" y="4978818"/>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1" name="직선 연결선 30"/>
            <p:cNvCxnSpPr/>
            <p:nvPr/>
          </p:nvCxnSpPr>
          <p:spPr>
            <a:xfrm>
              <a:off x="3734004" y="4777414"/>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2" name="직선 연결선 31"/>
            <p:cNvCxnSpPr/>
            <p:nvPr/>
          </p:nvCxnSpPr>
          <p:spPr>
            <a:xfrm>
              <a:off x="3734004" y="4374606"/>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3" name="직선 연결선 32"/>
            <p:cNvCxnSpPr/>
            <p:nvPr/>
          </p:nvCxnSpPr>
          <p:spPr>
            <a:xfrm>
              <a:off x="3734004" y="4173202"/>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4" name="직선 연결선 33"/>
            <p:cNvCxnSpPr/>
            <p:nvPr/>
          </p:nvCxnSpPr>
          <p:spPr>
            <a:xfrm>
              <a:off x="3734004" y="4576010"/>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1" name="직선 연결선 40"/>
            <p:cNvCxnSpPr/>
            <p:nvPr/>
          </p:nvCxnSpPr>
          <p:spPr>
            <a:xfrm rot="16200000">
              <a:off x="4072982" y="5291348"/>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2" name="직선 연결선 41"/>
            <p:cNvCxnSpPr/>
            <p:nvPr/>
          </p:nvCxnSpPr>
          <p:spPr>
            <a:xfrm rot="16200000">
              <a:off x="5583090" y="5291348"/>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3" name="직선 연결선 42"/>
            <p:cNvCxnSpPr/>
            <p:nvPr/>
          </p:nvCxnSpPr>
          <p:spPr>
            <a:xfrm rot="16200000">
              <a:off x="4574764" y="5291348"/>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4" name="직선 연결선 43"/>
            <p:cNvCxnSpPr/>
            <p:nvPr/>
          </p:nvCxnSpPr>
          <p:spPr>
            <a:xfrm rot="16200000">
              <a:off x="5078927" y="5291348"/>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3986442" y="5366699"/>
              <a:ext cx="248261" cy="184666"/>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12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A</a:t>
              </a:r>
            </a:p>
          </p:txBody>
        </p:sp>
        <p:sp>
          <p:nvSpPr>
            <p:cNvPr id="46" name="TextBox 45"/>
            <p:cNvSpPr txBox="1"/>
            <p:nvPr/>
          </p:nvSpPr>
          <p:spPr>
            <a:xfrm>
              <a:off x="4485770" y="5366699"/>
              <a:ext cx="248261" cy="184666"/>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12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B</a:t>
              </a:r>
            </a:p>
          </p:txBody>
        </p:sp>
        <p:sp>
          <p:nvSpPr>
            <p:cNvPr id="47" name="TextBox 46"/>
            <p:cNvSpPr txBox="1"/>
            <p:nvPr/>
          </p:nvSpPr>
          <p:spPr>
            <a:xfrm>
              <a:off x="5502179" y="5366699"/>
              <a:ext cx="248261" cy="184666"/>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12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D</a:t>
              </a:r>
            </a:p>
          </p:txBody>
        </p:sp>
        <p:sp>
          <p:nvSpPr>
            <p:cNvPr id="48" name="TextBox 47"/>
            <p:cNvSpPr txBox="1"/>
            <p:nvPr/>
          </p:nvSpPr>
          <p:spPr>
            <a:xfrm>
              <a:off x="4987481" y="5366699"/>
              <a:ext cx="248261" cy="184666"/>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12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C</a:t>
              </a:r>
            </a:p>
          </p:txBody>
        </p:sp>
        <p:cxnSp>
          <p:nvCxnSpPr>
            <p:cNvPr id="56" name="직선 연결선 55"/>
            <p:cNvCxnSpPr/>
            <p:nvPr/>
          </p:nvCxnSpPr>
          <p:spPr>
            <a:xfrm>
              <a:off x="3734004" y="3568990"/>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7" name="직선 연결선 56"/>
            <p:cNvCxnSpPr/>
            <p:nvPr/>
          </p:nvCxnSpPr>
          <p:spPr>
            <a:xfrm>
              <a:off x="3734004" y="3166182"/>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8" name="직사각형 57"/>
            <p:cNvSpPr/>
            <p:nvPr/>
          </p:nvSpPr>
          <p:spPr>
            <a:xfrm>
              <a:off x="6073150" y="3375986"/>
              <a:ext cx="245100" cy="245100"/>
            </a:xfrm>
            <a:prstGeom prst="rect">
              <a:avLst/>
            </a:prstGeom>
            <a:solidFill>
              <a:srgbClr val="00B3E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6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f</a:t>
              </a:r>
              <a:endParaRPr lang="ko-KR" altLang="en-US" sz="16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endParaRPr>
            </a:p>
          </p:txBody>
        </p:sp>
        <p:sp>
          <p:nvSpPr>
            <p:cNvPr id="59" name="직사각형 58"/>
            <p:cNvSpPr/>
            <p:nvPr/>
          </p:nvSpPr>
          <p:spPr>
            <a:xfrm>
              <a:off x="6073150" y="3077536"/>
              <a:ext cx="245100" cy="2451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600" dirty="0">
                  <a:solidFill>
                    <a:schemeClr val="bg1"/>
                  </a:solidFill>
                  <a:latin typeface="SamsungOne-400" panose="020B0503030303020204" pitchFamily="34" charset="0"/>
                  <a:ea typeface="SamsungOne-400" panose="020B0503030303020204" pitchFamily="34" charset="0"/>
                  <a:cs typeface="Times New Roman" panose="02020603050405020304" pitchFamily="18" charset="0"/>
                </a:rPr>
                <a:t>m</a:t>
              </a:r>
              <a:endParaRPr lang="ko-KR" altLang="en-US" sz="1600" dirty="0">
                <a:solidFill>
                  <a:schemeClr val="bg1"/>
                </a:solidFill>
                <a:latin typeface="SamsungOne-400" panose="020B0503030303020204" pitchFamily="34" charset="0"/>
                <a:ea typeface="SamsungOne-400" panose="020B0503030303020204" pitchFamily="34" charset="0"/>
                <a:cs typeface="Times New Roman" panose="02020603050405020304" pitchFamily="18" charset="0"/>
              </a:endParaRPr>
            </a:p>
          </p:txBody>
        </p:sp>
        <p:sp>
          <p:nvSpPr>
            <p:cNvPr id="60" name="직사각형 59"/>
            <p:cNvSpPr/>
            <p:nvPr/>
          </p:nvSpPr>
          <p:spPr>
            <a:xfrm>
              <a:off x="3975025" y="3562350"/>
              <a:ext cx="266850" cy="80104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61" name="직사각형 60"/>
            <p:cNvSpPr/>
            <p:nvPr/>
          </p:nvSpPr>
          <p:spPr>
            <a:xfrm>
              <a:off x="4479777" y="4772025"/>
              <a:ext cx="266850" cy="402650"/>
            </a:xfrm>
            <a:prstGeom prst="rect">
              <a:avLst/>
            </a:prstGeom>
            <a:solidFill>
              <a:srgbClr val="00B3E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62" name="직사각형 61"/>
            <p:cNvSpPr/>
            <p:nvPr/>
          </p:nvSpPr>
          <p:spPr>
            <a:xfrm>
              <a:off x="4479777" y="3971925"/>
              <a:ext cx="266850" cy="800099"/>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63" name="직사각형 62"/>
            <p:cNvSpPr/>
            <p:nvPr/>
          </p:nvSpPr>
          <p:spPr>
            <a:xfrm>
              <a:off x="4982718" y="4772025"/>
              <a:ext cx="266850" cy="402650"/>
            </a:xfrm>
            <a:prstGeom prst="rect">
              <a:avLst/>
            </a:prstGeom>
            <a:solidFill>
              <a:srgbClr val="00B3E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64" name="직사각형 63"/>
            <p:cNvSpPr/>
            <p:nvPr/>
          </p:nvSpPr>
          <p:spPr>
            <a:xfrm>
              <a:off x="4982718" y="3166183"/>
              <a:ext cx="266850" cy="160584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65" name="직사각형 64"/>
            <p:cNvSpPr/>
            <p:nvPr/>
          </p:nvSpPr>
          <p:spPr>
            <a:xfrm>
              <a:off x="5484804" y="3971925"/>
              <a:ext cx="266850" cy="1202750"/>
            </a:xfrm>
            <a:prstGeom prst="rect">
              <a:avLst/>
            </a:prstGeom>
            <a:solidFill>
              <a:srgbClr val="00B3E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66" name="직사각형 65"/>
            <p:cNvSpPr/>
            <p:nvPr/>
          </p:nvSpPr>
          <p:spPr>
            <a:xfrm>
              <a:off x="5484804" y="3166183"/>
              <a:ext cx="266850" cy="80574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cxnSp>
          <p:nvCxnSpPr>
            <p:cNvPr id="67" name="직선 연결선 66"/>
            <p:cNvCxnSpPr/>
            <p:nvPr/>
          </p:nvCxnSpPr>
          <p:spPr>
            <a:xfrm>
              <a:off x="3734004" y="3367586"/>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직선 연결선 67"/>
            <p:cNvCxnSpPr/>
            <p:nvPr/>
          </p:nvCxnSpPr>
          <p:spPr>
            <a:xfrm>
              <a:off x="3734004" y="3770394"/>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nvGrpSpPr>
          <p:cNvPr id="40" name="그룹 3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53" name="직사각형 5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4.3.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để</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tóm</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tắt</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phân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loại</a:t>
              </a:r>
              <a:endParaRPr lang="ko-KR" altLang="en-US" b="1" dirty="0">
                <a:solidFill>
                  <a:prstClr val="white"/>
                </a:solidFill>
                <a:latin typeface="iCiel Samsung Sharp Sans Medium" pitchFamily="2" charset="77"/>
                <a:cs typeface="iCiel Samsung Sharp Sans Medium" pitchFamily="2" charset="77"/>
              </a:endParaRPr>
            </a:p>
          </p:txBody>
        </p:sp>
        <p:sp>
          <p:nvSpPr>
            <p:cNvPr id="54" name="직사각형 53">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52" name="그룹 51">
            <a:extLst>
              <a:ext uri="{FF2B5EF4-FFF2-40B4-BE49-F238E27FC236}">
                <a16:creationId xmlns:a16="http://schemas.microsoft.com/office/drawing/2014/main" id="{E53371C3-8732-457C-9C1C-26300CFC8D5C}"/>
              </a:ext>
            </a:extLst>
          </p:cNvPr>
          <p:cNvGrpSpPr/>
          <p:nvPr/>
        </p:nvGrpSpPr>
        <p:grpSpPr>
          <a:xfrm>
            <a:off x="580388" y="1413381"/>
            <a:ext cx="8887612" cy="599957"/>
            <a:chOff x="580388" y="1413381"/>
            <a:chExt cx="8887612" cy="599957"/>
          </a:xfrm>
        </p:grpSpPr>
        <p:sp>
          <p:nvSpPr>
            <p:cNvPr id="69" name="직사각형 68">
              <a:extLst>
                <a:ext uri="{FF2B5EF4-FFF2-40B4-BE49-F238E27FC236}">
                  <a16:creationId xmlns:a16="http://schemas.microsoft.com/office/drawing/2014/main" id="{AFACF473-2A8D-411E-A3C3-6C3BE7E0225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Trực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quan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hai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70" name="Rectangle 12">
              <a:extLst>
                <a:ext uri="{FF2B5EF4-FFF2-40B4-BE49-F238E27FC236}">
                  <a16:creationId xmlns:a16="http://schemas.microsoft.com/office/drawing/2014/main" id="{B415C32B-46DD-43EF-8F22-3EC6581C640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Hai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Biểu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đồ</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endParaRPr lang="en-US" altLang="ko-KR" sz="1300" dirty="0">
                <a:solidFill>
                  <a:schemeClr val="tx1">
                    <a:lumMod val="85000"/>
                    <a:lumOff val="15000"/>
                  </a:schemeClr>
                </a:solidFill>
                <a:latin typeface="SamsungOne-700" panose="020B0803030303020204" pitchFamily="34" charset="0"/>
                <a:ea typeface="SamsungOne-700" panose="020B0803030303020204" pitchFamily="34" charset="0"/>
              </a:endParaRPr>
            </a:p>
          </p:txBody>
        </p:sp>
      </p:grpSp>
    </p:spTree>
    <p:custDataLst>
      <p:tags r:id="rId1"/>
    </p:custDataLst>
    <p:extLst>
      <p:ext uri="{BB962C8B-B14F-4D97-AF65-F5344CB8AC3E}">
        <p14:creationId xmlns:p14="http://schemas.microsoft.com/office/powerpoint/2010/main" val="1001805936"/>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12">
            <a:extLst>
              <a:ext uri="{FF2B5EF4-FFF2-40B4-BE49-F238E27FC236}">
                <a16:creationId xmlns:a16="http://schemas.microsoft.com/office/drawing/2014/main" id="{618FF2BF-5915-473C-BDA7-698ABAF6577B}"/>
              </a:ext>
            </a:extLst>
          </p:cNvPr>
          <p:cNvSpPr/>
          <p:nvPr/>
        </p:nvSpPr>
        <p:spPr>
          <a:xfrm>
            <a:off x="711201" y="4873579"/>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Sử</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dụng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thanh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màu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và</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gạch</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chéo</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để</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biệt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các</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của</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phụ</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aphicFrame>
        <p:nvGraphicFramePr>
          <p:cNvPr id="3" name="표 2"/>
          <p:cNvGraphicFramePr>
            <a:graphicFrameLocks noGrp="1"/>
          </p:cNvGraphicFramePr>
          <p:nvPr/>
        </p:nvGraphicFramePr>
        <p:xfrm>
          <a:off x="3802398" y="2266712"/>
          <a:ext cx="2105662" cy="2180396"/>
        </p:xfrm>
        <a:graphic>
          <a:graphicData uri="http://schemas.openxmlformats.org/drawingml/2006/table">
            <a:tbl>
              <a:tblPr firstRow="1" bandRow="1">
                <a:tableStyleId>{5C22544A-7EE6-4342-B048-85BDC9FD1C3A}</a:tableStyleId>
              </a:tblPr>
              <a:tblGrid>
                <a:gridCol w="306390">
                  <a:extLst>
                    <a:ext uri="{9D8B030D-6E8A-4147-A177-3AD203B41FA5}">
                      <a16:colId xmlns:a16="http://schemas.microsoft.com/office/drawing/2014/main" val="20000"/>
                    </a:ext>
                  </a:extLst>
                </a:gridCol>
                <a:gridCol w="503238">
                  <a:extLst>
                    <a:ext uri="{9D8B030D-6E8A-4147-A177-3AD203B41FA5}">
                      <a16:colId xmlns:a16="http://schemas.microsoft.com/office/drawing/2014/main" val="20001"/>
                    </a:ext>
                  </a:extLst>
                </a:gridCol>
                <a:gridCol w="503238">
                  <a:extLst>
                    <a:ext uri="{9D8B030D-6E8A-4147-A177-3AD203B41FA5}">
                      <a16:colId xmlns:a16="http://schemas.microsoft.com/office/drawing/2014/main" val="20002"/>
                    </a:ext>
                  </a:extLst>
                </a:gridCol>
                <a:gridCol w="503238">
                  <a:extLst>
                    <a:ext uri="{9D8B030D-6E8A-4147-A177-3AD203B41FA5}">
                      <a16:colId xmlns:a16="http://schemas.microsoft.com/office/drawing/2014/main" val="20003"/>
                    </a:ext>
                  </a:extLst>
                </a:gridCol>
                <a:gridCol w="289558">
                  <a:extLst>
                    <a:ext uri="{9D8B030D-6E8A-4147-A177-3AD203B41FA5}">
                      <a16:colId xmlns:a16="http://schemas.microsoft.com/office/drawing/2014/main" val="20004"/>
                    </a:ext>
                  </a:extLst>
                </a:gridCol>
              </a:tblGrid>
              <a:tr h="87972">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0"/>
                  </a:ext>
                </a:extLst>
              </a:tr>
              <a:tr h="252028">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1"/>
                  </a:ext>
                </a:extLst>
              </a:tr>
              <a:tr h="252028">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2"/>
                  </a:ext>
                </a:extLst>
              </a:tr>
              <a:tr h="252028">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3"/>
                  </a:ext>
                </a:extLst>
              </a:tr>
              <a:tr h="252028">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4"/>
                  </a:ext>
                </a:extLst>
              </a:tr>
              <a:tr h="252028">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5"/>
                  </a:ext>
                </a:extLst>
              </a:tr>
              <a:tr h="252028">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6"/>
                  </a:ext>
                </a:extLst>
              </a:tr>
              <a:tr h="252028">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7"/>
                  </a:ext>
                </a:extLst>
              </a:tr>
              <a:tr h="252028">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8"/>
                  </a:ext>
                </a:extLst>
              </a:tr>
              <a:tr h="72008">
                <a:tc>
                  <a:txBody>
                    <a:bodyPr/>
                    <a:lstStyle/>
                    <a:p>
                      <a:pPr latinLnBrk="1"/>
                      <a:endParaRPr lang="ko-KR" altLang="en-US" sz="500" dirty="0">
                        <a:latin typeface="SamsungOne-400" panose="020B0503030303020204" pitchFamily="34" charset="0"/>
                      </a:endParaRPr>
                    </a:p>
                  </a:txBody>
                  <a:tcPr marL="0" marR="0" marT="0" marB="0" anchor="ctr">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tc>
                  <a:txBody>
                    <a:bodyPr/>
                    <a:lstStyle/>
                    <a:p>
                      <a:pPr latinLnBrk="1"/>
                      <a:endParaRPr lang="ko-KR" altLang="en-US" sz="500" dirty="0">
                        <a:latin typeface="SamsungOne-400" panose="020B0503030303020204" pitchFamily="34" charset="0"/>
                      </a:endParaRPr>
                    </a:p>
                  </a:txBody>
                  <a:tcPr marL="0" marR="0" marT="0" marB="0" anchor="ctr">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9"/>
                  </a:ext>
                </a:extLst>
              </a:tr>
            </a:tbl>
          </a:graphicData>
        </a:graphic>
      </p:graphicFrame>
      <p:grpSp>
        <p:nvGrpSpPr>
          <p:cNvPr id="5" name="그룹 4"/>
          <p:cNvGrpSpPr/>
          <p:nvPr/>
        </p:nvGrpSpPr>
        <p:grpSpPr>
          <a:xfrm>
            <a:off x="3734004" y="2268434"/>
            <a:ext cx="2584246" cy="2473829"/>
            <a:chOff x="3734004" y="3077536"/>
            <a:chExt cx="2584246" cy="2473829"/>
          </a:xfrm>
        </p:grpSpPr>
        <p:sp>
          <p:nvSpPr>
            <p:cNvPr id="18" name="직사각형 17"/>
            <p:cNvSpPr/>
            <p:nvPr/>
          </p:nvSpPr>
          <p:spPr>
            <a:xfrm>
              <a:off x="3975025" y="4166762"/>
              <a:ext cx="133425" cy="1007913"/>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solidFill>
                  <a:schemeClr val="bg1"/>
                </a:solidFill>
              </a:endParaRPr>
            </a:p>
          </p:txBody>
        </p:sp>
        <p:cxnSp>
          <p:nvCxnSpPr>
            <p:cNvPr id="20" name="직선 연결선 19"/>
            <p:cNvCxnSpPr/>
            <p:nvPr/>
          </p:nvCxnSpPr>
          <p:spPr>
            <a:xfrm>
              <a:off x="3734004" y="3669692"/>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 name="직선 연결선 26"/>
            <p:cNvCxnSpPr/>
            <p:nvPr/>
          </p:nvCxnSpPr>
          <p:spPr>
            <a:xfrm>
              <a:off x="3734004" y="5180225"/>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 name="직선 연결선 27"/>
            <p:cNvCxnSpPr/>
            <p:nvPr/>
          </p:nvCxnSpPr>
          <p:spPr>
            <a:xfrm>
              <a:off x="3734004" y="4928467"/>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9" name="직선 연결선 28"/>
            <p:cNvCxnSpPr/>
            <p:nvPr/>
          </p:nvCxnSpPr>
          <p:spPr>
            <a:xfrm>
              <a:off x="3734004" y="4676712"/>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0" name="직선 연결선 29"/>
            <p:cNvCxnSpPr/>
            <p:nvPr/>
          </p:nvCxnSpPr>
          <p:spPr>
            <a:xfrm>
              <a:off x="3734004" y="4173202"/>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2" name="직선 연결선 31"/>
            <p:cNvCxnSpPr/>
            <p:nvPr/>
          </p:nvCxnSpPr>
          <p:spPr>
            <a:xfrm>
              <a:off x="3734004" y="3921447"/>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3" name="직선 연결선 32"/>
            <p:cNvCxnSpPr/>
            <p:nvPr/>
          </p:nvCxnSpPr>
          <p:spPr>
            <a:xfrm>
              <a:off x="3734004" y="4424957"/>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4" name="직선 연결선 33"/>
            <p:cNvCxnSpPr/>
            <p:nvPr/>
          </p:nvCxnSpPr>
          <p:spPr>
            <a:xfrm rot="16200000">
              <a:off x="4072982" y="5291348"/>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5" name="직선 연결선 34"/>
            <p:cNvCxnSpPr/>
            <p:nvPr/>
          </p:nvCxnSpPr>
          <p:spPr>
            <a:xfrm rot="16200000">
              <a:off x="5583090" y="5291348"/>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6" name="직선 연결선 35"/>
            <p:cNvCxnSpPr/>
            <p:nvPr/>
          </p:nvCxnSpPr>
          <p:spPr>
            <a:xfrm rot="16200000">
              <a:off x="4574764" y="5291348"/>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1" name="직선 연결선 40"/>
            <p:cNvCxnSpPr/>
            <p:nvPr/>
          </p:nvCxnSpPr>
          <p:spPr>
            <a:xfrm rot="16200000">
              <a:off x="5078927" y="5291348"/>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2" name="TextBox 41"/>
            <p:cNvSpPr txBox="1"/>
            <p:nvPr/>
          </p:nvSpPr>
          <p:spPr>
            <a:xfrm>
              <a:off x="3986442" y="5366699"/>
              <a:ext cx="248261" cy="184666"/>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12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A</a:t>
              </a:r>
            </a:p>
          </p:txBody>
        </p:sp>
        <p:sp>
          <p:nvSpPr>
            <p:cNvPr id="43" name="TextBox 42"/>
            <p:cNvSpPr txBox="1"/>
            <p:nvPr/>
          </p:nvSpPr>
          <p:spPr>
            <a:xfrm>
              <a:off x="4485770" y="5366699"/>
              <a:ext cx="248261" cy="184666"/>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12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B</a:t>
              </a:r>
            </a:p>
          </p:txBody>
        </p:sp>
        <p:sp>
          <p:nvSpPr>
            <p:cNvPr id="44" name="TextBox 43"/>
            <p:cNvSpPr txBox="1"/>
            <p:nvPr/>
          </p:nvSpPr>
          <p:spPr>
            <a:xfrm>
              <a:off x="5502179" y="5366699"/>
              <a:ext cx="248261" cy="184666"/>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12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D</a:t>
              </a:r>
            </a:p>
          </p:txBody>
        </p:sp>
        <p:sp>
          <p:nvSpPr>
            <p:cNvPr id="45" name="TextBox 44"/>
            <p:cNvSpPr txBox="1"/>
            <p:nvPr/>
          </p:nvSpPr>
          <p:spPr>
            <a:xfrm>
              <a:off x="4987481" y="5366699"/>
              <a:ext cx="248261" cy="184666"/>
            </a:xfrm>
            <a:prstGeom prst="rect">
              <a:avLst/>
            </a:prstGeom>
            <a:noFill/>
          </p:spPr>
          <p:txBody>
            <a:bodyPr wrap="square" lIns="0" tIns="0" rIns="0" bIns="0" rtlCol="0">
              <a:spAutoFit/>
              <a:scene3d>
                <a:camera prst="orthographicFront"/>
                <a:lightRig rig="threePt" dir="t"/>
              </a:scene3d>
              <a:sp3d>
                <a:bevelB w="0" h="1270"/>
              </a:sp3d>
            </a:bodyPr>
            <a:lstStyle/>
            <a:p>
              <a:pPr algn="ctr"/>
              <a:r>
                <a:rPr lang="en-US" sz="12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C</a:t>
              </a:r>
            </a:p>
          </p:txBody>
        </p:sp>
        <p:sp>
          <p:nvSpPr>
            <p:cNvPr id="46" name="직사각형 45"/>
            <p:cNvSpPr/>
            <p:nvPr/>
          </p:nvSpPr>
          <p:spPr>
            <a:xfrm>
              <a:off x="4108450" y="4166762"/>
              <a:ext cx="133425" cy="1007913"/>
            </a:xfrm>
            <a:prstGeom prst="rect">
              <a:avLst/>
            </a:prstGeom>
            <a:solidFill>
              <a:srgbClr val="00B3E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47" name="직사각형 46"/>
            <p:cNvSpPr/>
            <p:nvPr/>
          </p:nvSpPr>
          <p:spPr>
            <a:xfrm>
              <a:off x="4479850" y="4166762"/>
              <a:ext cx="133425" cy="1007913"/>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solidFill>
                  <a:schemeClr val="bg1"/>
                </a:solidFill>
              </a:endParaRPr>
            </a:p>
          </p:txBody>
        </p:sp>
        <p:sp>
          <p:nvSpPr>
            <p:cNvPr id="48" name="직사각형 47"/>
            <p:cNvSpPr/>
            <p:nvPr/>
          </p:nvSpPr>
          <p:spPr>
            <a:xfrm>
              <a:off x="4613275" y="4666825"/>
              <a:ext cx="133425" cy="507850"/>
            </a:xfrm>
            <a:prstGeom prst="rect">
              <a:avLst/>
            </a:prstGeom>
            <a:solidFill>
              <a:srgbClr val="00B3E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49" name="직사각형 48"/>
            <p:cNvSpPr/>
            <p:nvPr/>
          </p:nvSpPr>
          <p:spPr>
            <a:xfrm>
              <a:off x="4984675" y="3166638"/>
              <a:ext cx="133425" cy="2008037"/>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solidFill>
                  <a:schemeClr val="bg1"/>
                </a:solidFill>
              </a:endParaRPr>
            </a:p>
          </p:txBody>
        </p:sp>
        <p:sp>
          <p:nvSpPr>
            <p:cNvPr id="50" name="직사각형 49"/>
            <p:cNvSpPr/>
            <p:nvPr/>
          </p:nvSpPr>
          <p:spPr>
            <a:xfrm>
              <a:off x="5118100" y="4666825"/>
              <a:ext cx="133425" cy="507850"/>
            </a:xfrm>
            <a:prstGeom prst="rect">
              <a:avLst/>
            </a:prstGeom>
            <a:solidFill>
              <a:srgbClr val="00B3E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51" name="직사각형 50"/>
            <p:cNvSpPr/>
            <p:nvPr/>
          </p:nvSpPr>
          <p:spPr>
            <a:xfrm>
              <a:off x="5481563" y="4166763"/>
              <a:ext cx="133425" cy="100791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solidFill>
                  <a:schemeClr val="bg1"/>
                </a:solidFill>
              </a:endParaRPr>
            </a:p>
          </p:txBody>
        </p:sp>
        <p:sp>
          <p:nvSpPr>
            <p:cNvPr id="52" name="직사각형 51"/>
            <p:cNvSpPr/>
            <p:nvPr/>
          </p:nvSpPr>
          <p:spPr>
            <a:xfrm>
              <a:off x="5614988" y="3661938"/>
              <a:ext cx="133425" cy="1512737"/>
            </a:xfrm>
            <a:prstGeom prst="rect">
              <a:avLst/>
            </a:prstGeom>
            <a:solidFill>
              <a:srgbClr val="00B3E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cxnSp>
          <p:nvCxnSpPr>
            <p:cNvPr id="53" name="직선 연결선 52"/>
            <p:cNvCxnSpPr/>
            <p:nvPr/>
          </p:nvCxnSpPr>
          <p:spPr>
            <a:xfrm>
              <a:off x="3734004" y="3417937"/>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4" name="직선 연결선 53"/>
            <p:cNvCxnSpPr/>
            <p:nvPr/>
          </p:nvCxnSpPr>
          <p:spPr>
            <a:xfrm>
              <a:off x="3734004" y="3166182"/>
              <a:ext cx="7027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 name="직사각형 3"/>
            <p:cNvSpPr/>
            <p:nvPr/>
          </p:nvSpPr>
          <p:spPr>
            <a:xfrm>
              <a:off x="6073150" y="3375986"/>
              <a:ext cx="245100" cy="245100"/>
            </a:xfrm>
            <a:prstGeom prst="rect">
              <a:avLst/>
            </a:prstGeom>
            <a:solidFill>
              <a:srgbClr val="00B3E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6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f</a:t>
              </a:r>
              <a:endParaRPr lang="ko-KR" altLang="en-US" sz="16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endParaRPr>
            </a:p>
          </p:txBody>
        </p:sp>
        <p:sp>
          <p:nvSpPr>
            <p:cNvPr id="55" name="직사각형 54"/>
            <p:cNvSpPr/>
            <p:nvPr/>
          </p:nvSpPr>
          <p:spPr>
            <a:xfrm>
              <a:off x="6073150" y="3077536"/>
              <a:ext cx="245100" cy="2451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1600" dirty="0">
                  <a:solidFill>
                    <a:schemeClr val="bg1"/>
                  </a:solidFill>
                  <a:latin typeface="SamsungOne-400" panose="020B0503030303020204" pitchFamily="34" charset="0"/>
                  <a:ea typeface="SamsungOne-400" panose="020B0503030303020204" pitchFamily="34" charset="0"/>
                  <a:cs typeface="Times New Roman" panose="02020603050405020304" pitchFamily="18" charset="0"/>
                </a:rPr>
                <a:t>m</a:t>
              </a:r>
              <a:endParaRPr lang="ko-KR" altLang="en-US" sz="1600" dirty="0">
                <a:solidFill>
                  <a:schemeClr val="bg1"/>
                </a:solidFill>
                <a:latin typeface="SamsungOne-400" panose="020B0503030303020204" pitchFamily="34" charset="0"/>
                <a:ea typeface="SamsungOne-400" panose="020B0503030303020204" pitchFamily="34" charset="0"/>
                <a:cs typeface="Times New Roman" panose="02020603050405020304" pitchFamily="18" charset="0"/>
              </a:endParaRPr>
            </a:p>
          </p:txBody>
        </p:sp>
      </p:grpSp>
      <p:grpSp>
        <p:nvGrpSpPr>
          <p:cNvPr id="39" name="그룹 3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59" name="직사각형 58">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4.3.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để</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tóm</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tắt</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phân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loại</a:t>
              </a:r>
              <a:endParaRPr lang="ko-KR" altLang="en-US" b="1" dirty="0">
                <a:solidFill>
                  <a:prstClr val="white"/>
                </a:solidFill>
                <a:latin typeface="iCiel Samsung Sharp Sans Medium" pitchFamily="2" charset="77"/>
                <a:cs typeface="iCiel Samsung Sharp Sans Medium" pitchFamily="2" charset="77"/>
              </a:endParaRPr>
            </a:p>
          </p:txBody>
        </p:sp>
        <p:sp>
          <p:nvSpPr>
            <p:cNvPr id="60" name="직사각형 59">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58" name="그룹 57">
            <a:extLst>
              <a:ext uri="{FF2B5EF4-FFF2-40B4-BE49-F238E27FC236}">
                <a16:creationId xmlns:a16="http://schemas.microsoft.com/office/drawing/2014/main" id="{E53371C3-8732-457C-9C1C-26300CFC8D5C}"/>
              </a:ext>
            </a:extLst>
          </p:cNvPr>
          <p:cNvGrpSpPr/>
          <p:nvPr/>
        </p:nvGrpSpPr>
        <p:grpSpPr>
          <a:xfrm>
            <a:off x="580388" y="1413381"/>
            <a:ext cx="8887612" cy="599957"/>
            <a:chOff x="580388" y="1413381"/>
            <a:chExt cx="8887612" cy="599957"/>
          </a:xfrm>
        </p:grpSpPr>
        <p:sp>
          <p:nvSpPr>
            <p:cNvPr id="62" name="직사각형 61">
              <a:extLst>
                <a:ext uri="{FF2B5EF4-FFF2-40B4-BE49-F238E27FC236}">
                  <a16:creationId xmlns:a16="http://schemas.microsoft.com/office/drawing/2014/main" id="{AFACF473-2A8D-411E-A3C3-6C3BE7E0225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Trực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quan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hai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63" name="Rectangle 12">
              <a:extLst>
                <a:ext uri="{FF2B5EF4-FFF2-40B4-BE49-F238E27FC236}">
                  <a16:creationId xmlns:a16="http://schemas.microsoft.com/office/drawing/2014/main" id="{B415C32B-46DD-43EF-8F22-3EC6581C640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Hai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biến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phân</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loại</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Biểu</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đồ</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cột</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endParaRPr lang="en-US" altLang="ko-KR" sz="1300" dirty="0">
                <a:solidFill>
                  <a:schemeClr val="tx1">
                    <a:lumMod val="85000"/>
                    <a:lumOff val="15000"/>
                  </a:schemeClr>
                </a:solidFill>
                <a:latin typeface="SamsungOne-700" panose="020B0803030303020204" pitchFamily="34" charset="0"/>
                <a:ea typeface="SamsungOne-700" panose="020B0803030303020204" pitchFamily="34" charset="0"/>
              </a:endParaRPr>
            </a:p>
          </p:txBody>
        </p:sp>
      </p:grpSp>
    </p:spTree>
    <p:custDataLst>
      <p:tags r:id="rId1"/>
    </p:custDataLst>
    <p:extLst>
      <p:ext uri="{BB962C8B-B14F-4D97-AF65-F5344CB8AC3E}">
        <p14:creationId xmlns:p14="http://schemas.microsoft.com/office/powerpoint/2010/main" val="3558682940"/>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2"/>
          <p:cNvGrpSpPr/>
          <p:nvPr/>
        </p:nvGrpSpPr>
        <p:grpSpPr>
          <a:xfrm>
            <a:off x="2557070" y="3007726"/>
            <a:ext cx="4837576" cy="2725530"/>
            <a:chOff x="2409891" y="3310467"/>
            <a:chExt cx="4837576" cy="2725530"/>
          </a:xfrm>
        </p:grpSpPr>
        <p:sp>
          <p:nvSpPr>
            <p:cNvPr id="26" name="TextBox 25">
              <a:extLst>
                <a:ext uri="{FF2B5EF4-FFF2-40B4-BE49-F238E27FC236}">
                  <a16:creationId xmlns:a16="http://schemas.microsoft.com/office/drawing/2014/main" id="{7BA9218D-5697-4E43-86FA-B832710393FA}"/>
                </a:ext>
              </a:extLst>
            </p:cNvPr>
            <p:cNvSpPr txBox="1"/>
            <p:nvPr/>
          </p:nvSpPr>
          <p:spPr>
            <a:xfrm>
              <a:off x="3414201" y="5666665"/>
              <a:ext cx="335348" cy="369332"/>
            </a:xfrm>
            <a:prstGeom prst="rect">
              <a:avLst/>
            </a:prstGeom>
            <a:noFill/>
          </p:spPr>
          <p:txBody>
            <a:bodyPr wrap="none" rtlCol="0">
              <a:spAutoFit/>
            </a:bodyPr>
            <a:lstStyle/>
            <a:p>
              <a:pPr algn="ctr"/>
              <a:r>
                <a:rPr lang="en-US"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A</a:t>
              </a:r>
            </a:p>
          </p:txBody>
        </p:sp>
        <p:sp>
          <p:nvSpPr>
            <p:cNvPr id="28" name="TextBox 27">
              <a:extLst>
                <a:ext uri="{FF2B5EF4-FFF2-40B4-BE49-F238E27FC236}">
                  <a16:creationId xmlns:a16="http://schemas.microsoft.com/office/drawing/2014/main" id="{5032DB7F-BD93-4460-9976-04BF0E2B0D0E}"/>
                </a:ext>
              </a:extLst>
            </p:cNvPr>
            <p:cNvSpPr txBox="1"/>
            <p:nvPr/>
          </p:nvSpPr>
          <p:spPr>
            <a:xfrm>
              <a:off x="4463585" y="5666665"/>
              <a:ext cx="335348" cy="369332"/>
            </a:xfrm>
            <a:prstGeom prst="rect">
              <a:avLst/>
            </a:prstGeom>
            <a:noFill/>
          </p:spPr>
          <p:txBody>
            <a:bodyPr wrap="none" rtlCol="0">
              <a:spAutoFit/>
            </a:bodyPr>
            <a:lstStyle/>
            <a:p>
              <a:pPr algn="ctr"/>
              <a:r>
                <a:rPr lang="en-US"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B</a:t>
              </a:r>
            </a:p>
          </p:txBody>
        </p:sp>
        <p:sp>
          <p:nvSpPr>
            <p:cNvPr id="29" name="TextBox 28">
              <a:extLst>
                <a:ext uri="{FF2B5EF4-FFF2-40B4-BE49-F238E27FC236}">
                  <a16:creationId xmlns:a16="http://schemas.microsoft.com/office/drawing/2014/main" id="{26A9D91B-D158-4C83-8EEA-202106BE073E}"/>
                </a:ext>
              </a:extLst>
            </p:cNvPr>
            <p:cNvSpPr txBox="1"/>
            <p:nvPr/>
          </p:nvSpPr>
          <p:spPr>
            <a:xfrm>
              <a:off x="5518096" y="5666665"/>
              <a:ext cx="319318" cy="369332"/>
            </a:xfrm>
            <a:prstGeom prst="rect">
              <a:avLst/>
            </a:prstGeom>
            <a:noFill/>
          </p:spPr>
          <p:txBody>
            <a:bodyPr wrap="none" rtlCol="0">
              <a:spAutoFit/>
            </a:bodyPr>
            <a:lstStyle/>
            <a:p>
              <a:pPr algn="ctr"/>
              <a:r>
                <a:rPr lang="en-US"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C</a:t>
              </a:r>
            </a:p>
          </p:txBody>
        </p:sp>
        <p:sp>
          <p:nvSpPr>
            <p:cNvPr id="30" name="TextBox 29">
              <a:extLst>
                <a:ext uri="{FF2B5EF4-FFF2-40B4-BE49-F238E27FC236}">
                  <a16:creationId xmlns:a16="http://schemas.microsoft.com/office/drawing/2014/main" id="{78E8B9CB-CCBE-49C5-B541-747C5F3B4AF6}"/>
                </a:ext>
              </a:extLst>
            </p:cNvPr>
            <p:cNvSpPr txBox="1"/>
            <p:nvPr/>
          </p:nvSpPr>
          <p:spPr>
            <a:xfrm>
              <a:off x="6560913" y="5666665"/>
              <a:ext cx="340158" cy="369332"/>
            </a:xfrm>
            <a:prstGeom prst="rect">
              <a:avLst/>
            </a:prstGeom>
            <a:noFill/>
          </p:spPr>
          <p:txBody>
            <a:bodyPr wrap="none" rtlCol="0">
              <a:spAutoFit/>
            </a:bodyPr>
            <a:lstStyle/>
            <a:p>
              <a:pPr algn="ctr"/>
              <a:r>
                <a:rPr lang="en-US"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D</a:t>
              </a:r>
            </a:p>
          </p:txBody>
        </p:sp>
        <p:sp>
          <p:nvSpPr>
            <p:cNvPr id="2" name="자유형 1"/>
            <p:cNvSpPr/>
            <p:nvPr/>
          </p:nvSpPr>
          <p:spPr>
            <a:xfrm>
              <a:off x="3031067" y="3310467"/>
              <a:ext cx="4216400" cy="2319866"/>
            </a:xfrm>
            <a:custGeom>
              <a:avLst/>
              <a:gdLst>
                <a:gd name="connsiteX0" fmla="*/ 0 w 4216400"/>
                <a:gd name="connsiteY0" fmla="*/ 0 h 2319866"/>
                <a:gd name="connsiteX1" fmla="*/ 0 w 4216400"/>
                <a:gd name="connsiteY1" fmla="*/ 2319866 h 2319866"/>
                <a:gd name="connsiteX2" fmla="*/ 4216400 w 4216400"/>
                <a:gd name="connsiteY2" fmla="*/ 2319866 h 2319866"/>
              </a:gdLst>
              <a:ahLst/>
              <a:cxnLst>
                <a:cxn ang="0">
                  <a:pos x="connsiteX0" y="connsiteY0"/>
                </a:cxn>
                <a:cxn ang="0">
                  <a:pos x="connsiteX1" y="connsiteY1"/>
                </a:cxn>
                <a:cxn ang="0">
                  <a:pos x="connsiteX2" y="connsiteY2"/>
                </a:cxn>
              </a:cxnLst>
              <a:rect l="l" t="t" r="r" b="b"/>
              <a:pathLst>
                <a:path w="4216400" h="2319866">
                  <a:moveTo>
                    <a:pt x="0" y="0"/>
                  </a:moveTo>
                  <a:lnTo>
                    <a:pt x="0" y="2319866"/>
                  </a:lnTo>
                  <a:lnTo>
                    <a:pt x="4216400" y="2319866"/>
                  </a:lnTo>
                </a:path>
              </a:pathLst>
            </a:custGeom>
            <a:noFill/>
            <a:ln>
              <a:solidFill>
                <a:schemeClr val="bg1">
                  <a:lumMod val="65000"/>
                </a:schemeClr>
              </a:solidFill>
              <a:headEnd type="triangl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2" name="직사각형 51"/>
            <p:cNvSpPr/>
            <p:nvPr/>
          </p:nvSpPr>
          <p:spPr>
            <a:xfrm>
              <a:off x="6603984" y="3471334"/>
              <a:ext cx="254016" cy="2159000"/>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53" name="직사각형 52"/>
            <p:cNvSpPr/>
            <p:nvPr/>
          </p:nvSpPr>
          <p:spPr>
            <a:xfrm>
              <a:off x="5554118" y="3784600"/>
              <a:ext cx="254016" cy="1845734"/>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54" name="직사각형 53"/>
            <p:cNvSpPr/>
            <p:nvPr/>
          </p:nvSpPr>
          <p:spPr>
            <a:xfrm>
              <a:off x="4504251" y="4622800"/>
              <a:ext cx="254016" cy="1007534"/>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55" name="직사각형 54"/>
            <p:cNvSpPr/>
            <p:nvPr/>
          </p:nvSpPr>
          <p:spPr>
            <a:xfrm>
              <a:off x="3454384" y="4792132"/>
              <a:ext cx="254016" cy="838201"/>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56" name="TextBox 55">
              <a:extLst>
                <a:ext uri="{FF2B5EF4-FFF2-40B4-BE49-F238E27FC236}">
                  <a16:creationId xmlns:a16="http://schemas.microsoft.com/office/drawing/2014/main" id="{7BA9218D-5697-4E43-86FA-B832710393FA}"/>
                </a:ext>
              </a:extLst>
            </p:cNvPr>
            <p:cNvSpPr txBox="1"/>
            <p:nvPr/>
          </p:nvSpPr>
          <p:spPr>
            <a:xfrm>
              <a:off x="2425119" y="3801404"/>
              <a:ext cx="502061" cy="307777"/>
            </a:xfrm>
            <a:prstGeom prst="rect">
              <a:avLst/>
            </a:prstGeom>
            <a:noFill/>
          </p:spPr>
          <p:txBody>
            <a:bodyPr wrap="none" rtlCol="0" anchor="ctr">
              <a:spAutoFit/>
            </a:bodyPr>
            <a:lstStyle/>
            <a:p>
              <a:pPr algn="ctr"/>
              <a:r>
                <a:rPr lang="en-US" sz="14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71.0</a:t>
              </a:r>
            </a:p>
          </p:txBody>
        </p:sp>
        <p:cxnSp>
          <p:nvCxnSpPr>
            <p:cNvPr id="58" name="직선 연결선 57"/>
            <p:cNvCxnSpPr/>
            <p:nvPr/>
          </p:nvCxnSpPr>
          <p:spPr>
            <a:xfrm>
              <a:off x="2957669" y="5629394"/>
              <a:ext cx="70278" cy="0"/>
            </a:xfrm>
            <a:prstGeom prst="line">
              <a:avLst/>
            </a:prstGeom>
            <a:noFill/>
            <a:ln>
              <a:solidFill>
                <a:schemeClr val="bg1">
                  <a:lumMod val="6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cxnSp>
          <p:nvCxnSpPr>
            <p:cNvPr id="59" name="직선 연결선 58"/>
            <p:cNvCxnSpPr/>
            <p:nvPr/>
          </p:nvCxnSpPr>
          <p:spPr>
            <a:xfrm>
              <a:off x="2957669" y="4793575"/>
              <a:ext cx="70278" cy="0"/>
            </a:xfrm>
            <a:prstGeom prst="line">
              <a:avLst/>
            </a:prstGeom>
            <a:noFill/>
            <a:ln>
              <a:solidFill>
                <a:schemeClr val="bg1">
                  <a:lumMod val="6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cxnSp>
          <p:nvCxnSpPr>
            <p:cNvPr id="60" name="직선 연결선 59"/>
            <p:cNvCxnSpPr/>
            <p:nvPr/>
          </p:nvCxnSpPr>
          <p:spPr>
            <a:xfrm>
              <a:off x="2957669" y="3957756"/>
              <a:ext cx="70278" cy="0"/>
            </a:xfrm>
            <a:prstGeom prst="line">
              <a:avLst/>
            </a:prstGeom>
            <a:noFill/>
            <a:ln>
              <a:solidFill>
                <a:schemeClr val="bg1">
                  <a:lumMod val="6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sp>
          <p:nvSpPr>
            <p:cNvPr id="61" name="TextBox 60">
              <a:extLst>
                <a:ext uri="{FF2B5EF4-FFF2-40B4-BE49-F238E27FC236}">
                  <a16:creationId xmlns:a16="http://schemas.microsoft.com/office/drawing/2014/main" id="{7BA9218D-5697-4E43-86FA-B832710393FA}"/>
                </a:ext>
              </a:extLst>
            </p:cNvPr>
            <p:cNvSpPr txBox="1"/>
            <p:nvPr/>
          </p:nvSpPr>
          <p:spPr>
            <a:xfrm>
              <a:off x="2416303" y="4635823"/>
              <a:ext cx="519694" cy="307777"/>
            </a:xfrm>
            <a:prstGeom prst="rect">
              <a:avLst/>
            </a:prstGeom>
            <a:noFill/>
          </p:spPr>
          <p:txBody>
            <a:bodyPr wrap="none" rtlCol="0" anchor="ctr">
              <a:spAutoFit/>
            </a:bodyPr>
            <a:lstStyle/>
            <a:p>
              <a:pPr algn="ctr"/>
              <a:r>
                <a:rPr lang="en-US" sz="14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70.5</a:t>
              </a:r>
            </a:p>
          </p:txBody>
        </p:sp>
        <p:sp>
          <p:nvSpPr>
            <p:cNvPr id="62" name="TextBox 61">
              <a:extLst>
                <a:ext uri="{FF2B5EF4-FFF2-40B4-BE49-F238E27FC236}">
                  <a16:creationId xmlns:a16="http://schemas.microsoft.com/office/drawing/2014/main" id="{7BA9218D-5697-4E43-86FA-B832710393FA}"/>
                </a:ext>
              </a:extLst>
            </p:cNvPr>
            <p:cNvSpPr txBox="1"/>
            <p:nvPr/>
          </p:nvSpPr>
          <p:spPr>
            <a:xfrm>
              <a:off x="2409891" y="5475505"/>
              <a:ext cx="532517" cy="307777"/>
            </a:xfrm>
            <a:prstGeom prst="rect">
              <a:avLst/>
            </a:prstGeom>
            <a:noFill/>
          </p:spPr>
          <p:txBody>
            <a:bodyPr wrap="none" rtlCol="0" anchor="ctr">
              <a:spAutoFit/>
            </a:bodyPr>
            <a:lstStyle/>
            <a:p>
              <a:pPr algn="ctr"/>
              <a:r>
                <a:rPr lang="en-US" sz="14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70.0</a:t>
              </a:r>
            </a:p>
          </p:txBody>
        </p:sp>
      </p:grpSp>
      <p:grpSp>
        <p:nvGrpSpPr>
          <p:cNvPr id="24" name="그룹 2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34" name="직사각형 3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4.3.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để</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tóm</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tắt</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phân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loại</a:t>
              </a:r>
              <a:endParaRPr lang="ko-KR" altLang="en-US" b="1" dirty="0">
                <a:solidFill>
                  <a:prstClr val="white"/>
                </a:solidFill>
                <a:latin typeface="iCiel Samsung Sharp Sans Medium" pitchFamily="2" charset="77"/>
                <a:cs typeface="iCiel Samsung Sharp Sans Medium" pitchFamily="2" charset="77"/>
              </a:endParaRPr>
            </a:p>
          </p:txBody>
        </p:sp>
        <p:sp>
          <p:nvSpPr>
            <p:cNvPr id="35" name="직사각형 34">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38" name="직사각형 37">
            <a:extLst>
              <a:ext uri="{FF2B5EF4-FFF2-40B4-BE49-F238E27FC236}">
                <a16:creationId xmlns:a16="http://schemas.microsoft.com/office/drawing/2014/main" id="{58B1BC1D-DFB7-4482-BA23-F01AD71B1BBE}"/>
              </a:ext>
            </a:extLst>
          </p:cNvPr>
          <p:cNvSpPr/>
          <p:nvPr/>
        </p:nvSpPr>
        <p:spPr>
          <a:xfrm>
            <a:off x="425068" y="1331476"/>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b="1" dirty="0" err="1">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rPr>
              <a:t>khuyến</a:t>
            </a:r>
            <a:r>
              <a:rPr lang="en-US"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rPr>
              <a:t> </a:t>
            </a:r>
            <a:r>
              <a:rPr lang="en-US" altLang="ko-KR" sz="2400" b="1" dirty="0" err="1">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rPr>
              <a:t>nghị</a:t>
            </a:r>
            <a:endParaRPr lang="en-US"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endParaRPr>
          </a:p>
        </p:txBody>
      </p:sp>
      <p:grpSp>
        <p:nvGrpSpPr>
          <p:cNvPr id="27" name="그룹 26">
            <a:extLst>
              <a:ext uri="{FF2B5EF4-FFF2-40B4-BE49-F238E27FC236}">
                <a16:creationId xmlns:a16="http://schemas.microsoft.com/office/drawing/2014/main" id="{E53371C3-8732-457C-9C1C-26300CFC8D5C}"/>
              </a:ext>
            </a:extLst>
          </p:cNvPr>
          <p:cNvGrpSpPr/>
          <p:nvPr/>
        </p:nvGrpSpPr>
        <p:grpSpPr>
          <a:xfrm>
            <a:off x="630932" y="1924897"/>
            <a:ext cx="8887612" cy="599957"/>
            <a:chOff x="580388" y="1413381"/>
            <a:chExt cx="8887612" cy="599957"/>
          </a:xfrm>
        </p:grpSpPr>
        <p:sp>
          <p:nvSpPr>
            <p:cNvPr id="31" name="직사각형 30">
              <a:extLst>
                <a:ext uri="{FF2B5EF4-FFF2-40B4-BE49-F238E27FC236}">
                  <a16:creationId xmlns:a16="http://schemas.microsoft.com/office/drawing/2014/main" id="{AFACF473-2A8D-411E-A3C3-6C3BE7E0225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Trong </a:t>
              </a: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thanh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sau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đây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có</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thể</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thấy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sự</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khác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biệt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lớn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giữa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không</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32" name="Rectangle 12">
              <a:extLst>
                <a:ext uri="{FF2B5EF4-FFF2-40B4-BE49-F238E27FC236}">
                  <a16:creationId xmlns:a16="http://schemas.microsoft.com/office/drawing/2014/main" id="{B415C32B-46DD-43EF-8F22-3EC6581C640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Rõ</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ràng</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 </a:t>
              </a:r>
              <a:r>
                <a:rPr lang="en-US" altLang="ko-KR" sz="1300" dirty="0" err="1">
                  <a:solidFill>
                    <a:schemeClr val="tx1">
                      <a:lumMod val="85000"/>
                      <a:lumOff val="15000"/>
                    </a:schemeClr>
                  </a:solidFill>
                  <a:latin typeface="SamsungOne-400" panose="020B0503030303020204" pitchFamily="34" charset="0"/>
                  <a:ea typeface="SamsungOne-400" panose="020B0503030303020204" pitchFamily="34" charset="0"/>
                </a:rPr>
                <a:t>có</a:t>
              </a:r>
              <a:r>
                <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rPr>
                <a:t>?</a:t>
              </a:r>
            </a:p>
          </p:txBody>
        </p:sp>
      </p:grpSp>
    </p:spTree>
    <p:custDataLst>
      <p:tags r:id="rId1"/>
    </p:custDataLst>
    <p:extLst>
      <p:ext uri="{BB962C8B-B14F-4D97-AF65-F5344CB8AC3E}">
        <p14:creationId xmlns:p14="http://schemas.microsoft.com/office/powerpoint/2010/main" val="1655255438"/>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p:cNvGrpSpPr/>
          <p:nvPr/>
        </p:nvGrpSpPr>
        <p:grpSpPr>
          <a:xfrm>
            <a:off x="2794786" y="2520758"/>
            <a:ext cx="4599860" cy="2770290"/>
            <a:chOff x="2647607" y="3265707"/>
            <a:chExt cx="4599860" cy="2770290"/>
          </a:xfrm>
        </p:grpSpPr>
        <p:sp>
          <p:nvSpPr>
            <p:cNvPr id="15" name="TextBox 14">
              <a:extLst>
                <a:ext uri="{FF2B5EF4-FFF2-40B4-BE49-F238E27FC236}">
                  <a16:creationId xmlns:a16="http://schemas.microsoft.com/office/drawing/2014/main" id="{7BA9218D-5697-4E43-86FA-B832710393FA}"/>
                </a:ext>
              </a:extLst>
            </p:cNvPr>
            <p:cNvSpPr txBox="1"/>
            <p:nvPr/>
          </p:nvSpPr>
          <p:spPr>
            <a:xfrm>
              <a:off x="3414201" y="5666665"/>
              <a:ext cx="335348" cy="369332"/>
            </a:xfrm>
            <a:prstGeom prst="rect">
              <a:avLst/>
            </a:prstGeom>
            <a:noFill/>
          </p:spPr>
          <p:txBody>
            <a:bodyPr wrap="none" rtlCol="0">
              <a:spAutoFit/>
            </a:bodyPr>
            <a:lstStyle/>
            <a:p>
              <a:pPr algn="ctr"/>
              <a:r>
                <a:rPr lang="en-US"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A</a:t>
              </a:r>
            </a:p>
          </p:txBody>
        </p:sp>
        <p:sp>
          <p:nvSpPr>
            <p:cNvPr id="16" name="TextBox 15">
              <a:extLst>
                <a:ext uri="{FF2B5EF4-FFF2-40B4-BE49-F238E27FC236}">
                  <a16:creationId xmlns:a16="http://schemas.microsoft.com/office/drawing/2014/main" id="{5032DB7F-BD93-4460-9976-04BF0E2B0D0E}"/>
                </a:ext>
              </a:extLst>
            </p:cNvPr>
            <p:cNvSpPr txBox="1"/>
            <p:nvPr/>
          </p:nvSpPr>
          <p:spPr>
            <a:xfrm>
              <a:off x="4463585" y="5666665"/>
              <a:ext cx="335348" cy="369332"/>
            </a:xfrm>
            <a:prstGeom prst="rect">
              <a:avLst/>
            </a:prstGeom>
            <a:noFill/>
          </p:spPr>
          <p:txBody>
            <a:bodyPr wrap="none" rtlCol="0">
              <a:spAutoFit/>
            </a:bodyPr>
            <a:lstStyle/>
            <a:p>
              <a:pPr algn="ctr"/>
              <a:r>
                <a:rPr lang="en-US"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B</a:t>
              </a:r>
            </a:p>
          </p:txBody>
        </p:sp>
        <p:sp>
          <p:nvSpPr>
            <p:cNvPr id="17" name="TextBox 16">
              <a:extLst>
                <a:ext uri="{FF2B5EF4-FFF2-40B4-BE49-F238E27FC236}">
                  <a16:creationId xmlns:a16="http://schemas.microsoft.com/office/drawing/2014/main" id="{26A9D91B-D158-4C83-8EEA-202106BE073E}"/>
                </a:ext>
              </a:extLst>
            </p:cNvPr>
            <p:cNvSpPr txBox="1"/>
            <p:nvPr/>
          </p:nvSpPr>
          <p:spPr>
            <a:xfrm>
              <a:off x="5518096" y="5666665"/>
              <a:ext cx="319318" cy="369332"/>
            </a:xfrm>
            <a:prstGeom prst="rect">
              <a:avLst/>
            </a:prstGeom>
            <a:noFill/>
          </p:spPr>
          <p:txBody>
            <a:bodyPr wrap="none" rtlCol="0">
              <a:spAutoFit/>
            </a:bodyPr>
            <a:lstStyle/>
            <a:p>
              <a:pPr algn="ctr"/>
              <a:r>
                <a:rPr lang="en-US"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C</a:t>
              </a:r>
            </a:p>
          </p:txBody>
        </p:sp>
        <p:sp>
          <p:nvSpPr>
            <p:cNvPr id="24" name="TextBox 23">
              <a:extLst>
                <a:ext uri="{FF2B5EF4-FFF2-40B4-BE49-F238E27FC236}">
                  <a16:creationId xmlns:a16="http://schemas.microsoft.com/office/drawing/2014/main" id="{78E8B9CB-CCBE-49C5-B541-747C5F3B4AF6}"/>
                </a:ext>
              </a:extLst>
            </p:cNvPr>
            <p:cNvSpPr txBox="1"/>
            <p:nvPr/>
          </p:nvSpPr>
          <p:spPr>
            <a:xfrm>
              <a:off x="6560913" y="5666665"/>
              <a:ext cx="340158" cy="369332"/>
            </a:xfrm>
            <a:prstGeom prst="rect">
              <a:avLst/>
            </a:prstGeom>
            <a:noFill/>
          </p:spPr>
          <p:txBody>
            <a:bodyPr wrap="none" rtlCol="0">
              <a:spAutoFit/>
            </a:bodyPr>
            <a:lstStyle/>
            <a:p>
              <a:pPr algn="ctr"/>
              <a:r>
                <a:rPr lang="en-US"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D</a:t>
              </a:r>
            </a:p>
          </p:txBody>
        </p:sp>
        <p:sp>
          <p:nvSpPr>
            <p:cNvPr id="25" name="자유형 24"/>
            <p:cNvSpPr/>
            <p:nvPr/>
          </p:nvSpPr>
          <p:spPr>
            <a:xfrm>
              <a:off x="3031067" y="3310467"/>
              <a:ext cx="4216400" cy="2319866"/>
            </a:xfrm>
            <a:custGeom>
              <a:avLst/>
              <a:gdLst>
                <a:gd name="connsiteX0" fmla="*/ 0 w 4216400"/>
                <a:gd name="connsiteY0" fmla="*/ 0 h 2319866"/>
                <a:gd name="connsiteX1" fmla="*/ 0 w 4216400"/>
                <a:gd name="connsiteY1" fmla="*/ 2319866 h 2319866"/>
                <a:gd name="connsiteX2" fmla="*/ 4216400 w 4216400"/>
                <a:gd name="connsiteY2" fmla="*/ 2319866 h 2319866"/>
              </a:gdLst>
              <a:ahLst/>
              <a:cxnLst>
                <a:cxn ang="0">
                  <a:pos x="connsiteX0" y="connsiteY0"/>
                </a:cxn>
                <a:cxn ang="0">
                  <a:pos x="connsiteX1" y="connsiteY1"/>
                </a:cxn>
                <a:cxn ang="0">
                  <a:pos x="connsiteX2" y="connsiteY2"/>
                </a:cxn>
              </a:cxnLst>
              <a:rect l="l" t="t" r="r" b="b"/>
              <a:pathLst>
                <a:path w="4216400" h="2319866">
                  <a:moveTo>
                    <a:pt x="0" y="0"/>
                  </a:moveTo>
                  <a:lnTo>
                    <a:pt x="0" y="2319866"/>
                  </a:lnTo>
                  <a:lnTo>
                    <a:pt x="4216400" y="2319866"/>
                  </a:lnTo>
                </a:path>
              </a:pathLst>
            </a:custGeom>
            <a:noFill/>
            <a:ln>
              <a:solidFill>
                <a:schemeClr val="bg1">
                  <a:lumMod val="65000"/>
                </a:schemeClr>
              </a:solidFill>
              <a:headEnd type="triangl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직사각형 25"/>
            <p:cNvSpPr/>
            <p:nvPr/>
          </p:nvSpPr>
          <p:spPr>
            <a:xfrm>
              <a:off x="6603984" y="3386791"/>
              <a:ext cx="254016" cy="2243543"/>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7" name="직사각형 26"/>
            <p:cNvSpPr/>
            <p:nvPr/>
          </p:nvSpPr>
          <p:spPr>
            <a:xfrm>
              <a:off x="5554118" y="3386791"/>
              <a:ext cx="254016" cy="2243543"/>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8" name="직사각형 27"/>
            <p:cNvSpPr/>
            <p:nvPr/>
          </p:nvSpPr>
          <p:spPr>
            <a:xfrm>
              <a:off x="4504251" y="3405841"/>
              <a:ext cx="254016" cy="2224493"/>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29" name="직사각형 28"/>
            <p:cNvSpPr/>
            <p:nvPr/>
          </p:nvSpPr>
          <p:spPr>
            <a:xfrm>
              <a:off x="3454384" y="3405842"/>
              <a:ext cx="254016" cy="222449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800" dirty="0"/>
            </a:p>
          </p:txBody>
        </p:sp>
        <p:sp>
          <p:nvSpPr>
            <p:cNvPr id="35" name="TextBox 34">
              <a:extLst>
                <a:ext uri="{FF2B5EF4-FFF2-40B4-BE49-F238E27FC236}">
                  <a16:creationId xmlns:a16="http://schemas.microsoft.com/office/drawing/2014/main" id="{7BA9218D-5697-4E43-86FA-B832710393FA}"/>
                </a:ext>
              </a:extLst>
            </p:cNvPr>
            <p:cNvSpPr txBox="1"/>
            <p:nvPr/>
          </p:nvSpPr>
          <p:spPr>
            <a:xfrm>
              <a:off x="2650813" y="4528449"/>
              <a:ext cx="206788" cy="307777"/>
            </a:xfrm>
            <a:prstGeom prst="rect">
              <a:avLst/>
            </a:prstGeom>
            <a:noFill/>
          </p:spPr>
          <p:txBody>
            <a:bodyPr wrap="none" lIns="0" rIns="0" rtlCol="0" anchor="ctr">
              <a:spAutoFit/>
            </a:bodyPr>
            <a:lstStyle/>
            <a:p>
              <a:pPr algn="r"/>
              <a:r>
                <a:rPr lang="en-US" sz="14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30</a:t>
              </a:r>
            </a:p>
          </p:txBody>
        </p:sp>
        <p:cxnSp>
          <p:nvCxnSpPr>
            <p:cNvPr id="36" name="직선 연결선 35"/>
            <p:cNvCxnSpPr/>
            <p:nvPr/>
          </p:nvCxnSpPr>
          <p:spPr>
            <a:xfrm>
              <a:off x="2957669" y="5629394"/>
              <a:ext cx="70278" cy="0"/>
            </a:xfrm>
            <a:prstGeom prst="line">
              <a:avLst/>
            </a:prstGeom>
            <a:noFill/>
            <a:ln>
              <a:solidFill>
                <a:schemeClr val="bg1">
                  <a:lumMod val="6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cxnSp>
          <p:nvCxnSpPr>
            <p:cNvPr id="37" name="직선 연결선 36"/>
            <p:cNvCxnSpPr/>
            <p:nvPr/>
          </p:nvCxnSpPr>
          <p:spPr>
            <a:xfrm>
              <a:off x="2957669" y="4682337"/>
              <a:ext cx="70278" cy="0"/>
            </a:xfrm>
            <a:prstGeom prst="line">
              <a:avLst/>
            </a:prstGeom>
            <a:noFill/>
            <a:ln>
              <a:solidFill>
                <a:schemeClr val="bg1">
                  <a:lumMod val="6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cxnSp>
          <p:nvCxnSpPr>
            <p:cNvPr id="38" name="직선 연결선 37"/>
            <p:cNvCxnSpPr/>
            <p:nvPr/>
          </p:nvCxnSpPr>
          <p:spPr>
            <a:xfrm>
              <a:off x="2957669" y="4050965"/>
              <a:ext cx="70278" cy="0"/>
            </a:xfrm>
            <a:prstGeom prst="line">
              <a:avLst/>
            </a:prstGeom>
            <a:noFill/>
            <a:ln>
              <a:solidFill>
                <a:schemeClr val="bg1">
                  <a:lumMod val="6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sp>
          <p:nvSpPr>
            <p:cNvPr id="39" name="TextBox 38">
              <a:extLst>
                <a:ext uri="{FF2B5EF4-FFF2-40B4-BE49-F238E27FC236}">
                  <a16:creationId xmlns:a16="http://schemas.microsoft.com/office/drawing/2014/main" id="{7BA9218D-5697-4E43-86FA-B832710393FA}"/>
                </a:ext>
              </a:extLst>
            </p:cNvPr>
            <p:cNvSpPr txBox="1"/>
            <p:nvPr/>
          </p:nvSpPr>
          <p:spPr>
            <a:xfrm>
              <a:off x="2681271" y="5159820"/>
              <a:ext cx="187552" cy="307777"/>
            </a:xfrm>
            <a:prstGeom prst="rect">
              <a:avLst/>
            </a:prstGeom>
            <a:noFill/>
          </p:spPr>
          <p:txBody>
            <a:bodyPr wrap="none" lIns="0" rIns="0" rtlCol="0" anchor="ctr">
              <a:spAutoFit/>
            </a:bodyPr>
            <a:lstStyle/>
            <a:p>
              <a:pPr algn="r"/>
              <a:r>
                <a:rPr lang="en-US" sz="14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10</a:t>
              </a:r>
            </a:p>
          </p:txBody>
        </p:sp>
        <p:sp>
          <p:nvSpPr>
            <p:cNvPr id="40" name="TextBox 39">
              <a:extLst>
                <a:ext uri="{FF2B5EF4-FFF2-40B4-BE49-F238E27FC236}">
                  <a16:creationId xmlns:a16="http://schemas.microsoft.com/office/drawing/2014/main" id="{7BA9218D-5697-4E43-86FA-B832710393FA}"/>
                </a:ext>
              </a:extLst>
            </p:cNvPr>
            <p:cNvSpPr txBox="1"/>
            <p:nvPr/>
          </p:nvSpPr>
          <p:spPr>
            <a:xfrm>
              <a:off x="2767834" y="5475505"/>
              <a:ext cx="109004" cy="307777"/>
            </a:xfrm>
            <a:prstGeom prst="rect">
              <a:avLst/>
            </a:prstGeom>
            <a:noFill/>
          </p:spPr>
          <p:txBody>
            <a:bodyPr wrap="none" lIns="0" rIns="0" rtlCol="0" anchor="ctr">
              <a:spAutoFit/>
            </a:bodyPr>
            <a:lstStyle/>
            <a:p>
              <a:pPr algn="r"/>
              <a:r>
                <a:rPr lang="en-US" sz="14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0</a:t>
              </a:r>
            </a:p>
          </p:txBody>
        </p:sp>
        <p:cxnSp>
          <p:nvCxnSpPr>
            <p:cNvPr id="41" name="직선 연결선 40"/>
            <p:cNvCxnSpPr/>
            <p:nvPr/>
          </p:nvCxnSpPr>
          <p:spPr>
            <a:xfrm>
              <a:off x="2957669" y="3419593"/>
              <a:ext cx="70278" cy="0"/>
            </a:xfrm>
            <a:prstGeom prst="line">
              <a:avLst/>
            </a:prstGeom>
            <a:noFill/>
            <a:ln>
              <a:solidFill>
                <a:schemeClr val="bg1">
                  <a:lumMod val="6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cxnSp>
          <p:nvCxnSpPr>
            <p:cNvPr id="42" name="직선 연결선 41"/>
            <p:cNvCxnSpPr/>
            <p:nvPr/>
          </p:nvCxnSpPr>
          <p:spPr>
            <a:xfrm>
              <a:off x="2957669" y="3735279"/>
              <a:ext cx="70278" cy="0"/>
            </a:xfrm>
            <a:prstGeom prst="line">
              <a:avLst/>
            </a:prstGeom>
            <a:noFill/>
            <a:ln>
              <a:solidFill>
                <a:schemeClr val="bg1">
                  <a:lumMod val="6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p:cNvCxnSpPr/>
            <p:nvPr/>
          </p:nvCxnSpPr>
          <p:spPr>
            <a:xfrm>
              <a:off x="2957669" y="4366651"/>
              <a:ext cx="70278" cy="0"/>
            </a:xfrm>
            <a:prstGeom prst="line">
              <a:avLst/>
            </a:prstGeom>
            <a:noFill/>
            <a:ln>
              <a:solidFill>
                <a:schemeClr val="bg1">
                  <a:lumMod val="6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p:cNvCxnSpPr/>
            <p:nvPr/>
          </p:nvCxnSpPr>
          <p:spPr>
            <a:xfrm>
              <a:off x="2957669" y="4998023"/>
              <a:ext cx="70278" cy="0"/>
            </a:xfrm>
            <a:prstGeom prst="line">
              <a:avLst/>
            </a:prstGeom>
            <a:noFill/>
            <a:ln>
              <a:solidFill>
                <a:schemeClr val="bg1">
                  <a:lumMod val="6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p:cNvCxnSpPr/>
            <p:nvPr/>
          </p:nvCxnSpPr>
          <p:spPr>
            <a:xfrm>
              <a:off x="2957669" y="5313709"/>
              <a:ext cx="70278" cy="0"/>
            </a:xfrm>
            <a:prstGeom prst="line">
              <a:avLst/>
            </a:prstGeom>
            <a:noFill/>
            <a:ln>
              <a:solidFill>
                <a:schemeClr val="bg1">
                  <a:lumMod val="6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sp>
          <p:nvSpPr>
            <p:cNvPr id="46" name="TextBox 45">
              <a:extLst>
                <a:ext uri="{FF2B5EF4-FFF2-40B4-BE49-F238E27FC236}">
                  <a16:creationId xmlns:a16="http://schemas.microsoft.com/office/drawing/2014/main" id="{7BA9218D-5697-4E43-86FA-B832710393FA}"/>
                </a:ext>
              </a:extLst>
            </p:cNvPr>
            <p:cNvSpPr txBox="1"/>
            <p:nvPr/>
          </p:nvSpPr>
          <p:spPr>
            <a:xfrm>
              <a:off x="2666845" y="4844134"/>
              <a:ext cx="201978" cy="307777"/>
            </a:xfrm>
            <a:prstGeom prst="rect">
              <a:avLst/>
            </a:prstGeom>
            <a:noFill/>
          </p:spPr>
          <p:txBody>
            <a:bodyPr wrap="none" lIns="0" rIns="0" rtlCol="0" anchor="ctr">
              <a:spAutoFit/>
            </a:bodyPr>
            <a:lstStyle/>
            <a:p>
              <a:pPr algn="r"/>
              <a:r>
                <a:rPr lang="en-US" sz="14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20</a:t>
              </a:r>
            </a:p>
          </p:txBody>
        </p:sp>
        <p:sp>
          <p:nvSpPr>
            <p:cNvPr id="47" name="TextBox 46">
              <a:extLst>
                <a:ext uri="{FF2B5EF4-FFF2-40B4-BE49-F238E27FC236}">
                  <a16:creationId xmlns:a16="http://schemas.microsoft.com/office/drawing/2014/main" id="{7BA9218D-5697-4E43-86FA-B832710393FA}"/>
                </a:ext>
              </a:extLst>
            </p:cNvPr>
            <p:cNvSpPr txBox="1"/>
            <p:nvPr/>
          </p:nvSpPr>
          <p:spPr>
            <a:xfrm>
              <a:off x="2647607" y="4212763"/>
              <a:ext cx="209994" cy="307777"/>
            </a:xfrm>
            <a:prstGeom prst="rect">
              <a:avLst/>
            </a:prstGeom>
            <a:noFill/>
          </p:spPr>
          <p:txBody>
            <a:bodyPr wrap="none" lIns="0" rIns="0" rtlCol="0" anchor="ctr">
              <a:spAutoFit/>
            </a:bodyPr>
            <a:lstStyle/>
            <a:p>
              <a:pPr algn="r"/>
              <a:r>
                <a:rPr lang="en-US" sz="14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40</a:t>
              </a:r>
            </a:p>
          </p:txBody>
        </p:sp>
        <p:sp>
          <p:nvSpPr>
            <p:cNvPr id="48" name="TextBox 47">
              <a:extLst>
                <a:ext uri="{FF2B5EF4-FFF2-40B4-BE49-F238E27FC236}">
                  <a16:creationId xmlns:a16="http://schemas.microsoft.com/office/drawing/2014/main" id="{7BA9218D-5697-4E43-86FA-B832710393FA}"/>
                </a:ext>
              </a:extLst>
            </p:cNvPr>
            <p:cNvSpPr txBox="1"/>
            <p:nvPr/>
          </p:nvSpPr>
          <p:spPr>
            <a:xfrm>
              <a:off x="2652417" y="3897078"/>
              <a:ext cx="205184" cy="307777"/>
            </a:xfrm>
            <a:prstGeom prst="rect">
              <a:avLst/>
            </a:prstGeom>
            <a:noFill/>
          </p:spPr>
          <p:txBody>
            <a:bodyPr wrap="none" lIns="0" rIns="0" rtlCol="0" anchor="ctr">
              <a:spAutoFit/>
            </a:bodyPr>
            <a:lstStyle/>
            <a:p>
              <a:pPr algn="r"/>
              <a:r>
                <a:rPr lang="en-US" sz="14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50</a:t>
              </a:r>
            </a:p>
          </p:txBody>
        </p:sp>
        <p:sp>
          <p:nvSpPr>
            <p:cNvPr id="49" name="TextBox 48">
              <a:extLst>
                <a:ext uri="{FF2B5EF4-FFF2-40B4-BE49-F238E27FC236}">
                  <a16:creationId xmlns:a16="http://schemas.microsoft.com/office/drawing/2014/main" id="{7BA9218D-5697-4E43-86FA-B832710393FA}"/>
                </a:ext>
              </a:extLst>
            </p:cNvPr>
            <p:cNvSpPr txBox="1"/>
            <p:nvPr/>
          </p:nvSpPr>
          <p:spPr>
            <a:xfrm>
              <a:off x="2649211" y="3580921"/>
              <a:ext cx="208390" cy="307777"/>
            </a:xfrm>
            <a:prstGeom prst="rect">
              <a:avLst/>
            </a:prstGeom>
            <a:noFill/>
          </p:spPr>
          <p:txBody>
            <a:bodyPr wrap="none" lIns="0" rIns="0" rtlCol="0" anchor="ctr">
              <a:spAutoFit/>
            </a:bodyPr>
            <a:lstStyle/>
            <a:p>
              <a:pPr algn="r"/>
              <a:r>
                <a:rPr lang="en-US" sz="14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60</a:t>
              </a:r>
            </a:p>
          </p:txBody>
        </p:sp>
        <p:sp>
          <p:nvSpPr>
            <p:cNvPr id="50" name="TextBox 49">
              <a:extLst>
                <a:ext uri="{FF2B5EF4-FFF2-40B4-BE49-F238E27FC236}">
                  <a16:creationId xmlns:a16="http://schemas.microsoft.com/office/drawing/2014/main" id="{7BA9218D-5697-4E43-86FA-B832710393FA}"/>
                </a:ext>
              </a:extLst>
            </p:cNvPr>
            <p:cNvSpPr txBox="1"/>
            <p:nvPr/>
          </p:nvSpPr>
          <p:spPr>
            <a:xfrm>
              <a:off x="2662035" y="3265707"/>
              <a:ext cx="195566" cy="307777"/>
            </a:xfrm>
            <a:prstGeom prst="rect">
              <a:avLst/>
            </a:prstGeom>
            <a:noFill/>
          </p:spPr>
          <p:txBody>
            <a:bodyPr wrap="none" lIns="0" rIns="0" rtlCol="0" anchor="ctr">
              <a:spAutoFit/>
            </a:bodyPr>
            <a:lstStyle/>
            <a:p>
              <a:pPr algn="r"/>
              <a:r>
                <a:rPr lang="en-US" sz="1400" dirty="0">
                  <a:solidFill>
                    <a:schemeClr val="tx1">
                      <a:lumMod val="85000"/>
                      <a:lumOff val="15000"/>
                    </a:schemeClr>
                  </a:solidFill>
                  <a:latin typeface="SamsungOne-400" panose="020B0503030303020204" pitchFamily="34" charset="0"/>
                  <a:ea typeface="SamsungOne-400" panose="020B0503030303020204" pitchFamily="34" charset="0"/>
                  <a:cs typeface="Times New Roman" panose="02020603050405020304" pitchFamily="18" charset="0"/>
                </a:rPr>
                <a:t>70</a:t>
              </a:r>
            </a:p>
          </p:txBody>
        </p:sp>
      </p:grpSp>
      <p:grpSp>
        <p:nvGrpSpPr>
          <p:cNvPr id="56" name="그룹 55">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57" name="직사각형 56">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4.3.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để</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tóm</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tắt</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phân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loại</a:t>
              </a:r>
              <a:endParaRPr lang="ko-KR" altLang="en-US" b="1" dirty="0">
                <a:solidFill>
                  <a:prstClr val="white"/>
                </a:solidFill>
                <a:latin typeface="iCiel Samsung Sharp Sans Medium" pitchFamily="2" charset="77"/>
                <a:cs typeface="iCiel Samsung Sharp Sans Medium" pitchFamily="2" charset="77"/>
              </a:endParaRPr>
            </a:p>
          </p:txBody>
        </p:sp>
        <p:sp>
          <p:nvSpPr>
            <p:cNvPr id="58" name="직사각형 57">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54" name="그룹 53">
            <a:extLst>
              <a:ext uri="{FF2B5EF4-FFF2-40B4-BE49-F238E27FC236}">
                <a16:creationId xmlns:a16="http://schemas.microsoft.com/office/drawing/2014/main" id="{E53371C3-8732-457C-9C1C-26300CFC8D5C}"/>
              </a:ext>
            </a:extLst>
          </p:cNvPr>
          <p:cNvGrpSpPr/>
          <p:nvPr/>
        </p:nvGrpSpPr>
        <p:grpSpPr>
          <a:xfrm>
            <a:off x="580388" y="1413381"/>
            <a:ext cx="8887612" cy="599957"/>
            <a:chOff x="580388" y="1413381"/>
            <a:chExt cx="8887612" cy="599957"/>
          </a:xfrm>
        </p:grpSpPr>
        <p:sp>
          <p:nvSpPr>
            <p:cNvPr id="55" name="직사각형 54">
              <a:extLst>
                <a:ext uri="{FF2B5EF4-FFF2-40B4-BE49-F238E27FC236}">
                  <a16:creationId xmlns:a16="http://schemas.microsoft.com/office/drawing/2014/main" id="{AFACF473-2A8D-411E-A3C3-6C3BE7E0225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Trong </a:t>
              </a: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thanh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sau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đây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có</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thể</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thấy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sự</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khác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biệt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lớn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giữa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không</a:t>
              </a:r>
              <a:r>
                <a:rPr lang="en-US" altLang="ko-KR" sz="1400" dirty="0">
                  <a:solidFill>
                    <a:schemeClr val="tx1"/>
                  </a:solidFill>
                  <a:latin typeface="SamsungOne-400" panose="020B0503030303020204" pitchFamily="34" charset="0"/>
                  <a:ea typeface="SamsungOne-400" panose="020B0503030303020204" pitchFamily="34" charset="0"/>
                </a:rPr>
                <a:t>?</a:t>
              </a:r>
            </a:p>
          </p:txBody>
        </p:sp>
        <p:sp>
          <p:nvSpPr>
            <p:cNvPr id="60" name="Rectangle 12">
              <a:extLst>
                <a:ext uri="{FF2B5EF4-FFF2-40B4-BE49-F238E27FC236}">
                  <a16:creationId xmlns:a16="http://schemas.microsoft.com/office/drawing/2014/main" id="{B415C32B-46DD-43EF-8F22-3EC6581C640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Trong trường hợp này khi số 0 dọc được hiển thị, bạn sẽ thấy sự khác biệt là rất ít.</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custDataLst>
      <p:tags r:id="rId1"/>
    </p:custDataLst>
    <p:extLst>
      <p:ext uri="{BB962C8B-B14F-4D97-AF65-F5344CB8AC3E}">
        <p14:creationId xmlns:p14="http://schemas.microsoft.com/office/powerpoint/2010/main" val="3760866794"/>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차트 6"/>
          <p:cNvGraphicFramePr/>
          <p:nvPr/>
        </p:nvGraphicFramePr>
        <p:xfrm>
          <a:off x="2647156" y="2482736"/>
          <a:ext cx="4165663" cy="2777109"/>
        </p:xfrm>
        <a:graphic>
          <a:graphicData uri="http://schemas.openxmlformats.org/drawingml/2006/chart">
            <c:chart xmlns:c="http://schemas.openxmlformats.org/drawingml/2006/chart" xmlns:r="http://schemas.openxmlformats.org/officeDocument/2006/relationships" r:id="rId4"/>
          </a:graphicData>
        </a:graphic>
      </p:graphicFrame>
      <p:sp>
        <p:nvSpPr>
          <p:cNvPr id="24" name="TextBox 23">
            <a:extLst>
              <a:ext uri="{FF2B5EF4-FFF2-40B4-BE49-F238E27FC236}">
                <a16:creationId xmlns:a16="http://schemas.microsoft.com/office/drawing/2014/main" id="{17FF06EA-8465-41BA-A120-9DEF04694206}"/>
              </a:ext>
            </a:extLst>
          </p:cNvPr>
          <p:cNvSpPr txBox="1"/>
          <p:nvPr/>
        </p:nvSpPr>
        <p:spPr>
          <a:xfrm>
            <a:off x="3557494" y="3373278"/>
            <a:ext cx="493725" cy="215444"/>
          </a:xfrm>
          <a:prstGeom prst="rect">
            <a:avLst/>
          </a:prstGeom>
          <a:noFill/>
        </p:spPr>
        <p:txBody>
          <a:bodyPr wrap="none" lIns="0" tIns="0" rIns="0" bIns="0" rtlCol="0">
            <a:spAutoFit/>
            <a:scene3d>
              <a:camera prst="orthographicFront"/>
              <a:lightRig rig="threePt" dir="t"/>
            </a:scene3d>
            <a:sp3d>
              <a:bevelB w="0" h="1270"/>
            </a:sp3d>
          </a:bodyPr>
          <a:lstStyle/>
          <a:p>
            <a:pPr algn="ctr"/>
            <a:r>
              <a:rPr lang="en-US" sz="1400" dirty="0">
                <a:solidFill>
                  <a:schemeClr val="bg1"/>
                </a:solidFill>
                <a:latin typeface="SamsungOne-700" panose="020B0803030303020204" pitchFamily="34" charset="0"/>
                <a:ea typeface="SamsungOne-700" panose="020B0803030303020204" pitchFamily="34" charset="0"/>
                <a:cs typeface="Times New Roman" panose="02020603050405020304" pitchFamily="18" charset="0"/>
              </a:rPr>
              <a:t>43.1%</a:t>
            </a:r>
          </a:p>
        </p:txBody>
      </p:sp>
      <p:sp>
        <p:nvSpPr>
          <p:cNvPr id="33" name="TextBox 32">
            <a:extLst>
              <a:ext uri="{FF2B5EF4-FFF2-40B4-BE49-F238E27FC236}">
                <a16:creationId xmlns:a16="http://schemas.microsoft.com/office/drawing/2014/main" id="{CF38A8AE-8284-4CF0-88F0-A9071573A990}"/>
              </a:ext>
            </a:extLst>
          </p:cNvPr>
          <p:cNvSpPr txBox="1"/>
          <p:nvPr/>
        </p:nvSpPr>
        <p:spPr>
          <a:xfrm>
            <a:off x="5090027" y="3871291"/>
            <a:ext cx="520976" cy="215444"/>
          </a:xfrm>
          <a:prstGeom prst="rect">
            <a:avLst/>
          </a:prstGeom>
          <a:noFill/>
        </p:spPr>
        <p:txBody>
          <a:bodyPr wrap="none" lIns="0" tIns="0" rIns="0" bIns="0" rtlCol="0">
            <a:spAutoFit/>
            <a:scene3d>
              <a:camera prst="orthographicFront"/>
              <a:lightRig rig="threePt" dir="t"/>
            </a:scene3d>
            <a:sp3d>
              <a:bevelB w="0" h="1270"/>
            </a:sp3d>
          </a:bodyPr>
          <a:lstStyle/>
          <a:p>
            <a:pPr algn="ctr"/>
            <a:r>
              <a:rPr lang="en-US" sz="1400" dirty="0">
                <a:solidFill>
                  <a:schemeClr val="bg1"/>
                </a:solidFill>
                <a:latin typeface="SamsungOne-700" panose="020B0803030303020204" pitchFamily="34" charset="0"/>
                <a:ea typeface="SamsungOne-700" panose="020B0803030303020204" pitchFamily="34" charset="0"/>
                <a:cs typeface="Times New Roman" panose="02020603050405020304" pitchFamily="18" charset="0"/>
              </a:rPr>
              <a:t>38.0%</a:t>
            </a:r>
          </a:p>
        </p:txBody>
      </p:sp>
      <p:sp>
        <p:nvSpPr>
          <p:cNvPr id="34" name="TextBox 33">
            <a:extLst>
              <a:ext uri="{FF2B5EF4-FFF2-40B4-BE49-F238E27FC236}">
                <a16:creationId xmlns:a16="http://schemas.microsoft.com/office/drawing/2014/main" id="{5DFA9191-92FE-477F-9F71-500F04730D56}"/>
              </a:ext>
            </a:extLst>
          </p:cNvPr>
          <p:cNvSpPr txBox="1"/>
          <p:nvPr/>
        </p:nvSpPr>
        <p:spPr>
          <a:xfrm>
            <a:off x="6278159" y="2905086"/>
            <a:ext cx="322204" cy="169277"/>
          </a:xfrm>
          <a:prstGeom prst="rect">
            <a:avLst/>
          </a:prstGeom>
          <a:noFill/>
        </p:spPr>
        <p:txBody>
          <a:bodyPr wrap="none" lIns="0" tIns="0" rIns="0" bIns="0" rtlCol="0">
            <a:spAutoFit/>
            <a:scene3d>
              <a:camera prst="orthographicFront"/>
              <a:lightRig rig="threePt" dir="t"/>
            </a:scene3d>
            <a:sp3d>
              <a:bevelB w="0" h="1270"/>
            </a:sp3d>
          </a:bodyPr>
          <a:lstStyle>
            <a:defPPr>
              <a:defRPr lang="en-US"/>
            </a:defPPr>
            <a:lvl1pPr algn="ctr">
              <a:defRPr sz="1400">
                <a:latin typeface="SamsungOne-700" panose="020B0803030303020204" pitchFamily="34" charset="0"/>
                <a:ea typeface="SamsungOne-700" panose="020B0803030303020204" pitchFamily="34" charset="0"/>
                <a:cs typeface="Times New Roman" panose="02020603050405020304" pitchFamily="18" charset="0"/>
              </a:defRPr>
            </a:lvl1pPr>
          </a:lstStyle>
          <a:p>
            <a:r>
              <a:rPr lang="en-US" sz="1100" dirty="0"/>
              <a:t>5.4%</a:t>
            </a:r>
          </a:p>
        </p:txBody>
      </p:sp>
      <p:sp>
        <p:nvSpPr>
          <p:cNvPr id="35" name="TextBox 34">
            <a:extLst>
              <a:ext uri="{FF2B5EF4-FFF2-40B4-BE49-F238E27FC236}">
                <a16:creationId xmlns:a16="http://schemas.microsoft.com/office/drawing/2014/main" id="{99F21889-3A49-4B94-9C8E-178B7BF5AF58}"/>
              </a:ext>
            </a:extLst>
          </p:cNvPr>
          <p:cNvSpPr txBox="1"/>
          <p:nvPr/>
        </p:nvSpPr>
        <p:spPr>
          <a:xfrm>
            <a:off x="5781004" y="2678858"/>
            <a:ext cx="314189" cy="169277"/>
          </a:xfrm>
          <a:prstGeom prst="rect">
            <a:avLst/>
          </a:prstGeom>
          <a:noFill/>
        </p:spPr>
        <p:txBody>
          <a:bodyPr wrap="none" lIns="0" tIns="0" rIns="0" bIns="0" rtlCol="0">
            <a:spAutoFit/>
            <a:scene3d>
              <a:camera prst="orthographicFront"/>
              <a:lightRig rig="threePt" dir="t"/>
            </a:scene3d>
            <a:sp3d>
              <a:bevelB w="0" h="1270"/>
            </a:sp3d>
          </a:bodyPr>
          <a:lstStyle/>
          <a:p>
            <a:pPr algn="ctr"/>
            <a:r>
              <a:rPr lang="en-US" sz="1100" dirty="0">
                <a:latin typeface="SamsungOne-700" panose="020B0803030303020204" pitchFamily="34" charset="0"/>
                <a:ea typeface="SamsungOne-700" panose="020B0803030303020204" pitchFamily="34" charset="0"/>
                <a:cs typeface="Times New Roman" panose="02020603050405020304" pitchFamily="18" charset="0"/>
              </a:rPr>
              <a:t>4.7%</a:t>
            </a:r>
          </a:p>
        </p:txBody>
      </p:sp>
      <p:sp>
        <p:nvSpPr>
          <p:cNvPr id="36" name="TextBox 35">
            <a:extLst>
              <a:ext uri="{FF2B5EF4-FFF2-40B4-BE49-F238E27FC236}">
                <a16:creationId xmlns:a16="http://schemas.microsoft.com/office/drawing/2014/main" id="{9FC3235D-F4C8-4ADF-A8B5-F5A6E656A3D3}"/>
              </a:ext>
            </a:extLst>
          </p:cNvPr>
          <p:cNvSpPr txBox="1"/>
          <p:nvPr/>
        </p:nvSpPr>
        <p:spPr>
          <a:xfrm>
            <a:off x="4821319" y="2858919"/>
            <a:ext cx="411972" cy="215444"/>
          </a:xfrm>
          <a:prstGeom prst="rect">
            <a:avLst/>
          </a:prstGeom>
          <a:noFill/>
        </p:spPr>
        <p:txBody>
          <a:bodyPr wrap="none" lIns="0" tIns="0" rIns="0" bIns="0" rtlCol="0">
            <a:spAutoFit/>
            <a:scene3d>
              <a:camera prst="orthographicFront"/>
              <a:lightRig rig="threePt" dir="t"/>
            </a:scene3d>
            <a:sp3d>
              <a:bevelB w="0" h="1270"/>
            </a:sp3d>
          </a:bodyPr>
          <a:lstStyle/>
          <a:p>
            <a:pPr algn="ctr"/>
            <a:r>
              <a:rPr lang="en-US" sz="1400" dirty="0">
                <a:solidFill>
                  <a:schemeClr val="bg1"/>
                </a:solidFill>
                <a:latin typeface="SamsungOne-700" panose="020B0803030303020204" pitchFamily="34" charset="0"/>
                <a:ea typeface="SamsungOne-700" panose="020B0803030303020204" pitchFamily="34" charset="0"/>
                <a:cs typeface="Times New Roman" panose="02020603050405020304" pitchFamily="18" charset="0"/>
              </a:rPr>
              <a:t>8.9%</a:t>
            </a:r>
          </a:p>
        </p:txBody>
      </p:sp>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7" name="직사각형 16">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4.3.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để</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tóm</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tắt</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dữ</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liệu</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phân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loại</a:t>
              </a:r>
              <a:endParaRPr lang="ko-KR" altLang="en-US" b="1" dirty="0">
                <a:solidFill>
                  <a:prstClr val="white"/>
                </a:solidFill>
                <a:latin typeface="iCiel Samsung Sharp Sans Medium" pitchFamily="2" charset="77"/>
                <a:cs typeface="iCiel Samsung Sharp Sans Medium" pitchFamily="2" charset="77"/>
              </a:endParaRPr>
            </a:p>
          </p:txBody>
        </p:sp>
        <p:sp>
          <p:nvSpPr>
            <p:cNvPr id="18" name="직사각형 17">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20" name="그룹 19">
            <a:extLst>
              <a:ext uri="{FF2B5EF4-FFF2-40B4-BE49-F238E27FC236}">
                <a16:creationId xmlns:a16="http://schemas.microsoft.com/office/drawing/2014/main" id="{E53371C3-8732-457C-9C1C-26300CFC8D5C}"/>
              </a:ext>
            </a:extLst>
          </p:cNvPr>
          <p:cNvGrpSpPr/>
          <p:nvPr/>
        </p:nvGrpSpPr>
        <p:grpSpPr>
          <a:xfrm>
            <a:off x="580388" y="1413381"/>
            <a:ext cx="8887612" cy="599957"/>
            <a:chOff x="580388" y="1413381"/>
            <a:chExt cx="8887612" cy="599957"/>
          </a:xfrm>
        </p:grpSpPr>
        <p:sp>
          <p:nvSpPr>
            <p:cNvPr id="22" name="직사각형 21">
              <a:extLst>
                <a:ext uri="{FF2B5EF4-FFF2-40B4-BE49-F238E27FC236}">
                  <a16:creationId xmlns:a16="http://schemas.microsoft.com/office/drawing/2014/main" id="{AFACF473-2A8D-411E-A3C3-6C3BE7E02255}"/>
                </a:ext>
              </a:extLst>
            </p:cNvPr>
            <p:cNvSpPr/>
            <p:nvPr/>
          </p:nvSpPr>
          <p:spPr>
            <a:xfrm>
              <a:off x="580388" y="141338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Đôi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khi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nên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tránh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hiệu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ứng</a:t>
              </a:r>
              <a:r>
                <a:rPr lang="en-US" altLang="ko-KR" sz="1400" dirty="0">
                  <a:solidFill>
                    <a:schemeClr val="tx1"/>
                  </a:solidFill>
                  <a:latin typeface="SamsungOne-400" panose="020B0503030303020204" pitchFamily="34" charset="0"/>
                  <a:ea typeface="SamsungOne-400" panose="020B0503030303020204" pitchFamily="34" charset="0"/>
                </a:rPr>
                <a:t> 3D.</a:t>
              </a:r>
            </a:p>
          </p:txBody>
        </p:sp>
        <p:sp>
          <p:nvSpPr>
            <p:cNvPr id="23" name="Rectangle 12">
              <a:extLst>
                <a:ext uri="{FF2B5EF4-FFF2-40B4-BE49-F238E27FC236}">
                  <a16:creationId xmlns:a16="http://schemas.microsoft.com/office/drawing/2014/main" id="{B415C32B-46DD-43EF-8F22-3EC6581C640F}"/>
                </a:ext>
              </a:extLst>
            </p:cNvPr>
            <p:cNvSpPr/>
            <p:nvPr/>
          </p:nvSpPr>
          <p:spPr>
            <a:xfrm>
              <a:off x="711201" y="1667877"/>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Trong biểu đồ hình tròn 3D, rất khó để phân biệt tỷ lệ tương đối do góc nhìn.</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spTree>
    <p:custDataLst>
      <p:tags r:id="rId1"/>
    </p:custDataLst>
    <p:extLst>
      <p:ext uri="{BB962C8B-B14F-4D97-AF65-F5344CB8AC3E}">
        <p14:creationId xmlns:p14="http://schemas.microsoft.com/office/powerpoint/2010/main" val="1613810624"/>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직사각형 133">
            <a:extLst>
              <a:ext uri="{FF2B5EF4-FFF2-40B4-BE49-F238E27FC236}">
                <a16:creationId xmlns:a16="http://schemas.microsoft.com/office/drawing/2014/main" id="{E24BB24C-CBEB-4C04-9540-8667FB62FBD5}"/>
              </a:ext>
            </a:extLst>
          </p:cNvPr>
          <p:cNvSpPr/>
          <p:nvPr/>
        </p:nvSpPr>
        <p:spPr>
          <a:xfrm>
            <a:off x="912070" y="3133792"/>
            <a:ext cx="8143798" cy="98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defTabSz="457063" fontAlgn="base" latinLnBrk="1">
              <a:spcBef>
                <a:spcPct val="0"/>
              </a:spcBef>
              <a:spcAft>
                <a:spcPct val="0"/>
              </a:spcAft>
              <a:defRPr/>
            </a:pPr>
            <a:r>
              <a:rPr kumimoji="1" lang="en-US" altLang="ko-KR" sz="3200" b="1" dirty="0" err="1">
                <a:solidFill>
                  <a:prstClr val="black"/>
                </a:solidFill>
                <a:latin typeface="iCiel Samsung Sharp Sans Regular" pitchFamily="2" charset="77"/>
                <a:cs typeface="iCiel Samsung Sharp Sans Regular" pitchFamily="2" charset="77"/>
              </a:rPr>
              <a:t>Trực</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quan</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hóa</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dữ</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liệu</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cho</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các</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dữ</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liệu</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có</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quy</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mô</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khác</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nhau</a:t>
            </a:r>
            <a:endParaRPr kumimoji="1" lang="ko-KR" altLang="en-US" sz="3200" b="1" dirty="0">
              <a:solidFill>
                <a:prstClr val="black"/>
              </a:solidFill>
              <a:latin typeface="iCiel Samsung Sharp Sans Regular" pitchFamily="2" charset="77"/>
              <a:cs typeface="iCiel Samsung Sharp Sans Regular" pitchFamily="2" charset="77"/>
            </a:endParaRPr>
          </a:p>
        </p:txBody>
      </p:sp>
      <p:sp>
        <p:nvSpPr>
          <p:cNvPr id="25" name="직사각형 133">
            <a:extLst>
              <a:ext uri="{FF2B5EF4-FFF2-40B4-BE49-F238E27FC236}">
                <a16:creationId xmlns:a16="http://schemas.microsoft.com/office/drawing/2014/main" id="{FA275A2E-52AA-4831-BCF7-8CCFE56140F1}"/>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457063" fontAlgn="base" latinLnBrk="1">
              <a:spcBef>
                <a:spcPct val="0"/>
              </a:spcBef>
              <a:spcAft>
                <a:spcPct val="0"/>
              </a:spcAft>
              <a:defRPr/>
            </a:pPr>
            <a:r>
              <a:rPr kumimoji="1" lang="en-US" altLang="ko-KR" sz="1999" b="1" dirty="0" err="1">
                <a:solidFill>
                  <a:prstClr val="white">
                    <a:lumMod val="50000"/>
                  </a:prstClr>
                </a:solidFill>
                <a:latin typeface="iCiel Samsung Sharp Sans Regular" pitchFamily="2" charset="77"/>
                <a:ea typeface="iCiel Samsung Sharp Sans Regular" pitchFamily="2" charset="77"/>
                <a:cs typeface="iCiel Samsung Sharp Sans Regular" pitchFamily="2" charset="77"/>
              </a:rPr>
              <a:t>Bài</a:t>
            </a:r>
            <a:r>
              <a:rPr kumimoji="1" lang="en-US" altLang="ko-KR" sz="1999" b="1" dirty="0">
                <a:solidFill>
                  <a:prstClr val="white">
                    <a:lumMod val="50000"/>
                  </a:prstClr>
                </a:solidFill>
                <a:latin typeface="iCiel Samsung Sharp Sans Regular" pitchFamily="2" charset="77"/>
                <a:ea typeface="iCiel Samsung Sharp Sans Regular" pitchFamily="2" charset="77"/>
                <a:cs typeface="iCiel Samsung Sharp Sans Regular" pitchFamily="2" charset="77"/>
              </a:rPr>
              <a:t> 4. </a:t>
            </a:r>
            <a:endParaRPr kumimoji="1" lang="en-US" altLang="ko-KR" sz="5398" b="1" dirty="0">
              <a:solidFill>
                <a:prstClr val="white">
                  <a:lumMod val="50000"/>
                </a:prstClr>
              </a:solidFill>
              <a:latin typeface="iCiel Samsung Sharp Sans Regular" pitchFamily="2" charset="77"/>
              <a:ea typeface="iCiel Samsung Sharp Sans Regular" pitchFamily="2" charset="77"/>
              <a:cs typeface="iCiel Samsung Sharp Sans Regular" pitchFamily="2" charset="77"/>
            </a:endParaRPr>
          </a:p>
        </p:txBody>
      </p:sp>
      <p:grpSp>
        <p:nvGrpSpPr>
          <p:cNvPr id="20" name="그룹 19"/>
          <p:cNvGrpSpPr/>
          <p:nvPr/>
        </p:nvGrpSpPr>
        <p:grpSpPr>
          <a:xfrm>
            <a:off x="930678" y="4580348"/>
            <a:ext cx="8341214" cy="1137456"/>
            <a:chOff x="930678" y="4580348"/>
            <a:chExt cx="8341214" cy="1137456"/>
          </a:xfrm>
        </p:grpSpPr>
        <p:sp>
          <p:nvSpPr>
            <p:cNvPr id="21" name="직사각형 20">
              <a:extLst>
                <a:ext uri="{FF2B5EF4-FFF2-40B4-BE49-F238E27FC236}">
                  <a16:creationId xmlns:a16="http://schemas.microsoft.com/office/drawing/2014/main" id="{8CEA84EE-1CFD-4B57-A1C8-06A1AB4ACA44}"/>
                </a:ext>
              </a:extLst>
            </p:cNvPr>
            <p:cNvSpPr/>
            <p:nvPr/>
          </p:nvSpPr>
          <p:spPr>
            <a:xfrm>
              <a:off x="1113499" y="4581541"/>
              <a:ext cx="4201101"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srgbClr val="B1B1B1"/>
                  </a:solidFill>
                  <a:latin typeface="SamsungOne-400" panose="020B0503030303020204" pitchFamily="34" charset="0"/>
                  <a:ea typeface="SamsungOne-400" panose="020B0503030303020204" pitchFamily="34" charset="0"/>
                </a:rPr>
                <a:t>4.1. </a:t>
              </a:r>
              <a:r>
                <a:rPr kumimoji="1" lang="en-US" altLang="ko-KR" sz="1799" dirty="0" err="1">
                  <a:solidFill>
                    <a:srgbClr val="B1B1B1"/>
                  </a:solidFill>
                  <a:latin typeface="SamsungOne-400" panose="020B0503030303020204" pitchFamily="34" charset="0"/>
                  <a:ea typeface="SamsungOne-400" panose="020B0503030303020204" pitchFamily="34" charset="0"/>
                </a:rPr>
                <a:t>Giới</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thiệu</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về</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trực</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quan</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hóa</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dữ</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liệu</a:t>
              </a:r>
              <a:endParaRPr kumimoji="1" lang="ko-KR" altLang="en-US" sz="1799" dirty="0">
                <a:solidFill>
                  <a:srgbClr val="B1B1B1"/>
                </a:solidFill>
                <a:latin typeface="SamsungOne-400" panose="020B0503030303020204" pitchFamily="34" charset="0"/>
                <a:ea typeface="SamsungOne-700" panose="020B0803030303020204" pitchFamily="34" charset="0"/>
              </a:endParaRPr>
            </a:p>
          </p:txBody>
        </p:sp>
        <p:sp>
          <p:nvSpPr>
            <p:cNvPr id="23" name="직사각형 22">
              <a:extLst>
                <a:ext uri="{FF2B5EF4-FFF2-40B4-BE49-F238E27FC236}">
                  <a16:creationId xmlns:a16="http://schemas.microsoft.com/office/drawing/2014/main" id="{490AEC04-CD1D-4B88-858B-CBB56559D797}"/>
                </a:ext>
              </a:extLst>
            </p:cNvPr>
            <p:cNvSpPr/>
            <p:nvPr/>
          </p:nvSpPr>
          <p:spPr>
            <a:xfrm>
              <a:off x="930678" y="4580348"/>
              <a:ext cx="35988" cy="251919"/>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srgbClr val="1429A0"/>
                </a:solidFill>
                <a:latin typeface="Calibri" panose="020F0502020204030204"/>
                <a:ea typeface="맑은 고딕" panose="020B0503020000020004" pitchFamily="50" charset="-127"/>
              </a:endParaRPr>
            </a:p>
          </p:txBody>
        </p:sp>
        <p:sp>
          <p:nvSpPr>
            <p:cNvPr id="24" name="직사각형 23">
              <a:extLst>
                <a:ext uri="{FF2B5EF4-FFF2-40B4-BE49-F238E27FC236}">
                  <a16:creationId xmlns:a16="http://schemas.microsoft.com/office/drawing/2014/main" id="{475B5DE5-347D-4119-80E7-2377740127D9}"/>
                </a:ext>
              </a:extLst>
            </p:cNvPr>
            <p:cNvSpPr/>
            <p:nvPr/>
          </p:nvSpPr>
          <p:spPr>
            <a:xfrm>
              <a:off x="1113499" y="5011238"/>
              <a:ext cx="4471164"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srgbClr val="A6A6A6"/>
                  </a:solidFill>
                  <a:latin typeface="SamsungOne-400" panose="020B0503030303020204" pitchFamily="34" charset="0"/>
                  <a:ea typeface="SamsungOne-400" panose="020B0503030303020204" pitchFamily="34" charset="0"/>
                </a:rPr>
                <a:t>4.2. </a:t>
              </a:r>
              <a:r>
                <a:rPr kumimoji="1" lang="en-US" altLang="ko-KR" sz="1799" dirty="0" err="1">
                  <a:solidFill>
                    <a:srgbClr val="A6A6A6"/>
                  </a:solidFill>
                  <a:latin typeface="SamsungOne-400" panose="020B0503030303020204" pitchFamily="34" charset="0"/>
                  <a:ea typeface="SamsungOne-400" panose="020B0503030303020204" pitchFamily="34" charset="0"/>
                </a:rPr>
                <a:t>Đồ</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thị</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để</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tóm</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tắt</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dữ</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liệu</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liên</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tục</a:t>
              </a:r>
              <a:endParaRPr kumimoji="1" lang="ko-KR" altLang="en-US" sz="1799" dirty="0">
                <a:solidFill>
                  <a:srgbClr val="A6A6A6"/>
                </a:solidFill>
                <a:latin typeface="SamsungOne-400" panose="020B0503030303020204" pitchFamily="34" charset="0"/>
                <a:ea typeface="SamsungOne-400" panose="020B0503030303020204" pitchFamily="34" charset="0"/>
              </a:endParaRPr>
            </a:p>
          </p:txBody>
        </p:sp>
        <p:sp>
          <p:nvSpPr>
            <p:cNvPr id="26" name="직사각형 25">
              <a:extLst>
                <a:ext uri="{FF2B5EF4-FFF2-40B4-BE49-F238E27FC236}">
                  <a16:creationId xmlns:a16="http://schemas.microsoft.com/office/drawing/2014/main" id="{42D16157-71AB-4EEC-81F2-DE5463F000C0}"/>
                </a:ext>
              </a:extLst>
            </p:cNvPr>
            <p:cNvSpPr/>
            <p:nvPr/>
          </p:nvSpPr>
          <p:spPr>
            <a:xfrm>
              <a:off x="930678" y="5010044"/>
              <a:ext cx="35988" cy="251919"/>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sp>
          <p:nvSpPr>
            <p:cNvPr id="27" name="직사각형 43">
              <a:extLst>
                <a:ext uri="{FF2B5EF4-FFF2-40B4-BE49-F238E27FC236}">
                  <a16:creationId xmlns:a16="http://schemas.microsoft.com/office/drawing/2014/main" id="{7C361C6F-D073-4FC0-8ED0-8901EA9A95A1}"/>
                </a:ext>
              </a:extLst>
            </p:cNvPr>
            <p:cNvSpPr/>
            <p:nvPr/>
          </p:nvSpPr>
          <p:spPr>
            <a:xfrm>
              <a:off x="1113499" y="5440933"/>
              <a:ext cx="4435176"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4.3.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Đồ</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thị</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để</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tóm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tắt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phân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loại</a:t>
              </a:r>
              <a:endParaRPr kumimoji="1" lang="ko-KR" altLang="en-US"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28" name="직사각형 44">
              <a:extLst>
                <a:ext uri="{FF2B5EF4-FFF2-40B4-BE49-F238E27FC236}">
                  <a16:creationId xmlns:a16="http://schemas.microsoft.com/office/drawing/2014/main" id="{84CE6F1A-F6A5-409C-BD43-5542C2321C7A}"/>
                </a:ext>
              </a:extLst>
            </p:cNvPr>
            <p:cNvSpPr/>
            <p:nvPr/>
          </p:nvSpPr>
          <p:spPr>
            <a:xfrm>
              <a:off x="930678" y="5439740"/>
              <a:ext cx="35988" cy="251919"/>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sp>
          <p:nvSpPr>
            <p:cNvPr id="29" name="직사각형 43">
              <a:extLst>
                <a:ext uri="{FF2B5EF4-FFF2-40B4-BE49-F238E27FC236}">
                  <a16:creationId xmlns:a16="http://schemas.microsoft.com/office/drawing/2014/main" id="{E636EDF9-BD08-4EFB-ABDD-A5E21AC16A7F}"/>
                </a:ext>
              </a:extLst>
            </p:cNvPr>
            <p:cNvSpPr/>
            <p:nvPr/>
          </p:nvSpPr>
          <p:spPr>
            <a:xfrm>
              <a:off x="5716046" y="4583042"/>
              <a:ext cx="3555846" cy="5537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srgbClr val="484848"/>
                  </a:solidFill>
                  <a:latin typeface="SamsungOne-700" panose="020B0803030303020204" pitchFamily="34" charset="0"/>
                  <a:ea typeface="SamsungOne-700" panose="020B0803030303020204" pitchFamily="34" charset="0"/>
                </a:rPr>
                <a:t>4.4. </a:t>
              </a:r>
              <a:r>
                <a:rPr kumimoji="1" lang="en-US" altLang="ko-KR" sz="1799" dirty="0" err="1">
                  <a:solidFill>
                    <a:srgbClr val="484848"/>
                  </a:solidFill>
                  <a:latin typeface="SamsungOne-700" panose="020B0803030303020204" pitchFamily="34" charset="0"/>
                  <a:ea typeface="SamsungOne-700" panose="020B0803030303020204" pitchFamily="34" charset="0"/>
                </a:rPr>
                <a:t>Trực</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quan</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hóa</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cho</a:t>
              </a:r>
              <a:r>
                <a:rPr kumimoji="1" lang="en-US" altLang="ko-KR" sz="1799" dirty="0">
                  <a:solidFill>
                    <a:srgbClr val="484848"/>
                  </a:solidFill>
                  <a:latin typeface="SamsungOne-700" panose="020B0803030303020204" pitchFamily="34" charset="0"/>
                  <a:ea typeface="SamsungOne-700" panose="020B0803030303020204" pitchFamily="34" charset="0"/>
                </a:rPr>
                <a:t> Matplotlib </a:t>
              </a:r>
              <a:r>
                <a:rPr kumimoji="1" lang="en-US" altLang="ko-KR" sz="1799" dirty="0" err="1">
                  <a:solidFill>
                    <a:srgbClr val="484848"/>
                  </a:solidFill>
                  <a:latin typeface="SamsungOne-700" panose="020B0803030303020204" pitchFamily="34" charset="0"/>
                  <a:ea typeface="SamsungOne-700" panose="020B0803030303020204" pitchFamily="34" charset="0"/>
                </a:rPr>
                <a:t>và</a:t>
              </a:r>
              <a:r>
                <a:rPr kumimoji="1" lang="en-US" altLang="ko-KR" sz="1799" dirty="0">
                  <a:solidFill>
                    <a:srgbClr val="484848"/>
                  </a:solidFill>
                  <a:latin typeface="SamsungOne-700" panose="020B0803030303020204" pitchFamily="34" charset="0"/>
                  <a:ea typeface="SamsungOne-700" panose="020B0803030303020204" pitchFamily="34" charset="0"/>
                </a:rPr>
                <a:t> pandas</a:t>
              </a:r>
              <a:endParaRPr kumimoji="1" lang="ko-KR" altLang="en-US" sz="1799" dirty="0">
                <a:solidFill>
                  <a:srgbClr val="484848"/>
                </a:solidFill>
                <a:latin typeface="SamsungOne-700" panose="020B0803030303020204" pitchFamily="34" charset="0"/>
                <a:ea typeface="SamsungOne-400" panose="020B0503030303020204" pitchFamily="34" charset="0"/>
              </a:endParaRPr>
            </a:p>
          </p:txBody>
        </p:sp>
        <p:sp>
          <p:nvSpPr>
            <p:cNvPr id="30" name="직사각형 44">
              <a:extLst>
                <a:ext uri="{FF2B5EF4-FFF2-40B4-BE49-F238E27FC236}">
                  <a16:creationId xmlns:a16="http://schemas.microsoft.com/office/drawing/2014/main" id="{3AA1A5AD-7960-4AA6-9E10-73E6C03E42DC}"/>
                </a:ext>
              </a:extLst>
            </p:cNvPr>
            <p:cNvSpPr/>
            <p:nvPr/>
          </p:nvSpPr>
          <p:spPr>
            <a:xfrm>
              <a:off x="5548675" y="4585395"/>
              <a:ext cx="35988" cy="251920"/>
            </a:xfrm>
            <a:prstGeom prst="rect">
              <a:avLst/>
            </a:prstGeom>
            <a:solidFill>
              <a:srgbClr val="1429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sp>
          <p:nvSpPr>
            <p:cNvPr id="46" name="직사각형 43">
              <a:extLst>
                <a:ext uri="{FF2B5EF4-FFF2-40B4-BE49-F238E27FC236}">
                  <a16:creationId xmlns:a16="http://schemas.microsoft.com/office/drawing/2014/main" id="{E636EDF9-BD08-4EFB-ABDD-A5E21AC16A7F}"/>
                </a:ext>
              </a:extLst>
            </p:cNvPr>
            <p:cNvSpPr/>
            <p:nvPr/>
          </p:nvSpPr>
          <p:spPr>
            <a:xfrm>
              <a:off x="5716046" y="5425510"/>
              <a:ext cx="3555846"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4.5.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Vẽ</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đồ</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thị</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nâng</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cao</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với</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Seaborn</a:t>
              </a:r>
            </a:p>
          </p:txBody>
        </p:sp>
        <p:sp>
          <p:nvSpPr>
            <p:cNvPr id="47" name="직사각형 44">
              <a:extLst>
                <a:ext uri="{FF2B5EF4-FFF2-40B4-BE49-F238E27FC236}">
                  <a16:creationId xmlns:a16="http://schemas.microsoft.com/office/drawing/2014/main" id="{3AA1A5AD-7960-4AA6-9E10-73E6C03E42DC}"/>
                </a:ext>
              </a:extLst>
            </p:cNvPr>
            <p:cNvSpPr/>
            <p:nvPr/>
          </p:nvSpPr>
          <p:spPr>
            <a:xfrm>
              <a:off x="5548675" y="5294785"/>
              <a:ext cx="35988" cy="251920"/>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grpSp>
    </p:spTree>
    <p:custDataLst>
      <p:tags r:id="rId1"/>
    </p:custDataLst>
    <p:extLst>
      <p:ext uri="{BB962C8B-B14F-4D97-AF65-F5344CB8AC3E}">
        <p14:creationId xmlns:p14="http://schemas.microsoft.com/office/powerpoint/2010/main" val="1071293965"/>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2245504"/>
            <a:ext cx="8782050" cy="413582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2" name="그림 1"/>
          <p:cNvPicPr>
            <a:picLocks noChangeAspect="1"/>
          </p:cNvPicPr>
          <p:nvPr/>
        </p:nvPicPr>
        <p:blipFill rotWithShape="1">
          <a:blip r:embed="rId4"/>
          <a:srcRect r="13155"/>
          <a:stretch/>
        </p:blipFill>
        <p:spPr>
          <a:xfrm>
            <a:off x="702940" y="2257773"/>
            <a:ext cx="8637506" cy="4123555"/>
          </a:xfrm>
          <a:prstGeom prst="rect">
            <a:avLst/>
          </a:prstGeom>
          <a:ln>
            <a:noFill/>
          </a:ln>
        </p:spPr>
      </p:pic>
      <p:sp>
        <p:nvSpPr>
          <p:cNvPr id="19" name="직사각형 18">
            <a:extLst>
              <a:ext uri="{FF2B5EF4-FFF2-40B4-BE49-F238E27FC236}">
                <a16:creationId xmlns:a16="http://schemas.microsoft.com/office/drawing/2014/main" id="{58B1BC1D-DFB7-4482-BA23-F01AD71B1BBE}"/>
              </a:ext>
            </a:extLst>
          </p:cNvPr>
          <p:cNvSpPr/>
          <p:nvPr/>
        </p:nvSpPr>
        <p:spPr>
          <a:xfrm>
            <a:off x="425068" y="1331476"/>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vi-VN"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rPr>
              <a:t>Trực quan hóa cơ bản bằng Matplotlib</a:t>
            </a:r>
            <a:endParaRPr lang="en-US"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endParaRPr>
          </a:p>
        </p:txBody>
      </p:sp>
      <p:sp>
        <p:nvSpPr>
          <p:cNvPr id="13" name="직사각형 12">
            <a:extLst>
              <a:ext uri="{FF2B5EF4-FFF2-40B4-BE49-F238E27FC236}">
                <a16:creationId xmlns:a16="http://schemas.microsoft.com/office/drawing/2014/main" id="{AFACF473-2A8D-411E-A3C3-6C3BE7E02255}"/>
              </a:ext>
            </a:extLst>
          </p:cNvPr>
          <p:cNvSpPr/>
          <p:nvPr/>
        </p:nvSpPr>
        <p:spPr>
          <a:xfrm>
            <a:off x="580388" y="1987965"/>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3406263071"/>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직사각형 13">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Histogram</a:t>
            </a:r>
            <a:endParaRPr lang="en-US" altLang="ko-KR" sz="1400" dirty="0">
              <a:solidFill>
                <a:schemeClr val="tx1"/>
              </a:solidFill>
              <a:latin typeface="SamsungOne-400" panose="020B0503030303020204" pitchFamily="34" charset="0"/>
              <a:ea typeface="SamsungOne-400" panose="020B0503030303020204" pitchFamily="34" charset="0"/>
            </a:endParaRPr>
          </a:p>
        </p:txBody>
      </p:sp>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1741448"/>
            <a:ext cx="8782050" cy="391980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4" name="그림 3"/>
          <p:cNvPicPr>
            <a:picLocks noChangeAspect="1"/>
          </p:cNvPicPr>
          <p:nvPr/>
        </p:nvPicPr>
        <p:blipFill rotWithShape="1">
          <a:blip r:embed="rId5"/>
          <a:srcRect r="20180"/>
          <a:stretch/>
        </p:blipFill>
        <p:spPr>
          <a:xfrm>
            <a:off x="575917" y="1772816"/>
            <a:ext cx="8767983" cy="3744416"/>
          </a:xfrm>
          <a:prstGeom prst="rect">
            <a:avLst/>
          </a:prstGeom>
          <a:ln>
            <a:noFill/>
          </a:ln>
        </p:spPr>
      </p:pic>
    </p:spTree>
    <p:custDataLst>
      <p:tags r:id="rId1"/>
    </p:custDataLst>
    <p:extLst>
      <p:ext uri="{BB962C8B-B14F-4D97-AF65-F5344CB8AC3E}">
        <p14:creationId xmlns:p14="http://schemas.microsoft.com/office/powerpoint/2010/main" val="3639438608"/>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1741447"/>
            <a:ext cx="8782050" cy="383663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4" name="그림 3"/>
          <p:cNvPicPr>
            <a:picLocks noChangeAspect="1"/>
          </p:cNvPicPr>
          <p:nvPr/>
        </p:nvPicPr>
        <p:blipFill rotWithShape="1">
          <a:blip r:embed="rId4"/>
          <a:srcRect l="1342" r="20772"/>
          <a:stretch/>
        </p:blipFill>
        <p:spPr>
          <a:xfrm>
            <a:off x="702940" y="1812536"/>
            <a:ext cx="8640960" cy="3765551"/>
          </a:xfrm>
          <a:prstGeom prst="rect">
            <a:avLst/>
          </a:prstGeom>
          <a:ln>
            <a:noFill/>
          </a:ln>
        </p:spPr>
      </p:pic>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Histogram</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750395506"/>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1744977"/>
            <a:ext cx="8782050" cy="406028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2" name="그림 1"/>
          <p:cNvPicPr>
            <a:picLocks noChangeAspect="1"/>
          </p:cNvPicPr>
          <p:nvPr/>
        </p:nvPicPr>
        <p:blipFill rotWithShape="1">
          <a:blip r:embed="rId4"/>
          <a:srcRect l="1370" r="19418"/>
          <a:stretch/>
        </p:blipFill>
        <p:spPr>
          <a:xfrm>
            <a:off x="724977" y="1786512"/>
            <a:ext cx="8618923" cy="4018752"/>
          </a:xfrm>
          <a:prstGeom prst="rect">
            <a:avLst/>
          </a:prstGeom>
          <a:ln>
            <a:noFill/>
          </a:ln>
        </p:spPr>
      </p:pic>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Boxplot</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3354606880"/>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1742167"/>
            <a:ext cx="8782050" cy="375077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3" name="그림 2"/>
          <p:cNvPicPr>
            <a:picLocks noChangeAspect="1"/>
          </p:cNvPicPr>
          <p:nvPr/>
        </p:nvPicPr>
        <p:blipFill rotWithShape="1">
          <a:blip r:embed="rId4"/>
          <a:srcRect l="1288" t="3798" r="21371"/>
          <a:stretch/>
        </p:blipFill>
        <p:spPr>
          <a:xfrm>
            <a:off x="702940" y="1844824"/>
            <a:ext cx="8640960" cy="3648117"/>
          </a:xfrm>
          <a:prstGeom prst="rect">
            <a:avLst/>
          </a:prstGeom>
          <a:ln>
            <a:noFill/>
          </a:ln>
        </p:spPr>
      </p:pic>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Boxplot</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2398372610"/>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1744977"/>
            <a:ext cx="8782050" cy="449233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2" name="그림 1"/>
          <p:cNvPicPr>
            <a:picLocks noChangeAspect="1"/>
          </p:cNvPicPr>
          <p:nvPr/>
        </p:nvPicPr>
        <p:blipFill rotWithShape="1">
          <a:blip r:embed="rId4"/>
          <a:srcRect l="645" r="21370"/>
          <a:stretch/>
        </p:blipFill>
        <p:spPr>
          <a:xfrm>
            <a:off x="630932" y="1809080"/>
            <a:ext cx="8712968" cy="4428232"/>
          </a:xfrm>
          <a:prstGeom prst="rect">
            <a:avLst/>
          </a:prstGeom>
          <a:ln>
            <a:noFill/>
          </a:ln>
        </p:spPr>
      </p:pic>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đường</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2454865982"/>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1746876"/>
            <a:ext cx="8782050" cy="452609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3" name="그림 2"/>
          <p:cNvPicPr>
            <a:picLocks noChangeAspect="1"/>
          </p:cNvPicPr>
          <p:nvPr/>
        </p:nvPicPr>
        <p:blipFill rotWithShape="1">
          <a:blip r:embed="rId4"/>
          <a:srcRect l="650" r="21275"/>
          <a:stretch/>
        </p:blipFill>
        <p:spPr>
          <a:xfrm>
            <a:off x="630933" y="1809080"/>
            <a:ext cx="8712968" cy="4463892"/>
          </a:xfrm>
          <a:prstGeom prst="rect">
            <a:avLst/>
          </a:prstGeom>
          <a:ln>
            <a:noFill/>
          </a:ln>
        </p:spPr>
      </p:pic>
      <p:sp>
        <p:nvSpPr>
          <p:cNvPr id="12" name="직사각형 11">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đường</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3634856949"/>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1746876"/>
            <a:ext cx="8782050" cy="449043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2" name="그림 1"/>
          <p:cNvPicPr>
            <a:picLocks noChangeAspect="1"/>
          </p:cNvPicPr>
          <p:nvPr/>
        </p:nvPicPr>
        <p:blipFill rotWithShape="1">
          <a:blip r:embed="rId4"/>
          <a:srcRect l="669" r="20773"/>
          <a:stretch/>
        </p:blipFill>
        <p:spPr>
          <a:xfrm>
            <a:off x="630932" y="1809017"/>
            <a:ext cx="8712968" cy="4428295"/>
          </a:xfrm>
          <a:prstGeom prst="rect">
            <a:avLst/>
          </a:prstGeom>
          <a:ln>
            <a:noFill/>
          </a:ln>
        </p:spPr>
      </p:pic>
      <p:sp>
        <p:nvSpPr>
          <p:cNvPr id="12" name="직사각형 11">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đường</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3133072412"/>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1746876"/>
            <a:ext cx="8782050" cy="434642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3" name="그림 2"/>
          <p:cNvPicPr>
            <a:picLocks noChangeAspect="1"/>
          </p:cNvPicPr>
          <p:nvPr/>
        </p:nvPicPr>
        <p:blipFill rotWithShape="1">
          <a:blip r:embed="rId4"/>
          <a:srcRect r="17663"/>
          <a:stretch/>
        </p:blipFill>
        <p:spPr>
          <a:xfrm>
            <a:off x="577204" y="1772816"/>
            <a:ext cx="8766696" cy="4320480"/>
          </a:xfrm>
          <a:prstGeom prst="rect">
            <a:avLst/>
          </a:prstGeom>
          <a:ln>
            <a:noFill/>
          </a:ln>
        </p:spPr>
      </p:pic>
      <p:sp>
        <p:nvSpPr>
          <p:cNvPr id="12" name="직사각형 11">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đường</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82279441"/>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1746876"/>
            <a:ext cx="8782050" cy="463445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2" name="그림 1"/>
          <p:cNvPicPr>
            <a:picLocks noChangeAspect="1"/>
          </p:cNvPicPr>
          <p:nvPr/>
        </p:nvPicPr>
        <p:blipFill rotWithShape="1">
          <a:blip r:embed="rId4"/>
          <a:srcRect l="1258" t="1526" r="19334" b="780"/>
          <a:stretch/>
        </p:blipFill>
        <p:spPr>
          <a:xfrm>
            <a:off x="630932" y="1772816"/>
            <a:ext cx="8712968" cy="4608512"/>
          </a:xfrm>
          <a:prstGeom prst="rect">
            <a:avLst/>
          </a:prstGeom>
          <a:ln>
            <a:noFill/>
          </a:ln>
        </p:spPr>
      </p:pic>
      <p:sp>
        <p:nvSpPr>
          <p:cNvPr id="12" name="직사각형 11">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đường</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827589076"/>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1746876"/>
            <a:ext cx="8782050" cy="448193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4" name="그림 3"/>
          <p:cNvPicPr>
            <a:picLocks noChangeAspect="1"/>
          </p:cNvPicPr>
          <p:nvPr/>
        </p:nvPicPr>
        <p:blipFill rotWithShape="1">
          <a:blip r:embed="rId4"/>
          <a:srcRect l="1284" t="1933" r="19617"/>
          <a:stretch/>
        </p:blipFill>
        <p:spPr>
          <a:xfrm>
            <a:off x="630931" y="1772816"/>
            <a:ext cx="8712969" cy="4383986"/>
          </a:xfrm>
          <a:prstGeom prst="rect">
            <a:avLst/>
          </a:prstGeom>
          <a:ln>
            <a:noFill/>
          </a:ln>
        </p:spPr>
      </p:pic>
      <p:sp>
        <p:nvSpPr>
          <p:cNvPr id="12" name="직사각형 11">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hàm</a:t>
            </a:r>
            <a:r>
              <a:rPr lang="en-US" altLang="ko-KR" sz="1400" dirty="0">
                <a:solidFill>
                  <a:schemeClr val="tx1"/>
                </a:solidFill>
                <a:latin typeface="SamsungOne-400" panose="020B0503030303020204" pitchFamily="34" charset="0"/>
                <a:ea typeface="SamsungOne-400" panose="020B0503030303020204" pitchFamily="34" charset="0"/>
              </a:rPr>
              <a:t> plot()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linestyle</a:t>
            </a:r>
            <a:r>
              <a:rPr lang="en-US" altLang="ko-KR" sz="1400" dirty="0">
                <a:solidFill>
                  <a:schemeClr val="tx1"/>
                </a:solidFill>
                <a:latin typeface="SamsungOne-400" panose="020B0503030303020204" pitchFamily="34" charset="0"/>
                <a:ea typeface="SamsungOne-400" panose="020B0503030303020204" pitchFamily="34" charset="0"/>
              </a:rPr>
              <a:t> ='none':</a:t>
            </a:r>
          </a:p>
        </p:txBody>
      </p:sp>
    </p:spTree>
    <p:custDataLst>
      <p:tags r:id="rId1"/>
    </p:custDataLst>
    <p:extLst>
      <p:ext uri="{BB962C8B-B14F-4D97-AF65-F5344CB8AC3E}">
        <p14:creationId xmlns:p14="http://schemas.microsoft.com/office/powerpoint/2010/main" val="110552355"/>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1746876"/>
            <a:ext cx="8782050" cy="441842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2" name="그림 1"/>
          <p:cNvPicPr>
            <a:picLocks noChangeAspect="1"/>
          </p:cNvPicPr>
          <p:nvPr/>
        </p:nvPicPr>
        <p:blipFill rotWithShape="1">
          <a:blip r:embed="rId4"/>
          <a:srcRect l="1370" t="2009" r="19877"/>
          <a:stretch/>
        </p:blipFill>
        <p:spPr>
          <a:xfrm>
            <a:off x="643899" y="1804569"/>
            <a:ext cx="8696547" cy="4320480"/>
          </a:xfrm>
          <a:prstGeom prst="rect">
            <a:avLst/>
          </a:prstGeom>
          <a:ln>
            <a:noFill/>
          </a:ln>
        </p:spPr>
      </p:pic>
      <p:sp>
        <p:nvSpPr>
          <p:cNvPr id="12" name="직사각형 11">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hàm</a:t>
            </a:r>
            <a:r>
              <a:rPr lang="en-US" altLang="ko-KR" sz="1400" dirty="0">
                <a:solidFill>
                  <a:schemeClr val="tx1"/>
                </a:solidFill>
                <a:latin typeface="SamsungOne-400" panose="020B0503030303020204" pitchFamily="34" charset="0"/>
                <a:ea typeface="SamsungOne-400" panose="020B0503030303020204" pitchFamily="34" charset="0"/>
              </a:rPr>
              <a:t> plot()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linestyle</a:t>
            </a:r>
            <a:r>
              <a:rPr lang="en-US" altLang="ko-KR" sz="1400" dirty="0">
                <a:solidFill>
                  <a:schemeClr val="tx1"/>
                </a:solidFill>
                <a:latin typeface="SamsungOne-400" panose="020B0503030303020204" pitchFamily="34" charset="0"/>
                <a:ea typeface="SamsungOne-400" panose="020B0503030303020204" pitchFamily="34" charset="0"/>
              </a:rPr>
              <a:t> ='none':</a:t>
            </a:r>
          </a:p>
        </p:txBody>
      </p:sp>
    </p:spTree>
    <p:custDataLst>
      <p:tags r:id="rId1"/>
    </p:custDataLst>
    <p:extLst>
      <p:ext uri="{BB962C8B-B14F-4D97-AF65-F5344CB8AC3E}">
        <p14:creationId xmlns:p14="http://schemas.microsoft.com/office/powerpoint/2010/main" val="2399317754"/>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1746876"/>
            <a:ext cx="8782050" cy="405838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3" name="그림 2"/>
          <p:cNvPicPr>
            <a:picLocks noChangeAspect="1"/>
          </p:cNvPicPr>
          <p:nvPr/>
        </p:nvPicPr>
        <p:blipFill rotWithShape="1">
          <a:blip r:embed="rId4"/>
          <a:srcRect l="934" r="1946"/>
          <a:stretch/>
        </p:blipFill>
        <p:spPr>
          <a:xfrm>
            <a:off x="630932" y="1882871"/>
            <a:ext cx="8712968" cy="3778377"/>
          </a:xfrm>
          <a:prstGeom prst="rect">
            <a:avLst/>
          </a:prstGeom>
          <a:ln>
            <a:noFill/>
          </a:ln>
        </p:spPr>
      </p:pic>
      <p:sp>
        <p:nvSpPr>
          <p:cNvPr id="12" name="직사각형 11">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hàm</a:t>
            </a:r>
            <a:r>
              <a:rPr lang="en-US" altLang="ko-KR" sz="1400" dirty="0">
                <a:solidFill>
                  <a:schemeClr val="tx1"/>
                </a:solidFill>
                <a:latin typeface="SamsungOne-400" panose="020B0503030303020204" pitchFamily="34" charset="0"/>
                <a:ea typeface="SamsungOne-400" panose="020B0503030303020204" pitchFamily="34" charset="0"/>
              </a:rPr>
              <a:t> plot()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linestyle</a:t>
            </a:r>
            <a:r>
              <a:rPr lang="en-US" altLang="ko-KR" sz="1400" dirty="0">
                <a:solidFill>
                  <a:schemeClr val="tx1"/>
                </a:solidFill>
                <a:latin typeface="SamsungOne-400" panose="020B0503030303020204" pitchFamily="34" charset="0"/>
                <a:ea typeface="SamsungOne-400" panose="020B0503030303020204" pitchFamily="34" charset="0"/>
              </a:rPr>
              <a:t> ='none':</a:t>
            </a:r>
          </a:p>
        </p:txBody>
      </p:sp>
    </p:spTree>
    <p:custDataLst>
      <p:tags r:id="rId1"/>
    </p:custDataLst>
    <p:extLst>
      <p:ext uri="{BB962C8B-B14F-4D97-AF65-F5344CB8AC3E}">
        <p14:creationId xmlns:p14="http://schemas.microsoft.com/office/powerpoint/2010/main" val="4289785910"/>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1746876"/>
            <a:ext cx="8782050" cy="458838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2" name="그림 1"/>
          <p:cNvPicPr>
            <a:picLocks noChangeAspect="1"/>
          </p:cNvPicPr>
          <p:nvPr/>
        </p:nvPicPr>
        <p:blipFill rotWithShape="1">
          <a:blip r:embed="rId4"/>
          <a:srcRect r="23901"/>
          <a:stretch/>
        </p:blipFill>
        <p:spPr>
          <a:xfrm>
            <a:off x="711200" y="1772816"/>
            <a:ext cx="8632700" cy="4562444"/>
          </a:xfrm>
          <a:prstGeom prst="rect">
            <a:avLst/>
          </a:prstGeom>
          <a:solidFill>
            <a:srgbClr val="F7F7F7"/>
          </a:solidFill>
          <a:ln>
            <a:noFill/>
          </a:ln>
        </p:spPr>
      </p:pic>
      <p:sp>
        <p:nvSpPr>
          <p:cNvPr id="12" name="직사각형 11">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hàm</a:t>
            </a:r>
            <a:r>
              <a:rPr lang="en-US" altLang="ko-KR" sz="1400" dirty="0">
                <a:solidFill>
                  <a:schemeClr val="tx1"/>
                </a:solidFill>
                <a:latin typeface="SamsungOne-400" panose="020B0503030303020204" pitchFamily="34" charset="0"/>
                <a:ea typeface="SamsungOne-400" panose="020B0503030303020204" pitchFamily="34" charset="0"/>
              </a:rPr>
              <a:t> scatter():</a:t>
            </a:r>
          </a:p>
        </p:txBody>
      </p:sp>
    </p:spTree>
    <p:custDataLst>
      <p:tags r:id="rId1"/>
    </p:custDataLst>
    <p:extLst>
      <p:ext uri="{BB962C8B-B14F-4D97-AF65-F5344CB8AC3E}">
        <p14:creationId xmlns:p14="http://schemas.microsoft.com/office/powerpoint/2010/main" val="626624860"/>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1746875"/>
            <a:ext cx="8782050" cy="449841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3" name="그림 2"/>
          <p:cNvPicPr>
            <a:picLocks noChangeAspect="1"/>
          </p:cNvPicPr>
          <p:nvPr/>
        </p:nvPicPr>
        <p:blipFill rotWithShape="1">
          <a:blip r:embed="rId4"/>
          <a:srcRect r="23635"/>
          <a:stretch/>
        </p:blipFill>
        <p:spPr>
          <a:xfrm>
            <a:off x="710788" y="1772816"/>
            <a:ext cx="8633112" cy="4472475"/>
          </a:xfrm>
          <a:prstGeom prst="rect">
            <a:avLst/>
          </a:prstGeom>
          <a:ln>
            <a:noFill/>
          </a:ln>
        </p:spPr>
      </p:pic>
      <p:sp>
        <p:nvSpPr>
          <p:cNvPr id="12" name="직사각형 11">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hàm</a:t>
            </a:r>
            <a:r>
              <a:rPr lang="en-US" altLang="ko-KR" sz="1400" dirty="0">
                <a:solidFill>
                  <a:schemeClr val="tx1"/>
                </a:solidFill>
                <a:latin typeface="SamsungOne-400" panose="020B0503030303020204" pitchFamily="34" charset="0"/>
                <a:ea typeface="SamsungOne-400" panose="020B0503030303020204" pitchFamily="34" charset="0"/>
              </a:rPr>
              <a:t> scatter():</a:t>
            </a:r>
          </a:p>
        </p:txBody>
      </p:sp>
    </p:spTree>
    <p:custDataLst>
      <p:tags r:id="rId1"/>
    </p:custDataLst>
    <p:extLst>
      <p:ext uri="{BB962C8B-B14F-4D97-AF65-F5344CB8AC3E}">
        <p14:creationId xmlns:p14="http://schemas.microsoft.com/office/powerpoint/2010/main" val="3050566743"/>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1746875"/>
            <a:ext cx="8782050" cy="452900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2" name="그림 1"/>
          <p:cNvPicPr>
            <a:picLocks noChangeAspect="1"/>
          </p:cNvPicPr>
          <p:nvPr/>
        </p:nvPicPr>
        <p:blipFill rotWithShape="1">
          <a:blip r:embed="rId4"/>
          <a:srcRect r="23877"/>
          <a:stretch/>
        </p:blipFill>
        <p:spPr>
          <a:xfrm>
            <a:off x="707747" y="1772816"/>
            <a:ext cx="8632699" cy="4503063"/>
          </a:xfrm>
          <a:prstGeom prst="rect">
            <a:avLst/>
          </a:prstGeom>
          <a:ln>
            <a:noFill/>
          </a:ln>
        </p:spPr>
      </p:pic>
      <p:sp>
        <p:nvSpPr>
          <p:cNvPr id="12" name="직사각형 11">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hàm</a:t>
            </a:r>
            <a:r>
              <a:rPr lang="en-US" altLang="ko-KR" sz="1400" dirty="0">
                <a:solidFill>
                  <a:schemeClr val="tx1"/>
                </a:solidFill>
                <a:latin typeface="SamsungOne-400" panose="020B0503030303020204" pitchFamily="34" charset="0"/>
                <a:ea typeface="SamsungOne-400" panose="020B0503030303020204" pitchFamily="34" charset="0"/>
              </a:rPr>
              <a:t> scatter():</a:t>
            </a:r>
          </a:p>
        </p:txBody>
      </p:sp>
    </p:spTree>
    <p:custDataLst>
      <p:tags r:id="rId1"/>
    </p:custDataLst>
    <p:extLst>
      <p:ext uri="{BB962C8B-B14F-4D97-AF65-F5344CB8AC3E}">
        <p14:creationId xmlns:p14="http://schemas.microsoft.com/office/powerpoint/2010/main" val="4101642501"/>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모서리가 둥근 직사각형 4">
            <a:extLst>
              <a:ext uri="{FF2B5EF4-FFF2-40B4-BE49-F238E27FC236}">
                <a16:creationId xmlns:a16="http://schemas.microsoft.com/office/drawing/2014/main" id="{930158F8-A5B7-4F97-8E44-C73FC55364FC}"/>
              </a:ext>
            </a:extLst>
          </p:cNvPr>
          <p:cNvSpPr/>
          <p:nvPr/>
        </p:nvSpPr>
        <p:spPr>
          <a:xfrm>
            <a:off x="558396" y="1746875"/>
            <a:ext cx="8782050" cy="451174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0" name="직사각형 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4" name="그림 3"/>
          <p:cNvPicPr>
            <a:picLocks noChangeAspect="1"/>
          </p:cNvPicPr>
          <p:nvPr/>
        </p:nvPicPr>
        <p:blipFill rotWithShape="1">
          <a:blip r:embed="rId4"/>
          <a:srcRect r="23894"/>
          <a:stretch/>
        </p:blipFill>
        <p:spPr>
          <a:xfrm>
            <a:off x="707747" y="1762875"/>
            <a:ext cx="8632699" cy="4495744"/>
          </a:xfrm>
          <a:prstGeom prst="rect">
            <a:avLst/>
          </a:prstGeom>
          <a:ln>
            <a:noFill/>
          </a:ln>
        </p:spPr>
      </p:pic>
      <p:sp>
        <p:nvSpPr>
          <p:cNvPr id="12" name="직사각형 11">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với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hàm</a:t>
            </a:r>
            <a:r>
              <a:rPr lang="en-US" altLang="ko-KR" sz="1400" dirty="0">
                <a:solidFill>
                  <a:schemeClr val="tx1"/>
                </a:solidFill>
                <a:latin typeface="SamsungOne-400" panose="020B0503030303020204" pitchFamily="34" charset="0"/>
                <a:ea typeface="SamsungOne-400" panose="020B0503030303020204" pitchFamily="34" charset="0"/>
              </a:rPr>
              <a:t> scatter():</a:t>
            </a:r>
          </a:p>
        </p:txBody>
      </p:sp>
    </p:spTree>
    <p:custDataLst>
      <p:tags r:id="rId1"/>
    </p:custDataLst>
    <p:extLst>
      <p:ext uri="{BB962C8B-B14F-4D97-AF65-F5344CB8AC3E}">
        <p14:creationId xmlns:p14="http://schemas.microsoft.com/office/powerpoint/2010/main" val="3467869700"/>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Table 12">
            <a:extLst>
              <a:ext uri="{FF2B5EF4-FFF2-40B4-BE49-F238E27FC236}">
                <a16:creationId xmlns:a16="http://schemas.microsoft.com/office/drawing/2014/main" id="{28F5F96F-F81A-4232-ABDA-99C4491C86F8}"/>
              </a:ext>
            </a:extLst>
          </p:cNvPr>
          <p:cNvGraphicFramePr>
            <a:graphicFrameLocks noGrp="1"/>
          </p:cNvGraphicFramePr>
          <p:nvPr>
            <p:extLst>
              <p:ext uri="{D42A27DB-BD31-4B8C-83A1-F6EECF244321}">
                <p14:modId xmlns:p14="http://schemas.microsoft.com/office/powerpoint/2010/main" val="3789653450"/>
              </p:ext>
            </p:extLst>
          </p:nvPr>
        </p:nvGraphicFramePr>
        <p:xfrm>
          <a:off x="711200" y="1748851"/>
          <a:ext cx="8632825" cy="2910840"/>
        </p:xfrm>
        <a:graphic>
          <a:graphicData uri="http://schemas.openxmlformats.org/drawingml/2006/table">
            <a:tbl>
              <a:tblPr firstRow="1" bandRow="1">
                <a:tableStyleId>{5940675A-B579-460E-94D1-54222C63F5DA}</a:tableStyleId>
              </a:tblPr>
              <a:tblGrid>
                <a:gridCol w="3853716">
                  <a:extLst>
                    <a:ext uri="{9D8B030D-6E8A-4147-A177-3AD203B41FA5}">
                      <a16:colId xmlns:a16="http://schemas.microsoft.com/office/drawing/2014/main" val="20000"/>
                    </a:ext>
                  </a:extLst>
                </a:gridCol>
                <a:gridCol w="4779109">
                  <a:extLst>
                    <a:ext uri="{9D8B030D-6E8A-4147-A177-3AD203B41FA5}">
                      <a16:colId xmlns:a16="http://schemas.microsoft.com/office/drawing/2014/main" val="20001"/>
                    </a:ext>
                  </a:extLst>
                </a:gridCol>
              </a:tblGrid>
              <a:tr h="297684">
                <a:tc>
                  <a:txBody>
                    <a:bodyPr/>
                    <a:lstStyle/>
                    <a:p>
                      <a:pPr algn="ctr"/>
                      <a:r>
                        <a:rPr lang="vi-VN"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Đối số</a:t>
                      </a:r>
                      <a:endParaRPr lang="en-US"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D9D9D9"/>
                    </a:solidFill>
                  </a:tcPr>
                </a:tc>
                <a:tc>
                  <a:txBody>
                    <a:bodyPr/>
                    <a:lstStyle/>
                    <a:p>
                      <a:pPr algn="ctr"/>
                      <a:r>
                        <a:rPr lang="vi-VN"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Giải thích</a:t>
                      </a:r>
                      <a:endParaRPr lang="en-US"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D9D9D9"/>
                    </a:solidFill>
                  </a:tcPr>
                </a:tc>
                <a:extLst>
                  <a:ext uri="{0D108BD9-81ED-4DB2-BD59-A6C34878D82A}">
                    <a16:rowId xmlns:a16="http://schemas.microsoft.com/office/drawing/2014/main" val="10000"/>
                  </a:ext>
                </a:extLst>
              </a:tr>
              <a:tr h="281785">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color</a:t>
                      </a:r>
                    </a:p>
                  </a:txBody>
                  <a:tcP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màu</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81785">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alpha</a:t>
                      </a:r>
                    </a:p>
                  </a:txBody>
                  <a:tcP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Trong suốt</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81785">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linewidth</a:t>
                      </a:r>
                    </a:p>
                  </a:txBody>
                  <a:tcP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Độ dày của đường</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p>
                  </a:txBody>
                  <a:tcP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81785">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linestyle</a:t>
                      </a:r>
                    </a:p>
                  </a:txBody>
                  <a:tcP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Kiểu đường nét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p>
                  </a:txBody>
                  <a:tcP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81785">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marker</a:t>
                      </a:r>
                    </a:p>
                  </a:txBody>
                  <a:tcP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Đánh dấu</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p>
                  </a:txBody>
                  <a:tcP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r h="281785">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markersize</a:t>
                      </a:r>
                    </a:p>
                  </a:txBody>
                  <a:tcP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Kích</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thước</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của</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đánh</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dấu</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6"/>
                  </a:ext>
                </a:extLst>
              </a:tr>
              <a:tr h="281785">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markerfacecolor</a:t>
                      </a:r>
                    </a:p>
                  </a:txBody>
                  <a:tcP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Màu</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đánh</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dấu</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bên</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trong</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p>
                  </a:txBody>
                  <a:tcP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7"/>
                  </a:ext>
                </a:extLst>
              </a:tr>
              <a:tr h="281785">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markeredgecolor</a:t>
                      </a:r>
                    </a:p>
                  </a:txBody>
                  <a:tcP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Màu</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của</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cạnh</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đánh</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dấu</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p>
                  </a:txBody>
                  <a:tcP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8"/>
                  </a:ext>
                </a:extLst>
              </a:tr>
              <a:tr h="281785">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markeredgewidth</a:t>
                      </a:r>
                    </a:p>
                  </a:txBody>
                  <a:tcP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Chiều</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rộng</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của</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cạnh</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đánh</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dấu</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p>
                  </a:txBody>
                  <a:tcP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9"/>
                  </a:ext>
                </a:extLst>
              </a:tr>
            </a:tbl>
          </a:graphicData>
        </a:graphic>
      </p:graphicFrame>
      <p:grpSp>
        <p:nvGrpSpPr>
          <p:cNvPr id="13" name="그룹 1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4" name="직사각형 1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26" name="사각형: 둥근 모서리 32">
            <a:extLst>
              <a:ext uri="{FF2B5EF4-FFF2-40B4-BE49-F238E27FC236}">
                <a16:creationId xmlns:a16="http://schemas.microsoft.com/office/drawing/2014/main" id="{9F9FFF6C-7C72-4E08-8072-03F5113CBF51}"/>
              </a:ext>
            </a:extLst>
          </p:cNvPr>
          <p:cNvSpPr/>
          <p:nvPr/>
        </p:nvSpPr>
        <p:spPr>
          <a:xfrm>
            <a:off x="669646" y="4791247"/>
            <a:ext cx="4497790" cy="215444"/>
          </a:xfrm>
          <a:prstGeom prst="roundRect">
            <a:avLst>
              <a:gd name="adj" fmla="val 50000"/>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scene3d>
              <a:camera prst="orthographicFront"/>
              <a:lightRig rig="threePt" dir="t"/>
            </a:scene3d>
            <a:sp3d>
              <a:bevelT w="0" h="6350"/>
              <a:bevelB w="0" h="0"/>
            </a:sp3d>
          </a:bodyPr>
          <a:lstStyle/>
          <a:p>
            <a:pPr algn="ctr">
              <a:spcAft>
                <a:spcPts val="600"/>
              </a:spcAft>
            </a:pPr>
            <a:r>
              <a:rPr lang="en-US" altLang="ko-KR" sz="1050" b="1" dirty="0">
                <a:solidFill>
                  <a:schemeClr val="bg1"/>
                </a:solidFill>
                <a:latin typeface="SamsungOne-400" panose="020B0503030303020204" pitchFamily="34" charset="0"/>
                <a:ea typeface="SamsungOne-400" panose="020B0503030303020204" pitchFamily="34" charset="0"/>
              </a:rPr>
              <a:t>https://matplotlib.org/3.1.1/api/_as_gen/matplotlib.pyplot.plot.html</a:t>
            </a:r>
          </a:p>
        </p:txBody>
      </p:sp>
      <p:sp>
        <p:nvSpPr>
          <p:cNvPr id="10" name="직사각형 9">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đối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số</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của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hàm</a:t>
            </a:r>
            <a:r>
              <a:rPr lang="en-US" altLang="ko-KR" sz="1400" dirty="0">
                <a:solidFill>
                  <a:schemeClr val="tx1"/>
                </a:solidFill>
                <a:latin typeface="SamsungOne-400" panose="020B0503030303020204" pitchFamily="34" charset="0"/>
                <a:ea typeface="SamsungOne-400" panose="020B0503030303020204" pitchFamily="34" charset="0"/>
              </a:rPr>
              <a:t> plot():</a:t>
            </a:r>
          </a:p>
        </p:txBody>
      </p:sp>
    </p:spTree>
    <p:custDataLst>
      <p:tags r:id="rId1"/>
    </p:custDataLst>
    <p:extLst>
      <p:ext uri="{BB962C8B-B14F-4D97-AF65-F5344CB8AC3E}">
        <p14:creationId xmlns:p14="http://schemas.microsoft.com/office/powerpoint/2010/main" val="3083135732"/>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 name="Table 12">
            <a:extLst>
              <a:ext uri="{FF2B5EF4-FFF2-40B4-BE49-F238E27FC236}">
                <a16:creationId xmlns:a16="http://schemas.microsoft.com/office/drawing/2014/main" id="{6E9C262B-BC88-4ADB-9652-98D99D6CDC6D}"/>
              </a:ext>
            </a:extLst>
          </p:cNvPr>
          <p:cNvGraphicFramePr>
            <a:graphicFrameLocks noGrp="1"/>
          </p:cNvGraphicFramePr>
          <p:nvPr>
            <p:extLst>
              <p:ext uri="{D42A27DB-BD31-4B8C-83A1-F6EECF244321}">
                <p14:modId xmlns:p14="http://schemas.microsoft.com/office/powerpoint/2010/main" val="2535461297"/>
              </p:ext>
            </p:extLst>
          </p:nvPr>
        </p:nvGraphicFramePr>
        <p:xfrm>
          <a:off x="711200" y="1747705"/>
          <a:ext cx="8632825" cy="2035044"/>
        </p:xfrm>
        <a:graphic>
          <a:graphicData uri="http://schemas.openxmlformats.org/drawingml/2006/table">
            <a:tbl>
              <a:tblPr firstRow="1" bandRow="1">
                <a:tableStyleId>{5940675A-B579-460E-94D1-54222C63F5DA}</a:tableStyleId>
              </a:tblPr>
              <a:tblGrid>
                <a:gridCol w="3853716">
                  <a:extLst>
                    <a:ext uri="{9D8B030D-6E8A-4147-A177-3AD203B41FA5}">
                      <a16:colId xmlns:a16="http://schemas.microsoft.com/office/drawing/2014/main" val="20000"/>
                    </a:ext>
                  </a:extLst>
                </a:gridCol>
                <a:gridCol w="4779109">
                  <a:extLst>
                    <a:ext uri="{9D8B030D-6E8A-4147-A177-3AD203B41FA5}">
                      <a16:colId xmlns:a16="http://schemas.microsoft.com/office/drawing/2014/main" val="20001"/>
                    </a:ext>
                  </a:extLst>
                </a:gridCol>
              </a:tblGrid>
              <a:tr h="297684">
                <a:tc>
                  <a:txBody>
                    <a:bodyPr/>
                    <a:lstStyle/>
                    <a:p>
                      <a:pPr algn="ctr"/>
                      <a:r>
                        <a:rPr lang="vi-VN" altLang="ko-KR"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linestyle</a:t>
                      </a:r>
                      <a:endParaRPr lang="en-US" altLang="ko-KR"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36000" marB="3600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D9D9D9"/>
                    </a:solidFill>
                  </a:tcPr>
                </a:tc>
                <a:tc>
                  <a:txBody>
                    <a:bodyPr/>
                    <a:lstStyle/>
                    <a:p>
                      <a:pPr algn="ctr"/>
                      <a:r>
                        <a:rPr lang="vi-VN" altLang="ko-KR"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Giải thích</a:t>
                      </a:r>
                      <a:endParaRPr lang="en-US"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T="36000" marB="3600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D9D9D9"/>
                    </a:solidFill>
                  </a:tcPr>
                </a:tc>
                <a:extLst>
                  <a:ext uri="{0D108BD9-81ED-4DB2-BD59-A6C34878D82A}">
                    <a16:rowId xmlns:a16="http://schemas.microsoft.com/office/drawing/2014/main" val="10000"/>
                  </a:ext>
                </a:extLst>
              </a:tr>
              <a:tr h="281785">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none</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Không có đường</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81785">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Đường chấm</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81785">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Vạch đứt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p>
                  </a:txBody>
                  <a:tcP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81785">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Chấm gạch</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p>
                  </a:txBody>
                  <a:tcP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81785">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Vạch liên tiếp</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p>
                  </a:txBody>
                  <a:tcP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r h="275305">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steps</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Các bước</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p>
                  </a:txBody>
                  <a:tcP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6"/>
                  </a:ext>
                </a:extLst>
              </a:tr>
            </a:tbl>
          </a:graphicData>
        </a:graphic>
      </p:graphicFrame>
      <p:grpSp>
        <p:nvGrpSpPr>
          <p:cNvPr id="13" name="그룹 12">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4" name="직사각형 1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1" name="사각형: 둥근 모서리 32">
            <a:extLst>
              <a:ext uri="{FF2B5EF4-FFF2-40B4-BE49-F238E27FC236}">
                <a16:creationId xmlns:a16="http://schemas.microsoft.com/office/drawing/2014/main" id="{C1CF2723-F8BE-4FCC-AD91-095336571C0B}"/>
              </a:ext>
            </a:extLst>
          </p:cNvPr>
          <p:cNvSpPr/>
          <p:nvPr/>
        </p:nvSpPr>
        <p:spPr>
          <a:xfrm>
            <a:off x="669646" y="3900272"/>
            <a:ext cx="4425782" cy="215444"/>
          </a:xfrm>
          <a:prstGeom prst="roundRect">
            <a:avLst>
              <a:gd name="adj" fmla="val 50000"/>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scene3d>
              <a:camera prst="orthographicFront"/>
              <a:lightRig rig="threePt" dir="t"/>
            </a:scene3d>
            <a:sp3d>
              <a:bevelT w="0" h="6350"/>
              <a:bevelB w="0" h="0"/>
            </a:sp3d>
          </a:bodyPr>
          <a:lstStyle/>
          <a:p>
            <a:pPr algn="ctr">
              <a:spcAft>
                <a:spcPts val="600"/>
              </a:spcAft>
            </a:pPr>
            <a:r>
              <a:rPr lang="en-US" altLang="ko-KR" sz="1050" b="1" dirty="0">
                <a:solidFill>
                  <a:schemeClr val="bg1"/>
                </a:solidFill>
                <a:latin typeface="SamsungOne-400" panose="020B0503030303020204" pitchFamily="34" charset="0"/>
                <a:ea typeface="SamsungOne-400" panose="020B0503030303020204" pitchFamily="34" charset="0"/>
              </a:rPr>
              <a:t>https://matplotlib.org/3.1.1/api/_as_gen/matplotlib.pyplot.plot.html</a:t>
            </a:r>
          </a:p>
        </p:txBody>
      </p:sp>
      <p:sp>
        <p:nvSpPr>
          <p:cNvPr id="10" name="직사각형 9">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Các giá trị của đối số linestyle:</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3805451755"/>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Table 12">
            <a:extLst>
              <a:ext uri="{FF2B5EF4-FFF2-40B4-BE49-F238E27FC236}">
                <a16:creationId xmlns:a16="http://schemas.microsoft.com/office/drawing/2014/main" id="{5A6D7F6C-E827-4B71-93B3-E0A9D17E045A}"/>
              </a:ext>
            </a:extLst>
          </p:cNvPr>
          <p:cNvGraphicFramePr>
            <a:graphicFrameLocks noGrp="1"/>
          </p:cNvGraphicFramePr>
          <p:nvPr>
            <p:extLst>
              <p:ext uri="{D42A27DB-BD31-4B8C-83A1-F6EECF244321}">
                <p14:modId xmlns:p14="http://schemas.microsoft.com/office/powerpoint/2010/main" val="874082124"/>
              </p:ext>
            </p:extLst>
          </p:nvPr>
        </p:nvGraphicFramePr>
        <p:xfrm>
          <a:off x="686066" y="1772816"/>
          <a:ext cx="8632825" cy="3000675"/>
        </p:xfrm>
        <a:graphic>
          <a:graphicData uri="http://schemas.openxmlformats.org/drawingml/2006/table">
            <a:tbl>
              <a:tblPr firstRow="1" bandRow="1">
                <a:tableStyleId>{5940675A-B579-460E-94D1-54222C63F5DA}</a:tableStyleId>
              </a:tblPr>
              <a:tblGrid>
                <a:gridCol w="3853716">
                  <a:extLst>
                    <a:ext uri="{9D8B030D-6E8A-4147-A177-3AD203B41FA5}">
                      <a16:colId xmlns:a16="http://schemas.microsoft.com/office/drawing/2014/main" val="20000"/>
                    </a:ext>
                  </a:extLst>
                </a:gridCol>
                <a:gridCol w="4779109">
                  <a:extLst>
                    <a:ext uri="{9D8B030D-6E8A-4147-A177-3AD203B41FA5}">
                      <a16:colId xmlns:a16="http://schemas.microsoft.com/office/drawing/2014/main" val="20001"/>
                    </a:ext>
                  </a:extLst>
                </a:gridCol>
              </a:tblGrid>
              <a:tr h="262929">
                <a:tc>
                  <a:txBody>
                    <a:bodyPr/>
                    <a:lstStyle/>
                    <a:p>
                      <a:pPr algn="ctr"/>
                      <a:r>
                        <a:rPr lang="vi-VN"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Marker </a:t>
                      </a:r>
                      <a:endParaRPr lang="en-US"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72000" marR="7200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D9D9D9"/>
                    </a:solidFill>
                  </a:tcPr>
                </a:tc>
                <a:tc>
                  <a:txBody>
                    <a:bodyPr/>
                    <a:lstStyle/>
                    <a:p>
                      <a:pPr algn="ctr"/>
                      <a:r>
                        <a:rPr lang="vi-VN" altLang="ko-KR"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rPr>
                        <a:t>Giải thích</a:t>
                      </a:r>
                      <a:endParaRPr lang="en-US" sz="1400" b="0" kern="1200" dirty="0">
                        <a:gradFill>
                          <a:gsLst>
                            <a:gs pos="0">
                              <a:srgbClr val="FF0000"/>
                            </a:gs>
                            <a:gs pos="100000">
                              <a:srgbClr val="FF0000"/>
                            </a:gs>
                          </a:gsLst>
                          <a:lin ang="5400000" scaled="1"/>
                        </a:gradFill>
                        <a:latin typeface="SamsungOne-700" panose="020B0803030303020204" pitchFamily="34" charset="0"/>
                        <a:ea typeface="SamsungOne-700" panose="020B0803030303020204" pitchFamily="34" charset="0"/>
                        <a:cs typeface="Times New Roman" panose="02020603050405020304" pitchFamily="18" charset="0"/>
                      </a:endParaRPr>
                    </a:p>
                  </a:txBody>
                  <a:tcPr marL="72000" marR="72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193EB0"/>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D9D9D9"/>
                    </a:solidFill>
                  </a:tcPr>
                </a:tc>
                <a:extLst>
                  <a:ext uri="{0D108BD9-81ED-4DB2-BD59-A6C34878D82A}">
                    <a16:rowId xmlns:a16="http://schemas.microsoft.com/office/drawing/2014/main" val="10000"/>
                  </a:ext>
                </a:extLst>
              </a:tr>
              <a:tr h="248886">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chấm</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1"/>
                  </a:ext>
                </a:extLst>
              </a:tr>
              <a:tr h="248886">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Phảy</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2"/>
                  </a:ext>
                </a:extLst>
              </a:tr>
              <a:tr h="248886">
                <a:tc>
                  <a:txBody>
                    <a:bodyPr/>
                    <a:lstStyle/>
                    <a:p>
                      <a:pPr algn="ct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o</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tròn</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3"/>
                  </a:ext>
                </a:extLst>
              </a:tr>
              <a:tr h="248886">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Mũ trên</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4"/>
                  </a:ext>
                </a:extLst>
              </a:tr>
              <a:tr h="248886">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v</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Mũ dưới</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5"/>
                  </a:ext>
                </a:extLst>
              </a:tr>
              <a:tr h="248886">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s</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Bình phương</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6"/>
                  </a:ext>
                </a:extLst>
              </a:tr>
              <a:tr h="248886">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Dấu sao</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7"/>
                  </a:ext>
                </a:extLst>
              </a:tr>
              <a:tr h="248886">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Dấu cộng</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8"/>
                  </a:ext>
                </a:extLst>
              </a:tr>
              <a:tr h="248886">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x</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Dấu </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x.</a:t>
                      </a:r>
                    </a:p>
                  </a:txBody>
                  <a:tcPr marL="72000" marR="72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09"/>
                  </a:ext>
                </a:extLst>
              </a:tr>
              <a:tr h="248886">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D</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vi-VN"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Kim cương</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0"/>
                  </a:ext>
                </a:extLst>
              </a:tr>
              <a:tr h="248886">
                <a:tc>
                  <a:txBody>
                    <a:bodyPr/>
                    <a:lstStyle/>
                    <a:p>
                      <a:pPr algn="ct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r>
                        <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p</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ctr"/>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Ngũ</a:t>
                      </a:r>
                      <a:r>
                        <a:rPr lang="en-US" altLang="ko-KR"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 </a:t>
                      </a:r>
                      <a:r>
                        <a:rPr lang="en-US" altLang="ko-KR" sz="1300" b="0" kern="1200" dirty="0" err="1">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rPr>
                        <a:t>giác</a:t>
                      </a:r>
                      <a:endParaRPr lang="en-US" sz="1300" b="0" kern="1200" dirty="0">
                        <a:gradFill>
                          <a:gsLst>
                            <a:gs pos="0">
                              <a:schemeClr val="tx1">
                                <a:lumMod val="85000"/>
                                <a:lumOff val="15000"/>
                              </a:schemeClr>
                            </a:gs>
                            <a:gs pos="100000">
                              <a:schemeClr val="tx1">
                                <a:lumMod val="85000"/>
                                <a:lumOff val="15000"/>
                              </a:schemeClr>
                            </a:gs>
                          </a:gsLst>
                          <a:lin ang="5400000" scaled="1"/>
                        </a:gradFill>
                        <a:latin typeface="SamsungOne-400" panose="020B0503030303020204" pitchFamily="34" charset="0"/>
                        <a:ea typeface="SamsungOne-400" panose="020B0503030303020204" pitchFamily="34" charset="0"/>
                        <a:cs typeface="Times New Roman" panose="02020603050405020304" pitchFamily="18" charset="0"/>
                      </a:endParaRPr>
                    </a:p>
                  </a:txBody>
                  <a:tcPr marL="72000" marR="72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10011"/>
                  </a:ext>
                </a:extLst>
              </a:tr>
            </a:tbl>
          </a:graphicData>
        </a:graphic>
      </p:graphicFrame>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4" name="직사각형 13">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1" name="사각형: 둥근 모서리 32">
            <a:extLst>
              <a:ext uri="{FF2B5EF4-FFF2-40B4-BE49-F238E27FC236}">
                <a16:creationId xmlns:a16="http://schemas.microsoft.com/office/drawing/2014/main" id="{71D4A951-3723-4DC5-B230-A168E802C915}"/>
              </a:ext>
            </a:extLst>
          </p:cNvPr>
          <p:cNvSpPr/>
          <p:nvPr/>
        </p:nvSpPr>
        <p:spPr>
          <a:xfrm>
            <a:off x="669646" y="4877629"/>
            <a:ext cx="4425782" cy="219642"/>
          </a:xfrm>
          <a:prstGeom prst="roundRect">
            <a:avLst>
              <a:gd name="adj" fmla="val 50000"/>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scene3d>
              <a:camera prst="orthographicFront"/>
              <a:lightRig rig="threePt" dir="t"/>
            </a:scene3d>
            <a:sp3d>
              <a:bevelT w="0" h="6350"/>
              <a:bevelB w="0" h="0"/>
            </a:sp3d>
          </a:bodyPr>
          <a:lstStyle/>
          <a:p>
            <a:pPr algn="ctr">
              <a:spcAft>
                <a:spcPts val="600"/>
              </a:spcAft>
            </a:pPr>
            <a:r>
              <a:rPr lang="en-US" altLang="ko-KR" sz="1050" b="1" dirty="0">
                <a:solidFill>
                  <a:schemeClr val="bg1"/>
                </a:solidFill>
                <a:latin typeface="SamsungOne-400" panose="020B0503030303020204" pitchFamily="34" charset="0"/>
                <a:ea typeface="SamsungOne-400" panose="020B0503030303020204" pitchFamily="34" charset="0"/>
              </a:rPr>
              <a:t>https://matplotlib.org/3.1.1/api/_as_gen/matplotlib.pyplot.plot.html</a:t>
            </a:r>
          </a:p>
        </p:txBody>
      </p:sp>
      <p:sp>
        <p:nvSpPr>
          <p:cNvPr id="10" name="직사각형 9">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giá</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của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đối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số</a:t>
            </a:r>
            <a:r>
              <a:rPr lang="en-US" altLang="ko-KR" sz="1400" dirty="0">
                <a:solidFill>
                  <a:schemeClr val="tx1"/>
                </a:solidFill>
                <a:latin typeface="SamsungOne-400" panose="020B0503030303020204" pitchFamily="34" charset="0"/>
                <a:ea typeface="SamsungOne-400" panose="020B0503030303020204" pitchFamily="34" charset="0"/>
              </a:rPr>
              <a:t> marker:</a:t>
            </a:r>
          </a:p>
        </p:txBody>
      </p:sp>
    </p:spTree>
    <p:custDataLst>
      <p:tags r:id="rId1"/>
    </p:custDataLst>
    <p:extLst>
      <p:ext uri="{BB962C8B-B14F-4D97-AF65-F5344CB8AC3E}">
        <p14:creationId xmlns:p14="http://schemas.microsoft.com/office/powerpoint/2010/main" val="1120300168"/>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모서리가 둥근 직사각형 4">
            <a:extLst>
              <a:ext uri="{FF2B5EF4-FFF2-40B4-BE49-F238E27FC236}">
                <a16:creationId xmlns:a16="http://schemas.microsoft.com/office/drawing/2014/main" id="{930158F8-A5B7-4F97-8E44-C73FC55364FC}"/>
              </a:ext>
            </a:extLst>
          </p:cNvPr>
          <p:cNvSpPr/>
          <p:nvPr/>
        </p:nvSpPr>
        <p:spPr>
          <a:xfrm>
            <a:off x="558396" y="2249031"/>
            <a:ext cx="8782050" cy="99601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9" name="직사각형 18">
            <a:extLst>
              <a:ext uri="{FF2B5EF4-FFF2-40B4-BE49-F238E27FC236}">
                <a16:creationId xmlns:a16="http://schemas.microsoft.com/office/drawing/2014/main" id="{58B1BC1D-DFB7-4482-BA23-F01AD71B1BBE}"/>
              </a:ext>
            </a:extLst>
          </p:cNvPr>
          <p:cNvSpPr/>
          <p:nvPr/>
        </p:nvSpPr>
        <p:spPr>
          <a:xfrm>
            <a:off x="425068" y="1331476"/>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vi-VN"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rPr>
              <a:t>Trực quan hóa Matplotlib với các đối tượng</a:t>
            </a:r>
            <a:endParaRPr lang="en-US"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endParaRPr>
          </a:p>
        </p:txBody>
      </p:sp>
      <p:pic>
        <p:nvPicPr>
          <p:cNvPr id="2" name="그림 1"/>
          <p:cNvPicPr>
            <a:picLocks noChangeAspect="1"/>
          </p:cNvPicPr>
          <p:nvPr/>
        </p:nvPicPr>
        <p:blipFill rotWithShape="1">
          <a:blip r:embed="rId4"/>
          <a:srcRect r="31187"/>
          <a:stretch/>
        </p:blipFill>
        <p:spPr>
          <a:xfrm>
            <a:off x="707747" y="2283564"/>
            <a:ext cx="8632699" cy="961487"/>
          </a:xfrm>
          <a:prstGeom prst="rect">
            <a:avLst/>
          </a:prstGeom>
          <a:ln>
            <a:noFill/>
          </a:ln>
        </p:spPr>
      </p:pic>
      <p:sp>
        <p:nvSpPr>
          <p:cNvPr id="12" name="직사각형 11">
            <a:extLst>
              <a:ext uri="{FF2B5EF4-FFF2-40B4-BE49-F238E27FC236}">
                <a16:creationId xmlns:a16="http://schemas.microsoft.com/office/drawing/2014/main" id="{AFACF473-2A8D-411E-A3C3-6C3BE7E02255}"/>
              </a:ext>
            </a:extLst>
          </p:cNvPr>
          <p:cNvSpPr/>
          <p:nvPr/>
        </p:nvSpPr>
        <p:spPr>
          <a:xfrm>
            <a:off x="558396" y="191096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Nhập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mô-đun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cần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thiết</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1884291757"/>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모서리가 둥근 직사각형 4">
            <a:extLst>
              <a:ext uri="{FF2B5EF4-FFF2-40B4-BE49-F238E27FC236}">
                <a16:creationId xmlns:a16="http://schemas.microsoft.com/office/drawing/2014/main" id="{930158F8-A5B7-4F97-8E44-C73FC55364FC}"/>
              </a:ext>
            </a:extLst>
          </p:cNvPr>
          <p:cNvSpPr/>
          <p:nvPr/>
        </p:nvSpPr>
        <p:spPr>
          <a:xfrm>
            <a:off x="558396" y="1742166"/>
            <a:ext cx="8782050" cy="463916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2" name="그림 1"/>
          <p:cNvPicPr>
            <a:picLocks noChangeAspect="1"/>
          </p:cNvPicPr>
          <p:nvPr/>
        </p:nvPicPr>
        <p:blipFill rotWithShape="1">
          <a:blip r:embed="rId4"/>
          <a:srcRect t="661" r="247"/>
          <a:stretch/>
        </p:blipFill>
        <p:spPr>
          <a:xfrm>
            <a:off x="636531" y="1757491"/>
            <a:ext cx="8625780" cy="4608512"/>
          </a:xfrm>
          <a:prstGeom prst="rect">
            <a:avLst/>
          </a:prstGeom>
          <a:ln>
            <a:noFill/>
          </a:ln>
        </p:spPr>
      </p:pic>
      <p:sp>
        <p:nvSpPr>
          <p:cNvPr id="18" name="직사각형 17">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Trực quan hóa với một đối tượng hình:</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297767509"/>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모서리가 둥근 직사각형 4">
            <a:extLst>
              <a:ext uri="{FF2B5EF4-FFF2-40B4-BE49-F238E27FC236}">
                <a16:creationId xmlns:a16="http://schemas.microsoft.com/office/drawing/2014/main" id="{930158F8-A5B7-4F97-8E44-C73FC55364FC}"/>
              </a:ext>
            </a:extLst>
          </p:cNvPr>
          <p:cNvSpPr/>
          <p:nvPr/>
        </p:nvSpPr>
        <p:spPr>
          <a:xfrm>
            <a:off x="558396" y="1742166"/>
            <a:ext cx="8782050" cy="463916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3" name="그림 2"/>
          <p:cNvPicPr>
            <a:picLocks noChangeAspect="1"/>
          </p:cNvPicPr>
          <p:nvPr/>
        </p:nvPicPr>
        <p:blipFill rotWithShape="1">
          <a:blip r:embed="rId4"/>
          <a:srcRect l="1534" t="-1" r="4069" b="139"/>
          <a:stretch/>
        </p:blipFill>
        <p:spPr>
          <a:xfrm>
            <a:off x="774948" y="1820040"/>
            <a:ext cx="8565498" cy="4490970"/>
          </a:xfrm>
          <a:prstGeom prst="rect">
            <a:avLst/>
          </a:prstGeom>
          <a:ln>
            <a:noFill/>
          </a:ln>
        </p:spPr>
      </p:pic>
      <p:sp>
        <p:nvSpPr>
          <p:cNvPr id="11" name="직사각형 10">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Trực quan hóa với một đối tượng hình:</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697213996"/>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모서리가 둥근 직사각형 4">
            <a:extLst>
              <a:ext uri="{FF2B5EF4-FFF2-40B4-BE49-F238E27FC236}">
                <a16:creationId xmlns:a16="http://schemas.microsoft.com/office/drawing/2014/main" id="{930158F8-A5B7-4F97-8E44-C73FC55364FC}"/>
              </a:ext>
            </a:extLst>
          </p:cNvPr>
          <p:cNvSpPr/>
          <p:nvPr/>
        </p:nvSpPr>
        <p:spPr>
          <a:xfrm>
            <a:off x="558396" y="1742165"/>
            <a:ext cx="8782050" cy="299061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18" name="그림 17"/>
          <p:cNvPicPr>
            <a:picLocks noChangeAspect="1"/>
          </p:cNvPicPr>
          <p:nvPr/>
        </p:nvPicPr>
        <p:blipFill rotWithShape="1">
          <a:blip r:embed="rId4"/>
          <a:srcRect l="1308" r="20825"/>
          <a:stretch/>
        </p:blipFill>
        <p:spPr>
          <a:xfrm>
            <a:off x="634330" y="1752832"/>
            <a:ext cx="8709514" cy="2979953"/>
          </a:xfrm>
          <a:prstGeom prst="rect">
            <a:avLst/>
          </a:prstGeom>
          <a:noFill/>
          <a:ln>
            <a:noFill/>
          </a:ln>
        </p:spPr>
      </p:pic>
      <p:sp>
        <p:nvSpPr>
          <p:cNvPr id="11" name="직사각형 10">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Trực quan hóa với một đối tượng hình:</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645208318"/>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모서리가 둥근 직사각형 4">
            <a:extLst>
              <a:ext uri="{FF2B5EF4-FFF2-40B4-BE49-F238E27FC236}">
                <a16:creationId xmlns:a16="http://schemas.microsoft.com/office/drawing/2014/main" id="{930158F8-A5B7-4F97-8E44-C73FC55364FC}"/>
              </a:ext>
            </a:extLst>
          </p:cNvPr>
          <p:cNvSpPr/>
          <p:nvPr/>
        </p:nvSpPr>
        <p:spPr>
          <a:xfrm>
            <a:off x="558396" y="1742165"/>
            <a:ext cx="8782050" cy="435113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2" name="그림 1"/>
          <p:cNvPicPr>
            <a:picLocks noChangeAspect="1"/>
          </p:cNvPicPr>
          <p:nvPr/>
        </p:nvPicPr>
        <p:blipFill rotWithShape="1">
          <a:blip r:embed="rId4"/>
          <a:srcRect l="1440" r="9932"/>
          <a:stretch/>
        </p:blipFill>
        <p:spPr>
          <a:xfrm>
            <a:off x="602772" y="1773238"/>
            <a:ext cx="8737674" cy="4288983"/>
          </a:xfrm>
          <a:prstGeom prst="rect">
            <a:avLst/>
          </a:prstGeom>
          <a:ln>
            <a:noFill/>
          </a:ln>
        </p:spPr>
      </p:pic>
      <p:sp>
        <p:nvSpPr>
          <p:cNvPr id="11" name="직사각형 10">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Nhiều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đường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trong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cùng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trục</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3767458034"/>
      </p:ext>
    </p:extLst>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모서리가 둥근 직사각형 4">
            <a:extLst>
              <a:ext uri="{FF2B5EF4-FFF2-40B4-BE49-F238E27FC236}">
                <a16:creationId xmlns:a16="http://schemas.microsoft.com/office/drawing/2014/main" id="{930158F8-A5B7-4F97-8E44-C73FC55364FC}"/>
              </a:ext>
            </a:extLst>
          </p:cNvPr>
          <p:cNvSpPr/>
          <p:nvPr/>
        </p:nvSpPr>
        <p:spPr>
          <a:xfrm>
            <a:off x="558396" y="1742165"/>
            <a:ext cx="8782050" cy="463916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3" name="그림 2"/>
          <p:cNvPicPr>
            <a:picLocks noChangeAspect="1"/>
          </p:cNvPicPr>
          <p:nvPr/>
        </p:nvPicPr>
        <p:blipFill rotWithShape="1">
          <a:blip r:embed="rId4"/>
          <a:srcRect l="1075" r="2481"/>
          <a:stretch/>
        </p:blipFill>
        <p:spPr>
          <a:xfrm>
            <a:off x="620123" y="1778168"/>
            <a:ext cx="8720323" cy="4567155"/>
          </a:xfrm>
          <a:prstGeom prst="rect">
            <a:avLst/>
          </a:prstGeom>
          <a:ln>
            <a:noFill/>
          </a:ln>
        </p:spPr>
      </p:pic>
      <p:sp>
        <p:nvSpPr>
          <p:cNvPr id="11" name="직사각형 10">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Nhiều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đường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trong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trục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riêng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biệt</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2323516324"/>
      </p:ext>
    </p:extLst>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모서리가 둥근 직사각형 4">
            <a:extLst>
              <a:ext uri="{FF2B5EF4-FFF2-40B4-BE49-F238E27FC236}">
                <a16:creationId xmlns:a16="http://schemas.microsoft.com/office/drawing/2014/main" id="{930158F8-A5B7-4F97-8E44-C73FC55364FC}"/>
              </a:ext>
            </a:extLst>
          </p:cNvPr>
          <p:cNvSpPr/>
          <p:nvPr/>
        </p:nvSpPr>
        <p:spPr>
          <a:xfrm>
            <a:off x="558396" y="1742165"/>
            <a:ext cx="8782050" cy="420711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2" name="그림 1"/>
          <p:cNvPicPr>
            <a:picLocks noChangeAspect="1"/>
          </p:cNvPicPr>
          <p:nvPr/>
        </p:nvPicPr>
        <p:blipFill rotWithShape="1">
          <a:blip r:embed="rId4"/>
          <a:srcRect l="1552" r="7647" b="25544"/>
          <a:stretch/>
        </p:blipFill>
        <p:spPr>
          <a:xfrm>
            <a:off x="570919" y="1772650"/>
            <a:ext cx="8769527" cy="4104622"/>
          </a:xfrm>
          <a:prstGeom prst="rect">
            <a:avLst/>
          </a:prstGeom>
          <a:ln>
            <a:noFill/>
          </a:ln>
        </p:spPr>
      </p:pic>
      <p:pic>
        <p:nvPicPr>
          <p:cNvPr id="4" name="그림 3"/>
          <p:cNvPicPr>
            <a:picLocks noChangeAspect="1"/>
          </p:cNvPicPr>
          <p:nvPr/>
        </p:nvPicPr>
        <p:blipFill rotWithShape="1">
          <a:blip r:embed="rId4"/>
          <a:srcRect l="36046" t="64811" r="42140"/>
          <a:stretch/>
        </p:blipFill>
        <p:spPr>
          <a:xfrm>
            <a:off x="3946873" y="3904973"/>
            <a:ext cx="2005096" cy="1846248"/>
          </a:xfrm>
          <a:prstGeom prst="rect">
            <a:avLst/>
          </a:prstGeom>
        </p:spPr>
      </p:pic>
      <p:sp>
        <p:nvSpPr>
          <p:cNvPr id="11" name="직사각형 10">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Nhiều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đường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trong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trục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riêng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biệt</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3645518433"/>
      </p:ext>
    </p:extLst>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그림 2"/>
          <p:cNvPicPr>
            <a:picLocks noChangeAspect="1"/>
          </p:cNvPicPr>
          <p:nvPr/>
        </p:nvPicPr>
        <p:blipFill rotWithShape="1">
          <a:blip r:embed="rId4"/>
          <a:srcRect l="2021" r="5147"/>
          <a:stretch/>
        </p:blipFill>
        <p:spPr>
          <a:xfrm>
            <a:off x="630882" y="1761857"/>
            <a:ext cx="8709514" cy="3725415"/>
          </a:xfrm>
          <a:prstGeom prst="rect">
            <a:avLst/>
          </a:prstGeom>
          <a:ln>
            <a:noFill/>
          </a:ln>
        </p:spPr>
      </p:pic>
      <p:sp>
        <p:nvSpPr>
          <p:cNvPr id="15" name="모서리가 둥근 직사각형 4">
            <a:extLst>
              <a:ext uri="{FF2B5EF4-FFF2-40B4-BE49-F238E27FC236}">
                <a16:creationId xmlns:a16="http://schemas.microsoft.com/office/drawing/2014/main" id="{930158F8-A5B7-4F97-8E44-C73FC55364FC}"/>
              </a:ext>
            </a:extLst>
          </p:cNvPr>
          <p:cNvSpPr/>
          <p:nvPr/>
        </p:nvSpPr>
        <p:spPr>
          <a:xfrm>
            <a:off x="558396" y="1659891"/>
            <a:ext cx="8782050" cy="3929349"/>
          </a:xfrm>
          <a:prstGeom prst="roundRect">
            <a:avLst>
              <a:gd name="adj" fmla="val 0"/>
            </a:avLst>
          </a:prstGeom>
          <a:no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1" name="직사각형 10">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Nhiều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đường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trong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trục</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4185545914"/>
      </p:ext>
    </p:extLst>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모서리가 둥근 직사각형 4">
            <a:extLst>
              <a:ext uri="{FF2B5EF4-FFF2-40B4-BE49-F238E27FC236}">
                <a16:creationId xmlns:a16="http://schemas.microsoft.com/office/drawing/2014/main" id="{930158F8-A5B7-4F97-8E44-C73FC55364FC}"/>
              </a:ext>
            </a:extLst>
          </p:cNvPr>
          <p:cNvSpPr/>
          <p:nvPr/>
        </p:nvSpPr>
        <p:spPr>
          <a:xfrm>
            <a:off x="558396" y="1742164"/>
            <a:ext cx="8782050" cy="463916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0" name="그룹 9">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pic>
        <p:nvPicPr>
          <p:cNvPr id="2" name="그림 1"/>
          <p:cNvPicPr>
            <a:picLocks noChangeAspect="1"/>
          </p:cNvPicPr>
          <p:nvPr/>
        </p:nvPicPr>
        <p:blipFill rotWithShape="1">
          <a:blip r:embed="rId4"/>
          <a:srcRect l="5591" r="24219"/>
          <a:stretch/>
        </p:blipFill>
        <p:spPr>
          <a:xfrm>
            <a:off x="774161" y="1786622"/>
            <a:ext cx="8136904" cy="4594706"/>
          </a:xfrm>
          <a:prstGeom prst="rect">
            <a:avLst/>
          </a:prstGeom>
          <a:ln>
            <a:noFill/>
          </a:ln>
        </p:spPr>
      </p:pic>
      <p:sp>
        <p:nvSpPr>
          <p:cNvPr id="11" name="직사각형 10">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Nhiều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đường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trong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trục</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4193596614"/>
      </p:ext>
    </p:extLst>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그림 1"/>
          <p:cNvPicPr>
            <a:picLocks noChangeAspect="1"/>
          </p:cNvPicPr>
          <p:nvPr/>
        </p:nvPicPr>
        <p:blipFill rotWithShape="1">
          <a:blip r:embed="rId4"/>
          <a:srcRect l="1" r="425"/>
          <a:stretch/>
        </p:blipFill>
        <p:spPr>
          <a:xfrm>
            <a:off x="711200" y="2264551"/>
            <a:ext cx="8692351" cy="4122589"/>
          </a:xfrm>
          <a:prstGeom prst="rect">
            <a:avLst/>
          </a:prstGeom>
          <a:ln>
            <a:noFill/>
          </a:ln>
        </p:spPr>
      </p:pic>
      <p:grpSp>
        <p:nvGrpSpPr>
          <p:cNvPr id="19" name="그룹 1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20" name="직사각형 19">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21" name="직사각형 20">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23" name="직사각형 22">
            <a:extLst>
              <a:ext uri="{FF2B5EF4-FFF2-40B4-BE49-F238E27FC236}">
                <a16:creationId xmlns:a16="http://schemas.microsoft.com/office/drawing/2014/main" id="{58B1BC1D-DFB7-4482-BA23-F01AD71B1BBE}"/>
              </a:ext>
            </a:extLst>
          </p:cNvPr>
          <p:cNvSpPr/>
          <p:nvPr/>
        </p:nvSpPr>
        <p:spPr>
          <a:xfrm>
            <a:off x="425068" y="1331476"/>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vi-VN"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rPr>
              <a:t>Trực quan hóa sử dụng </a:t>
            </a:r>
            <a:r>
              <a:rPr lang="en-US"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rPr>
              <a:t>pandas</a:t>
            </a:r>
          </a:p>
        </p:txBody>
      </p:sp>
      <p:sp>
        <p:nvSpPr>
          <p:cNvPr id="10" name="모서리가 둥근 직사각형 4">
            <a:extLst>
              <a:ext uri="{FF2B5EF4-FFF2-40B4-BE49-F238E27FC236}">
                <a16:creationId xmlns:a16="http://schemas.microsoft.com/office/drawing/2014/main" id="{930158F8-A5B7-4F97-8E44-C73FC55364FC}"/>
              </a:ext>
            </a:extLst>
          </p:cNvPr>
          <p:cNvSpPr/>
          <p:nvPr/>
        </p:nvSpPr>
        <p:spPr>
          <a:xfrm>
            <a:off x="558396" y="2252033"/>
            <a:ext cx="8782050" cy="4135107"/>
          </a:xfrm>
          <a:prstGeom prst="roundRect">
            <a:avLst>
              <a:gd name="adj" fmla="val 0"/>
            </a:avLst>
          </a:prstGeom>
          <a:no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sp>
        <p:nvSpPr>
          <p:cNvPr id="16" name="직사각형 15">
            <a:extLst>
              <a:ext uri="{FF2B5EF4-FFF2-40B4-BE49-F238E27FC236}">
                <a16:creationId xmlns:a16="http://schemas.microsoft.com/office/drawing/2014/main" id="{AFACF473-2A8D-411E-A3C3-6C3BE7E02255}"/>
              </a:ext>
            </a:extLst>
          </p:cNvPr>
          <p:cNvSpPr/>
          <p:nvPr/>
        </p:nvSpPr>
        <p:spPr>
          <a:xfrm>
            <a:off x="558396" y="191096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Nhập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mô-đun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và</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1442227327"/>
      </p:ext>
    </p:extLst>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그룹 14">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3" name="모서리가 둥근 직사각형 4">
            <a:extLst>
              <a:ext uri="{FF2B5EF4-FFF2-40B4-BE49-F238E27FC236}">
                <a16:creationId xmlns:a16="http://schemas.microsoft.com/office/drawing/2014/main" id="{930158F8-A5B7-4F97-8E44-C73FC55364FC}"/>
              </a:ext>
            </a:extLst>
          </p:cNvPr>
          <p:cNvSpPr/>
          <p:nvPr/>
        </p:nvSpPr>
        <p:spPr>
          <a:xfrm>
            <a:off x="558396" y="1772816"/>
            <a:ext cx="8782050" cy="331236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21431"/>
          <a:stretch/>
        </p:blipFill>
        <p:spPr>
          <a:xfrm>
            <a:off x="639192" y="1801954"/>
            <a:ext cx="8704708" cy="3283230"/>
          </a:xfrm>
          <a:prstGeom prst="rect">
            <a:avLst/>
          </a:prstGeom>
          <a:ln>
            <a:noFill/>
          </a:ln>
        </p:spPr>
      </p:pic>
      <p:sp>
        <p:nvSpPr>
          <p:cNvPr id="14" name="직사각형 13">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Histogram</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2329141892"/>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그룹 14">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3" name="모서리가 둥근 직사각형 4">
            <a:extLst>
              <a:ext uri="{FF2B5EF4-FFF2-40B4-BE49-F238E27FC236}">
                <a16:creationId xmlns:a16="http://schemas.microsoft.com/office/drawing/2014/main" id="{930158F8-A5B7-4F97-8E44-C73FC55364FC}"/>
              </a:ext>
            </a:extLst>
          </p:cNvPr>
          <p:cNvSpPr/>
          <p:nvPr/>
        </p:nvSpPr>
        <p:spPr>
          <a:xfrm>
            <a:off x="558396" y="1772817"/>
            <a:ext cx="8782050" cy="335727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22788"/>
          <a:stretch/>
        </p:blipFill>
        <p:spPr>
          <a:xfrm>
            <a:off x="630932" y="1794149"/>
            <a:ext cx="8712968" cy="3335946"/>
          </a:xfrm>
          <a:prstGeom prst="rect">
            <a:avLst/>
          </a:prstGeom>
          <a:ln>
            <a:noFill/>
          </a:ln>
        </p:spPr>
      </p:pic>
      <p:sp>
        <p:nvSpPr>
          <p:cNvPr id="14" name="직사각형 13">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Histogram</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120780565"/>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그룹 14">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3" name="모서리가 둥근 직사각형 4">
            <a:extLst>
              <a:ext uri="{FF2B5EF4-FFF2-40B4-BE49-F238E27FC236}">
                <a16:creationId xmlns:a16="http://schemas.microsoft.com/office/drawing/2014/main" id="{930158F8-A5B7-4F97-8E44-C73FC55364FC}"/>
              </a:ext>
            </a:extLst>
          </p:cNvPr>
          <p:cNvSpPr/>
          <p:nvPr/>
        </p:nvSpPr>
        <p:spPr>
          <a:xfrm>
            <a:off x="558396" y="1772817"/>
            <a:ext cx="8782050" cy="336433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 r="22891"/>
          <a:stretch/>
        </p:blipFill>
        <p:spPr>
          <a:xfrm>
            <a:off x="630404" y="1804815"/>
            <a:ext cx="8713496" cy="3332332"/>
          </a:xfrm>
          <a:prstGeom prst="rect">
            <a:avLst/>
          </a:prstGeom>
          <a:ln>
            <a:noFill/>
          </a:ln>
        </p:spPr>
      </p:pic>
      <p:sp>
        <p:nvSpPr>
          <p:cNvPr id="14" name="직사각형 13">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Histogram</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2834180912"/>
      </p:ext>
    </p:extLst>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그룹 14">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3" name="모서리가 둥근 직사각형 4">
            <a:extLst>
              <a:ext uri="{FF2B5EF4-FFF2-40B4-BE49-F238E27FC236}">
                <a16:creationId xmlns:a16="http://schemas.microsoft.com/office/drawing/2014/main" id="{930158F8-A5B7-4F97-8E44-C73FC55364FC}"/>
              </a:ext>
            </a:extLst>
          </p:cNvPr>
          <p:cNvSpPr/>
          <p:nvPr/>
        </p:nvSpPr>
        <p:spPr>
          <a:xfrm>
            <a:off x="558396" y="1772817"/>
            <a:ext cx="8782050" cy="309634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25323"/>
          <a:stretch/>
        </p:blipFill>
        <p:spPr>
          <a:xfrm>
            <a:off x="578584" y="1810527"/>
            <a:ext cx="8765316" cy="3058633"/>
          </a:xfrm>
          <a:prstGeom prst="rect">
            <a:avLst/>
          </a:prstGeom>
          <a:ln>
            <a:noFill/>
          </a:ln>
        </p:spPr>
      </p:pic>
      <p:sp>
        <p:nvSpPr>
          <p:cNvPr id="14" name="직사각형 13">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cột</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1597915804"/>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그룹 14">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3" name="모서리가 둥근 직사각형 4">
            <a:extLst>
              <a:ext uri="{FF2B5EF4-FFF2-40B4-BE49-F238E27FC236}">
                <a16:creationId xmlns:a16="http://schemas.microsoft.com/office/drawing/2014/main" id="{930158F8-A5B7-4F97-8E44-C73FC55364FC}"/>
              </a:ext>
            </a:extLst>
          </p:cNvPr>
          <p:cNvSpPr/>
          <p:nvPr/>
        </p:nvSpPr>
        <p:spPr>
          <a:xfrm>
            <a:off x="558396" y="1772817"/>
            <a:ext cx="8782050" cy="367240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20825"/>
          <a:stretch/>
        </p:blipFill>
        <p:spPr>
          <a:xfrm>
            <a:off x="631508" y="1846888"/>
            <a:ext cx="8712392" cy="3598336"/>
          </a:xfrm>
          <a:prstGeom prst="rect">
            <a:avLst/>
          </a:prstGeom>
          <a:ln>
            <a:noFill/>
          </a:ln>
        </p:spPr>
      </p:pic>
      <p:sp>
        <p:nvSpPr>
          <p:cNvPr id="14" name="직사각형 13">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cột</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4227386398"/>
      </p:ext>
    </p:extLst>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그룹 14">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3" name="모서리가 둥근 직사각형 4">
            <a:extLst>
              <a:ext uri="{FF2B5EF4-FFF2-40B4-BE49-F238E27FC236}">
                <a16:creationId xmlns:a16="http://schemas.microsoft.com/office/drawing/2014/main" id="{930158F8-A5B7-4F97-8E44-C73FC55364FC}"/>
              </a:ext>
            </a:extLst>
          </p:cNvPr>
          <p:cNvSpPr/>
          <p:nvPr/>
        </p:nvSpPr>
        <p:spPr>
          <a:xfrm>
            <a:off x="558396" y="1772816"/>
            <a:ext cx="8782050" cy="346201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r="23123"/>
          <a:stretch/>
        </p:blipFill>
        <p:spPr>
          <a:xfrm>
            <a:off x="579313" y="1797969"/>
            <a:ext cx="8764587" cy="3436867"/>
          </a:xfrm>
          <a:prstGeom prst="rect">
            <a:avLst/>
          </a:prstGeom>
          <a:ln>
            <a:noFill/>
          </a:ln>
        </p:spPr>
      </p:pic>
      <p:sp>
        <p:nvSpPr>
          <p:cNvPr id="14" name="직사각형 13">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phân tán đơn:</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4077290795"/>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그룹 14">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6" name="직사각형 15">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3" name="모서리가 둥근 직사각형 4">
            <a:extLst>
              <a:ext uri="{FF2B5EF4-FFF2-40B4-BE49-F238E27FC236}">
                <a16:creationId xmlns:a16="http://schemas.microsoft.com/office/drawing/2014/main" id="{930158F8-A5B7-4F97-8E44-C73FC55364FC}"/>
              </a:ext>
            </a:extLst>
          </p:cNvPr>
          <p:cNvSpPr/>
          <p:nvPr/>
        </p:nvSpPr>
        <p:spPr>
          <a:xfrm>
            <a:off x="558396" y="1772816"/>
            <a:ext cx="8782050" cy="367240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18314"/>
          <a:stretch/>
        </p:blipFill>
        <p:spPr>
          <a:xfrm>
            <a:off x="591934" y="1793082"/>
            <a:ext cx="8751966" cy="3652142"/>
          </a:xfrm>
          <a:prstGeom prst="rect">
            <a:avLst/>
          </a:prstGeom>
          <a:ln>
            <a:noFill/>
          </a:ln>
        </p:spPr>
      </p:pic>
      <p:sp>
        <p:nvSpPr>
          <p:cNvPr id="14" name="직사각형 13">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tán</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4068071979"/>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직사각형 14">
            <a:extLst>
              <a:ext uri="{FF2B5EF4-FFF2-40B4-BE49-F238E27FC236}">
                <a16:creationId xmlns:a16="http://schemas.microsoft.com/office/drawing/2014/main" id="{58B1BC1D-DFB7-4482-BA23-F01AD71B1BBE}"/>
              </a:ext>
            </a:extLst>
          </p:cNvPr>
          <p:cNvSpPr/>
          <p:nvPr/>
        </p:nvSpPr>
        <p:spPr>
          <a:xfrm>
            <a:off x="546895" y="1523719"/>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vi-VN"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rPr>
              <a:t>Bài tập </a:t>
            </a:r>
            <a:r>
              <a:rPr lang="en-US"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rPr>
              <a:t>Coding #</a:t>
            </a:r>
            <a:r>
              <a:rPr kumimoji="1" lang="en-US" altLang="ko-KR" sz="2400" b="1" dirty="0">
                <a:solidFill>
                  <a:prstClr val="black"/>
                </a:solidFill>
                <a:latin typeface="iCiel Samsung Sharp Sans Regular" pitchFamily="2" charset="77"/>
                <a:cs typeface="iCiel Samsung Sharp Sans Regular" pitchFamily="2" charset="77"/>
              </a:rPr>
              <a:t>0111</a:t>
            </a:r>
            <a:endParaRPr lang="en-US"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endParaRPr>
          </a:p>
        </p:txBody>
      </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18" name="그룹 17">
            <a:extLst>
              <a:ext uri="{FF2B5EF4-FFF2-40B4-BE49-F238E27FC236}">
                <a16:creationId xmlns:a16="http://schemas.microsoft.com/office/drawing/2014/main" id="{ED7EE38F-CDC3-460E-ABCF-58179FFDF36A}"/>
              </a:ext>
            </a:extLst>
          </p:cNvPr>
          <p:cNvGrpSpPr/>
          <p:nvPr/>
        </p:nvGrpSpPr>
        <p:grpSpPr>
          <a:xfrm>
            <a:off x="558798" y="2060849"/>
            <a:ext cx="8797129" cy="3960439"/>
            <a:chOff x="558798" y="2060849"/>
            <a:chExt cx="8797129" cy="3960439"/>
          </a:xfrm>
        </p:grpSpPr>
        <p:sp>
          <p:nvSpPr>
            <p:cNvPr id="23" name="직사각형 22">
              <a:extLst>
                <a:ext uri="{FF2B5EF4-FFF2-40B4-BE49-F238E27FC236}">
                  <a16:creationId xmlns:a16="http://schemas.microsoft.com/office/drawing/2014/main" id="{6A0DA5AD-EDEC-4DFE-8AED-90196E4616A8}"/>
                </a:ext>
              </a:extLst>
            </p:cNvPr>
            <p:cNvSpPr/>
            <p:nvPr/>
          </p:nvSpPr>
          <p:spPr>
            <a:xfrm>
              <a:off x="558799" y="2060849"/>
              <a:ext cx="8785225" cy="3960439"/>
            </a:xfrm>
            <a:prstGeom prst="rect">
              <a:avLst/>
            </a:prstGeom>
            <a:solidFill>
              <a:schemeClr val="accent5">
                <a:lumMod val="40000"/>
                <a:lumOff val="60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24" name="그룹 23">
              <a:extLst>
                <a:ext uri="{FF2B5EF4-FFF2-40B4-BE49-F238E27FC236}">
                  <a16:creationId xmlns:a16="http://schemas.microsoft.com/office/drawing/2014/main" id="{AEA8C9EB-1336-4A41-B70D-87C439C7EA00}"/>
                </a:ext>
              </a:extLst>
            </p:cNvPr>
            <p:cNvGrpSpPr/>
            <p:nvPr/>
          </p:nvGrpSpPr>
          <p:grpSpPr>
            <a:xfrm>
              <a:off x="558798" y="3945816"/>
              <a:ext cx="8797129" cy="576572"/>
              <a:chOff x="4778069" y="4391025"/>
              <a:chExt cx="2349160" cy="431802"/>
            </a:xfrm>
          </p:grpSpPr>
          <p:sp>
            <p:nvSpPr>
              <p:cNvPr id="26" name="직사각형 25">
                <a:extLst>
                  <a:ext uri="{FF2B5EF4-FFF2-40B4-BE49-F238E27FC236}">
                    <a16:creationId xmlns:a16="http://schemas.microsoft.com/office/drawing/2014/main" id="{8CB22543-AC21-4D8C-A6CC-BDD68C2A9FBD}"/>
                  </a:ext>
                </a:extLst>
              </p:cNvPr>
              <p:cNvSpPr/>
              <p:nvPr/>
            </p:nvSpPr>
            <p:spPr>
              <a:xfrm>
                <a:off x="4778069" y="4391025"/>
                <a:ext cx="2349160" cy="43180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lightRig rig="threePt" dir="t"/>
                </a:scene3d>
                <a:sp3d>
                  <a:bevelT w="0" h="6350"/>
                </a:sp3d>
              </a:bodyPr>
              <a:lstStyle/>
              <a:p>
                <a:pPr algn="ctr"/>
                <a:endParaRPr lang="ko-KR" altLang="en-US" sz="2000" dirty="0"/>
              </a:p>
            </p:txBody>
          </p:sp>
          <p:sp>
            <p:nvSpPr>
              <p:cNvPr id="27" name="직사각형 133">
                <a:extLst>
                  <a:ext uri="{FF2B5EF4-FFF2-40B4-BE49-F238E27FC236}">
                    <a16:creationId xmlns:a16="http://schemas.microsoft.com/office/drawing/2014/main" id="{1DD20B9A-05EE-433F-9092-ADC6C6E63657}"/>
                  </a:ext>
                </a:extLst>
              </p:cNvPr>
              <p:cNvSpPr/>
              <p:nvPr/>
            </p:nvSpPr>
            <p:spPr>
              <a:xfrm>
                <a:off x="4852511" y="4492701"/>
                <a:ext cx="2200275" cy="2304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algn="ctr"/>
                <a:r>
                  <a:rPr lang="vi-VN" altLang="ko-KR"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Làm theo các bước thực hành trên tệp 'ex_0111.ipynb'</a:t>
                </a:r>
                <a:endParaRPr lang="ko-KR" altLang="en-US" sz="2000" b="1" dirty="0">
                  <a:solidFill>
                    <a:schemeClr val="bg1"/>
                  </a:solidFill>
                  <a:latin typeface="SamsungOne-700" panose="020B0803030303020204" pitchFamily="34" charset="0"/>
                  <a:ea typeface="Samsung Sharp Sans" pitchFamily="2" charset="0"/>
                  <a:cs typeface="iCiel Samsung Sharp Sans Regular" pitchFamily="2" charset="77"/>
                </a:endParaRPr>
              </a:p>
            </p:txBody>
          </p:sp>
        </p:grpSp>
        <p:pic>
          <p:nvPicPr>
            <p:cNvPr id="25" name="그림 24" descr="텍스트, 클립아트이(가) 표시된 사진&#10;&#10;자동 생성된 설명">
              <a:extLst>
                <a:ext uri="{FF2B5EF4-FFF2-40B4-BE49-F238E27FC236}">
                  <a16:creationId xmlns:a16="http://schemas.microsoft.com/office/drawing/2014/main" id="{73EA5068-5EDF-48D5-98F1-B4C6CCCD6FD2}"/>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28593" t="14475" r="51947" b="14299"/>
            <a:stretch/>
          </p:blipFill>
          <p:spPr>
            <a:xfrm>
              <a:off x="4370123" y="2647560"/>
              <a:ext cx="1162577" cy="1174440"/>
            </a:xfrm>
            <a:prstGeom prst="ellipse">
              <a:avLst/>
            </a:prstGeom>
          </p:spPr>
        </p:pic>
      </p:grpSp>
    </p:spTree>
    <p:custDataLst>
      <p:tags r:id="rId1"/>
    </p:custDataLst>
    <p:extLst>
      <p:ext uri="{BB962C8B-B14F-4D97-AF65-F5344CB8AC3E}">
        <p14:creationId xmlns:p14="http://schemas.microsoft.com/office/powerpoint/2010/main" val="162779311"/>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직사각형 14">
            <a:extLst>
              <a:ext uri="{FF2B5EF4-FFF2-40B4-BE49-F238E27FC236}">
                <a16:creationId xmlns:a16="http://schemas.microsoft.com/office/drawing/2014/main" id="{58B1BC1D-DFB7-4482-BA23-F01AD71B1BBE}"/>
              </a:ext>
            </a:extLst>
          </p:cNvPr>
          <p:cNvSpPr/>
          <p:nvPr/>
        </p:nvSpPr>
        <p:spPr>
          <a:xfrm>
            <a:off x="546895" y="1523719"/>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rPr>
              <a:t>Coding Exercise #0112</a:t>
            </a:r>
          </a:p>
        </p:txBody>
      </p:sp>
      <p:grpSp>
        <p:nvGrpSpPr>
          <p:cNvPr id="14" name="그룹 13">
            <a:extLst>
              <a:ext uri="{FF2B5EF4-FFF2-40B4-BE49-F238E27FC236}">
                <a16:creationId xmlns:a16="http://schemas.microsoft.com/office/drawing/2014/main" id="{ED7EE38F-CDC3-460E-ABCF-58179FFDF36A}"/>
              </a:ext>
            </a:extLst>
          </p:cNvPr>
          <p:cNvGrpSpPr/>
          <p:nvPr/>
        </p:nvGrpSpPr>
        <p:grpSpPr>
          <a:xfrm>
            <a:off x="558798" y="2060849"/>
            <a:ext cx="8797129" cy="3960439"/>
            <a:chOff x="558798" y="2060849"/>
            <a:chExt cx="8797129" cy="3960439"/>
          </a:xfrm>
        </p:grpSpPr>
        <p:sp>
          <p:nvSpPr>
            <p:cNvPr id="16" name="직사각형 15">
              <a:extLst>
                <a:ext uri="{FF2B5EF4-FFF2-40B4-BE49-F238E27FC236}">
                  <a16:creationId xmlns:a16="http://schemas.microsoft.com/office/drawing/2014/main" id="{6A0DA5AD-EDEC-4DFE-8AED-90196E4616A8}"/>
                </a:ext>
              </a:extLst>
            </p:cNvPr>
            <p:cNvSpPr/>
            <p:nvPr/>
          </p:nvSpPr>
          <p:spPr>
            <a:xfrm>
              <a:off x="558799" y="2060849"/>
              <a:ext cx="8785225" cy="3960439"/>
            </a:xfrm>
            <a:prstGeom prst="rect">
              <a:avLst/>
            </a:prstGeom>
            <a:solidFill>
              <a:schemeClr val="accent5">
                <a:lumMod val="40000"/>
                <a:lumOff val="60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9" name="그룹 18">
              <a:extLst>
                <a:ext uri="{FF2B5EF4-FFF2-40B4-BE49-F238E27FC236}">
                  <a16:creationId xmlns:a16="http://schemas.microsoft.com/office/drawing/2014/main" id="{AEA8C9EB-1336-4A41-B70D-87C439C7EA00}"/>
                </a:ext>
              </a:extLst>
            </p:cNvPr>
            <p:cNvGrpSpPr/>
            <p:nvPr/>
          </p:nvGrpSpPr>
          <p:grpSpPr>
            <a:xfrm>
              <a:off x="558798" y="3945816"/>
              <a:ext cx="8797129" cy="576572"/>
              <a:chOff x="4778069" y="4391025"/>
              <a:chExt cx="2349160" cy="431802"/>
            </a:xfrm>
          </p:grpSpPr>
          <p:sp>
            <p:nvSpPr>
              <p:cNvPr id="21" name="직사각형 20">
                <a:extLst>
                  <a:ext uri="{FF2B5EF4-FFF2-40B4-BE49-F238E27FC236}">
                    <a16:creationId xmlns:a16="http://schemas.microsoft.com/office/drawing/2014/main" id="{8CB22543-AC21-4D8C-A6CC-BDD68C2A9FBD}"/>
                  </a:ext>
                </a:extLst>
              </p:cNvPr>
              <p:cNvSpPr/>
              <p:nvPr/>
            </p:nvSpPr>
            <p:spPr>
              <a:xfrm>
                <a:off x="4778069" y="4391025"/>
                <a:ext cx="2349160" cy="43180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lightRig rig="threePt" dir="t"/>
                </a:scene3d>
                <a:sp3d>
                  <a:bevelT w="0" h="6350"/>
                </a:sp3d>
              </a:bodyPr>
              <a:lstStyle/>
              <a:p>
                <a:pPr algn="ctr"/>
                <a:endParaRPr lang="ko-KR" altLang="en-US" sz="2000" dirty="0"/>
              </a:p>
            </p:txBody>
          </p:sp>
          <p:sp>
            <p:nvSpPr>
              <p:cNvPr id="22" name="직사각형 133">
                <a:extLst>
                  <a:ext uri="{FF2B5EF4-FFF2-40B4-BE49-F238E27FC236}">
                    <a16:creationId xmlns:a16="http://schemas.microsoft.com/office/drawing/2014/main" id="{1DD20B9A-05EE-433F-9092-ADC6C6E63657}"/>
                  </a:ext>
                </a:extLst>
              </p:cNvPr>
              <p:cNvSpPr/>
              <p:nvPr/>
            </p:nvSpPr>
            <p:spPr>
              <a:xfrm>
                <a:off x="4852511" y="4492701"/>
                <a:ext cx="2200275" cy="2304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algn="ctr"/>
                <a:r>
                  <a:rPr lang="vi-VN" altLang="ko-KR" sz="2000" b="1" dirty="0">
                    <a:solidFill>
                      <a:schemeClr val="bg1"/>
                    </a:solidFill>
                    <a:latin typeface="SamsungOne-700" panose="020B0803030303020204" pitchFamily="34" charset="0"/>
                    <a:ea typeface="SamsungOne-700" panose="020B0803030303020204" pitchFamily="34" charset="0"/>
                    <a:cs typeface="iCiel Samsung Sharp Sans Regular" pitchFamily="2" charset="77"/>
                  </a:rPr>
                  <a:t>Làm theo các bước thực hành trên tệp 'ex_0112.ipynb'</a:t>
                </a:r>
                <a:endParaRPr lang="ko-KR" altLang="en-US" sz="2000" b="1" dirty="0">
                  <a:solidFill>
                    <a:schemeClr val="bg1"/>
                  </a:solidFill>
                  <a:latin typeface="SamsungOne-700" panose="020B0803030303020204" pitchFamily="34" charset="0"/>
                  <a:ea typeface="Samsung Sharp Sans" pitchFamily="2" charset="0"/>
                  <a:cs typeface="iCiel Samsung Sharp Sans Regular" pitchFamily="2" charset="77"/>
                </a:endParaRPr>
              </a:p>
            </p:txBody>
          </p:sp>
        </p:grpSp>
        <p:pic>
          <p:nvPicPr>
            <p:cNvPr id="20" name="그림 19" descr="텍스트, 클립아트이(가) 표시된 사진&#10;&#10;자동 생성된 설명">
              <a:extLst>
                <a:ext uri="{FF2B5EF4-FFF2-40B4-BE49-F238E27FC236}">
                  <a16:creationId xmlns:a16="http://schemas.microsoft.com/office/drawing/2014/main" id="{73EA5068-5EDF-48D5-98F1-B4C6CCCD6FD2}"/>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28593" t="14475" r="51947" b="14299"/>
            <a:stretch/>
          </p:blipFill>
          <p:spPr>
            <a:xfrm>
              <a:off x="4370123" y="2647560"/>
              <a:ext cx="1162577" cy="1174440"/>
            </a:xfrm>
            <a:prstGeom prst="ellipse">
              <a:avLst/>
            </a:prstGeom>
          </p:spPr>
        </p:pic>
      </p:gr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pPr defTabSz="457187">
                <a:defRPr/>
              </a:pP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4.4.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Trực</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quan</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hóa</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cho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Matplotlib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và</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pandas</a:t>
              </a:r>
              <a:endParaRPr lang="ko-KR" altLang="en-US" b="1" dirty="0">
                <a:solidFill>
                  <a:prstClr val="white"/>
                </a:solidFill>
                <a:latin typeface="iCiel Samsung Sharp Sans Medium" pitchFamily="2" charset="77"/>
                <a:cs typeface="iCiel Samsung Sharp Sans Medium" pitchFamily="2" charset="77"/>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Tree>
    <p:custDataLst>
      <p:tags r:id="rId1"/>
    </p:custDataLst>
    <p:extLst>
      <p:ext uri="{BB962C8B-B14F-4D97-AF65-F5344CB8AC3E}">
        <p14:creationId xmlns:p14="http://schemas.microsoft.com/office/powerpoint/2010/main" val="4193586697"/>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직사각형 133">
            <a:extLst>
              <a:ext uri="{FF2B5EF4-FFF2-40B4-BE49-F238E27FC236}">
                <a16:creationId xmlns:a16="http://schemas.microsoft.com/office/drawing/2014/main" id="{25ADB8A5-0DE3-410D-9312-F4570D68C26B}"/>
              </a:ext>
            </a:extLst>
          </p:cNvPr>
          <p:cNvSpPr/>
          <p:nvPr/>
        </p:nvSpPr>
        <p:spPr>
          <a:xfrm>
            <a:off x="912070" y="3133792"/>
            <a:ext cx="8143798" cy="98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defTabSz="457063" fontAlgn="base" latinLnBrk="1">
              <a:spcBef>
                <a:spcPct val="0"/>
              </a:spcBef>
              <a:spcAft>
                <a:spcPct val="0"/>
              </a:spcAft>
              <a:defRPr/>
            </a:pPr>
            <a:r>
              <a:rPr kumimoji="1" lang="en-US" altLang="ko-KR" sz="3200" b="1" dirty="0" err="1">
                <a:solidFill>
                  <a:prstClr val="black"/>
                </a:solidFill>
                <a:latin typeface="iCiel Samsung Sharp Sans Regular" pitchFamily="2" charset="77"/>
                <a:cs typeface="iCiel Samsung Sharp Sans Regular" pitchFamily="2" charset="77"/>
              </a:rPr>
              <a:t>Trực</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quan</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hóa</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dữ</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liệu</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cho</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các</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dữ</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liệu</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có</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quy</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mô</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khác</a:t>
            </a:r>
            <a:r>
              <a:rPr kumimoji="1" lang="en-US" altLang="ko-KR" sz="3200" b="1" dirty="0">
                <a:solidFill>
                  <a:prstClr val="black"/>
                </a:solidFill>
                <a:latin typeface="iCiel Samsung Sharp Sans Regular" pitchFamily="2" charset="77"/>
                <a:cs typeface="iCiel Samsung Sharp Sans Regular" pitchFamily="2" charset="77"/>
              </a:rPr>
              <a:t> </a:t>
            </a:r>
            <a:r>
              <a:rPr kumimoji="1" lang="en-US" altLang="ko-KR" sz="3200" b="1" dirty="0" err="1">
                <a:solidFill>
                  <a:prstClr val="black"/>
                </a:solidFill>
                <a:latin typeface="iCiel Samsung Sharp Sans Regular" pitchFamily="2" charset="77"/>
                <a:cs typeface="iCiel Samsung Sharp Sans Regular" pitchFamily="2" charset="77"/>
              </a:rPr>
              <a:t>nhau</a:t>
            </a:r>
            <a:endParaRPr kumimoji="1" lang="ko-KR" altLang="en-US" sz="3200" b="1" dirty="0">
              <a:solidFill>
                <a:prstClr val="black"/>
              </a:solidFill>
              <a:latin typeface="iCiel Samsung Sharp Sans Regular" pitchFamily="2" charset="77"/>
              <a:cs typeface="iCiel Samsung Sharp Sans Regular" pitchFamily="2" charset="77"/>
            </a:endParaRPr>
          </a:p>
        </p:txBody>
      </p:sp>
      <p:sp>
        <p:nvSpPr>
          <p:cNvPr id="25" name="직사각형 133">
            <a:extLst>
              <a:ext uri="{FF2B5EF4-FFF2-40B4-BE49-F238E27FC236}">
                <a16:creationId xmlns:a16="http://schemas.microsoft.com/office/drawing/2014/main" id="{17B849FD-56EF-4D52-9EE7-7B646DEAAE70}"/>
              </a:ext>
            </a:extLst>
          </p:cNvPr>
          <p:cNvSpPr/>
          <p:nvPr/>
        </p:nvSpPr>
        <p:spPr>
          <a:xfrm>
            <a:off x="989683" y="2748696"/>
            <a:ext cx="5477955" cy="3076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457063" fontAlgn="base" latinLnBrk="1">
              <a:spcBef>
                <a:spcPct val="0"/>
              </a:spcBef>
              <a:spcAft>
                <a:spcPct val="0"/>
              </a:spcAft>
              <a:defRPr/>
            </a:pPr>
            <a:r>
              <a:rPr kumimoji="1" lang="en-US" altLang="ko-KR" sz="1999" b="1" dirty="0" err="1">
                <a:solidFill>
                  <a:prstClr val="white">
                    <a:lumMod val="50000"/>
                  </a:prstClr>
                </a:solidFill>
                <a:latin typeface="iCiel Samsung Sharp Sans Regular" pitchFamily="2" charset="77"/>
                <a:ea typeface="iCiel Samsung Sharp Sans Regular" pitchFamily="2" charset="77"/>
                <a:cs typeface="iCiel Samsung Sharp Sans Regular" pitchFamily="2" charset="77"/>
              </a:rPr>
              <a:t>Bài</a:t>
            </a:r>
            <a:r>
              <a:rPr kumimoji="1" lang="en-US" altLang="ko-KR" sz="1999" b="1" dirty="0">
                <a:solidFill>
                  <a:prstClr val="white">
                    <a:lumMod val="50000"/>
                  </a:prstClr>
                </a:solidFill>
                <a:latin typeface="iCiel Samsung Sharp Sans Regular" pitchFamily="2" charset="77"/>
                <a:ea typeface="iCiel Samsung Sharp Sans Regular" pitchFamily="2" charset="77"/>
                <a:cs typeface="iCiel Samsung Sharp Sans Regular" pitchFamily="2" charset="77"/>
              </a:rPr>
              <a:t> 4. </a:t>
            </a:r>
            <a:endParaRPr kumimoji="1" lang="en-US" altLang="ko-KR" sz="5398" b="1" dirty="0">
              <a:solidFill>
                <a:prstClr val="white">
                  <a:lumMod val="50000"/>
                </a:prstClr>
              </a:solidFill>
              <a:latin typeface="iCiel Samsung Sharp Sans Regular" pitchFamily="2" charset="77"/>
              <a:ea typeface="iCiel Samsung Sharp Sans Regular" pitchFamily="2" charset="77"/>
              <a:cs typeface="iCiel Samsung Sharp Sans Regular" pitchFamily="2" charset="77"/>
            </a:endParaRPr>
          </a:p>
        </p:txBody>
      </p:sp>
      <p:grpSp>
        <p:nvGrpSpPr>
          <p:cNvPr id="20" name="그룹 19"/>
          <p:cNvGrpSpPr/>
          <p:nvPr/>
        </p:nvGrpSpPr>
        <p:grpSpPr>
          <a:xfrm>
            <a:off x="930678" y="4576916"/>
            <a:ext cx="8341214" cy="1140888"/>
            <a:chOff x="930678" y="4576916"/>
            <a:chExt cx="8341214" cy="1140888"/>
          </a:xfrm>
        </p:grpSpPr>
        <p:sp>
          <p:nvSpPr>
            <p:cNvPr id="21" name="직사각형 20">
              <a:extLst>
                <a:ext uri="{FF2B5EF4-FFF2-40B4-BE49-F238E27FC236}">
                  <a16:creationId xmlns:a16="http://schemas.microsoft.com/office/drawing/2014/main" id="{8CEA84EE-1CFD-4B57-A1C8-06A1AB4ACA44}"/>
                </a:ext>
              </a:extLst>
            </p:cNvPr>
            <p:cNvSpPr/>
            <p:nvPr/>
          </p:nvSpPr>
          <p:spPr>
            <a:xfrm>
              <a:off x="1113499" y="4581541"/>
              <a:ext cx="4201101"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srgbClr val="B1B1B1"/>
                  </a:solidFill>
                  <a:latin typeface="SamsungOne-400" panose="020B0503030303020204" pitchFamily="34" charset="0"/>
                  <a:ea typeface="SamsungOne-400" panose="020B0503030303020204" pitchFamily="34" charset="0"/>
                </a:rPr>
                <a:t>4.1. </a:t>
              </a:r>
              <a:r>
                <a:rPr kumimoji="1" lang="en-US" altLang="ko-KR" sz="1799" dirty="0" err="1">
                  <a:solidFill>
                    <a:srgbClr val="B1B1B1"/>
                  </a:solidFill>
                  <a:latin typeface="SamsungOne-400" panose="020B0503030303020204" pitchFamily="34" charset="0"/>
                  <a:ea typeface="SamsungOne-400" panose="020B0503030303020204" pitchFamily="34" charset="0"/>
                </a:rPr>
                <a:t>Giới</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thiệu</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về</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trực</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quan</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hóa</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dữ</a:t>
              </a:r>
              <a:r>
                <a:rPr kumimoji="1" lang="en-US" altLang="ko-KR" sz="1799" dirty="0">
                  <a:solidFill>
                    <a:srgbClr val="B1B1B1"/>
                  </a:solidFill>
                  <a:latin typeface="SamsungOne-400" panose="020B0503030303020204" pitchFamily="34" charset="0"/>
                  <a:ea typeface="SamsungOne-400" panose="020B0503030303020204" pitchFamily="34" charset="0"/>
                </a:rPr>
                <a:t> </a:t>
              </a:r>
              <a:r>
                <a:rPr kumimoji="1" lang="en-US" altLang="ko-KR" sz="1799" dirty="0" err="1">
                  <a:solidFill>
                    <a:srgbClr val="B1B1B1"/>
                  </a:solidFill>
                  <a:latin typeface="SamsungOne-400" panose="020B0503030303020204" pitchFamily="34" charset="0"/>
                  <a:ea typeface="SamsungOne-400" panose="020B0503030303020204" pitchFamily="34" charset="0"/>
                </a:rPr>
                <a:t>liệu</a:t>
              </a:r>
              <a:endParaRPr kumimoji="1" lang="ko-KR" altLang="en-US" sz="1799" dirty="0">
                <a:solidFill>
                  <a:srgbClr val="B1B1B1"/>
                </a:solidFill>
                <a:latin typeface="SamsungOne-400" panose="020B0503030303020204" pitchFamily="34" charset="0"/>
                <a:ea typeface="SamsungOne-700" panose="020B0803030303020204" pitchFamily="34" charset="0"/>
              </a:endParaRPr>
            </a:p>
          </p:txBody>
        </p:sp>
        <p:sp>
          <p:nvSpPr>
            <p:cNvPr id="23" name="직사각형 22">
              <a:extLst>
                <a:ext uri="{FF2B5EF4-FFF2-40B4-BE49-F238E27FC236}">
                  <a16:creationId xmlns:a16="http://schemas.microsoft.com/office/drawing/2014/main" id="{490AEC04-CD1D-4B88-858B-CBB56559D797}"/>
                </a:ext>
              </a:extLst>
            </p:cNvPr>
            <p:cNvSpPr/>
            <p:nvPr/>
          </p:nvSpPr>
          <p:spPr>
            <a:xfrm>
              <a:off x="930678" y="4580348"/>
              <a:ext cx="35988" cy="251919"/>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srgbClr val="1429A0"/>
                </a:solidFill>
                <a:latin typeface="Calibri" panose="020F0502020204030204"/>
                <a:ea typeface="맑은 고딕" panose="020B0503020000020004" pitchFamily="50" charset="-127"/>
              </a:endParaRPr>
            </a:p>
          </p:txBody>
        </p:sp>
        <p:sp>
          <p:nvSpPr>
            <p:cNvPr id="24" name="직사각형 23">
              <a:extLst>
                <a:ext uri="{FF2B5EF4-FFF2-40B4-BE49-F238E27FC236}">
                  <a16:creationId xmlns:a16="http://schemas.microsoft.com/office/drawing/2014/main" id="{475B5DE5-347D-4119-80E7-2377740127D9}"/>
                </a:ext>
              </a:extLst>
            </p:cNvPr>
            <p:cNvSpPr/>
            <p:nvPr/>
          </p:nvSpPr>
          <p:spPr>
            <a:xfrm>
              <a:off x="1113499" y="5011238"/>
              <a:ext cx="4435176"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srgbClr val="A6A6A6"/>
                  </a:solidFill>
                  <a:latin typeface="SamsungOne-400" panose="020B0503030303020204" pitchFamily="34" charset="0"/>
                  <a:ea typeface="SamsungOne-400" panose="020B0503030303020204" pitchFamily="34" charset="0"/>
                </a:rPr>
                <a:t>4.2. </a:t>
              </a:r>
              <a:r>
                <a:rPr kumimoji="1" lang="en-US" altLang="ko-KR" sz="1799" dirty="0" err="1">
                  <a:solidFill>
                    <a:srgbClr val="A6A6A6"/>
                  </a:solidFill>
                  <a:latin typeface="SamsungOne-400" panose="020B0503030303020204" pitchFamily="34" charset="0"/>
                  <a:ea typeface="SamsungOne-400" panose="020B0503030303020204" pitchFamily="34" charset="0"/>
                </a:rPr>
                <a:t>Đồ</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thị</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để</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tóm</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tắt</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dữ</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liệu</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liên</a:t>
              </a:r>
              <a:r>
                <a:rPr kumimoji="1" lang="en-US" altLang="ko-KR" sz="1799" dirty="0">
                  <a:solidFill>
                    <a:srgbClr val="A6A6A6"/>
                  </a:solidFill>
                  <a:latin typeface="SamsungOne-400" panose="020B0503030303020204" pitchFamily="34" charset="0"/>
                  <a:ea typeface="SamsungOne-400" panose="020B0503030303020204" pitchFamily="34" charset="0"/>
                </a:rPr>
                <a:t> </a:t>
              </a:r>
              <a:r>
                <a:rPr kumimoji="1" lang="en-US" altLang="ko-KR" sz="1799" dirty="0" err="1">
                  <a:solidFill>
                    <a:srgbClr val="A6A6A6"/>
                  </a:solidFill>
                  <a:latin typeface="SamsungOne-400" panose="020B0503030303020204" pitchFamily="34" charset="0"/>
                  <a:ea typeface="SamsungOne-400" panose="020B0503030303020204" pitchFamily="34" charset="0"/>
                </a:rPr>
                <a:t>tục</a:t>
              </a:r>
              <a:endParaRPr kumimoji="1" lang="ko-KR" altLang="en-US" sz="1799" dirty="0">
                <a:solidFill>
                  <a:srgbClr val="A6A6A6"/>
                </a:solidFill>
                <a:latin typeface="SamsungOne-400" panose="020B0503030303020204" pitchFamily="34" charset="0"/>
                <a:ea typeface="SamsungOne-400" panose="020B0503030303020204" pitchFamily="34" charset="0"/>
              </a:endParaRPr>
            </a:p>
          </p:txBody>
        </p:sp>
        <p:sp>
          <p:nvSpPr>
            <p:cNvPr id="26" name="직사각형 25">
              <a:extLst>
                <a:ext uri="{FF2B5EF4-FFF2-40B4-BE49-F238E27FC236}">
                  <a16:creationId xmlns:a16="http://schemas.microsoft.com/office/drawing/2014/main" id="{42D16157-71AB-4EEC-81F2-DE5463F000C0}"/>
                </a:ext>
              </a:extLst>
            </p:cNvPr>
            <p:cNvSpPr/>
            <p:nvPr/>
          </p:nvSpPr>
          <p:spPr>
            <a:xfrm>
              <a:off x="930678" y="5010044"/>
              <a:ext cx="35988" cy="251919"/>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sp>
          <p:nvSpPr>
            <p:cNvPr id="27" name="직사각형 43">
              <a:extLst>
                <a:ext uri="{FF2B5EF4-FFF2-40B4-BE49-F238E27FC236}">
                  <a16:creationId xmlns:a16="http://schemas.microsoft.com/office/drawing/2014/main" id="{7C361C6F-D073-4FC0-8ED0-8901EA9A95A1}"/>
                </a:ext>
              </a:extLst>
            </p:cNvPr>
            <p:cNvSpPr/>
            <p:nvPr/>
          </p:nvSpPr>
          <p:spPr>
            <a:xfrm>
              <a:off x="1113499" y="5440933"/>
              <a:ext cx="4435176"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4.3.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Đồ</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thị</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để</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tóm</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tắt</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dữ</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liệu</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phân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loại</a:t>
              </a:r>
              <a:endParaRPr kumimoji="1" lang="ko-KR" altLang="en-US"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28" name="직사각형 44">
              <a:extLst>
                <a:ext uri="{FF2B5EF4-FFF2-40B4-BE49-F238E27FC236}">
                  <a16:creationId xmlns:a16="http://schemas.microsoft.com/office/drawing/2014/main" id="{84CE6F1A-F6A5-409C-BD43-5542C2321C7A}"/>
                </a:ext>
              </a:extLst>
            </p:cNvPr>
            <p:cNvSpPr/>
            <p:nvPr/>
          </p:nvSpPr>
          <p:spPr>
            <a:xfrm>
              <a:off x="930678" y="5439740"/>
              <a:ext cx="35988" cy="251919"/>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sp>
          <p:nvSpPr>
            <p:cNvPr id="29" name="직사각형 43">
              <a:extLst>
                <a:ext uri="{FF2B5EF4-FFF2-40B4-BE49-F238E27FC236}">
                  <a16:creationId xmlns:a16="http://schemas.microsoft.com/office/drawing/2014/main" id="{E636EDF9-BD08-4EFB-ABDD-A5E21AC16A7F}"/>
                </a:ext>
              </a:extLst>
            </p:cNvPr>
            <p:cNvSpPr/>
            <p:nvPr/>
          </p:nvSpPr>
          <p:spPr>
            <a:xfrm>
              <a:off x="5716046" y="4583042"/>
              <a:ext cx="3555846" cy="5537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4.4.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Trực</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quan</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hóa</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cho</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Matplotlib </a:t>
              </a:r>
              <a:r>
                <a:rPr kumimoji="1" lang="en-US" altLang="ko-KR" sz="1799" dirty="0" err="1">
                  <a:solidFill>
                    <a:prstClr val="white">
                      <a:lumMod val="65000"/>
                    </a:prstClr>
                  </a:solidFill>
                  <a:latin typeface="SamsungOne-400" panose="020B0503030303020204" pitchFamily="34" charset="0"/>
                  <a:ea typeface="SamsungOne-400" panose="020B0503030303020204" pitchFamily="34" charset="0"/>
                </a:rPr>
                <a:t>và</a:t>
              </a:r>
              <a:r>
                <a:rPr kumimoji="1" lang="en-US" altLang="ko-KR" sz="1799" dirty="0">
                  <a:solidFill>
                    <a:prstClr val="white">
                      <a:lumMod val="65000"/>
                    </a:prstClr>
                  </a:solidFill>
                  <a:latin typeface="SamsungOne-400" panose="020B0503030303020204" pitchFamily="34" charset="0"/>
                  <a:ea typeface="SamsungOne-400" panose="020B0503030303020204" pitchFamily="34" charset="0"/>
                </a:rPr>
                <a:t> pandas</a:t>
              </a:r>
              <a:endParaRPr kumimoji="1" lang="ko-KR" altLang="en-US" sz="1799" dirty="0">
                <a:solidFill>
                  <a:prstClr val="white">
                    <a:lumMod val="65000"/>
                  </a:prstClr>
                </a:solidFill>
                <a:latin typeface="SamsungOne-400" panose="020B0503030303020204" pitchFamily="34" charset="0"/>
                <a:ea typeface="SamsungOne-400" panose="020B0503030303020204" pitchFamily="34" charset="0"/>
              </a:endParaRPr>
            </a:p>
          </p:txBody>
        </p:sp>
        <p:sp>
          <p:nvSpPr>
            <p:cNvPr id="30" name="직사각형 44">
              <a:extLst>
                <a:ext uri="{FF2B5EF4-FFF2-40B4-BE49-F238E27FC236}">
                  <a16:creationId xmlns:a16="http://schemas.microsoft.com/office/drawing/2014/main" id="{3AA1A5AD-7960-4AA6-9E10-73E6C03E42DC}"/>
                </a:ext>
              </a:extLst>
            </p:cNvPr>
            <p:cNvSpPr/>
            <p:nvPr/>
          </p:nvSpPr>
          <p:spPr>
            <a:xfrm>
              <a:off x="5548675" y="4576916"/>
              <a:ext cx="35988" cy="251920"/>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sp>
          <p:nvSpPr>
            <p:cNvPr id="46" name="직사각형 43">
              <a:extLst>
                <a:ext uri="{FF2B5EF4-FFF2-40B4-BE49-F238E27FC236}">
                  <a16:creationId xmlns:a16="http://schemas.microsoft.com/office/drawing/2014/main" id="{E636EDF9-BD08-4EFB-ABDD-A5E21AC16A7F}"/>
                </a:ext>
              </a:extLst>
            </p:cNvPr>
            <p:cNvSpPr/>
            <p:nvPr/>
          </p:nvSpPr>
          <p:spPr>
            <a:xfrm>
              <a:off x="5716046" y="5425510"/>
              <a:ext cx="3555846" cy="2768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defTabSz="914126" fontAlgn="base" latinLnBrk="1">
                <a:spcBef>
                  <a:spcPct val="0"/>
                </a:spcBef>
                <a:spcAft>
                  <a:spcPts val="600"/>
                </a:spcAft>
                <a:defRPr/>
              </a:pPr>
              <a:r>
                <a:rPr kumimoji="1" lang="en-US" altLang="ko-KR" sz="1799" dirty="0">
                  <a:solidFill>
                    <a:srgbClr val="484848"/>
                  </a:solidFill>
                  <a:latin typeface="SamsungOne-700" panose="020B0803030303020204" pitchFamily="34" charset="0"/>
                  <a:ea typeface="SamsungOne-700" panose="020B0803030303020204" pitchFamily="34" charset="0"/>
                </a:rPr>
                <a:t>4.5. </a:t>
              </a:r>
              <a:r>
                <a:rPr kumimoji="1" lang="en-US" altLang="ko-KR" sz="1799" dirty="0" err="1">
                  <a:solidFill>
                    <a:srgbClr val="484848"/>
                  </a:solidFill>
                  <a:latin typeface="SamsungOne-700" panose="020B0803030303020204" pitchFamily="34" charset="0"/>
                  <a:ea typeface="SamsungOne-700" panose="020B0803030303020204" pitchFamily="34" charset="0"/>
                </a:rPr>
                <a:t>Vẽ</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đồ</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thị</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nâng</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cao</a:t>
              </a:r>
              <a:r>
                <a:rPr kumimoji="1" lang="en-US" altLang="ko-KR" sz="1799" dirty="0">
                  <a:solidFill>
                    <a:srgbClr val="484848"/>
                  </a:solidFill>
                  <a:latin typeface="SamsungOne-700" panose="020B0803030303020204" pitchFamily="34" charset="0"/>
                  <a:ea typeface="SamsungOne-700" panose="020B0803030303020204" pitchFamily="34" charset="0"/>
                </a:rPr>
                <a:t> </a:t>
              </a:r>
              <a:r>
                <a:rPr kumimoji="1" lang="en-US" altLang="ko-KR" sz="1799" dirty="0" err="1">
                  <a:solidFill>
                    <a:srgbClr val="484848"/>
                  </a:solidFill>
                  <a:latin typeface="SamsungOne-700" panose="020B0803030303020204" pitchFamily="34" charset="0"/>
                  <a:ea typeface="SamsungOne-700" panose="020B0803030303020204" pitchFamily="34" charset="0"/>
                </a:rPr>
                <a:t>với</a:t>
              </a:r>
              <a:r>
                <a:rPr kumimoji="1" lang="en-US" altLang="ko-KR" sz="1799" dirty="0">
                  <a:solidFill>
                    <a:srgbClr val="484848"/>
                  </a:solidFill>
                  <a:latin typeface="SamsungOne-700" panose="020B0803030303020204" pitchFamily="34" charset="0"/>
                  <a:ea typeface="SamsungOne-700" panose="020B0803030303020204" pitchFamily="34" charset="0"/>
                </a:rPr>
                <a:t> Seaborn</a:t>
              </a:r>
            </a:p>
          </p:txBody>
        </p:sp>
        <p:sp>
          <p:nvSpPr>
            <p:cNvPr id="47" name="직사각형 44">
              <a:extLst>
                <a:ext uri="{FF2B5EF4-FFF2-40B4-BE49-F238E27FC236}">
                  <a16:creationId xmlns:a16="http://schemas.microsoft.com/office/drawing/2014/main" id="{3AA1A5AD-7960-4AA6-9E10-73E6C03E42DC}"/>
                </a:ext>
              </a:extLst>
            </p:cNvPr>
            <p:cNvSpPr/>
            <p:nvPr/>
          </p:nvSpPr>
          <p:spPr>
            <a:xfrm>
              <a:off x="5548675" y="5294785"/>
              <a:ext cx="35988" cy="251920"/>
            </a:xfrm>
            <a:prstGeom prst="rect">
              <a:avLst/>
            </a:prstGeom>
            <a:solidFill>
              <a:srgbClr val="1429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26" fontAlgn="base" latinLnBrk="1">
                <a:spcBef>
                  <a:spcPct val="0"/>
                </a:spcBef>
                <a:spcAft>
                  <a:spcPct val="0"/>
                </a:spcAft>
              </a:pPr>
              <a:endParaRPr kumimoji="1" lang="ko-KR" altLang="en-US" sz="2799" dirty="0">
                <a:solidFill>
                  <a:prstClr val="white"/>
                </a:solidFill>
                <a:latin typeface="Calibri" panose="020F0502020204030204"/>
                <a:ea typeface="맑은 고딕" panose="020B0503020000020004" pitchFamily="50" charset="-127"/>
              </a:endParaRPr>
            </a:p>
          </p:txBody>
        </p:sp>
      </p:grpSp>
    </p:spTree>
    <p:custDataLst>
      <p:tags r:id="rId1"/>
    </p:custDataLst>
    <p:extLst>
      <p:ext uri="{BB962C8B-B14F-4D97-AF65-F5344CB8AC3E}">
        <p14:creationId xmlns:p14="http://schemas.microsoft.com/office/powerpoint/2010/main" val="4288351730"/>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2">
            <a:extLst>
              <a:ext uri="{FF2B5EF4-FFF2-40B4-BE49-F238E27FC236}">
                <a16:creationId xmlns:a16="http://schemas.microsoft.com/office/drawing/2014/main" id="{DAEC2FDD-4493-49E1-9C7F-8D91302A3470}"/>
              </a:ext>
            </a:extLst>
          </p:cNvPr>
          <p:cNvSpPr/>
          <p:nvPr/>
        </p:nvSpPr>
        <p:spPr>
          <a:xfrm>
            <a:off x="711201" y="2153176"/>
            <a:ext cx="8632824" cy="18586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Tập dữ liệu nội bộ: load_dataset().</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Các kiểu biểu đồ cơ bản: distplot(), jointplot(), kdeplot(), rugplot(), barplot(), countplot(), v.v.</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Mảng: pairplot(), PairGrid(), FacetGrid(), v.v.</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Với đường hồi quy (xu hướng): lmplot(), jointplot(), v.v.</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Các loại biểu đồ đặc biệt: heatmap(), clustermap(), v.v.</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Các loại biểu đồ được áp dụng: violonplot(), swarmplot(), stripplot(), v.v.</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2" name="직사각형 11">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3" name="직사각형 12">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7" name="직사각형 16">
            <a:extLst>
              <a:ext uri="{FF2B5EF4-FFF2-40B4-BE49-F238E27FC236}">
                <a16:creationId xmlns:a16="http://schemas.microsoft.com/office/drawing/2014/main" id="{58B1BC1D-DFB7-4482-BA23-F01AD71B1BBE}"/>
              </a:ext>
            </a:extLst>
          </p:cNvPr>
          <p:cNvSpPr/>
          <p:nvPr/>
        </p:nvSpPr>
        <p:spPr>
          <a:xfrm>
            <a:off x="425068" y="1331476"/>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vi-VN"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rPr>
              <a:t>Thư viện hình ảnh Seaborn</a:t>
            </a:r>
            <a:endParaRPr lang="en-US" altLang="ko-KR" sz="2400" b="1" dirty="0">
              <a:solidFill>
                <a:schemeClr val="tx1">
                  <a:lumMod val="95000"/>
                  <a:lumOff val="5000"/>
                </a:schemeClr>
              </a:solidFill>
              <a:latin typeface="iCiel Samsung Sharp Sans Regular" pitchFamily="2" charset="77"/>
              <a:ea typeface="iCiel Samsung Sharp Sans Regular" pitchFamily="2" charset="77"/>
              <a:cs typeface="iCiel Samsung Sharp Sans Regular" pitchFamily="2" charset="77"/>
            </a:endParaRPr>
          </a:p>
        </p:txBody>
      </p:sp>
      <p:sp>
        <p:nvSpPr>
          <p:cNvPr id="10" name="직사각형 9">
            <a:extLst>
              <a:ext uri="{FF2B5EF4-FFF2-40B4-BE49-F238E27FC236}">
                <a16:creationId xmlns:a16="http://schemas.microsoft.com/office/drawing/2014/main" id="{AFACF473-2A8D-411E-A3C3-6C3BE7E02255}"/>
              </a:ext>
            </a:extLst>
          </p:cNvPr>
          <p:cNvSpPr/>
          <p:nvPr/>
        </p:nvSpPr>
        <p:spPr>
          <a:xfrm>
            <a:off x="558396" y="191096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Những gì thư viện Seaborn cung cấp:</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3403528526"/>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20" name="Rectangle 12">
            <a:extLst>
              <a:ext uri="{FF2B5EF4-FFF2-40B4-BE49-F238E27FC236}">
                <a16:creationId xmlns:a16="http://schemas.microsoft.com/office/drawing/2014/main" id="{DAEC2FDD-4493-49E1-9C7F-8D91302A3470}"/>
              </a:ext>
            </a:extLst>
          </p:cNvPr>
          <p:cNvSpPr/>
          <p:nvPr/>
        </p:nvSpPr>
        <p:spPr>
          <a:xfrm>
            <a:off x="711201" y="1700808"/>
            <a:ext cx="8632824" cy="6481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Hãy nhớ thực thi lệnh “!pip install seaborn” trước để cài đặt thư viện Seaborn.</a:t>
            </a:r>
          </a:p>
          <a:p>
            <a:pPr marL="182563" indent="-182563">
              <a:spcAft>
                <a:spcPts val="800"/>
              </a:spcAft>
              <a:buClr>
                <a:srgbClr val="193EB0"/>
              </a:buClr>
              <a:buFont typeface="SamsungOne 400" panose="020B0503030303020204" pitchFamily="34" charset="0"/>
              <a:buChar char="‣"/>
            </a:pPr>
            <a:r>
              <a:rPr lang="vi-VN" altLang="ko-KR" sz="1300" dirty="0">
                <a:solidFill>
                  <a:prstClr val="black">
                    <a:lumMod val="85000"/>
                    <a:lumOff val="15000"/>
                  </a:prstClr>
                </a:solidFill>
                <a:latin typeface="SamsungOne-400" panose="020B0503030303020204" pitchFamily="34" charset="0"/>
                <a:ea typeface="SamsungOne-400" panose="020B0503030303020204" pitchFamily="34" charset="0"/>
              </a:rPr>
              <a:t>Nhập mô-đun.</a:t>
            </a:r>
            <a:endParaRPr lang="en-US" altLang="ko-KR" sz="1300" dirty="0">
              <a:solidFill>
                <a:prstClr val="black">
                  <a:lumMod val="85000"/>
                  <a:lumOff val="15000"/>
                </a:prstClr>
              </a:solidFill>
              <a:latin typeface="SamsungOne-400" panose="020B0503030303020204" pitchFamily="34" charset="0"/>
              <a:ea typeface="SamsungOne-400" panose="020B0503030303020204" pitchFamily="34" charset="0"/>
            </a:endParaRPr>
          </a:p>
        </p:txBody>
      </p:sp>
      <p:grpSp>
        <p:nvGrpSpPr>
          <p:cNvPr id="2" name="그룹 1">
            <a:extLst>
              <a:ext uri="{FF2B5EF4-FFF2-40B4-BE49-F238E27FC236}">
                <a16:creationId xmlns:a16="http://schemas.microsoft.com/office/drawing/2014/main" id="{C2B52730-3780-4DED-9482-820B8969EA67}"/>
              </a:ext>
            </a:extLst>
          </p:cNvPr>
          <p:cNvGrpSpPr/>
          <p:nvPr/>
        </p:nvGrpSpPr>
        <p:grpSpPr>
          <a:xfrm>
            <a:off x="558396" y="2420888"/>
            <a:ext cx="8785505" cy="1872171"/>
            <a:chOff x="558396" y="2492897"/>
            <a:chExt cx="8785505" cy="1872171"/>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2492897"/>
              <a:ext cx="8782050" cy="187217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24776"/>
            <a:stretch/>
          </p:blipFill>
          <p:spPr>
            <a:xfrm>
              <a:off x="711201" y="2536911"/>
              <a:ext cx="8632700" cy="1784219"/>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Cài đặt thư viện Seaborn.</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1234370931"/>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20" name="Rectangle 12">
            <a:extLst>
              <a:ext uri="{FF2B5EF4-FFF2-40B4-BE49-F238E27FC236}">
                <a16:creationId xmlns:a16="http://schemas.microsoft.com/office/drawing/2014/main" id="{DAEC2FDD-4493-49E1-9C7F-8D91302A3470}"/>
              </a:ext>
            </a:extLst>
          </p:cNvPr>
          <p:cNvSpPr/>
          <p:nvPr/>
        </p:nvSpPr>
        <p:spPr>
          <a:xfrm>
            <a:off x="711201" y="1700808"/>
            <a:ext cx="8632824" cy="3454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72000" rIns="144000" bIns="72000" rtlCol="0" anchor="t">
            <a:spAutoFit/>
            <a:scene3d>
              <a:camera prst="orthographicFront"/>
              <a:lightRig rig="threePt" dir="t"/>
            </a:scene3d>
            <a:sp3d>
              <a:bevelT w="0" h="6350"/>
            </a:sp3d>
          </a:bodyPr>
          <a:lstStyle/>
          <a:p>
            <a:pPr marL="182563" indent="-182563">
              <a:spcAft>
                <a:spcPts val="800"/>
              </a:spcAft>
              <a:buClr>
                <a:srgbClr val="193EB0"/>
              </a:buClr>
              <a:buFont typeface="SamsungOne 400" panose="020B0503030303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Đọc tập dữ liệu ‘mpg’ từ thư viện.</a:t>
            </a:r>
            <a:endParaRPr lang="en-US" altLang="ko-KR" sz="1300" dirty="0">
              <a:solidFill>
                <a:schemeClr val="tx1">
                  <a:lumMod val="85000"/>
                  <a:lumOff val="15000"/>
                </a:schemeClr>
              </a:solidFill>
              <a:latin typeface="SamsungOne-400" panose="020B0503030303020204" pitchFamily="34" charset="0"/>
              <a:ea typeface="SamsungOne-400" panose="020B0503030303020204" pitchFamily="34" charset="0"/>
            </a:endParaRPr>
          </a:p>
        </p:txBody>
      </p:sp>
      <p:grpSp>
        <p:nvGrpSpPr>
          <p:cNvPr id="3" name="그룹 2">
            <a:extLst>
              <a:ext uri="{FF2B5EF4-FFF2-40B4-BE49-F238E27FC236}">
                <a16:creationId xmlns:a16="http://schemas.microsoft.com/office/drawing/2014/main" id="{2F350149-CF44-46AE-ABE3-3777ED12B443}"/>
              </a:ext>
            </a:extLst>
          </p:cNvPr>
          <p:cNvGrpSpPr/>
          <p:nvPr/>
        </p:nvGrpSpPr>
        <p:grpSpPr>
          <a:xfrm>
            <a:off x="558396" y="2046269"/>
            <a:ext cx="8782050" cy="3542971"/>
            <a:chOff x="558396" y="2046269"/>
            <a:chExt cx="8782050" cy="3542971"/>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2046269"/>
              <a:ext cx="8782050" cy="354297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926" t="411" r="5444"/>
            <a:stretch/>
          </p:blipFill>
          <p:spPr>
            <a:xfrm>
              <a:off x="714908" y="2172814"/>
              <a:ext cx="8625538" cy="3384587"/>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Nhập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dữ</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liệu</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3574560596"/>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2" name="그룹 1">
            <a:extLst>
              <a:ext uri="{FF2B5EF4-FFF2-40B4-BE49-F238E27FC236}">
                <a16:creationId xmlns:a16="http://schemas.microsoft.com/office/drawing/2014/main" id="{B92129BE-FDEF-49A2-B886-4D5AB685C94E}"/>
              </a:ext>
            </a:extLst>
          </p:cNvPr>
          <p:cNvGrpSpPr/>
          <p:nvPr/>
        </p:nvGrpSpPr>
        <p:grpSpPr>
          <a:xfrm>
            <a:off x="558396" y="1758237"/>
            <a:ext cx="8782050" cy="3524963"/>
            <a:chOff x="558396" y="1758237"/>
            <a:chExt cx="8782050" cy="3524963"/>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52496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640" r="20459"/>
            <a:stretch/>
          </p:blipFill>
          <p:spPr>
            <a:xfrm>
              <a:off x="674240" y="1869399"/>
              <a:ext cx="8660425" cy="3367619"/>
            </a:xfrm>
            <a:prstGeom prst="rect">
              <a:avLst/>
            </a:prstGeom>
            <a:noFill/>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Histogram</a:t>
            </a:r>
          </a:p>
        </p:txBody>
      </p:sp>
    </p:spTree>
    <p:custDataLst>
      <p:tags r:id="rId1"/>
    </p:custDataLst>
    <p:extLst>
      <p:ext uri="{BB962C8B-B14F-4D97-AF65-F5344CB8AC3E}">
        <p14:creationId xmlns:p14="http://schemas.microsoft.com/office/powerpoint/2010/main" val="746186766"/>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3" name="그룹 2">
            <a:extLst>
              <a:ext uri="{FF2B5EF4-FFF2-40B4-BE49-F238E27FC236}">
                <a16:creationId xmlns:a16="http://schemas.microsoft.com/office/drawing/2014/main" id="{44362034-0D67-44B4-8052-46D809A1364E}"/>
              </a:ext>
            </a:extLst>
          </p:cNvPr>
          <p:cNvGrpSpPr/>
          <p:nvPr/>
        </p:nvGrpSpPr>
        <p:grpSpPr>
          <a:xfrm>
            <a:off x="558396" y="1758237"/>
            <a:ext cx="8782050" cy="3488018"/>
            <a:chOff x="558396" y="1758237"/>
            <a:chExt cx="8782050" cy="3488018"/>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48801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229" r="20212"/>
            <a:stretch/>
          </p:blipFill>
          <p:spPr>
            <a:xfrm>
              <a:off x="628399" y="1870763"/>
              <a:ext cx="8706266" cy="3292364"/>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Histogram + KDE</a:t>
            </a:r>
          </a:p>
        </p:txBody>
      </p:sp>
    </p:spTree>
    <p:custDataLst>
      <p:tags r:id="rId1"/>
    </p:custDataLst>
    <p:extLst>
      <p:ext uri="{BB962C8B-B14F-4D97-AF65-F5344CB8AC3E}">
        <p14:creationId xmlns:p14="http://schemas.microsoft.com/office/powerpoint/2010/main" val="3907024155"/>
      </p:ext>
    </p:extLst>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2" name="그룹 1">
            <a:extLst>
              <a:ext uri="{FF2B5EF4-FFF2-40B4-BE49-F238E27FC236}">
                <a16:creationId xmlns:a16="http://schemas.microsoft.com/office/drawing/2014/main" id="{4AAB66FC-4CFE-437C-BB77-3980C1D48CF8}"/>
              </a:ext>
            </a:extLst>
          </p:cNvPr>
          <p:cNvGrpSpPr/>
          <p:nvPr/>
        </p:nvGrpSpPr>
        <p:grpSpPr>
          <a:xfrm>
            <a:off x="558396" y="1758237"/>
            <a:ext cx="8782050" cy="3451072"/>
            <a:chOff x="558396" y="1758237"/>
            <a:chExt cx="8782050" cy="3451072"/>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45107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478" r="18961"/>
            <a:stretch/>
          </p:blipFill>
          <p:spPr>
            <a:xfrm>
              <a:off x="683492" y="1842592"/>
              <a:ext cx="8651174" cy="3309689"/>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Histogram + Rug</a:t>
            </a:r>
          </a:p>
        </p:txBody>
      </p:sp>
    </p:spTree>
    <p:custDataLst>
      <p:tags r:id="rId1"/>
    </p:custDataLst>
    <p:extLst>
      <p:ext uri="{BB962C8B-B14F-4D97-AF65-F5344CB8AC3E}">
        <p14:creationId xmlns:p14="http://schemas.microsoft.com/office/powerpoint/2010/main" val="3095379062"/>
      </p:ext>
    </p:extLst>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3" name="그룹 2">
            <a:extLst>
              <a:ext uri="{FF2B5EF4-FFF2-40B4-BE49-F238E27FC236}">
                <a16:creationId xmlns:a16="http://schemas.microsoft.com/office/drawing/2014/main" id="{8141ED51-AF3C-4187-B7DC-789E47114A50}"/>
              </a:ext>
            </a:extLst>
          </p:cNvPr>
          <p:cNvGrpSpPr/>
          <p:nvPr/>
        </p:nvGrpSpPr>
        <p:grpSpPr>
          <a:xfrm>
            <a:off x="558396" y="1758237"/>
            <a:ext cx="8782050" cy="3645036"/>
            <a:chOff x="558396" y="1758237"/>
            <a:chExt cx="8782050" cy="3645036"/>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64503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383" r="22723"/>
            <a:stretch/>
          </p:blipFill>
          <p:spPr>
            <a:xfrm>
              <a:off x="628073" y="1853435"/>
              <a:ext cx="8706591" cy="3466710"/>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KDE (</a:t>
            </a:r>
            <a:r>
              <a:rPr lang="vi-VN" altLang="ko-KR" sz="1400" dirty="0">
                <a:solidFill>
                  <a:schemeClr val="tx1"/>
                </a:solidFill>
                <a:latin typeface="SamsungOne-400" panose="020B0503030303020204" pitchFamily="34" charset="0"/>
                <a:ea typeface="SamsungOne-400" panose="020B0503030303020204" pitchFamily="34" charset="0"/>
              </a:rPr>
              <a:t>Ước lượng mật độ Kernel</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2626146261"/>
      </p:ext>
    </p:extLst>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2" name="그룹 1">
            <a:extLst>
              <a:ext uri="{FF2B5EF4-FFF2-40B4-BE49-F238E27FC236}">
                <a16:creationId xmlns:a16="http://schemas.microsoft.com/office/drawing/2014/main" id="{E1EC8566-296E-4F6B-9C6F-ABA5502E9D74}"/>
              </a:ext>
            </a:extLst>
          </p:cNvPr>
          <p:cNvGrpSpPr/>
          <p:nvPr/>
        </p:nvGrpSpPr>
        <p:grpSpPr>
          <a:xfrm>
            <a:off x="558396" y="1758238"/>
            <a:ext cx="8782051" cy="4420890"/>
            <a:chOff x="558396" y="1758238"/>
            <a:chExt cx="8782051" cy="4420890"/>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8"/>
              <a:ext cx="8782050" cy="442089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061" r="23722" b="87002"/>
            <a:stretch/>
          </p:blipFill>
          <p:spPr>
            <a:xfrm>
              <a:off x="630932" y="1792123"/>
              <a:ext cx="8709515" cy="680035"/>
            </a:xfrm>
            <a:prstGeom prst="rect">
              <a:avLst/>
            </a:prstGeom>
            <a:ln>
              <a:noFill/>
            </a:ln>
          </p:spPr>
        </p:pic>
        <p:pic>
          <p:nvPicPr>
            <p:cNvPr id="9" name="그림 8">
              <a:extLst>
                <a:ext uri="{FF2B5EF4-FFF2-40B4-BE49-F238E27FC236}">
                  <a16:creationId xmlns:a16="http://schemas.microsoft.com/office/drawing/2014/main" id="{7A1978AC-7E0C-40D9-B274-0F0D03253541}"/>
                </a:ext>
              </a:extLst>
            </p:cNvPr>
            <p:cNvPicPr>
              <a:picLocks noChangeAspect="1"/>
            </p:cNvPicPr>
            <p:nvPr/>
          </p:nvPicPr>
          <p:blipFill rotWithShape="1">
            <a:blip r:embed="rId4"/>
            <a:srcRect t="12524" r="53082" b="2084"/>
            <a:stretch/>
          </p:blipFill>
          <p:spPr>
            <a:xfrm>
              <a:off x="786249" y="2496966"/>
              <a:ext cx="4309179" cy="3543633"/>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phân tán</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3509678260"/>
      </p:ext>
    </p:extLst>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phân tán + đường hồi quy</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2">
            <a:extLst>
              <a:ext uri="{FF2B5EF4-FFF2-40B4-BE49-F238E27FC236}">
                <a16:creationId xmlns:a16="http://schemas.microsoft.com/office/drawing/2014/main" id="{FE061E9B-BC59-4A9B-8F11-79400B421FF5}"/>
              </a:ext>
            </a:extLst>
          </p:cNvPr>
          <p:cNvGrpSpPr/>
          <p:nvPr/>
        </p:nvGrpSpPr>
        <p:grpSpPr>
          <a:xfrm>
            <a:off x="558396" y="1758237"/>
            <a:ext cx="8782050" cy="4263051"/>
            <a:chOff x="558396" y="1758237"/>
            <a:chExt cx="8782050" cy="4263051"/>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426305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5"/>
            <a:srcRect r="23843" b="88013"/>
            <a:stretch/>
          </p:blipFill>
          <p:spPr>
            <a:xfrm>
              <a:off x="583172" y="1838509"/>
              <a:ext cx="8757273" cy="618364"/>
            </a:xfrm>
            <a:prstGeom prst="rect">
              <a:avLst/>
            </a:prstGeom>
            <a:ln>
              <a:noFill/>
            </a:ln>
          </p:spPr>
        </p:pic>
        <p:pic>
          <p:nvPicPr>
            <p:cNvPr id="10" name="그림 9">
              <a:extLst>
                <a:ext uri="{FF2B5EF4-FFF2-40B4-BE49-F238E27FC236}">
                  <a16:creationId xmlns:a16="http://schemas.microsoft.com/office/drawing/2014/main" id="{46F2CA09-C29C-4477-B198-7A8C552832BA}"/>
                </a:ext>
              </a:extLst>
            </p:cNvPr>
            <p:cNvPicPr>
              <a:picLocks noChangeAspect="1"/>
            </p:cNvPicPr>
            <p:nvPr/>
          </p:nvPicPr>
          <p:blipFill rotWithShape="1">
            <a:blip r:embed="rId5"/>
            <a:srcRect l="7693" t="13354" r="53894" b="2539"/>
            <a:stretch/>
          </p:blipFill>
          <p:spPr>
            <a:xfrm>
              <a:off x="1423020" y="2636912"/>
              <a:ext cx="3320163" cy="3284558"/>
            </a:xfrm>
            <a:prstGeom prst="rect">
              <a:avLst/>
            </a:prstGeom>
            <a:ln>
              <a:noFill/>
            </a:ln>
          </p:spPr>
        </p:pic>
      </p:grpSp>
    </p:spTree>
    <p:custDataLst>
      <p:tags r:id="rId1"/>
    </p:custDataLst>
    <p:extLst>
      <p:ext uri="{BB962C8B-B14F-4D97-AF65-F5344CB8AC3E}">
        <p14:creationId xmlns:p14="http://schemas.microsoft.com/office/powerpoint/2010/main" val="1113573110"/>
      </p:ext>
    </p:extLst>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phân tán + đường hồi quy</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4" name="그룹 3">
            <a:extLst>
              <a:ext uri="{FF2B5EF4-FFF2-40B4-BE49-F238E27FC236}">
                <a16:creationId xmlns:a16="http://schemas.microsoft.com/office/drawing/2014/main" id="{22DEAC42-6283-4F7C-AB62-A77365E9527A}"/>
              </a:ext>
            </a:extLst>
          </p:cNvPr>
          <p:cNvGrpSpPr/>
          <p:nvPr/>
        </p:nvGrpSpPr>
        <p:grpSpPr>
          <a:xfrm>
            <a:off x="558396" y="1758237"/>
            <a:ext cx="8782050" cy="4263051"/>
            <a:chOff x="558396" y="1758237"/>
            <a:chExt cx="8782050" cy="4263051"/>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426305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5"/>
            <a:srcRect l="1376" r="20373" b="82866"/>
            <a:stretch/>
          </p:blipFill>
          <p:spPr>
            <a:xfrm>
              <a:off x="738106" y="1772816"/>
              <a:ext cx="8602340" cy="767184"/>
            </a:xfrm>
            <a:prstGeom prst="rect">
              <a:avLst/>
            </a:prstGeom>
            <a:ln>
              <a:noFill/>
            </a:ln>
          </p:spPr>
        </p:pic>
        <p:pic>
          <p:nvPicPr>
            <p:cNvPr id="9" name="그림 8">
              <a:extLst>
                <a:ext uri="{FF2B5EF4-FFF2-40B4-BE49-F238E27FC236}">
                  <a16:creationId xmlns:a16="http://schemas.microsoft.com/office/drawing/2014/main" id="{65FF656A-6C3A-4595-A272-560C62B8939D}"/>
                </a:ext>
              </a:extLst>
            </p:cNvPr>
            <p:cNvPicPr>
              <a:picLocks noChangeAspect="1"/>
            </p:cNvPicPr>
            <p:nvPr/>
          </p:nvPicPr>
          <p:blipFill rotWithShape="1">
            <a:blip r:embed="rId5"/>
            <a:srcRect l="8021" t="17562" r="57645" b="2320"/>
            <a:stretch/>
          </p:blipFill>
          <p:spPr>
            <a:xfrm>
              <a:off x="1206996" y="2638152"/>
              <a:ext cx="3456385" cy="3284984"/>
            </a:xfrm>
            <a:prstGeom prst="rect">
              <a:avLst/>
            </a:prstGeom>
            <a:ln>
              <a:noFill/>
            </a:ln>
          </p:spPr>
        </p:pic>
      </p:grpSp>
    </p:spTree>
    <p:custDataLst>
      <p:tags r:id="rId1"/>
    </p:custDataLst>
    <p:extLst>
      <p:ext uri="{BB962C8B-B14F-4D97-AF65-F5344CB8AC3E}">
        <p14:creationId xmlns:p14="http://schemas.microsoft.com/office/powerpoint/2010/main" val="3876420141"/>
      </p:ext>
    </p:extLst>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phân tán + đường hồi quy (sử dụng đối số 'hue')</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2">
            <a:extLst>
              <a:ext uri="{FF2B5EF4-FFF2-40B4-BE49-F238E27FC236}">
                <a16:creationId xmlns:a16="http://schemas.microsoft.com/office/drawing/2014/main" id="{64CD9C10-A2CF-49F4-91E8-A92D3BD88BF6}"/>
              </a:ext>
            </a:extLst>
          </p:cNvPr>
          <p:cNvGrpSpPr/>
          <p:nvPr/>
        </p:nvGrpSpPr>
        <p:grpSpPr>
          <a:xfrm>
            <a:off x="558396" y="1758237"/>
            <a:ext cx="8782050" cy="4191043"/>
            <a:chOff x="558396" y="1758237"/>
            <a:chExt cx="8782050" cy="4191043"/>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419104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5"/>
            <a:srcRect l="1193" r="20886" b="84659"/>
            <a:stretch/>
          </p:blipFill>
          <p:spPr>
            <a:xfrm>
              <a:off x="702940" y="1852166"/>
              <a:ext cx="8637506" cy="681561"/>
            </a:xfrm>
            <a:prstGeom prst="rect">
              <a:avLst/>
            </a:prstGeom>
            <a:ln>
              <a:noFill/>
            </a:ln>
          </p:spPr>
        </p:pic>
        <p:pic>
          <p:nvPicPr>
            <p:cNvPr id="8" name="그림 7">
              <a:extLst>
                <a:ext uri="{FF2B5EF4-FFF2-40B4-BE49-F238E27FC236}">
                  <a16:creationId xmlns:a16="http://schemas.microsoft.com/office/drawing/2014/main" id="{EC2C221C-D9E5-45FA-946E-A5E535813D0E}"/>
                </a:ext>
              </a:extLst>
            </p:cNvPr>
            <p:cNvPicPr>
              <a:picLocks noChangeAspect="1"/>
            </p:cNvPicPr>
            <p:nvPr/>
          </p:nvPicPr>
          <p:blipFill rotWithShape="1">
            <a:blip r:embed="rId5"/>
            <a:srcRect l="8584" t="14595" r="52075" b="3860"/>
            <a:stretch/>
          </p:blipFill>
          <p:spPr>
            <a:xfrm>
              <a:off x="1314067" y="2561436"/>
              <a:ext cx="3825524" cy="3199529"/>
            </a:xfrm>
            <a:prstGeom prst="rect">
              <a:avLst/>
            </a:prstGeom>
            <a:ln>
              <a:noFill/>
            </a:ln>
          </p:spPr>
        </p:pic>
      </p:grpSp>
    </p:spTree>
    <p:custDataLst>
      <p:tags r:id="rId1"/>
    </p:custDataLst>
    <p:extLst>
      <p:ext uri="{BB962C8B-B14F-4D97-AF65-F5344CB8AC3E}">
        <p14:creationId xmlns:p14="http://schemas.microsoft.com/office/powerpoint/2010/main" val="2598598176"/>
      </p:ext>
    </p:extLst>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phân tán + đường hồi quy (nhiều biểu đồ)</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2">
            <a:extLst>
              <a:ext uri="{FF2B5EF4-FFF2-40B4-BE49-F238E27FC236}">
                <a16:creationId xmlns:a16="http://schemas.microsoft.com/office/drawing/2014/main" id="{81C7E605-AF57-4DD2-BCB9-B0F1102AE642}"/>
              </a:ext>
            </a:extLst>
          </p:cNvPr>
          <p:cNvGrpSpPr/>
          <p:nvPr/>
        </p:nvGrpSpPr>
        <p:grpSpPr>
          <a:xfrm>
            <a:off x="558396" y="1758237"/>
            <a:ext cx="8782050" cy="3722017"/>
            <a:chOff x="558396" y="1758237"/>
            <a:chExt cx="8782050" cy="3722017"/>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72201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5"/>
            <a:srcRect l="1641" r="20649" b="83292"/>
            <a:stretch/>
          </p:blipFill>
          <p:spPr>
            <a:xfrm>
              <a:off x="736951" y="1839420"/>
              <a:ext cx="8603495" cy="683199"/>
            </a:xfrm>
            <a:prstGeom prst="rect">
              <a:avLst/>
            </a:prstGeom>
            <a:ln>
              <a:noFill/>
            </a:ln>
          </p:spPr>
        </p:pic>
        <p:pic>
          <p:nvPicPr>
            <p:cNvPr id="8" name="그림 7">
              <a:extLst>
                <a:ext uri="{FF2B5EF4-FFF2-40B4-BE49-F238E27FC236}">
                  <a16:creationId xmlns:a16="http://schemas.microsoft.com/office/drawing/2014/main" id="{C71A9BBB-7128-4612-986D-A73BA635C7A5}"/>
                </a:ext>
              </a:extLst>
            </p:cNvPr>
            <p:cNvPicPr>
              <a:picLocks noChangeAspect="1"/>
            </p:cNvPicPr>
            <p:nvPr/>
          </p:nvPicPr>
          <p:blipFill rotWithShape="1">
            <a:blip r:embed="rId5"/>
            <a:srcRect l="8402" t="17321" r="2317"/>
            <a:stretch/>
          </p:blipFill>
          <p:spPr>
            <a:xfrm>
              <a:off x="1062979" y="2752675"/>
              <a:ext cx="7974627" cy="2727579"/>
            </a:xfrm>
            <a:prstGeom prst="rect">
              <a:avLst/>
            </a:prstGeom>
            <a:ln>
              <a:noFill/>
            </a:ln>
          </p:spPr>
        </p:pic>
      </p:grpSp>
    </p:spTree>
    <p:custDataLst>
      <p:tags r:id="rId1"/>
    </p:custDataLst>
    <p:extLst>
      <p:ext uri="{BB962C8B-B14F-4D97-AF65-F5344CB8AC3E}">
        <p14:creationId xmlns:p14="http://schemas.microsoft.com/office/powerpoint/2010/main" val="4209856672"/>
      </p:ext>
    </p:extLst>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phân tán + đường hồi quy (nhiều biểu đồ)</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2">
            <a:extLst>
              <a:ext uri="{FF2B5EF4-FFF2-40B4-BE49-F238E27FC236}">
                <a16:creationId xmlns:a16="http://schemas.microsoft.com/office/drawing/2014/main" id="{189C9CE7-57CB-474D-9A1C-52CE00F1DFFE}"/>
              </a:ext>
            </a:extLst>
          </p:cNvPr>
          <p:cNvGrpSpPr/>
          <p:nvPr/>
        </p:nvGrpSpPr>
        <p:grpSpPr>
          <a:xfrm>
            <a:off x="558396" y="1758237"/>
            <a:ext cx="8782050" cy="3700822"/>
            <a:chOff x="558396" y="1758237"/>
            <a:chExt cx="8782050" cy="3700822"/>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70082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5"/>
            <a:srcRect l="827" r="18610" b="82884"/>
            <a:stretch/>
          </p:blipFill>
          <p:spPr>
            <a:xfrm>
              <a:off x="644067" y="1844825"/>
              <a:ext cx="8696379" cy="672948"/>
            </a:xfrm>
            <a:prstGeom prst="rect">
              <a:avLst/>
            </a:prstGeom>
            <a:ln>
              <a:noFill/>
            </a:ln>
          </p:spPr>
        </p:pic>
        <p:pic>
          <p:nvPicPr>
            <p:cNvPr id="8" name="그림 7">
              <a:extLst>
                <a:ext uri="{FF2B5EF4-FFF2-40B4-BE49-F238E27FC236}">
                  <a16:creationId xmlns:a16="http://schemas.microsoft.com/office/drawing/2014/main" id="{15EEF421-9905-4A7C-BC64-07BF098552D1}"/>
                </a:ext>
              </a:extLst>
            </p:cNvPr>
            <p:cNvPicPr>
              <a:picLocks noChangeAspect="1"/>
            </p:cNvPicPr>
            <p:nvPr/>
          </p:nvPicPr>
          <p:blipFill rotWithShape="1">
            <a:blip r:embed="rId5"/>
            <a:srcRect l="8106" t="16793" r="2398"/>
            <a:stretch/>
          </p:blipFill>
          <p:spPr>
            <a:xfrm>
              <a:off x="918964" y="2564904"/>
              <a:ext cx="8240594" cy="2790575"/>
            </a:xfrm>
            <a:prstGeom prst="rect">
              <a:avLst/>
            </a:prstGeom>
            <a:ln>
              <a:noFill/>
            </a:ln>
          </p:spPr>
        </p:pic>
      </p:grpSp>
    </p:spTree>
    <p:custDataLst>
      <p:tags r:id="rId1"/>
    </p:custDataLst>
    <p:extLst>
      <p:ext uri="{BB962C8B-B14F-4D97-AF65-F5344CB8AC3E}">
        <p14:creationId xmlns:p14="http://schemas.microsoft.com/office/powerpoint/2010/main" val="2580776767"/>
      </p:ext>
    </p:extLst>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phân tán + đường hồi quy (nhiều biểu đồ)</a:t>
            </a:r>
            <a:endParaRPr lang="en-US" altLang="ko-KR" sz="1400" dirty="0">
              <a:solidFill>
                <a:schemeClr val="tx1"/>
              </a:solidFill>
              <a:latin typeface="SamsungOne-400" panose="020B0503030303020204" pitchFamily="34" charset="0"/>
              <a:ea typeface="SamsungOne-400" panose="020B0503030303020204" pitchFamily="34" charset="0"/>
            </a:endParaRPr>
          </a:p>
        </p:txBody>
      </p:sp>
      <p:grpSp>
        <p:nvGrpSpPr>
          <p:cNvPr id="3" name="그룹 2">
            <a:extLst>
              <a:ext uri="{FF2B5EF4-FFF2-40B4-BE49-F238E27FC236}">
                <a16:creationId xmlns:a16="http://schemas.microsoft.com/office/drawing/2014/main" id="{67B25A9E-E668-451F-B3E9-0998A178C019}"/>
              </a:ext>
            </a:extLst>
          </p:cNvPr>
          <p:cNvGrpSpPr/>
          <p:nvPr/>
        </p:nvGrpSpPr>
        <p:grpSpPr>
          <a:xfrm>
            <a:off x="558396" y="1758237"/>
            <a:ext cx="8782050" cy="4407067"/>
            <a:chOff x="558396" y="1758237"/>
            <a:chExt cx="8782050" cy="4407067"/>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440706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5"/>
            <a:srcRect l="776" r="19783" b="82547"/>
            <a:stretch/>
          </p:blipFill>
          <p:spPr>
            <a:xfrm>
              <a:off x="708676" y="1844824"/>
              <a:ext cx="8631770" cy="793167"/>
            </a:xfrm>
            <a:prstGeom prst="rect">
              <a:avLst/>
            </a:prstGeom>
            <a:ln>
              <a:noFill/>
            </a:ln>
          </p:spPr>
        </p:pic>
        <p:pic>
          <p:nvPicPr>
            <p:cNvPr id="8" name="그림 7">
              <a:extLst>
                <a:ext uri="{FF2B5EF4-FFF2-40B4-BE49-F238E27FC236}">
                  <a16:creationId xmlns:a16="http://schemas.microsoft.com/office/drawing/2014/main" id="{9709A2BD-F61A-4376-8649-38955A58B8CC}"/>
                </a:ext>
              </a:extLst>
            </p:cNvPr>
            <p:cNvPicPr>
              <a:picLocks noChangeAspect="1"/>
            </p:cNvPicPr>
            <p:nvPr/>
          </p:nvPicPr>
          <p:blipFill rotWithShape="1">
            <a:blip r:embed="rId5"/>
            <a:srcRect l="8209" t="17385" r="42345" b="2641"/>
            <a:stretch/>
          </p:blipFill>
          <p:spPr>
            <a:xfrm>
              <a:off x="1134988" y="2745463"/>
              <a:ext cx="4896545" cy="3312368"/>
            </a:xfrm>
            <a:prstGeom prst="rect">
              <a:avLst/>
            </a:prstGeom>
            <a:ln>
              <a:noFill/>
            </a:ln>
          </p:spPr>
        </p:pic>
      </p:grpSp>
    </p:spTree>
    <p:custDataLst>
      <p:tags r:id="rId1"/>
    </p:custDataLst>
    <p:extLst>
      <p:ext uri="{BB962C8B-B14F-4D97-AF65-F5344CB8AC3E}">
        <p14:creationId xmlns:p14="http://schemas.microsoft.com/office/powerpoint/2010/main" val="1377352214"/>
      </p:ext>
    </p:extLst>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Hex</a:t>
            </a:r>
          </a:p>
        </p:txBody>
      </p:sp>
      <p:grpSp>
        <p:nvGrpSpPr>
          <p:cNvPr id="3" name="그룹 2">
            <a:extLst>
              <a:ext uri="{FF2B5EF4-FFF2-40B4-BE49-F238E27FC236}">
                <a16:creationId xmlns:a16="http://schemas.microsoft.com/office/drawing/2014/main" id="{EF174879-BC57-456B-8FA2-655059F4D83B}"/>
              </a:ext>
            </a:extLst>
          </p:cNvPr>
          <p:cNvGrpSpPr/>
          <p:nvPr/>
        </p:nvGrpSpPr>
        <p:grpSpPr>
          <a:xfrm>
            <a:off x="558396" y="1758238"/>
            <a:ext cx="8782050" cy="4411654"/>
            <a:chOff x="558396" y="1758238"/>
            <a:chExt cx="8782050" cy="4411654"/>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8"/>
              <a:ext cx="8782050" cy="441165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5"/>
            <a:srcRect l="1006" r="22812" b="86926"/>
            <a:stretch/>
          </p:blipFill>
          <p:spPr>
            <a:xfrm>
              <a:off x="702941" y="1844824"/>
              <a:ext cx="8637505" cy="669022"/>
            </a:xfrm>
            <a:prstGeom prst="rect">
              <a:avLst/>
            </a:prstGeom>
            <a:ln>
              <a:noFill/>
            </a:ln>
          </p:spPr>
        </p:pic>
        <p:pic>
          <p:nvPicPr>
            <p:cNvPr id="8" name="그림 7">
              <a:extLst>
                <a:ext uri="{FF2B5EF4-FFF2-40B4-BE49-F238E27FC236}">
                  <a16:creationId xmlns:a16="http://schemas.microsoft.com/office/drawing/2014/main" id="{F0354200-D7D9-46E2-AA9E-A3B3DAF927DA}"/>
                </a:ext>
              </a:extLst>
            </p:cNvPr>
            <p:cNvPicPr>
              <a:picLocks noChangeAspect="1"/>
            </p:cNvPicPr>
            <p:nvPr/>
          </p:nvPicPr>
          <p:blipFill rotWithShape="1">
            <a:blip r:embed="rId5"/>
            <a:srcRect l="7138" t="14313" r="53596" b="1311"/>
            <a:stretch/>
          </p:blipFill>
          <p:spPr>
            <a:xfrm>
              <a:off x="1404548" y="2659881"/>
              <a:ext cx="3546864" cy="3439828"/>
            </a:xfrm>
            <a:prstGeom prst="rect">
              <a:avLst/>
            </a:prstGeom>
            <a:ln>
              <a:noFill/>
            </a:ln>
          </p:spPr>
        </p:pic>
      </p:grpSp>
    </p:spTree>
    <p:custDataLst>
      <p:tags r:id="rId1"/>
    </p:custDataLst>
    <p:extLst>
      <p:ext uri="{BB962C8B-B14F-4D97-AF65-F5344CB8AC3E}">
        <p14:creationId xmlns:p14="http://schemas.microsoft.com/office/powerpoint/2010/main" val="110443417"/>
      </p:ext>
    </p:extLst>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4"/>
              </a:buBlip>
              <a:defRPr/>
            </a:pPr>
            <a:r>
              <a:rPr lang="en-US" altLang="ko-KR" sz="1400" dirty="0">
                <a:solidFill>
                  <a:schemeClr val="tx1"/>
                </a:solidFill>
                <a:latin typeface="SamsungOne-400" panose="020B0503030303020204" pitchFamily="34" charset="0"/>
                <a:ea typeface="SamsungOne-400" panose="020B0503030303020204" pitchFamily="34" charset="0"/>
              </a:rPr>
              <a:t>KDE (</a:t>
            </a:r>
            <a:r>
              <a:rPr lang="vi-VN" altLang="ko-KR" sz="1400" dirty="0">
                <a:solidFill>
                  <a:schemeClr val="tx1"/>
                </a:solidFill>
                <a:latin typeface="SamsungOne-400" panose="020B0503030303020204" pitchFamily="34" charset="0"/>
                <a:ea typeface="SamsungOne-400" panose="020B0503030303020204" pitchFamily="34" charset="0"/>
              </a:rPr>
              <a:t>Ước lượng mật độ Kernel</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nvGrpSpPr>
          <p:cNvPr id="3" name="그룹 2">
            <a:extLst>
              <a:ext uri="{FF2B5EF4-FFF2-40B4-BE49-F238E27FC236}">
                <a16:creationId xmlns:a16="http://schemas.microsoft.com/office/drawing/2014/main" id="{411F0AF4-2645-4296-9795-FA6250108097}"/>
              </a:ext>
            </a:extLst>
          </p:cNvPr>
          <p:cNvGrpSpPr/>
          <p:nvPr/>
        </p:nvGrpSpPr>
        <p:grpSpPr>
          <a:xfrm>
            <a:off x="558396" y="1758238"/>
            <a:ext cx="8782050" cy="4418628"/>
            <a:chOff x="558396" y="1758238"/>
            <a:chExt cx="8782050" cy="4418628"/>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8"/>
              <a:ext cx="8782050" cy="4418628"/>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5"/>
            <a:srcRect l="1171" r="21107" b="85965"/>
            <a:stretch/>
          </p:blipFill>
          <p:spPr>
            <a:xfrm>
              <a:off x="731290" y="1844823"/>
              <a:ext cx="8609156" cy="702433"/>
            </a:xfrm>
            <a:prstGeom prst="rect">
              <a:avLst/>
            </a:prstGeom>
            <a:ln>
              <a:noFill/>
            </a:ln>
          </p:spPr>
        </p:pic>
        <p:pic>
          <p:nvPicPr>
            <p:cNvPr id="8" name="그림 7">
              <a:extLst>
                <a:ext uri="{FF2B5EF4-FFF2-40B4-BE49-F238E27FC236}">
                  <a16:creationId xmlns:a16="http://schemas.microsoft.com/office/drawing/2014/main" id="{D26BCFE4-204A-4421-9CF3-49E176DEB113}"/>
                </a:ext>
              </a:extLst>
            </p:cNvPr>
            <p:cNvPicPr>
              <a:picLocks noChangeAspect="1"/>
            </p:cNvPicPr>
            <p:nvPr/>
          </p:nvPicPr>
          <p:blipFill rotWithShape="1">
            <a:blip r:embed="rId5"/>
            <a:srcRect l="7733" t="14086" r="52493"/>
            <a:stretch/>
          </p:blipFill>
          <p:spPr>
            <a:xfrm>
              <a:off x="1261804" y="2605852"/>
              <a:ext cx="3580809" cy="3494720"/>
            </a:xfrm>
            <a:prstGeom prst="rect">
              <a:avLst/>
            </a:prstGeom>
            <a:ln>
              <a:noFill/>
            </a:ln>
          </p:spPr>
        </p:pic>
      </p:grpSp>
    </p:spTree>
    <p:custDataLst>
      <p:tags r:id="rId1"/>
    </p:custDataLst>
    <p:extLst>
      <p:ext uri="{BB962C8B-B14F-4D97-AF65-F5344CB8AC3E}">
        <p14:creationId xmlns:p14="http://schemas.microsoft.com/office/powerpoint/2010/main" val="182584562"/>
      </p:ext>
    </p:extLst>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2" name="그룹 1">
            <a:extLst>
              <a:ext uri="{FF2B5EF4-FFF2-40B4-BE49-F238E27FC236}">
                <a16:creationId xmlns:a16="http://schemas.microsoft.com/office/drawing/2014/main" id="{1D629A84-4C25-4705-980B-60FC0427D562}"/>
              </a:ext>
            </a:extLst>
          </p:cNvPr>
          <p:cNvGrpSpPr/>
          <p:nvPr/>
        </p:nvGrpSpPr>
        <p:grpSpPr>
          <a:xfrm>
            <a:off x="558396" y="1758236"/>
            <a:ext cx="8785504" cy="3569543"/>
            <a:chOff x="558396" y="1758236"/>
            <a:chExt cx="8785504" cy="3569543"/>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6"/>
              <a:ext cx="8782050" cy="356954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102" r="20230"/>
            <a:stretch/>
          </p:blipFill>
          <p:spPr>
            <a:xfrm>
              <a:off x="727944" y="1916832"/>
              <a:ext cx="8615956" cy="3317641"/>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số</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Tổng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theo</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giá</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trị</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trung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bình</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2356867811"/>
      </p:ext>
    </p:extLst>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3" name="그룹 2">
            <a:extLst>
              <a:ext uri="{FF2B5EF4-FFF2-40B4-BE49-F238E27FC236}">
                <a16:creationId xmlns:a16="http://schemas.microsoft.com/office/drawing/2014/main" id="{2B05E82B-7A5D-499B-B35A-4F2617C21745}"/>
              </a:ext>
            </a:extLst>
          </p:cNvPr>
          <p:cNvGrpSpPr/>
          <p:nvPr/>
        </p:nvGrpSpPr>
        <p:grpSpPr>
          <a:xfrm>
            <a:off x="558396" y="1758237"/>
            <a:ext cx="8785504" cy="3597534"/>
            <a:chOff x="558396" y="1758237"/>
            <a:chExt cx="8785504" cy="3597534"/>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59753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768" r="20230"/>
            <a:stretch/>
          </p:blipFill>
          <p:spPr>
            <a:xfrm>
              <a:off x="733132" y="1916832"/>
              <a:ext cx="8610768" cy="3392286"/>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số</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Tổng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hợp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bởi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trung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vị</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2060060186"/>
      </p:ext>
    </p:extLst>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3" name="그룹 2">
            <a:extLst>
              <a:ext uri="{FF2B5EF4-FFF2-40B4-BE49-F238E27FC236}">
                <a16:creationId xmlns:a16="http://schemas.microsoft.com/office/drawing/2014/main" id="{B1F2CECF-49D3-4EF9-8F3A-A4820615202D}"/>
              </a:ext>
            </a:extLst>
          </p:cNvPr>
          <p:cNvGrpSpPr/>
          <p:nvPr/>
        </p:nvGrpSpPr>
        <p:grpSpPr>
          <a:xfrm>
            <a:off x="558396" y="1758237"/>
            <a:ext cx="8785504" cy="3532220"/>
            <a:chOff x="558396" y="1758237"/>
            <a:chExt cx="8785504" cy="3532220"/>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53222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273" r="20230"/>
            <a:stretch/>
          </p:blipFill>
          <p:spPr>
            <a:xfrm>
              <a:off x="663182" y="1913114"/>
              <a:ext cx="8680718" cy="3293368"/>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Chỉ một biến phân loại. Bảng tần số được tính toán ngầm.</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1189215650"/>
      </p:ext>
    </p:extLst>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3" name="그룹 2">
            <a:extLst>
              <a:ext uri="{FF2B5EF4-FFF2-40B4-BE49-F238E27FC236}">
                <a16:creationId xmlns:a16="http://schemas.microsoft.com/office/drawing/2014/main" id="{D29C727C-21EA-4A5E-8DA1-9C3F01F1246E}"/>
              </a:ext>
            </a:extLst>
          </p:cNvPr>
          <p:cNvGrpSpPr/>
          <p:nvPr/>
        </p:nvGrpSpPr>
        <p:grpSpPr>
          <a:xfrm>
            <a:off x="558396" y="1758237"/>
            <a:ext cx="8785504" cy="3522890"/>
            <a:chOff x="558396" y="1758237"/>
            <a:chExt cx="8785504" cy="3522890"/>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52289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616" r="20229"/>
            <a:stretch/>
          </p:blipFill>
          <p:spPr>
            <a:xfrm>
              <a:off x="725559" y="1913113"/>
              <a:ext cx="8618341" cy="3284037"/>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Hai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dụng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đối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số</a:t>
            </a:r>
            <a:r>
              <a:rPr lang="en-US" altLang="ko-KR" sz="1400" dirty="0">
                <a:solidFill>
                  <a:schemeClr val="tx1"/>
                </a:solidFill>
                <a:latin typeface="SamsungOne-400" panose="020B0503030303020204" pitchFamily="34" charset="0"/>
                <a:ea typeface="SamsungOne-400" panose="020B0503030303020204" pitchFamily="34" charset="0"/>
              </a:rPr>
              <a:t> 'hue'.</a:t>
            </a:r>
          </a:p>
        </p:txBody>
      </p:sp>
    </p:spTree>
    <p:custDataLst>
      <p:tags r:id="rId1"/>
    </p:custDataLst>
    <p:extLst>
      <p:ext uri="{BB962C8B-B14F-4D97-AF65-F5344CB8AC3E}">
        <p14:creationId xmlns:p14="http://schemas.microsoft.com/office/powerpoint/2010/main" val="3419302210"/>
      </p:ext>
    </p:extLst>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3" name="그룹 2">
            <a:extLst>
              <a:ext uri="{FF2B5EF4-FFF2-40B4-BE49-F238E27FC236}">
                <a16:creationId xmlns:a16="http://schemas.microsoft.com/office/drawing/2014/main" id="{FAF12AB2-D7F6-422D-A04A-5446A104156D}"/>
              </a:ext>
            </a:extLst>
          </p:cNvPr>
          <p:cNvGrpSpPr/>
          <p:nvPr/>
        </p:nvGrpSpPr>
        <p:grpSpPr>
          <a:xfrm>
            <a:off x="558396" y="1758236"/>
            <a:ext cx="8785504" cy="3298955"/>
            <a:chOff x="558396" y="1758236"/>
            <a:chExt cx="8785504" cy="3298955"/>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6"/>
              <a:ext cx="8782050" cy="329895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106" r="20230"/>
            <a:stretch/>
          </p:blipFill>
          <p:spPr>
            <a:xfrm>
              <a:off x="656598" y="1916832"/>
              <a:ext cx="8687302" cy="3047054"/>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hộp ngang</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3245394399"/>
      </p:ext>
    </p:extLst>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2" name="그룹 1">
            <a:extLst>
              <a:ext uri="{FF2B5EF4-FFF2-40B4-BE49-F238E27FC236}">
                <a16:creationId xmlns:a16="http://schemas.microsoft.com/office/drawing/2014/main" id="{24A918B1-ACC3-44B3-8A63-B48D5331D838}"/>
              </a:ext>
            </a:extLst>
          </p:cNvPr>
          <p:cNvGrpSpPr/>
          <p:nvPr/>
        </p:nvGrpSpPr>
        <p:grpSpPr>
          <a:xfrm>
            <a:off x="558396" y="1758237"/>
            <a:ext cx="8785504" cy="3569543"/>
            <a:chOff x="558396" y="1758237"/>
            <a:chExt cx="8785504" cy="3569543"/>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56954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975" r="20271"/>
            <a:stretch/>
          </p:blipFill>
          <p:spPr>
            <a:xfrm>
              <a:off x="636654" y="1865406"/>
              <a:ext cx="8707246" cy="3341076"/>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hộp dọc</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410470326"/>
      </p:ext>
    </p:extLst>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2" name="그룹 1">
            <a:extLst>
              <a:ext uri="{FF2B5EF4-FFF2-40B4-BE49-F238E27FC236}">
                <a16:creationId xmlns:a16="http://schemas.microsoft.com/office/drawing/2014/main" id="{BBEB75FD-82AA-4086-8CEB-913370E23397}"/>
              </a:ext>
            </a:extLst>
          </p:cNvPr>
          <p:cNvGrpSpPr/>
          <p:nvPr/>
        </p:nvGrpSpPr>
        <p:grpSpPr>
          <a:xfrm>
            <a:off x="558396" y="1758237"/>
            <a:ext cx="8785503" cy="3522890"/>
            <a:chOff x="558396" y="1758237"/>
            <a:chExt cx="8785503" cy="3522890"/>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52289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102" r="20230"/>
            <a:stretch/>
          </p:blipFill>
          <p:spPr>
            <a:xfrm>
              <a:off x="720974" y="1844824"/>
              <a:ext cx="8622925" cy="3352327"/>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nhiều hộp</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1183782665"/>
      </p:ext>
    </p:extLst>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3" name="그룹 2">
            <a:extLst>
              <a:ext uri="{FF2B5EF4-FFF2-40B4-BE49-F238E27FC236}">
                <a16:creationId xmlns:a16="http://schemas.microsoft.com/office/drawing/2014/main" id="{67D04856-10A2-44DC-9276-3FDBAD98FD5F}"/>
              </a:ext>
            </a:extLst>
          </p:cNvPr>
          <p:cNvGrpSpPr/>
          <p:nvPr/>
        </p:nvGrpSpPr>
        <p:grpSpPr>
          <a:xfrm>
            <a:off x="558396" y="1758237"/>
            <a:ext cx="8785504" cy="3532220"/>
            <a:chOff x="558396" y="1758237"/>
            <a:chExt cx="8785504" cy="3532220"/>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53222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187" r="20230"/>
            <a:stretch/>
          </p:blipFill>
          <p:spPr>
            <a:xfrm>
              <a:off x="678846" y="1897211"/>
              <a:ext cx="8665054" cy="3299940"/>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nhiều hộp</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2791764723"/>
      </p:ext>
    </p:extLst>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3" name="그룹 2">
            <a:extLst>
              <a:ext uri="{FF2B5EF4-FFF2-40B4-BE49-F238E27FC236}">
                <a16:creationId xmlns:a16="http://schemas.microsoft.com/office/drawing/2014/main" id="{36201B72-22A5-4A80-B52D-BE9DD91A8E8C}"/>
              </a:ext>
            </a:extLst>
          </p:cNvPr>
          <p:cNvGrpSpPr/>
          <p:nvPr/>
        </p:nvGrpSpPr>
        <p:grpSpPr>
          <a:xfrm>
            <a:off x="558396" y="1758237"/>
            <a:ext cx="8785505" cy="3466906"/>
            <a:chOff x="558396" y="1758237"/>
            <a:chExt cx="8785505" cy="3466906"/>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46690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273" r="20230"/>
            <a:stretch/>
          </p:blipFill>
          <p:spPr>
            <a:xfrm>
              <a:off x="712567" y="1858505"/>
              <a:ext cx="8631334" cy="3282659"/>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Nhiều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hộp</a:t>
            </a:r>
            <a:r>
              <a:rPr lang="en-US" altLang="ko-KR" sz="1400" dirty="0">
                <a:solidFill>
                  <a:schemeClr val="tx1"/>
                </a:solidFill>
                <a:latin typeface="SamsungOne-400" panose="020B0503030303020204" pitchFamily="34" charset="0"/>
                <a:ea typeface="SamsungOne-400" panose="020B0503030303020204" pitchFamily="34" charset="0"/>
              </a:rPr>
              <a:t>. Hai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biến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số</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dụng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đối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số</a:t>
            </a:r>
            <a:r>
              <a:rPr lang="en-US" altLang="ko-KR" sz="1400" dirty="0">
                <a:solidFill>
                  <a:schemeClr val="tx1"/>
                </a:solidFill>
                <a:latin typeface="SamsungOne-400" panose="020B0503030303020204" pitchFamily="34" charset="0"/>
                <a:ea typeface="SamsungOne-400" panose="020B0503030303020204" pitchFamily="34" charset="0"/>
              </a:rPr>
              <a:t> 'hue'.</a:t>
            </a:r>
          </a:p>
        </p:txBody>
      </p:sp>
    </p:spTree>
    <p:custDataLst>
      <p:tags r:id="rId1"/>
    </p:custDataLst>
    <p:extLst>
      <p:ext uri="{BB962C8B-B14F-4D97-AF65-F5344CB8AC3E}">
        <p14:creationId xmlns:p14="http://schemas.microsoft.com/office/powerpoint/2010/main" val="586901736"/>
      </p:ext>
    </p:extLst>
  </p:cSld>
  <p:clrMapOvr>
    <a:masterClrMapping/>
  </p:clrMapOvr>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3" name="그룹 2">
            <a:extLst>
              <a:ext uri="{FF2B5EF4-FFF2-40B4-BE49-F238E27FC236}">
                <a16:creationId xmlns:a16="http://schemas.microsoft.com/office/drawing/2014/main" id="{451A9F45-06FE-43F3-B559-86738FDBE818}"/>
              </a:ext>
            </a:extLst>
          </p:cNvPr>
          <p:cNvGrpSpPr/>
          <p:nvPr/>
        </p:nvGrpSpPr>
        <p:grpSpPr>
          <a:xfrm>
            <a:off x="558396" y="1758237"/>
            <a:ext cx="8785504" cy="3466906"/>
            <a:chOff x="558396" y="1758237"/>
            <a:chExt cx="8785504" cy="3466906"/>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46690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102" r="20230"/>
            <a:stretch/>
          </p:blipFill>
          <p:spPr>
            <a:xfrm>
              <a:off x="709128" y="1844824"/>
              <a:ext cx="8634772" cy="3348922"/>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Nhiều biểu đồ vilolon</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3403469521"/>
      </p:ext>
    </p:extLst>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2" name="그룹 1">
            <a:extLst>
              <a:ext uri="{FF2B5EF4-FFF2-40B4-BE49-F238E27FC236}">
                <a16:creationId xmlns:a16="http://schemas.microsoft.com/office/drawing/2014/main" id="{A8FF1943-FF17-461F-83FE-129DAC68824B}"/>
              </a:ext>
            </a:extLst>
          </p:cNvPr>
          <p:cNvGrpSpPr/>
          <p:nvPr/>
        </p:nvGrpSpPr>
        <p:grpSpPr>
          <a:xfrm>
            <a:off x="558396" y="1758237"/>
            <a:ext cx="8785504" cy="3560212"/>
            <a:chOff x="558396" y="1758237"/>
            <a:chExt cx="8785504" cy="3560212"/>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56021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106" r="20230"/>
            <a:stretch/>
          </p:blipFill>
          <p:spPr>
            <a:xfrm>
              <a:off x="677591" y="1844823"/>
              <a:ext cx="8666309" cy="3417642"/>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Nhiều biểu đồ vilolon</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752858271"/>
      </p:ext>
    </p:extLst>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3" name="그룹 2">
            <a:extLst>
              <a:ext uri="{FF2B5EF4-FFF2-40B4-BE49-F238E27FC236}">
                <a16:creationId xmlns:a16="http://schemas.microsoft.com/office/drawing/2014/main" id="{735D8985-70E8-47D0-9588-717D9909CECF}"/>
              </a:ext>
            </a:extLst>
          </p:cNvPr>
          <p:cNvGrpSpPr/>
          <p:nvPr/>
        </p:nvGrpSpPr>
        <p:grpSpPr>
          <a:xfrm>
            <a:off x="558396" y="1758236"/>
            <a:ext cx="8785504" cy="3578873"/>
            <a:chOff x="558396" y="1758236"/>
            <a:chExt cx="8785504" cy="3578873"/>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6"/>
              <a:ext cx="8782050" cy="357887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106" r="20230"/>
            <a:stretch/>
          </p:blipFill>
          <p:spPr>
            <a:xfrm>
              <a:off x="694134" y="1844824"/>
              <a:ext cx="8649766" cy="3370988"/>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chấm</a:t>
            </a:r>
            <a:r>
              <a:rPr lang="en-US" altLang="ko-KR" sz="1400" dirty="0">
                <a:solidFill>
                  <a:schemeClr val="tx1"/>
                </a:solidFill>
                <a:latin typeface="SamsungOne-400" panose="020B0503030303020204" pitchFamily="34" charset="0"/>
                <a:ea typeface="SamsungOne-400" panose="020B0503030303020204" pitchFamily="34" charset="0"/>
              </a:rPr>
              <a:t> (strip)</a:t>
            </a:r>
          </a:p>
        </p:txBody>
      </p:sp>
    </p:spTree>
    <p:custDataLst>
      <p:tags r:id="rId1"/>
    </p:custDataLst>
    <p:extLst>
      <p:ext uri="{BB962C8B-B14F-4D97-AF65-F5344CB8AC3E}">
        <p14:creationId xmlns:p14="http://schemas.microsoft.com/office/powerpoint/2010/main" val="1020915232"/>
      </p:ext>
    </p:extLst>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2" name="그룹 1">
            <a:extLst>
              <a:ext uri="{FF2B5EF4-FFF2-40B4-BE49-F238E27FC236}">
                <a16:creationId xmlns:a16="http://schemas.microsoft.com/office/drawing/2014/main" id="{71CC2B76-2A8E-47AE-8159-E2BA1F387A52}"/>
              </a:ext>
            </a:extLst>
          </p:cNvPr>
          <p:cNvGrpSpPr/>
          <p:nvPr/>
        </p:nvGrpSpPr>
        <p:grpSpPr>
          <a:xfrm>
            <a:off x="558396" y="1758237"/>
            <a:ext cx="8785504" cy="3513559"/>
            <a:chOff x="558396" y="1758237"/>
            <a:chExt cx="8785504" cy="3513559"/>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513559"/>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106" r="20230"/>
            <a:stretch/>
          </p:blipFill>
          <p:spPr>
            <a:xfrm>
              <a:off x="690465" y="1857456"/>
              <a:ext cx="8653435" cy="3332270"/>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swarm</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3422149171"/>
      </p:ext>
    </p:extLst>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4.5.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Vẽ</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đồ</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thị</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nâng</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cao</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a:t>
              </a:r>
              <a:r>
                <a:rPr lang="en-US" altLang="ko-KR" b="1" dirty="0" err="1">
                  <a:solidFill>
                    <a:prstClr val="white"/>
                  </a:solidFill>
                  <a:latin typeface="iCiel Samsung Sharp Sans Medium" pitchFamily="2" charset="77"/>
                  <a:ea typeface="맑은 고딕" panose="020B0503020000020004" pitchFamily="50" charset="-127"/>
                  <a:cs typeface="iCiel Samsung Sharp Sans Medium" pitchFamily="2" charset="77"/>
                </a:rPr>
                <a:t>với</a:t>
              </a:r>
              <a:r>
                <a:rPr lang="en-US" altLang="ko-KR" b="1" dirty="0">
                  <a:solidFill>
                    <a:prstClr val="white"/>
                  </a:solidFill>
                  <a:latin typeface="iCiel Samsung Sharp Sans Medium" pitchFamily="2" charset="77"/>
                  <a:ea typeface="맑은 고딕" panose="020B0503020000020004" pitchFamily="50" charset="-127"/>
                  <a:cs typeface="iCiel Samsung Sharp Sans Medium" pitchFamily="2" charset="77"/>
                </a:rPr>
                <a:t> 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1" u="none" strike="noStrike" kern="1200" cap="none" spc="0" normalizeH="0" baseline="0" noProof="0" dirty="0" err="1">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Bài</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Medium" pitchFamily="2" charset="77"/>
                  <a:ea typeface="iCiel Samsung Sharp Sans Medium" pitchFamily="2" charset="77"/>
                  <a:cs typeface="iCiel Samsung Sharp Sans Medium" pitchFamily="2" charset="77"/>
                </a:rPr>
                <a:t> </a:t>
              </a:r>
              <a:r>
                <a:rPr kumimoji="0" lang="en-US" altLang="ko-KR" sz="1600" b="1" u="none" strike="noStrike" kern="1200" cap="none" spc="0" normalizeH="0" baseline="0" noProof="0" dirty="0">
                  <a:ln>
                    <a:noFill/>
                  </a:ln>
                  <a:solidFill>
                    <a:prstClr val="white">
                      <a:lumMod val="85000"/>
                    </a:prstClr>
                  </a:solidFill>
                  <a:effectLst/>
                  <a:uLnTx/>
                  <a:uFillTx/>
                  <a:latin typeface="iCiel Samsung Sharp Sans Bold" pitchFamily="2" charset="77"/>
                  <a:ea typeface="iCiel Samsung Sharp Sans Bold" pitchFamily="2" charset="77"/>
                  <a:cs typeface="iCiel Samsung Sharp Sans Bold" pitchFamily="2" charset="77"/>
                </a:rPr>
                <a:t>04</a:t>
              </a:r>
            </a:p>
          </p:txBody>
        </p:sp>
      </p:grpSp>
      <p:grpSp>
        <p:nvGrpSpPr>
          <p:cNvPr id="3" name="그룹 2">
            <a:extLst>
              <a:ext uri="{FF2B5EF4-FFF2-40B4-BE49-F238E27FC236}">
                <a16:creationId xmlns:a16="http://schemas.microsoft.com/office/drawing/2014/main" id="{E8DFFE2E-9E3A-43F3-9C8F-B5F138D77098}"/>
              </a:ext>
            </a:extLst>
          </p:cNvPr>
          <p:cNvGrpSpPr/>
          <p:nvPr/>
        </p:nvGrpSpPr>
        <p:grpSpPr>
          <a:xfrm>
            <a:off x="558396" y="1758237"/>
            <a:ext cx="8785504" cy="3746824"/>
            <a:chOff x="558396" y="1758237"/>
            <a:chExt cx="8785504" cy="3746824"/>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74682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102" r="20230"/>
            <a:stretch/>
          </p:blipFill>
          <p:spPr>
            <a:xfrm>
              <a:off x="680681" y="1850847"/>
              <a:ext cx="8663219" cy="3560908"/>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Biểu đồ swarm + Biểu đồ vilolon</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1313337739"/>
      </p:ext>
    </p:extLst>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4.5.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đồ</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nâng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cao</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với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grpSp>
        <p:nvGrpSpPr>
          <p:cNvPr id="3" name="그룹 2">
            <a:extLst>
              <a:ext uri="{FF2B5EF4-FFF2-40B4-BE49-F238E27FC236}">
                <a16:creationId xmlns:a16="http://schemas.microsoft.com/office/drawing/2014/main" id="{C1B568F4-8746-413B-B310-ECDC573FC8F2}"/>
              </a:ext>
            </a:extLst>
          </p:cNvPr>
          <p:cNvGrpSpPr/>
          <p:nvPr/>
        </p:nvGrpSpPr>
        <p:grpSpPr>
          <a:xfrm>
            <a:off x="558396" y="1758236"/>
            <a:ext cx="8785503" cy="4101387"/>
            <a:chOff x="558396" y="1758236"/>
            <a:chExt cx="8785503" cy="4101387"/>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6"/>
              <a:ext cx="8782050" cy="410138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102" t="11110" r="20230"/>
            <a:stretch/>
          </p:blipFill>
          <p:spPr>
            <a:xfrm>
              <a:off x="710558" y="1916832"/>
              <a:ext cx="8633341" cy="3830825"/>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a:solidFill>
                  <a:schemeClr val="tx1"/>
                </a:solidFill>
                <a:latin typeface="SamsungOne-400" panose="020B0503030303020204" pitchFamily="34" charset="0"/>
                <a:ea typeface="SamsungOne-400" panose="020B0503030303020204" pitchFamily="34" charset="0"/>
              </a:rPr>
              <a:t>Palette </a:t>
            </a:r>
            <a:r>
              <a:rPr lang="vi-VN" altLang="ko-KR" sz="1400" dirty="0">
                <a:solidFill>
                  <a:schemeClr val="tx1"/>
                </a:solidFill>
                <a:latin typeface="SamsungOne-400" panose="020B0503030303020204" pitchFamily="34" charset="0"/>
                <a:ea typeface="SamsungOne-400" panose="020B0503030303020204" pitchFamily="34" charset="0"/>
              </a:rPr>
              <a:t>(Bảng tần suất được hiển thị dưới dạng biểu đồ cột)</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466998214"/>
      </p:ext>
    </p:extLst>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그룹 8">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2" name="직사각형 11">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4.5.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đồ</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nâng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cao</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với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3" name="직사각형 12">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sp>
        <p:nvSpPr>
          <p:cNvPr id="17" name="직사각형 16">
            <a:extLst>
              <a:ext uri="{FF2B5EF4-FFF2-40B4-BE49-F238E27FC236}">
                <a16:creationId xmlns:a16="http://schemas.microsoft.com/office/drawing/2014/main" id="{58B1BC1D-DFB7-4482-BA23-F01AD71B1BBE}"/>
              </a:ext>
            </a:extLst>
          </p:cNvPr>
          <p:cNvSpPr/>
          <p:nvPr/>
        </p:nvSpPr>
        <p:spPr>
          <a:xfrm>
            <a:off x="425068" y="1331476"/>
            <a:ext cx="8797130"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vi-VN"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Thư viện trực quan hóa Seaborn (với nhiều ví dụ hơn)</a:t>
            </a:r>
            <a:endParaRPr lang="en-US" altLang="ko-KR" sz="24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endParaRPr>
          </a:p>
        </p:txBody>
      </p:sp>
      <p:sp>
        <p:nvSpPr>
          <p:cNvPr id="10" name="모서리가 둥근 직사각형 4">
            <a:extLst>
              <a:ext uri="{FF2B5EF4-FFF2-40B4-BE49-F238E27FC236}">
                <a16:creationId xmlns:a16="http://schemas.microsoft.com/office/drawing/2014/main" id="{930158F8-A5B7-4F97-8E44-C73FC55364FC}"/>
              </a:ext>
            </a:extLst>
          </p:cNvPr>
          <p:cNvSpPr/>
          <p:nvPr/>
        </p:nvSpPr>
        <p:spPr>
          <a:xfrm>
            <a:off x="558396" y="2262293"/>
            <a:ext cx="8782050" cy="174277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767" r="18908"/>
          <a:stretch/>
        </p:blipFill>
        <p:spPr>
          <a:xfrm>
            <a:off x="702940" y="2305046"/>
            <a:ext cx="8640960" cy="1677698"/>
          </a:xfrm>
          <a:prstGeom prst="rect">
            <a:avLst/>
          </a:prstGeom>
          <a:ln>
            <a:noFill/>
          </a:ln>
        </p:spPr>
      </p:pic>
      <p:sp>
        <p:nvSpPr>
          <p:cNvPr id="11" name="직사각형 10">
            <a:extLst>
              <a:ext uri="{FF2B5EF4-FFF2-40B4-BE49-F238E27FC236}">
                <a16:creationId xmlns:a16="http://schemas.microsoft.com/office/drawing/2014/main" id="{AFACF473-2A8D-411E-A3C3-6C3BE7E02255}"/>
              </a:ext>
            </a:extLst>
          </p:cNvPr>
          <p:cNvSpPr/>
          <p:nvPr/>
        </p:nvSpPr>
        <p:spPr>
          <a:xfrm>
            <a:off x="558396" y="191096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Nhập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mô-đun</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619368665"/>
      </p:ext>
    </p:extLst>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4.5.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đồ</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nâng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cao</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với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66265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l="1107" r="18908"/>
          <a:stretch/>
        </p:blipFill>
        <p:spPr>
          <a:xfrm>
            <a:off x="630932" y="1851741"/>
            <a:ext cx="8712968" cy="461168"/>
          </a:xfrm>
          <a:prstGeom prst="rect">
            <a:avLst/>
          </a:prstGeom>
          <a:ln>
            <a:noFill/>
          </a:ln>
        </p:spPr>
      </p:pic>
      <p:grpSp>
        <p:nvGrpSpPr>
          <p:cNvPr id="13" name="그룹 12"/>
          <p:cNvGrpSpPr/>
          <p:nvPr/>
        </p:nvGrpSpPr>
        <p:grpSpPr>
          <a:xfrm>
            <a:off x="557644" y="2479926"/>
            <a:ext cx="8782050" cy="720080"/>
            <a:chOff x="568325" y="5114924"/>
            <a:chExt cx="8782050" cy="744077"/>
          </a:xfrm>
        </p:grpSpPr>
        <p:sp>
          <p:nvSpPr>
            <p:cNvPr id="15" name="모서리가 둥근 직사각형 4">
              <a:extLst>
                <a:ext uri="{FF2B5EF4-FFF2-40B4-BE49-F238E27FC236}">
                  <a16:creationId xmlns:a16="http://schemas.microsoft.com/office/drawing/2014/main" id="{930158F8-A5B7-4F97-8E44-C73FC55364FC}"/>
                </a:ext>
              </a:extLst>
            </p:cNvPr>
            <p:cNvSpPr/>
            <p:nvPr/>
          </p:nvSpPr>
          <p:spPr>
            <a:xfrm>
              <a:off x="568325" y="5114924"/>
              <a:ext cx="8782050" cy="74407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6" name="그룹 15"/>
            <p:cNvGrpSpPr/>
            <p:nvPr/>
          </p:nvGrpSpPr>
          <p:grpSpPr>
            <a:xfrm>
              <a:off x="675835" y="5210921"/>
              <a:ext cx="1477946" cy="302132"/>
              <a:chOff x="732985" y="5582396"/>
              <a:chExt cx="1477946" cy="302132"/>
            </a:xfrm>
          </p:grpSpPr>
          <p:pic>
            <p:nvPicPr>
              <p:cNvPr id="20" name="Picture 2" descr="Byte - Free electronics icons">
                <a:extLst>
                  <a:ext uri="{FF2B5EF4-FFF2-40B4-BE49-F238E27FC236}">
                    <a16:creationId xmlns:a16="http://schemas.microsoft.com/office/drawing/2014/main" id="{2E1868BC-E3F2-46C6-A15E-1A8572E0F8A8}"/>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4FCF8530-89F0-4211-819E-6AFF60A92E66}"/>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2</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7" name="TextBox 16">
              <a:extLst>
                <a:ext uri="{FF2B5EF4-FFF2-40B4-BE49-F238E27FC236}">
                  <a16:creationId xmlns:a16="http://schemas.microsoft.com/office/drawing/2014/main" id="{FF266B98-5C19-4B37-8678-61D0A80AF6D7}"/>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Đọc dữ liệu 'iris' từ thư viện.</a:t>
              </a:r>
              <a:endParaRPr lang="en-US" altLang="ko-KR" sz="1300" dirty="0">
                <a:latin typeface="SamsungOne-400" panose="020B0503030303020204" pitchFamily="34" charset="0"/>
                <a:ea typeface="SamsungOne-400" panose="020B0503030303020204" pitchFamily="34" charset="0"/>
                <a:cs typeface="Tahoma" panose="020B0604030504040204" pitchFamily="34" charset="0"/>
              </a:endParaRPr>
            </a:p>
          </p:txBody>
        </p:sp>
      </p:grpSp>
      <p:sp>
        <p:nvSpPr>
          <p:cNvPr id="23" name="직사각형 2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tán</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1962730124"/>
      </p:ext>
    </p:extLst>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4.5.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đồ</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nâng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cao</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với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grpSp>
        <p:nvGrpSpPr>
          <p:cNvPr id="3" name="그룹 2">
            <a:extLst>
              <a:ext uri="{FF2B5EF4-FFF2-40B4-BE49-F238E27FC236}">
                <a16:creationId xmlns:a16="http://schemas.microsoft.com/office/drawing/2014/main" id="{67AA1605-A36B-46DF-8413-0CB41B4F3A3A}"/>
              </a:ext>
            </a:extLst>
          </p:cNvPr>
          <p:cNvGrpSpPr/>
          <p:nvPr/>
        </p:nvGrpSpPr>
        <p:grpSpPr>
          <a:xfrm>
            <a:off x="558396" y="1758237"/>
            <a:ext cx="8785504" cy="4479075"/>
            <a:chOff x="558396" y="1758237"/>
            <a:chExt cx="8785504" cy="4479075"/>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447907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767" r="18908"/>
            <a:stretch/>
          </p:blipFill>
          <p:spPr>
            <a:xfrm>
              <a:off x="702940" y="1816995"/>
              <a:ext cx="8640960" cy="612240"/>
            </a:xfrm>
            <a:prstGeom prst="rect">
              <a:avLst/>
            </a:prstGeom>
            <a:ln>
              <a:noFill/>
            </a:ln>
          </p:spPr>
        </p:pic>
        <p:pic>
          <p:nvPicPr>
            <p:cNvPr id="4" name="그림 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79004" y="2487993"/>
              <a:ext cx="3672408" cy="3672408"/>
            </a:xfrm>
            <a:prstGeom prst="rect">
              <a:avLst/>
            </a:prstGeom>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tán</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1362572769"/>
      </p:ext>
    </p:extLst>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4.5.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đồ</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nâng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cao</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với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grpSp>
        <p:nvGrpSpPr>
          <p:cNvPr id="2" name="그룹 1">
            <a:extLst>
              <a:ext uri="{FF2B5EF4-FFF2-40B4-BE49-F238E27FC236}">
                <a16:creationId xmlns:a16="http://schemas.microsoft.com/office/drawing/2014/main" id="{9A998F6E-4586-498C-92BD-804421EF8B03}"/>
              </a:ext>
            </a:extLst>
          </p:cNvPr>
          <p:cNvGrpSpPr/>
          <p:nvPr/>
        </p:nvGrpSpPr>
        <p:grpSpPr>
          <a:xfrm>
            <a:off x="558396" y="1758237"/>
            <a:ext cx="8785504" cy="4479075"/>
            <a:chOff x="558396" y="1758237"/>
            <a:chExt cx="8785504" cy="4479075"/>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4479075"/>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5" name="그림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79004" y="2533810"/>
              <a:ext cx="4114034" cy="3641511"/>
            </a:xfrm>
            <a:prstGeom prst="rect">
              <a:avLst/>
            </a:prstGeom>
          </p:spPr>
        </p:pic>
        <p:pic>
          <p:nvPicPr>
            <p:cNvPr id="7" name="그림 6"/>
            <p:cNvPicPr>
              <a:picLocks noChangeAspect="1"/>
            </p:cNvPicPr>
            <p:nvPr/>
          </p:nvPicPr>
          <p:blipFill rotWithShape="1">
            <a:blip r:embed="rId5"/>
            <a:srcRect l="1768" t="7011" r="18908"/>
            <a:stretch/>
          </p:blipFill>
          <p:spPr>
            <a:xfrm>
              <a:off x="702940" y="1815921"/>
              <a:ext cx="8640960" cy="635864"/>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Tô</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màu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điểm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đánh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dấu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‘species’):</a:t>
            </a:r>
          </a:p>
        </p:txBody>
      </p:sp>
    </p:spTree>
    <p:custDataLst>
      <p:tags r:id="rId1"/>
    </p:custDataLst>
    <p:extLst>
      <p:ext uri="{BB962C8B-B14F-4D97-AF65-F5344CB8AC3E}">
        <p14:creationId xmlns:p14="http://schemas.microsoft.com/office/powerpoint/2010/main" val="212271894"/>
      </p:ext>
    </p:extLst>
  </p:cSld>
  <p:clrMapOvr>
    <a:masterClrMapping/>
  </p:clrMapOvr>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4.5.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đồ</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nâng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cao</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với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grpSp>
        <p:nvGrpSpPr>
          <p:cNvPr id="4" name="그룹 3">
            <a:extLst>
              <a:ext uri="{FF2B5EF4-FFF2-40B4-BE49-F238E27FC236}">
                <a16:creationId xmlns:a16="http://schemas.microsoft.com/office/drawing/2014/main" id="{C19A096C-49A8-4BB9-BDFF-F8F40BEDD55D}"/>
              </a:ext>
            </a:extLst>
          </p:cNvPr>
          <p:cNvGrpSpPr/>
          <p:nvPr/>
        </p:nvGrpSpPr>
        <p:grpSpPr>
          <a:xfrm>
            <a:off x="558396" y="1758238"/>
            <a:ext cx="8785504" cy="4511934"/>
            <a:chOff x="558396" y="1758238"/>
            <a:chExt cx="8785504" cy="4511934"/>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8"/>
              <a:ext cx="8782050" cy="451193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767" r="18908"/>
            <a:stretch/>
          </p:blipFill>
          <p:spPr>
            <a:xfrm>
              <a:off x="702940" y="1815188"/>
              <a:ext cx="8640960" cy="651996"/>
            </a:xfrm>
            <a:prstGeom prst="rect">
              <a:avLst/>
            </a:prstGeom>
            <a:ln>
              <a:noFill/>
            </a:ln>
          </p:spPr>
        </p:pic>
        <p:pic>
          <p:nvPicPr>
            <p:cNvPr id="3" name="그림 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79004" y="2524135"/>
              <a:ext cx="4113649" cy="3641170"/>
            </a:xfrm>
            <a:prstGeom prst="rect">
              <a:avLst/>
            </a:prstGeom>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tán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Tô</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màu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điểm</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đánh</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dấu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bằng</a:t>
            </a:r>
            <a:r>
              <a:rPr lang="en-US" altLang="ko-KR" sz="1400" dirty="0">
                <a:solidFill>
                  <a:schemeClr val="tx1"/>
                </a:solidFill>
                <a:latin typeface="SamsungOne-400" panose="020B0503030303020204" pitchFamily="34" charset="0"/>
                <a:ea typeface="SamsungOne-400" panose="020B0503030303020204" pitchFamily="34" charset="0"/>
              </a:rPr>
              <a:t> ‘species’. </a:t>
            </a:r>
            <a:r>
              <a:rPr lang="en-US" altLang="ko-KR" sz="1400" dirty="0" err="1">
                <a:solidFill>
                  <a:schemeClr val="tx1"/>
                </a:solidFill>
                <a:latin typeface="SamsungOne-400" panose="020B0503030303020204" pitchFamily="34" charset="0"/>
                <a:ea typeface="SamsungOne-400" panose="020B0503030303020204" pitchFamily="34" charset="0"/>
              </a:rPr>
              <a:t>Áp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dụng</a:t>
            </a:r>
            <a:r>
              <a:rPr lang="en-US" altLang="ko-KR" sz="1400" dirty="0">
                <a:solidFill>
                  <a:schemeClr val="tx1"/>
                </a:solidFill>
                <a:latin typeface="SamsungOne-400" panose="020B0503030303020204" pitchFamily="34" charset="0"/>
                <a:ea typeface="SamsungOne-400" panose="020B0503030303020204" pitchFamily="34" charset="0"/>
              </a:rPr>
              <a:t> ‘palette’):</a:t>
            </a:r>
          </a:p>
        </p:txBody>
      </p:sp>
    </p:spTree>
    <p:custDataLst>
      <p:tags r:id="rId1"/>
    </p:custDataLst>
    <p:extLst>
      <p:ext uri="{BB962C8B-B14F-4D97-AF65-F5344CB8AC3E}">
        <p14:creationId xmlns:p14="http://schemas.microsoft.com/office/powerpoint/2010/main" val="2914536696"/>
      </p:ext>
    </p:extLst>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4.5.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đồ</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nâng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cao</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với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grpSp>
        <p:nvGrpSpPr>
          <p:cNvPr id="2" name="그룹 1">
            <a:extLst>
              <a:ext uri="{FF2B5EF4-FFF2-40B4-BE49-F238E27FC236}">
                <a16:creationId xmlns:a16="http://schemas.microsoft.com/office/drawing/2014/main" id="{E2346AE0-9EB3-4C3C-AA57-3B4F9482AB42}"/>
              </a:ext>
            </a:extLst>
          </p:cNvPr>
          <p:cNvGrpSpPr/>
          <p:nvPr/>
        </p:nvGrpSpPr>
        <p:grpSpPr>
          <a:xfrm>
            <a:off x="558396" y="1398941"/>
            <a:ext cx="8887612" cy="4889893"/>
            <a:chOff x="558396" y="1398941"/>
            <a:chExt cx="8887612" cy="4889893"/>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8"/>
              <a:ext cx="8782050" cy="453059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l="1769" r="18908"/>
            <a:stretch/>
          </p:blipFill>
          <p:spPr>
            <a:xfrm>
              <a:off x="702940" y="1808683"/>
              <a:ext cx="8640960" cy="795117"/>
            </a:xfrm>
            <a:prstGeom prst="rect">
              <a:avLst/>
            </a:prstGeom>
            <a:ln>
              <a:noFill/>
            </a:ln>
          </p:spPr>
        </p:pic>
        <p:pic>
          <p:nvPicPr>
            <p:cNvPr id="5" name="그림 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27077" y="2704417"/>
              <a:ext cx="3477020" cy="3516871"/>
            </a:xfrm>
            <a:prstGeom prst="rect">
              <a:avLst/>
            </a:prstGeom>
          </p:spPr>
        </p:pic>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en-US" altLang="ko-KR" sz="1400" dirty="0" err="1">
                  <a:solidFill>
                    <a:schemeClr val="tx1"/>
                  </a:solidFill>
                  <a:latin typeface="SamsungOne-400" panose="020B0503030303020204" pitchFamily="34" charset="0"/>
                  <a:ea typeface="SamsungOne-400" panose="020B0503030303020204" pitchFamily="34" charset="0"/>
                </a:rPr>
                <a:t>PairGrid</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tán</a:t>
              </a:r>
              <a:r>
                <a:rPr lang="en-US" altLang="ko-KR" sz="1400" dirty="0">
                  <a:solidFill>
                    <a:schemeClr val="tx1"/>
                  </a:solidFill>
                  <a:latin typeface="SamsungOne-400" panose="020B0503030303020204" pitchFamily="34" charset="0"/>
                  <a:ea typeface="SamsungOne-400" panose="020B0503030303020204" pitchFamily="34" charset="0"/>
                </a:rPr>
                <a:t>):</a:t>
              </a:r>
            </a:p>
          </p:txBody>
        </p:sp>
      </p:grpSp>
    </p:spTree>
    <p:custDataLst>
      <p:tags r:id="rId1"/>
    </p:custDataLst>
    <p:extLst>
      <p:ext uri="{BB962C8B-B14F-4D97-AF65-F5344CB8AC3E}">
        <p14:creationId xmlns:p14="http://schemas.microsoft.com/office/powerpoint/2010/main" val="1869861121"/>
      </p:ext>
    </p:extLst>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4.5.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đồ</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nâng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cao</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với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grpSp>
        <p:nvGrpSpPr>
          <p:cNvPr id="4" name="그룹 3">
            <a:extLst>
              <a:ext uri="{FF2B5EF4-FFF2-40B4-BE49-F238E27FC236}">
                <a16:creationId xmlns:a16="http://schemas.microsoft.com/office/drawing/2014/main" id="{43A6F2BD-3BB6-4E23-901E-16EA10A75559}"/>
              </a:ext>
            </a:extLst>
          </p:cNvPr>
          <p:cNvGrpSpPr/>
          <p:nvPr/>
        </p:nvGrpSpPr>
        <p:grpSpPr>
          <a:xfrm>
            <a:off x="558396" y="1758238"/>
            <a:ext cx="8785504" cy="3700822"/>
            <a:chOff x="558396" y="1758238"/>
            <a:chExt cx="8785504" cy="3700822"/>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8"/>
              <a:ext cx="8782050" cy="3700822"/>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837" r="18908"/>
            <a:stretch/>
          </p:blipFill>
          <p:spPr>
            <a:xfrm>
              <a:off x="710553" y="1780570"/>
              <a:ext cx="8633347" cy="1137018"/>
            </a:xfrm>
            <a:prstGeom prst="rect">
              <a:avLst/>
            </a:prstGeom>
            <a:ln>
              <a:noFill/>
            </a:ln>
          </p:spPr>
        </p:pic>
        <p:pic>
          <p:nvPicPr>
            <p:cNvPr id="3" name="그림 2"/>
            <p:cNvPicPr>
              <a:picLocks noChangeAspect="1"/>
            </p:cNvPicPr>
            <p:nvPr/>
          </p:nvPicPr>
          <p:blipFill rotWithShape="1">
            <a:blip r:embed="rId5">
              <a:extLst>
                <a:ext uri="{28A0092B-C50C-407E-A947-70E740481C1C}">
                  <a14:useLocalDpi xmlns:a14="http://schemas.microsoft.com/office/drawing/2010/main" val="0"/>
                </a:ext>
              </a:extLst>
            </a:blip>
            <a:srcRect b="51855"/>
            <a:stretch/>
          </p:blipFill>
          <p:spPr>
            <a:xfrm>
              <a:off x="711200" y="3112401"/>
              <a:ext cx="4237302" cy="2090402"/>
            </a:xfrm>
            <a:prstGeom prst="rect">
              <a:avLst/>
            </a:prstGeom>
          </p:spPr>
        </p:pic>
        <p:pic>
          <p:nvPicPr>
            <p:cNvPr id="13" name="그림 12"/>
            <p:cNvPicPr>
              <a:picLocks noChangeAspect="1"/>
            </p:cNvPicPr>
            <p:nvPr/>
          </p:nvPicPr>
          <p:blipFill rotWithShape="1">
            <a:blip r:embed="rId5">
              <a:extLst>
                <a:ext uri="{28A0092B-C50C-407E-A947-70E740481C1C}">
                  <a14:useLocalDpi xmlns:a14="http://schemas.microsoft.com/office/drawing/2010/main" val="0"/>
                </a:ext>
              </a:extLst>
            </a:blip>
            <a:srcRect t="48071"/>
            <a:stretch/>
          </p:blipFill>
          <p:spPr>
            <a:xfrm>
              <a:off x="5009673" y="3140968"/>
              <a:ext cx="4168919" cy="2218284"/>
            </a:xfrm>
            <a:prstGeom prst="rect">
              <a:avLst/>
            </a:prstGeom>
          </p:spPr>
        </p:pic>
      </p:grpSp>
      <p:sp>
        <p:nvSpPr>
          <p:cNvPr id="15" name="직사각형 14">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en-US" altLang="ko-KR" sz="1400" dirty="0" err="1">
                <a:solidFill>
                  <a:schemeClr val="tx1"/>
                </a:solidFill>
                <a:latin typeface="SamsungOne-400" panose="020B0503030303020204" pitchFamily="34" charset="0"/>
                <a:ea typeface="SamsungOne-400" panose="020B0503030303020204" pitchFamily="34" charset="0"/>
              </a:rPr>
              <a:t>PairGrid</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Một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mảng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loại</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trực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quan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hóa</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khác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nhau</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3448627805"/>
      </p:ext>
    </p:extLst>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4.5.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đồ</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nâng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cao</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với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grpSp>
        <p:nvGrpSpPr>
          <p:cNvPr id="2" name="그룹 1">
            <a:extLst>
              <a:ext uri="{FF2B5EF4-FFF2-40B4-BE49-F238E27FC236}">
                <a16:creationId xmlns:a16="http://schemas.microsoft.com/office/drawing/2014/main" id="{725DA65E-8B13-41EA-BF1D-3B3E2E7C0C82}"/>
              </a:ext>
            </a:extLst>
          </p:cNvPr>
          <p:cNvGrpSpPr/>
          <p:nvPr/>
        </p:nvGrpSpPr>
        <p:grpSpPr>
          <a:xfrm>
            <a:off x="558396" y="1758237"/>
            <a:ext cx="8785504" cy="3075020"/>
            <a:chOff x="558396" y="1758237"/>
            <a:chExt cx="8785504" cy="3075020"/>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07502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l="1107" t="2051" r="18908"/>
            <a:stretch/>
          </p:blipFill>
          <p:spPr>
            <a:xfrm>
              <a:off x="630932" y="1863486"/>
              <a:ext cx="8712968" cy="2889379"/>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FacetGrid</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Nhiều</a:t>
            </a:r>
            <a:r>
              <a:rPr lang="en-US" altLang="ko-KR" sz="1400" dirty="0">
                <a:solidFill>
                  <a:schemeClr val="tx1"/>
                </a:solidFill>
                <a:latin typeface="SamsungOne-400" panose="020B0503030303020204" pitchFamily="34" charset="0"/>
                <a:ea typeface="SamsungOne-400" panose="020B0503030303020204" pitchFamily="34" charset="0"/>
              </a:rPr>
              <a:t> histogram):</a:t>
            </a:r>
          </a:p>
        </p:txBody>
      </p:sp>
    </p:spTree>
    <p:custDataLst>
      <p:tags r:id="rId1"/>
    </p:custDataLst>
    <p:extLst>
      <p:ext uri="{BB962C8B-B14F-4D97-AF65-F5344CB8AC3E}">
        <p14:creationId xmlns:p14="http://schemas.microsoft.com/office/powerpoint/2010/main" val="1964289800"/>
      </p:ext>
    </p:extLst>
  </p:cSld>
  <p:clrMapOvr>
    <a:masterClrMapping/>
  </p:clrMapOvr>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4.5.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đồ</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nâng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cao</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với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grpSp>
        <p:nvGrpSpPr>
          <p:cNvPr id="4" name="그룹 3">
            <a:extLst>
              <a:ext uri="{FF2B5EF4-FFF2-40B4-BE49-F238E27FC236}">
                <a16:creationId xmlns:a16="http://schemas.microsoft.com/office/drawing/2014/main" id="{CA6987A9-862E-4BB2-917F-F7E3AA488C52}"/>
              </a:ext>
            </a:extLst>
          </p:cNvPr>
          <p:cNvGrpSpPr/>
          <p:nvPr/>
        </p:nvGrpSpPr>
        <p:grpSpPr>
          <a:xfrm>
            <a:off x="558396" y="1758237"/>
            <a:ext cx="8785504" cy="4551083"/>
            <a:chOff x="558396" y="1758237"/>
            <a:chExt cx="8785504" cy="4551083"/>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4551083"/>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l="1767" r="18908"/>
            <a:stretch/>
          </p:blipFill>
          <p:spPr>
            <a:xfrm>
              <a:off x="702940" y="1817843"/>
              <a:ext cx="8640960" cy="818971"/>
            </a:xfrm>
            <a:prstGeom prst="rect">
              <a:avLst/>
            </a:prstGeom>
            <a:ln>
              <a:noFill/>
            </a:ln>
          </p:spPr>
        </p:pic>
        <p:pic>
          <p:nvPicPr>
            <p:cNvPr id="3" name="그림 2"/>
            <p:cNvPicPr>
              <a:picLocks noChangeAspect="1"/>
            </p:cNvPicPr>
            <p:nvPr/>
          </p:nvPicPr>
          <p:blipFill rotWithShape="1">
            <a:blip r:embed="rId5">
              <a:extLst>
                <a:ext uri="{28A0092B-C50C-407E-A947-70E740481C1C}">
                  <a14:useLocalDpi xmlns:a14="http://schemas.microsoft.com/office/drawing/2010/main" val="0"/>
                </a:ext>
              </a:extLst>
            </a:blip>
            <a:srcRect t="64049"/>
            <a:stretch/>
          </p:blipFill>
          <p:spPr>
            <a:xfrm>
              <a:off x="3727276" y="2783582"/>
              <a:ext cx="1737729" cy="1922243"/>
            </a:xfrm>
            <a:prstGeom prst="rect">
              <a:avLst/>
            </a:prstGeom>
          </p:spPr>
        </p:pic>
        <p:pic>
          <p:nvPicPr>
            <p:cNvPr id="13" name="그림 12"/>
            <p:cNvPicPr>
              <a:picLocks noChangeAspect="1"/>
            </p:cNvPicPr>
            <p:nvPr/>
          </p:nvPicPr>
          <p:blipFill rotWithShape="1">
            <a:blip r:embed="rId5">
              <a:extLst>
                <a:ext uri="{28A0092B-C50C-407E-A947-70E740481C1C}">
                  <a14:useLocalDpi xmlns:a14="http://schemas.microsoft.com/office/drawing/2010/main" val="0"/>
                </a:ext>
              </a:extLst>
            </a:blip>
            <a:srcRect b="36244"/>
            <a:stretch/>
          </p:blipFill>
          <p:spPr>
            <a:xfrm>
              <a:off x="1495028" y="2768641"/>
              <a:ext cx="1737729" cy="3408949"/>
            </a:xfrm>
            <a:prstGeom prst="rect">
              <a:avLst/>
            </a:prstGeom>
          </p:spPr>
        </p:pic>
      </p:grpSp>
      <p:sp>
        <p:nvSpPr>
          <p:cNvPr id="15" name="직사각형 14">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en-US" altLang="ko-KR" sz="1400" dirty="0" err="1">
                <a:solidFill>
                  <a:schemeClr val="tx1"/>
                </a:solidFill>
                <a:latin typeface="SamsungOne-400" panose="020B0503030303020204" pitchFamily="34" charset="0"/>
                <a:ea typeface="SamsungOne-400" panose="020B0503030303020204" pitchFamily="34" charset="0"/>
              </a:rPr>
              <a:t>FacetGrid</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Nhiều</a:t>
            </a:r>
            <a:r>
              <a:rPr lang="en-US" altLang="ko-KR" sz="1400" dirty="0">
                <a:solidFill>
                  <a:schemeClr val="tx1"/>
                </a:solidFill>
                <a:latin typeface="SamsungOne-400" panose="020B0503030303020204" pitchFamily="34" charset="0"/>
                <a:ea typeface="SamsungOne-400" panose="020B0503030303020204" pitchFamily="34" charset="0"/>
              </a:rPr>
              <a:t> histogram):</a:t>
            </a:r>
          </a:p>
        </p:txBody>
      </p:sp>
    </p:spTree>
    <p:custDataLst>
      <p:tags r:id="rId1"/>
    </p:custDataLst>
    <p:extLst>
      <p:ext uri="{BB962C8B-B14F-4D97-AF65-F5344CB8AC3E}">
        <p14:creationId xmlns:p14="http://schemas.microsoft.com/office/powerpoint/2010/main" val="2395905559"/>
      </p:ext>
    </p:extLst>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4.5.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đồ</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nâng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cao</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với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grpSp>
        <p:nvGrpSpPr>
          <p:cNvPr id="2" name="그룹 1">
            <a:extLst>
              <a:ext uri="{FF2B5EF4-FFF2-40B4-BE49-F238E27FC236}">
                <a16:creationId xmlns:a16="http://schemas.microsoft.com/office/drawing/2014/main" id="{3D098287-2B3D-4C61-8162-85E294B0AD64}"/>
              </a:ext>
            </a:extLst>
          </p:cNvPr>
          <p:cNvGrpSpPr/>
          <p:nvPr/>
        </p:nvGrpSpPr>
        <p:grpSpPr>
          <a:xfrm>
            <a:off x="558396" y="1758237"/>
            <a:ext cx="8785504" cy="3084351"/>
            <a:chOff x="558396" y="1758237"/>
            <a:chExt cx="8785504" cy="3084351"/>
          </a:xfrm>
        </p:grpSpPr>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7"/>
              <a:ext cx="8782050" cy="3084351"/>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4" name="그림 3"/>
            <p:cNvPicPr>
              <a:picLocks noChangeAspect="1"/>
            </p:cNvPicPr>
            <p:nvPr/>
          </p:nvPicPr>
          <p:blipFill rotWithShape="1">
            <a:blip r:embed="rId4"/>
            <a:srcRect l="1109" t="813" r="18907"/>
            <a:stretch/>
          </p:blipFill>
          <p:spPr>
            <a:xfrm>
              <a:off x="630932" y="1844824"/>
              <a:ext cx="8712968" cy="2965340"/>
            </a:xfrm>
            <a:prstGeom prst="rect">
              <a:avLst/>
            </a:prstGeom>
            <a:ln>
              <a:noFill/>
            </a:ln>
          </p:spPr>
        </p:pic>
      </p:grpSp>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FacetGrid</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Nhiều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biểu</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phân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tán</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2988969869"/>
      </p:ext>
    </p:extLst>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4.5.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đồ</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nâng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cao</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với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8"/>
            <a:ext cx="8782050" cy="655234"/>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3" name="그룹 12"/>
          <p:cNvGrpSpPr/>
          <p:nvPr/>
        </p:nvGrpSpPr>
        <p:grpSpPr>
          <a:xfrm>
            <a:off x="557644" y="2492896"/>
            <a:ext cx="8782050" cy="720080"/>
            <a:chOff x="568325" y="5114924"/>
            <a:chExt cx="8782050" cy="744077"/>
          </a:xfrm>
        </p:grpSpPr>
        <p:sp>
          <p:nvSpPr>
            <p:cNvPr id="15" name="모서리가 둥근 직사각형 4">
              <a:extLst>
                <a:ext uri="{FF2B5EF4-FFF2-40B4-BE49-F238E27FC236}">
                  <a16:creationId xmlns:a16="http://schemas.microsoft.com/office/drawing/2014/main" id="{930158F8-A5B7-4F97-8E44-C73FC55364FC}"/>
                </a:ext>
              </a:extLst>
            </p:cNvPr>
            <p:cNvSpPr/>
            <p:nvPr/>
          </p:nvSpPr>
          <p:spPr>
            <a:xfrm>
              <a:off x="568325" y="5114924"/>
              <a:ext cx="8782050" cy="744077"/>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grpSp>
          <p:nvGrpSpPr>
            <p:cNvPr id="16" name="그룹 15"/>
            <p:cNvGrpSpPr/>
            <p:nvPr/>
          </p:nvGrpSpPr>
          <p:grpSpPr>
            <a:xfrm>
              <a:off x="675835" y="5210921"/>
              <a:ext cx="1477946" cy="302132"/>
              <a:chOff x="732985" y="5582396"/>
              <a:chExt cx="1477946" cy="302132"/>
            </a:xfrm>
          </p:grpSpPr>
          <p:pic>
            <p:nvPicPr>
              <p:cNvPr id="20" name="Picture 2" descr="Byte - Free electronics icons">
                <a:extLst>
                  <a:ext uri="{FF2B5EF4-FFF2-40B4-BE49-F238E27FC236}">
                    <a16:creationId xmlns:a16="http://schemas.microsoft.com/office/drawing/2014/main" id="{2E1868BC-E3F2-46C6-A15E-1A8572E0F8A8}"/>
                  </a:ext>
                </a:extLst>
              </p:cNvPr>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l="13871" t="-7084" r="14480" b="-5938"/>
              <a:stretch/>
            </p:blipFill>
            <p:spPr bwMode="auto">
              <a:xfrm>
                <a:off x="732985" y="5605886"/>
                <a:ext cx="295715" cy="244889"/>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4FCF8530-89F0-4211-819E-6AFF60A92E66}"/>
                  </a:ext>
                </a:extLst>
              </p:cNvPr>
              <p:cNvSpPr txBox="1"/>
              <p:nvPr/>
            </p:nvSpPr>
            <p:spPr>
              <a:xfrm>
                <a:off x="991766" y="5582396"/>
                <a:ext cx="1219165" cy="302132"/>
              </a:xfrm>
              <a:prstGeom prst="rect">
                <a:avLst/>
              </a:prstGeom>
              <a:noFill/>
            </p:spPr>
            <p:txBody>
              <a:bodyPr wrap="square">
                <a:spAutoFit/>
              </a:bodyPr>
              <a:lstStyle/>
              <a:p>
                <a:pPr>
                  <a:spcAft>
                    <a:spcPts val="600"/>
                  </a:spcAft>
                </a:pPr>
                <a:r>
                  <a:rPr lang="en-US" altLang="ko-KR" sz="1300" b="1" dirty="0" err="1">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Dòng</a:t>
                </a:r>
                <a:r>
                  <a:rPr lang="en-US" altLang="ko-KR" sz="1300" b="1" dirty="0">
                    <a:solidFill>
                      <a:prstClr val="black">
                        <a:lumMod val="85000"/>
                        <a:lumOff val="15000"/>
                      </a:prstClr>
                    </a:solidFill>
                    <a:latin typeface="SamsungOne-400" panose="020B0503030303020204" pitchFamily="34" charset="0"/>
                    <a:ea typeface="SamsungOne-400" panose="020B0503030303020204" pitchFamily="34" charset="0"/>
                    <a:cs typeface="iCiel Samsung Sharp Sans Bold" pitchFamily="2" charset="0"/>
                  </a:rPr>
                  <a:t> 11</a:t>
                </a:r>
                <a:endParaRPr lang="ko-KR" altLang="en-US" sz="1300" b="1" dirty="0">
                  <a:solidFill>
                    <a:prstClr val="black">
                      <a:lumMod val="85000"/>
                      <a:lumOff val="15000"/>
                    </a:prstClr>
                  </a:solidFill>
                  <a:latin typeface="SamsungOne-400" panose="020B0503030303020204" pitchFamily="34" charset="0"/>
                  <a:cs typeface="iCiel Samsung Sharp Sans Bold" pitchFamily="2" charset="0"/>
                </a:endParaRPr>
              </a:p>
            </p:txBody>
          </p:sp>
        </p:grpSp>
        <p:sp>
          <p:nvSpPr>
            <p:cNvPr id="17" name="TextBox 16">
              <a:extLst>
                <a:ext uri="{FF2B5EF4-FFF2-40B4-BE49-F238E27FC236}">
                  <a16:creationId xmlns:a16="http://schemas.microsoft.com/office/drawing/2014/main" id="{FF266B98-5C19-4B37-8678-61D0A80AF6D7}"/>
                </a:ext>
              </a:extLst>
            </p:cNvPr>
            <p:cNvSpPr txBox="1"/>
            <p:nvPr/>
          </p:nvSpPr>
          <p:spPr>
            <a:xfrm>
              <a:off x="1035256" y="5556975"/>
              <a:ext cx="8281138" cy="206722"/>
            </a:xfrm>
            <a:prstGeom prst="rect">
              <a:avLst/>
            </a:prstGeom>
            <a:noFill/>
          </p:spPr>
          <p:txBody>
            <a:bodyPr wrap="square" lIns="0" tIns="0" rIns="0" bIns="0">
              <a:spAutoFit/>
            </a:bodyPr>
            <a:lstStyle/>
            <a:p>
              <a:pPr marL="182563" indent="-182563">
                <a:spcAft>
                  <a:spcPts val="600"/>
                </a:spcAft>
                <a:buFont typeface="Arial" panose="020B0604020202020204" pitchFamily="34" charset="0"/>
                <a:buChar char="•"/>
              </a:pPr>
              <a:r>
                <a:rPr lang="vi-VN" altLang="ko-KR" sz="1300" dirty="0">
                  <a:solidFill>
                    <a:schemeClr val="tx1">
                      <a:lumMod val="85000"/>
                      <a:lumOff val="15000"/>
                    </a:schemeClr>
                  </a:solidFill>
                  <a:latin typeface="SamsungOne-400" panose="020B0503030303020204" pitchFamily="34" charset="0"/>
                  <a:ea typeface="SamsungOne-400" panose="020B0503030303020204" pitchFamily="34" charset="0"/>
                </a:rPr>
                <a:t>Đọc dữ liệu 'mpg' từ thư viện.</a:t>
              </a:r>
              <a:endParaRPr lang="en-US" altLang="ko-KR" sz="1300" dirty="0">
                <a:latin typeface="SamsungOne-400" panose="020B0503030303020204" pitchFamily="34" charset="0"/>
                <a:ea typeface="SamsungOne-400" panose="020B0503030303020204" pitchFamily="34" charset="0"/>
                <a:cs typeface="Tahoma" panose="020B0604030504040204" pitchFamily="34" charset="0"/>
              </a:endParaRPr>
            </a:p>
          </p:txBody>
        </p:sp>
      </p:grpSp>
      <p:pic>
        <p:nvPicPr>
          <p:cNvPr id="2" name="그림 1"/>
          <p:cNvPicPr>
            <a:picLocks noChangeAspect="1"/>
          </p:cNvPicPr>
          <p:nvPr/>
        </p:nvPicPr>
        <p:blipFill rotWithShape="1">
          <a:blip r:embed="rId5"/>
          <a:srcRect l="602" r="19413"/>
          <a:stretch/>
        </p:blipFill>
        <p:spPr>
          <a:xfrm>
            <a:off x="630932" y="1858961"/>
            <a:ext cx="8712968" cy="461168"/>
          </a:xfrm>
          <a:prstGeom prst="rect">
            <a:avLst/>
          </a:prstGeom>
          <a:ln>
            <a:noFill/>
          </a:ln>
        </p:spPr>
      </p:pic>
      <p:sp>
        <p:nvSpPr>
          <p:cNvPr id="23" name="직사각형 2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6"/>
              </a:buBlip>
              <a:defRPr/>
            </a:pPr>
            <a:r>
              <a:rPr lang="en-US" altLang="ko-KR" sz="1400" dirty="0" err="1">
                <a:solidFill>
                  <a:schemeClr val="tx1"/>
                </a:solidFill>
                <a:latin typeface="SamsungOne-400" panose="020B0503030303020204" pitchFamily="34" charset="0"/>
                <a:ea typeface="SamsungOne-400" panose="020B0503030303020204" pitchFamily="34" charset="0"/>
              </a:rPr>
              <a:t>Bản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nhiệt</a:t>
            </a:r>
            <a:r>
              <a:rPr lang="en-US" altLang="ko-KR" sz="1400" dirty="0">
                <a:solidFill>
                  <a:schemeClr val="tx1"/>
                </a:solidFill>
                <a:latin typeface="SamsungOne-400" panose="020B0503030303020204" pitchFamily="34" charset="0"/>
                <a:ea typeface="SamsungOne-400" panose="020B0503030303020204" pitchFamily="34" charset="0"/>
              </a:rPr>
              <a:t> (heatmap):</a:t>
            </a:r>
          </a:p>
        </p:txBody>
      </p:sp>
    </p:spTree>
    <p:custDataLst>
      <p:tags r:id="rId1"/>
    </p:custDataLst>
    <p:extLst>
      <p:ext uri="{BB962C8B-B14F-4D97-AF65-F5344CB8AC3E}">
        <p14:creationId xmlns:p14="http://schemas.microsoft.com/office/powerpoint/2010/main" val="1972790875"/>
      </p:ext>
    </p:extLst>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4.5.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đồ</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nâng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cao</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với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8"/>
            <a:ext cx="8782050" cy="3542970"/>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19404"/>
          <a:stretch/>
        </p:blipFill>
        <p:spPr>
          <a:xfrm>
            <a:off x="564505" y="1758238"/>
            <a:ext cx="8779395" cy="3609833"/>
          </a:xfrm>
          <a:prstGeom prst="rect">
            <a:avLst/>
          </a:prstGeom>
          <a:ln>
            <a:solidFill>
              <a:schemeClr val="bg1">
                <a:lumMod val="85000"/>
              </a:schemeClr>
            </a:solidFill>
          </a:ln>
        </p:spPr>
      </p:pic>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vi-VN" altLang="ko-KR" sz="1400" dirty="0">
                <a:solidFill>
                  <a:schemeClr val="tx1"/>
                </a:solidFill>
                <a:latin typeface="SamsungOne-400" panose="020B0503030303020204" pitchFamily="34" charset="0"/>
                <a:ea typeface="SamsungOne-400" panose="020B0503030303020204" pitchFamily="34" charset="0"/>
              </a:rPr>
              <a:t>Bản đồ nhiệt (Ma trận tương quan):</a:t>
            </a:r>
            <a:endParaRPr lang="en-US" altLang="ko-KR" sz="1400" dirty="0">
              <a:solidFill>
                <a:schemeClr val="tx1"/>
              </a:solidFill>
              <a:latin typeface="SamsungOne-400" panose="020B0503030303020204" pitchFamily="34" charset="0"/>
              <a:ea typeface="SamsungOne-400" panose="020B0503030303020204" pitchFamily="34" charset="0"/>
            </a:endParaRPr>
          </a:p>
        </p:txBody>
      </p:sp>
    </p:spTree>
    <p:custDataLst>
      <p:tags r:id="rId1"/>
    </p:custDataLst>
    <p:extLst>
      <p:ext uri="{BB962C8B-B14F-4D97-AF65-F5344CB8AC3E}">
        <p14:creationId xmlns:p14="http://schemas.microsoft.com/office/powerpoint/2010/main" val="1150028790"/>
      </p:ext>
    </p:extLst>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4.5.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đồ</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nâng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cao</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với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8"/>
            <a:ext cx="8782050" cy="368698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19412"/>
          <a:stretch/>
        </p:blipFill>
        <p:spPr>
          <a:xfrm>
            <a:off x="565273" y="1758238"/>
            <a:ext cx="8778627" cy="3776807"/>
          </a:xfrm>
          <a:prstGeom prst="rect">
            <a:avLst/>
          </a:prstGeom>
          <a:ln>
            <a:solidFill>
              <a:schemeClr val="bg1">
                <a:lumMod val="85000"/>
              </a:schemeClr>
            </a:solidFill>
          </a:ln>
        </p:spPr>
      </p:pic>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Bản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nhiệt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Bản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nhiệt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mặc</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định</a:t>
            </a:r>
            <a:r>
              <a:rPr lang="en-US" altLang="ko-KR" sz="1400" dirty="0">
                <a:solidFill>
                  <a:schemeClr val="tx1"/>
                </a:solidFill>
                <a:latin typeface="SamsungOne-400" panose="020B0503030303020204" pitchFamily="34" charset="0"/>
                <a:ea typeface="SamsungOne-400" panose="020B0503030303020204" pitchFamily="34" charset="0"/>
              </a:rPr>
              <a:t>):</a:t>
            </a:r>
          </a:p>
        </p:txBody>
      </p:sp>
    </p:spTree>
    <p:custDataLst>
      <p:tags r:id="rId1"/>
    </p:custDataLst>
    <p:extLst>
      <p:ext uri="{BB962C8B-B14F-4D97-AF65-F5344CB8AC3E}">
        <p14:creationId xmlns:p14="http://schemas.microsoft.com/office/powerpoint/2010/main" val="1866555783"/>
      </p:ext>
    </p:extLst>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4.5.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đồ</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nâng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cao</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với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8"/>
            <a:ext cx="8782050" cy="368698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3" name="그림 2"/>
          <p:cNvPicPr>
            <a:picLocks noChangeAspect="1"/>
          </p:cNvPicPr>
          <p:nvPr/>
        </p:nvPicPr>
        <p:blipFill rotWithShape="1">
          <a:blip r:embed="rId4"/>
          <a:srcRect r="19354"/>
          <a:stretch/>
        </p:blipFill>
        <p:spPr>
          <a:xfrm>
            <a:off x="558396" y="1758238"/>
            <a:ext cx="8784976" cy="3792710"/>
          </a:xfrm>
          <a:prstGeom prst="rect">
            <a:avLst/>
          </a:prstGeom>
          <a:ln>
            <a:solidFill>
              <a:schemeClr val="bg1">
                <a:lumMod val="85000"/>
              </a:schemeClr>
            </a:solidFill>
          </a:ln>
        </p:spPr>
      </p:pic>
      <p:sp>
        <p:nvSpPr>
          <p:cNvPr id="13" name="직사각형 12">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Bản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nhiệt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sử</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dụng</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cmap</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thay</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vì</a:t>
            </a:r>
            <a:r>
              <a:rPr lang="en-US" altLang="ko-KR" sz="1400" dirty="0">
                <a:solidFill>
                  <a:schemeClr val="tx1"/>
                </a:solidFill>
                <a:latin typeface="SamsungOne-400" panose="020B0503030303020204" pitchFamily="34" charset="0"/>
                <a:ea typeface="SamsungOne-400" panose="020B0503030303020204" pitchFamily="34" charset="0"/>
              </a:rPr>
              <a:t> ‘palette’):</a:t>
            </a:r>
          </a:p>
        </p:txBody>
      </p:sp>
    </p:spTree>
    <p:custDataLst>
      <p:tags r:id="rId1"/>
    </p:custDataLst>
    <p:extLst>
      <p:ext uri="{BB962C8B-B14F-4D97-AF65-F5344CB8AC3E}">
        <p14:creationId xmlns:p14="http://schemas.microsoft.com/office/powerpoint/2010/main" val="16670444"/>
      </p:ext>
    </p:extLst>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그룹 13">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8" name="직사각형 17">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4.5.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Vẽ</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đồ</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thị</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nâng</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cao</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với</a:t>
              </a:r>
              <a:r>
                <a:rPr lang="en-US" altLang="ko-KR" dirty="0">
                  <a:solidFill>
                    <a:prstClr val="white"/>
                  </a:solidFill>
                  <a:latin typeface="iCiel Samsung Sharp Sans Medium" pitchFamily="2" charset="0"/>
                  <a:ea typeface="맑은 고딕" panose="020B0503020000020004" pitchFamily="50" charset="-127"/>
                  <a:cs typeface="iCiel Samsung Sharp Sans Medium" pitchFamily="2" charset="0"/>
                </a:rPr>
                <a:t> </a:t>
              </a:r>
              <a:r>
                <a:rPr lang="en-US" altLang="ko-KR" dirty="0" err="1">
                  <a:solidFill>
                    <a:prstClr val="white"/>
                  </a:solidFill>
                  <a:latin typeface="iCiel Samsung Sharp Sans Medium" pitchFamily="2" charset="0"/>
                  <a:ea typeface="맑은 고딕" panose="020B0503020000020004" pitchFamily="50" charset="-127"/>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9" name="직사각형 18">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sp>
        <p:nvSpPr>
          <p:cNvPr id="21" name="모서리가 둥근 직사각형 4">
            <a:extLst>
              <a:ext uri="{FF2B5EF4-FFF2-40B4-BE49-F238E27FC236}">
                <a16:creationId xmlns:a16="http://schemas.microsoft.com/office/drawing/2014/main" id="{930158F8-A5B7-4F97-8E44-C73FC55364FC}"/>
              </a:ext>
            </a:extLst>
          </p:cNvPr>
          <p:cNvSpPr/>
          <p:nvPr/>
        </p:nvSpPr>
        <p:spPr>
          <a:xfrm>
            <a:off x="558396" y="1758238"/>
            <a:ext cx="8782050" cy="3686986"/>
          </a:xfrm>
          <a:prstGeom prst="roundRect">
            <a:avLst>
              <a:gd name="adj" fmla="val 0"/>
            </a:avLst>
          </a:prstGeom>
          <a:solidFill>
            <a:schemeClr val="bg1"/>
          </a:solidFill>
          <a:ln w="6350">
            <a:solidFill>
              <a:schemeClr val="bg1">
                <a:lumMod val="8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SamsungOne-400" panose="020B0503030303020204" pitchFamily="34" charset="0"/>
            </a:endParaRPr>
          </a:p>
        </p:txBody>
      </p:sp>
      <p:pic>
        <p:nvPicPr>
          <p:cNvPr id="2" name="그림 1"/>
          <p:cNvPicPr>
            <a:picLocks noChangeAspect="1"/>
          </p:cNvPicPr>
          <p:nvPr/>
        </p:nvPicPr>
        <p:blipFill rotWithShape="1">
          <a:blip r:embed="rId4"/>
          <a:srcRect r="19412"/>
          <a:stretch/>
        </p:blipFill>
        <p:spPr>
          <a:xfrm>
            <a:off x="565273" y="1758238"/>
            <a:ext cx="8778627" cy="3760906"/>
          </a:xfrm>
          <a:prstGeom prst="rect">
            <a:avLst/>
          </a:prstGeom>
          <a:ln>
            <a:solidFill>
              <a:schemeClr val="bg1">
                <a:lumMod val="85000"/>
              </a:schemeClr>
            </a:solidFill>
          </a:ln>
        </p:spPr>
      </p:pic>
      <p:sp>
        <p:nvSpPr>
          <p:cNvPr id="15" name="직사각형 14">
            <a:extLst>
              <a:ext uri="{FF2B5EF4-FFF2-40B4-BE49-F238E27FC236}">
                <a16:creationId xmlns:a16="http://schemas.microsoft.com/office/drawing/2014/main" id="{AFACF473-2A8D-411E-A3C3-6C3BE7E02255}"/>
              </a:ext>
            </a:extLst>
          </p:cNvPr>
          <p:cNvSpPr/>
          <p:nvPr/>
        </p:nvSpPr>
        <p:spPr>
          <a:xfrm>
            <a:off x="558396" y="1398941"/>
            <a:ext cx="8887612" cy="215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marL="115888" indent="-115888">
              <a:spcAft>
                <a:spcPts val="1000"/>
              </a:spcAft>
              <a:buClr>
                <a:srgbClr val="A5A5A5"/>
              </a:buClr>
              <a:buSzPct val="120000"/>
              <a:buBlip>
                <a:blip r:embed="rId5"/>
              </a:buBlip>
              <a:defRPr/>
            </a:pPr>
            <a:r>
              <a:rPr lang="en-US" altLang="ko-KR" sz="1400" dirty="0" err="1">
                <a:solidFill>
                  <a:schemeClr val="tx1"/>
                </a:solidFill>
                <a:latin typeface="SamsungOne-400" panose="020B0503030303020204" pitchFamily="34" charset="0"/>
                <a:ea typeface="SamsungOne-400" panose="020B0503030303020204" pitchFamily="34" charset="0"/>
              </a:rPr>
              <a:t>Bản</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đồ</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nhiệt</a:t>
            </a:r>
            <a:r>
              <a:rPr lang="en-US" altLang="ko-KR" sz="1400" dirty="0">
                <a:solidFill>
                  <a:schemeClr val="tx1"/>
                </a:solidFill>
                <a:latin typeface="SamsungOne-400" panose="020B0503030303020204" pitchFamily="34" charset="0"/>
                <a:ea typeface="SamsungOne-400" panose="020B0503030303020204" pitchFamily="34" charset="0"/>
              </a:rPr>
              <a:t> (</a:t>
            </a:r>
            <a:r>
              <a:rPr lang="en-US" altLang="ko-KR" sz="1400" dirty="0" err="1">
                <a:solidFill>
                  <a:schemeClr val="tx1"/>
                </a:solidFill>
                <a:latin typeface="SamsungOne-400" panose="020B0503030303020204" pitchFamily="34" charset="0"/>
                <a:ea typeface="SamsungOne-400" panose="020B0503030303020204" pitchFamily="34" charset="0"/>
              </a:rPr>
              <a:t>chỉnh</a:t>
            </a:r>
            <a:r>
              <a:rPr lang="en-US" altLang="ko-KR" sz="1400" dirty="0">
                <a:solidFill>
                  <a:schemeClr val="tx1"/>
                </a:solidFill>
                <a:latin typeface="SamsungOne-400" panose="020B0503030303020204" pitchFamily="34" charset="0"/>
                <a:ea typeface="SamsungOne-400" panose="020B0503030303020204" pitchFamily="34" charset="0"/>
              </a:rPr>
              <a:t> center):</a:t>
            </a:r>
          </a:p>
        </p:txBody>
      </p:sp>
    </p:spTree>
    <p:custDataLst>
      <p:tags r:id="rId1"/>
    </p:custDataLst>
    <p:extLst>
      <p:ext uri="{BB962C8B-B14F-4D97-AF65-F5344CB8AC3E}">
        <p14:creationId xmlns:p14="http://schemas.microsoft.com/office/powerpoint/2010/main" val="3137948688"/>
      </p:ext>
    </p:extLst>
  </p:cSld>
  <p:clrMapOvr>
    <a:masterClrMapping/>
  </p:clrMapOvr>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직사각형 14">
            <a:extLst>
              <a:ext uri="{FF2B5EF4-FFF2-40B4-BE49-F238E27FC236}">
                <a16:creationId xmlns:a16="http://schemas.microsoft.com/office/drawing/2014/main" id="{58B1BC1D-DFB7-4482-BA23-F01AD71B1BBE}"/>
              </a:ext>
            </a:extLst>
          </p:cNvPr>
          <p:cNvSpPr/>
          <p:nvPr/>
        </p:nvSpPr>
        <p:spPr>
          <a:xfrm>
            <a:off x="546895" y="1523719"/>
            <a:ext cx="8797130" cy="3539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r>
              <a:rPr lang="en-US" altLang="ko-KR" sz="23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Bài</a:t>
            </a:r>
            <a:r>
              <a:rPr lang="en-US" altLang="ko-KR" sz="23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r>
              <a:rPr lang="en-US" altLang="ko-KR" sz="23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tập</a:t>
            </a:r>
            <a:r>
              <a:rPr lang="en-US" altLang="ko-KR" sz="23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coding </a:t>
            </a:r>
            <a:r>
              <a:rPr lang="en-US" altLang="ko-KR" sz="2300" dirty="0" err="1">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số</a:t>
            </a:r>
            <a:r>
              <a:rPr lang="en-US" altLang="ko-KR" sz="2300"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0113</a:t>
            </a:r>
            <a:r>
              <a:rPr lang="en-US" altLang="ko-KR" sz="2300" b="1" dirty="0">
                <a:solidFill>
                  <a:schemeClr val="tx1">
                    <a:lumMod val="95000"/>
                    <a:lumOff val="5000"/>
                  </a:schemeClr>
                </a:solidFill>
                <a:latin typeface="iCiel Samsung Sharp Sans Bold" pitchFamily="2" charset="0"/>
                <a:ea typeface="iCiel Samsung Sharp Sans Bold" pitchFamily="2" charset="0"/>
                <a:cs typeface="iCiel Samsung Sharp Sans Bold" pitchFamily="2" charset="0"/>
              </a:rPr>
              <a:t> </a:t>
            </a:r>
          </a:p>
        </p:txBody>
      </p:sp>
      <p:grpSp>
        <p:nvGrpSpPr>
          <p:cNvPr id="12" name="그룹 11">
            <a:extLst>
              <a:ext uri="{FF2B5EF4-FFF2-40B4-BE49-F238E27FC236}">
                <a16:creationId xmlns:a16="http://schemas.microsoft.com/office/drawing/2014/main" id="{B4A4B797-A2F4-4FEF-B4E6-062D4E9B6212}"/>
              </a:ext>
            </a:extLst>
          </p:cNvPr>
          <p:cNvGrpSpPr/>
          <p:nvPr/>
        </p:nvGrpSpPr>
        <p:grpSpPr>
          <a:xfrm>
            <a:off x="450000" y="450000"/>
            <a:ext cx="9018000" cy="276999"/>
            <a:chOff x="450000" y="450000"/>
            <a:chExt cx="9018000" cy="276999"/>
          </a:xfrm>
        </p:grpSpPr>
        <p:sp>
          <p:nvSpPr>
            <p:cNvPr id="13" name="직사각형 12">
              <a:extLst>
                <a:ext uri="{FF2B5EF4-FFF2-40B4-BE49-F238E27FC236}">
                  <a16:creationId xmlns:a16="http://schemas.microsoft.com/office/drawing/2014/main" id="{A8357F9D-614D-4F53-B895-4EF47694F904}"/>
                </a:ext>
              </a:extLst>
            </p:cNvPr>
            <p:cNvSpPr/>
            <p:nvPr/>
          </p:nvSpPr>
          <p:spPr>
            <a:xfrm>
              <a:off x="450000" y="450000"/>
              <a:ext cx="8785226" cy="276999"/>
            </a:xfrm>
            <a:prstGeom prst="rect">
              <a:avLst/>
            </a:prstGeom>
          </p:spPr>
          <p:txBody>
            <a:bodyPr wrap="square" lIns="0" tIns="0" rIns="0" bIns="0">
              <a:spAutoFit/>
            </a:bodyPr>
            <a:lstStyle/>
            <a:p>
              <a:r>
                <a:rPr lang="en-US" altLang="ko-KR" dirty="0">
                  <a:solidFill>
                    <a:prstClr val="white"/>
                  </a:solidFill>
                  <a:latin typeface="iCiel Samsung Sharp Sans Medium" pitchFamily="2" charset="0"/>
                  <a:cs typeface="iCiel Samsung Sharp Sans Medium" pitchFamily="2" charset="0"/>
                </a:rPr>
                <a:t>4.5. </a:t>
              </a:r>
              <a:r>
                <a:rPr lang="en-US" altLang="ko-KR" dirty="0" err="1">
                  <a:solidFill>
                    <a:prstClr val="white"/>
                  </a:solidFill>
                  <a:latin typeface="iCiel Samsung Sharp Sans Medium" pitchFamily="2" charset="0"/>
                  <a:cs typeface="iCiel Samsung Sharp Sans Medium" pitchFamily="2" charset="0"/>
                </a:rPr>
                <a:t>Vẽ</a:t>
              </a:r>
              <a:r>
                <a:rPr lang="en-US" altLang="ko-KR" dirty="0">
                  <a:solidFill>
                    <a:prstClr val="white"/>
                  </a:solidFill>
                  <a:latin typeface="iCiel Samsung Sharp Sans Medium" pitchFamily="2" charset="0"/>
                  <a:cs typeface="iCiel Samsung Sharp Sans Medium" pitchFamily="2" charset="0"/>
                </a:rPr>
                <a:t> </a:t>
              </a:r>
              <a:r>
                <a:rPr lang="en-US" altLang="ko-KR" dirty="0" err="1">
                  <a:solidFill>
                    <a:prstClr val="white"/>
                  </a:solidFill>
                  <a:latin typeface="iCiel Samsung Sharp Sans Medium" pitchFamily="2" charset="0"/>
                  <a:cs typeface="iCiel Samsung Sharp Sans Medium" pitchFamily="2" charset="0"/>
                </a:rPr>
                <a:t>đồ</a:t>
              </a:r>
              <a:r>
                <a:rPr lang="en-US" altLang="ko-KR" dirty="0">
                  <a:solidFill>
                    <a:prstClr val="white"/>
                  </a:solidFill>
                  <a:latin typeface="iCiel Samsung Sharp Sans Medium" pitchFamily="2" charset="0"/>
                  <a:cs typeface="iCiel Samsung Sharp Sans Medium" pitchFamily="2" charset="0"/>
                </a:rPr>
                <a:t> </a:t>
              </a:r>
              <a:r>
                <a:rPr lang="en-US" altLang="ko-KR" dirty="0" err="1">
                  <a:solidFill>
                    <a:prstClr val="white"/>
                  </a:solidFill>
                  <a:latin typeface="iCiel Samsung Sharp Sans Medium" pitchFamily="2" charset="0"/>
                  <a:cs typeface="iCiel Samsung Sharp Sans Medium" pitchFamily="2" charset="0"/>
                </a:rPr>
                <a:t>thị</a:t>
              </a:r>
              <a:r>
                <a:rPr lang="en-US" altLang="ko-KR" dirty="0">
                  <a:solidFill>
                    <a:prstClr val="white"/>
                  </a:solidFill>
                  <a:latin typeface="iCiel Samsung Sharp Sans Medium" pitchFamily="2" charset="0"/>
                  <a:cs typeface="iCiel Samsung Sharp Sans Medium" pitchFamily="2" charset="0"/>
                </a:rPr>
                <a:t> </a:t>
              </a:r>
              <a:r>
                <a:rPr lang="en-US" altLang="ko-KR" dirty="0" err="1">
                  <a:solidFill>
                    <a:prstClr val="white"/>
                  </a:solidFill>
                  <a:latin typeface="iCiel Samsung Sharp Sans Medium" pitchFamily="2" charset="0"/>
                  <a:cs typeface="iCiel Samsung Sharp Sans Medium" pitchFamily="2" charset="0"/>
                </a:rPr>
                <a:t>nâng</a:t>
              </a:r>
              <a:r>
                <a:rPr lang="en-US" altLang="ko-KR" dirty="0">
                  <a:solidFill>
                    <a:prstClr val="white"/>
                  </a:solidFill>
                  <a:latin typeface="iCiel Samsung Sharp Sans Medium" pitchFamily="2" charset="0"/>
                  <a:cs typeface="iCiel Samsung Sharp Sans Medium" pitchFamily="2" charset="0"/>
                </a:rPr>
                <a:t> </a:t>
              </a:r>
              <a:r>
                <a:rPr lang="en-US" altLang="ko-KR" dirty="0" err="1">
                  <a:solidFill>
                    <a:prstClr val="white"/>
                  </a:solidFill>
                  <a:latin typeface="iCiel Samsung Sharp Sans Medium" pitchFamily="2" charset="0"/>
                  <a:cs typeface="iCiel Samsung Sharp Sans Medium" pitchFamily="2" charset="0"/>
                </a:rPr>
                <a:t>cao</a:t>
              </a:r>
              <a:r>
                <a:rPr lang="en-US" altLang="ko-KR" dirty="0">
                  <a:solidFill>
                    <a:prstClr val="white"/>
                  </a:solidFill>
                  <a:latin typeface="iCiel Samsung Sharp Sans Medium" pitchFamily="2" charset="0"/>
                  <a:cs typeface="iCiel Samsung Sharp Sans Medium" pitchFamily="2" charset="0"/>
                </a:rPr>
                <a:t> </a:t>
              </a:r>
              <a:r>
                <a:rPr lang="en-US" altLang="ko-KR" dirty="0" err="1">
                  <a:solidFill>
                    <a:prstClr val="white"/>
                  </a:solidFill>
                  <a:latin typeface="iCiel Samsung Sharp Sans Medium" pitchFamily="2" charset="0"/>
                  <a:cs typeface="iCiel Samsung Sharp Sans Medium" pitchFamily="2" charset="0"/>
                </a:rPr>
                <a:t>với</a:t>
              </a:r>
              <a:r>
                <a:rPr lang="en-US" altLang="ko-KR" dirty="0">
                  <a:solidFill>
                    <a:prstClr val="white"/>
                  </a:solidFill>
                  <a:latin typeface="iCiel Samsung Sharp Sans Medium" pitchFamily="2" charset="0"/>
                  <a:cs typeface="iCiel Samsung Sharp Sans Medium" pitchFamily="2" charset="0"/>
                </a:rPr>
                <a:t> </a:t>
              </a:r>
              <a:r>
                <a:rPr lang="en-US" altLang="ko-KR" dirty="0" err="1">
                  <a:solidFill>
                    <a:prstClr val="white"/>
                  </a:solidFill>
                  <a:latin typeface="iCiel Samsung Sharp Sans Medium" pitchFamily="2" charset="0"/>
                  <a:cs typeface="iCiel Samsung Sharp Sans Medium" pitchFamily="2" charset="0"/>
                </a:rPr>
                <a:t>Seaborn</a:t>
              </a:r>
              <a:endParaRPr lang="en-US" altLang="ko-KR" dirty="0">
                <a:solidFill>
                  <a:prstClr val="white">
                    <a:lumMod val="95000"/>
                  </a:prstClr>
                </a:solidFill>
                <a:latin typeface="SamsungOne-700" panose="020B0803030303020204" pitchFamily="34" charset="0"/>
                <a:ea typeface="SamsungOne-700" panose="020B0803030303020204" pitchFamily="34" charset="0"/>
              </a:endParaRPr>
            </a:p>
          </p:txBody>
        </p:sp>
        <p:sp>
          <p:nvSpPr>
            <p:cNvPr id="17" name="직사각형 16">
              <a:extLst>
                <a:ext uri="{FF2B5EF4-FFF2-40B4-BE49-F238E27FC236}">
                  <a16:creationId xmlns:a16="http://schemas.microsoft.com/office/drawing/2014/main" id="{BB494928-F89D-4ED8-89BC-701B19676E48}"/>
                </a:ext>
              </a:extLst>
            </p:cNvPr>
            <p:cNvSpPr/>
            <p:nvPr/>
          </p:nvSpPr>
          <p:spPr>
            <a:xfrm>
              <a:off x="8674461" y="480778"/>
              <a:ext cx="793539" cy="246221"/>
            </a:xfrm>
            <a:prstGeom prst="rect">
              <a:avLst/>
            </a:prstGeom>
          </p:spPr>
          <p:txBody>
            <a:bodyPr wrap="square" lIns="0" tIns="0" rIns="0" bIns="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err="1">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Bài</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Medium" pitchFamily="2" charset="0"/>
                  <a:ea typeface="iCiel Samsung Sharp Sans Medium" pitchFamily="2" charset="0"/>
                  <a:cs typeface="iCiel Samsung Sharp Sans Medium" pitchFamily="2" charset="0"/>
                </a:rPr>
                <a:t> </a:t>
              </a:r>
              <a:r>
                <a:rPr kumimoji="0" lang="en-US" altLang="ko-KR" sz="1600" b="0" i="0" u="none" strike="noStrike" kern="1200" cap="none" spc="0" normalizeH="0" baseline="0" noProof="0" dirty="0">
                  <a:ln>
                    <a:noFill/>
                  </a:ln>
                  <a:solidFill>
                    <a:prstClr val="white">
                      <a:lumMod val="85000"/>
                    </a:prstClr>
                  </a:solidFill>
                  <a:effectLst/>
                  <a:uLnTx/>
                  <a:uFillTx/>
                  <a:latin typeface="iCiel Samsung Sharp Sans Bold" pitchFamily="2" charset="0"/>
                  <a:ea typeface="iCiel Samsung Sharp Sans Bold" pitchFamily="2" charset="0"/>
                  <a:cs typeface="iCiel Samsung Sharp Sans Bold" pitchFamily="2" charset="0"/>
                </a:rPr>
                <a:t>04</a:t>
              </a:r>
            </a:p>
          </p:txBody>
        </p:sp>
      </p:grpSp>
      <p:grpSp>
        <p:nvGrpSpPr>
          <p:cNvPr id="28" name="그룹 27">
            <a:extLst>
              <a:ext uri="{FF2B5EF4-FFF2-40B4-BE49-F238E27FC236}">
                <a16:creationId xmlns:a16="http://schemas.microsoft.com/office/drawing/2014/main" id="{ED7EE38F-CDC3-460E-ABCF-58179FFDF36A}"/>
              </a:ext>
            </a:extLst>
          </p:cNvPr>
          <p:cNvGrpSpPr/>
          <p:nvPr/>
        </p:nvGrpSpPr>
        <p:grpSpPr>
          <a:xfrm>
            <a:off x="558798" y="2060849"/>
            <a:ext cx="8797129" cy="3960439"/>
            <a:chOff x="558798" y="2060849"/>
            <a:chExt cx="8797129" cy="3960439"/>
          </a:xfrm>
        </p:grpSpPr>
        <p:sp>
          <p:nvSpPr>
            <p:cNvPr id="29" name="직사각형 28">
              <a:extLst>
                <a:ext uri="{FF2B5EF4-FFF2-40B4-BE49-F238E27FC236}">
                  <a16:creationId xmlns:a16="http://schemas.microsoft.com/office/drawing/2014/main" id="{6A0DA5AD-EDEC-4DFE-8AED-90196E4616A8}"/>
                </a:ext>
              </a:extLst>
            </p:cNvPr>
            <p:cNvSpPr/>
            <p:nvPr/>
          </p:nvSpPr>
          <p:spPr>
            <a:xfrm>
              <a:off x="558799" y="2060849"/>
              <a:ext cx="8785225" cy="3960439"/>
            </a:xfrm>
            <a:prstGeom prst="rect">
              <a:avLst/>
            </a:prstGeom>
            <a:solidFill>
              <a:schemeClr val="accent5">
                <a:lumMod val="40000"/>
                <a:lumOff val="60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30" name="그룹 29">
              <a:extLst>
                <a:ext uri="{FF2B5EF4-FFF2-40B4-BE49-F238E27FC236}">
                  <a16:creationId xmlns:a16="http://schemas.microsoft.com/office/drawing/2014/main" id="{AEA8C9EB-1336-4A41-B70D-87C439C7EA00}"/>
                </a:ext>
              </a:extLst>
            </p:cNvPr>
            <p:cNvGrpSpPr/>
            <p:nvPr/>
          </p:nvGrpSpPr>
          <p:grpSpPr>
            <a:xfrm>
              <a:off x="558798" y="3945816"/>
              <a:ext cx="8797129" cy="576572"/>
              <a:chOff x="4778069" y="4391025"/>
              <a:chExt cx="2349160" cy="431802"/>
            </a:xfrm>
          </p:grpSpPr>
          <p:sp>
            <p:nvSpPr>
              <p:cNvPr id="32" name="직사각형 31">
                <a:extLst>
                  <a:ext uri="{FF2B5EF4-FFF2-40B4-BE49-F238E27FC236}">
                    <a16:creationId xmlns:a16="http://schemas.microsoft.com/office/drawing/2014/main" id="{8CB22543-AC21-4D8C-A6CC-BDD68C2A9FBD}"/>
                  </a:ext>
                </a:extLst>
              </p:cNvPr>
              <p:cNvSpPr/>
              <p:nvPr/>
            </p:nvSpPr>
            <p:spPr>
              <a:xfrm>
                <a:off x="4778069" y="4391025"/>
                <a:ext cx="2349160" cy="431802"/>
              </a:xfrm>
              <a:prstGeom prst="rect">
                <a:avLst/>
              </a:prstGeom>
              <a:solidFill>
                <a:srgbClr val="193EB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lightRig rig="threePt" dir="t"/>
                </a:scene3d>
                <a:sp3d>
                  <a:bevelT w="0" h="6350"/>
                </a:sp3d>
              </a:bodyPr>
              <a:lstStyle/>
              <a:p>
                <a:pPr algn="ctr"/>
                <a:endParaRPr lang="ko-KR" altLang="en-US" sz="2000" dirty="0"/>
              </a:p>
            </p:txBody>
          </p:sp>
          <p:sp>
            <p:nvSpPr>
              <p:cNvPr id="33" name="직사각형 133">
                <a:extLst>
                  <a:ext uri="{FF2B5EF4-FFF2-40B4-BE49-F238E27FC236}">
                    <a16:creationId xmlns:a16="http://schemas.microsoft.com/office/drawing/2014/main" id="{1DD20B9A-05EE-433F-9092-ADC6C6E63657}"/>
                  </a:ext>
                </a:extLst>
              </p:cNvPr>
              <p:cNvSpPr/>
              <p:nvPr/>
            </p:nvSpPr>
            <p:spPr>
              <a:xfrm>
                <a:off x="4852511" y="4492701"/>
                <a:ext cx="2200275" cy="2304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algn="ctr"/>
                <a:r>
                  <a:rPr lang="vi-VN" altLang="ko-KR" sz="2000" dirty="0">
                    <a:solidFill>
                      <a:schemeClr val="bg1"/>
                    </a:solidFill>
                    <a:latin typeface="SamsungOne-700" panose="020B0803030303020204" pitchFamily="34" charset="0"/>
                    <a:ea typeface="SamsungOne-700" panose="020B0803030303020204" pitchFamily="34" charset="0"/>
                    <a:cs typeface="iCiel Samsung Sharp Sans Bold" pitchFamily="2" charset="0"/>
                  </a:rPr>
                  <a:t>Làm theo các bước thực hành trên tệp 'ex_0113.ipynb'</a:t>
                </a:r>
                <a:endParaRPr lang="ko-KR" altLang="en-US" sz="2000" b="1" dirty="0">
                  <a:solidFill>
                    <a:schemeClr val="bg1"/>
                  </a:solidFill>
                  <a:latin typeface="SamsungOne-700" panose="020B0803030303020204" pitchFamily="34" charset="0"/>
                  <a:ea typeface="Samsung Sharp Sans" pitchFamily="2" charset="0"/>
                  <a:cs typeface="iCiel Samsung Sharp Sans Bold" pitchFamily="2" charset="0"/>
                </a:endParaRPr>
              </a:p>
            </p:txBody>
          </p:sp>
        </p:grpSp>
        <p:pic>
          <p:nvPicPr>
            <p:cNvPr id="31" name="그림 30" descr="텍스트, 클립아트이(가) 표시된 사진&#10;&#10;자동 생성된 설명">
              <a:extLst>
                <a:ext uri="{FF2B5EF4-FFF2-40B4-BE49-F238E27FC236}">
                  <a16:creationId xmlns:a16="http://schemas.microsoft.com/office/drawing/2014/main" id="{73EA5068-5EDF-48D5-98F1-B4C6CCCD6FD2}"/>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28593" t="14475" r="51947" b="14299"/>
            <a:stretch/>
          </p:blipFill>
          <p:spPr>
            <a:xfrm>
              <a:off x="4370123" y="2647560"/>
              <a:ext cx="1162577" cy="1174440"/>
            </a:xfrm>
            <a:prstGeom prst="ellipse">
              <a:avLst/>
            </a:prstGeom>
          </p:spPr>
        </p:pic>
      </p:grpSp>
    </p:spTree>
    <p:custDataLst>
      <p:tags r:id="rId1"/>
    </p:custDataLst>
    <p:extLst>
      <p:ext uri="{BB962C8B-B14F-4D97-AF65-F5344CB8AC3E}">
        <p14:creationId xmlns:p14="http://schemas.microsoft.com/office/powerpoint/2010/main" val="4280792140"/>
      </p:ext>
    </p:extLst>
  </p:cSld>
  <p:clrMapOvr>
    <a:masterClrMapping/>
  </p:clrMapOvr>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그룹 1"/>
          <p:cNvGrpSpPr/>
          <p:nvPr/>
        </p:nvGrpSpPr>
        <p:grpSpPr>
          <a:xfrm>
            <a:off x="-1" y="0"/>
            <a:ext cx="9902826" cy="6858000"/>
            <a:chOff x="-1" y="0"/>
            <a:chExt cx="9902826" cy="6858000"/>
          </a:xfrm>
        </p:grpSpPr>
        <p:pic>
          <p:nvPicPr>
            <p:cNvPr id="11" name="그림 2">
              <a:extLst>
                <a:ext uri="{FF2B5EF4-FFF2-40B4-BE49-F238E27FC236}">
                  <a16:creationId xmlns:a16="http://schemas.microsoft.com/office/drawing/2014/main" id="{5DB88D6A-0437-41B5-8719-35E861A5624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2198"/>
              <a:ext cx="9902825" cy="6855802"/>
            </a:xfrm>
            <a:prstGeom prst="rect">
              <a:avLst/>
            </a:prstGeom>
          </p:spPr>
        </p:pic>
        <p:sp>
          <p:nvSpPr>
            <p:cNvPr id="13" name="직사각형 17">
              <a:extLst>
                <a:ext uri="{FF2B5EF4-FFF2-40B4-BE49-F238E27FC236}">
                  <a16:creationId xmlns:a16="http://schemas.microsoft.com/office/drawing/2014/main" id="{789C5074-4DAE-4026-AD47-B9945924B2E2}"/>
                </a:ext>
              </a:extLst>
            </p:cNvPr>
            <p:cNvSpPr/>
            <p:nvPr/>
          </p:nvSpPr>
          <p:spPr>
            <a:xfrm>
              <a:off x="-1" y="0"/>
              <a:ext cx="9902826" cy="6858000"/>
            </a:xfrm>
            <a:prstGeom prst="rect">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SamsungOne-400" panose="020B0503030303020204" pitchFamily="34" charset="0"/>
                <a:ea typeface="맑은 고딕" panose="020B0503020000020004" pitchFamily="50" charset="-127"/>
                <a:cs typeface="+mn-cs"/>
              </a:endParaRPr>
            </a:p>
          </p:txBody>
        </p:sp>
        <p:cxnSp>
          <p:nvCxnSpPr>
            <p:cNvPr id="14" name="직선 연결선 11">
              <a:extLst>
                <a:ext uri="{FF2B5EF4-FFF2-40B4-BE49-F238E27FC236}">
                  <a16:creationId xmlns:a16="http://schemas.microsoft.com/office/drawing/2014/main" id="{8F374A7D-F260-4587-9A59-12BC85A3DDC1}"/>
                </a:ext>
              </a:extLst>
            </p:cNvPr>
            <p:cNvCxnSpPr/>
            <p:nvPr/>
          </p:nvCxnSpPr>
          <p:spPr>
            <a:xfrm>
              <a:off x="656391" y="2327183"/>
              <a:ext cx="0" cy="1976055"/>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21" name="직선 연결선 8">
            <a:extLst>
              <a:ext uri="{FF2B5EF4-FFF2-40B4-BE49-F238E27FC236}">
                <a16:creationId xmlns:a16="http://schemas.microsoft.com/office/drawing/2014/main" id="{25DE7436-47BD-40B7-92CB-A7CD2878D696}"/>
              </a:ext>
            </a:extLst>
          </p:cNvPr>
          <p:cNvCxnSpPr/>
          <p:nvPr/>
        </p:nvCxnSpPr>
        <p:spPr>
          <a:xfrm>
            <a:off x="569681" y="6209429"/>
            <a:ext cx="877434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2" name="직사각형 7">
            <a:extLst>
              <a:ext uri="{FF2B5EF4-FFF2-40B4-BE49-F238E27FC236}">
                <a16:creationId xmlns:a16="http://schemas.microsoft.com/office/drawing/2014/main" id="{7FDCF192-C90A-4624-9B5C-7829663CF369}"/>
              </a:ext>
            </a:extLst>
          </p:cNvPr>
          <p:cNvSpPr/>
          <p:nvPr/>
        </p:nvSpPr>
        <p:spPr>
          <a:xfrm>
            <a:off x="572597" y="6355371"/>
            <a:ext cx="2888788" cy="20000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scene3d>
              <a:camera prst="orthographicFront"/>
              <a:lightRig rig="threePt" dir="t"/>
            </a:scene3d>
            <a:sp3d>
              <a:bevelT w="0" h="6350"/>
            </a:sp3d>
          </a:bodyPr>
          <a:lstStyle/>
          <a:p>
            <a:pPr algn="l"/>
            <a:r>
              <a:rPr lang="en-US" altLang="ko-KR" sz="1300" b="0" dirty="0">
                <a:solidFill>
                  <a:schemeClr val="bg1">
                    <a:lumMod val="50000"/>
                  </a:schemeClr>
                </a:solidFill>
                <a:latin typeface="iCiel Samsung Sharp Sans Bold" pitchFamily="2" charset="0"/>
                <a:ea typeface="iCiel Samsung Sharp Sans Bold" pitchFamily="2" charset="0"/>
                <a:cs typeface="iCiel Samsung Sharp Sans Bold" pitchFamily="2" charset="0"/>
              </a:rPr>
              <a:t>Samsung Innovation Campus</a:t>
            </a:r>
          </a:p>
        </p:txBody>
      </p:sp>
      <p:sp>
        <p:nvSpPr>
          <p:cNvPr id="4" name="직사각형 133">
            <a:extLst>
              <a:ext uri="{FF2B5EF4-FFF2-40B4-BE49-F238E27FC236}">
                <a16:creationId xmlns:a16="http://schemas.microsoft.com/office/drawing/2014/main" id="{5F10CA05-7725-E2BE-7CEF-ECA4B2E607D2}"/>
              </a:ext>
            </a:extLst>
          </p:cNvPr>
          <p:cNvSpPr/>
          <p:nvPr/>
        </p:nvSpPr>
        <p:spPr>
          <a:xfrm>
            <a:off x="945928" y="2468825"/>
            <a:ext cx="8398097" cy="1692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scene3d>
              <a:camera prst="orthographicFront"/>
              <a:lightRig rig="threePt" dir="t"/>
            </a:scene3d>
            <a:sp3d>
              <a:bevelT w="0" h="6350"/>
            </a:sp3d>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5500" b="1" u="none" strike="noStrike" kern="1200" cap="none" spc="0" normalizeH="0" baseline="0" noProof="0" dirty="0">
                <a:ln>
                  <a:noFill/>
                </a:ln>
                <a:solidFill>
                  <a:prstClr val="white"/>
                </a:solidFill>
                <a:effectLst/>
                <a:uLnTx/>
                <a:uFillTx/>
                <a:latin typeface="iCiel Samsung Sharp Sans Regular" pitchFamily="2" charset="77"/>
                <a:ea typeface="iCiel Samsung Sharp Sans Regular" pitchFamily="2" charset="77"/>
                <a:cs typeface="iCiel Samsung Sharp Sans Regular" pitchFamily="2" charset="77"/>
              </a:rPr>
              <a:t>End of</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5500" b="1" u="none" strike="noStrike" kern="1200" cap="none" spc="0" normalizeH="0" baseline="0" noProof="0" dirty="0">
                <a:ln>
                  <a:noFill/>
                </a:ln>
                <a:solidFill>
                  <a:prstClr val="white"/>
                </a:solidFill>
                <a:effectLst/>
                <a:uLnTx/>
                <a:uFillTx/>
                <a:latin typeface="iCiel Samsung Sharp Sans Regular" pitchFamily="2" charset="77"/>
                <a:ea typeface="iCiel Samsung Sharp Sans Regular" pitchFamily="2" charset="77"/>
                <a:cs typeface="iCiel Samsung Sharp Sans Regular" pitchFamily="2" charset="77"/>
              </a:rPr>
              <a:t>Document</a:t>
            </a:r>
          </a:p>
        </p:txBody>
      </p:sp>
    </p:spTree>
    <p:custDataLst>
      <p:tags r:id="rId1"/>
    </p:custDataLst>
    <p:extLst>
      <p:ext uri="{BB962C8B-B14F-4D97-AF65-F5344CB8AC3E}">
        <p14:creationId xmlns:p14="http://schemas.microsoft.com/office/powerpoint/2010/main" val="982321900"/>
      </p:ext>
    </p:extLst>
  </p:cSld>
  <p:clrMapOvr>
    <a:masterClrMapping/>
  </p:clrMapOvr>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ustDataLst>
      <p:tags r:id="rId1"/>
    </p:custDataLst>
    <p:extLst>
      <p:ext uri="{BB962C8B-B14F-4D97-AF65-F5344CB8AC3E}">
        <p14:creationId xmlns:p14="http://schemas.microsoft.com/office/powerpoint/2010/main" val="1578672042"/>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8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8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8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8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8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8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8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8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8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8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9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9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9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9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9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9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9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9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9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9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0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0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0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0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0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0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0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0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0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0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1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theme1.xml><?xml version="1.0" encoding="utf-8"?>
<a:theme xmlns:a="http://schemas.openxmlformats.org/drawingml/2006/main" name="SIC_Template_AI">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테마">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AI 0201-Python Libraries v1_Content Commented</Template>
  <TotalTime>40938</TotalTime>
  <Words>34373</Words>
  <Application>Microsoft Macintosh PowerPoint</Application>
  <PresentationFormat>Custom</PresentationFormat>
  <Paragraphs>4845</Paragraphs>
  <Slides>517</Slides>
  <Notes>515</Notes>
  <HiddenSlides>0</HiddenSlides>
  <MMClips>0</MMClips>
  <ScaleCrop>false</ScaleCrop>
  <HeadingPairs>
    <vt:vector size="6" baseType="variant">
      <vt:variant>
        <vt:lpstr>Fonts Used</vt:lpstr>
      </vt:variant>
      <vt:variant>
        <vt:i4>15</vt:i4>
      </vt:variant>
      <vt:variant>
        <vt:lpstr>Theme</vt:lpstr>
      </vt:variant>
      <vt:variant>
        <vt:i4>2</vt:i4>
      </vt:variant>
      <vt:variant>
        <vt:lpstr>Slide Titles</vt:lpstr>
      </vt:variant>
      <vt:variant>
        <vt:i4>517</vt:i4>
      </vt:variant>
    </vt:vector>
  </HeadingPairs>
  <TitlesOfParts>
    <vt:vector size="534" baseType="lpstr">
      <vt:lpstr>D2Coding</vt:lpstr>
      <vt:lpstr>맑은 고딕</vt:lpstr>
      <vt:lpstr>Arial</vt:lpstr>
      <vt:lpstr>Calibri</vt:lpstr>
      <vt:lpstr>Cambria Math</vt:lpstr>
      <vt:lpstr>iCiel Samsung Sharp Sans Bold</vt:lpstr>
      <vt:lpstr>iCiel Samsung Sharp Sans Medium</vt:lpstr>
      <vt:lpstr>iCiel Samsung Sharp Sans Regular</vt:lpstr>
      <vt:lpstr>KoPub돋움체 Medium</vt:lpstr>
      <vt:lpstr>SamsungOne 400</vt:lpstr>
      <vt:lpstr>SamsungOne 400C</vt:lpstr>
      <vt:lpstr>SamsungOne-400</vt:lpstr>
      <vt:lpstr>SamsungOne-700</vt:lpstr>
      <vt:lpstr>Times New Roman</vt:lpstr>
      <vt:lpstr>Wingdings</vt:lpstr>
      <vt:lpstr>SIC_Template_AI</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Manager/>
  <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subject/>
  <dc:creator>sena.kim</dc:creator>
  <cp:keywords/>
  <dc:description/>
  <cp:lastModifiedBy>Microsoft Office User</cp:lastModifiedBy>
  <cp:revision>1813</cp:revision>
  <dcterms:created xsi:type="dcterms:W3CDTF">2019-08-14T11:07:19Z</dcterms:created>
  <dcterms:modified xsi:type="dcterms:W3CDTF">2024-12-26T15:50:09Z</dcterms:modified>
  <cp:category/>
</cp:coreProperties>
</file>